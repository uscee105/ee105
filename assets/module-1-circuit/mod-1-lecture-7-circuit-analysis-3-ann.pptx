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ink/ink3560.xml" ContentType="application/inkml+xml"/>
  <Override PartName="/ppt/ink/ink3561.xml" ContentType="application/inkml+xml"/>
  <Override PartName="/ppt/ink/ink3562.xml" ContentType="application/inkml+xml"/>
  <Override PartName="/ppt/ink/ink3563.xml" ContentType="application/inkml+xml"/>
  <Override PartName="/ppt/ink/ink3564.xml" ContentType="application/inkml+xml"/>
  <Override PartName="/ppt/ink/ink3565.xml" ContentType="application/inkml+xml"/>
  <Override PartName="/ppt/ink/ink3566.xml" ContentType="application/inkml+xml"/>
  <Override PartName="/ppt/ink/ink3567.xml" ContentType="application/inkml+xml"/>
  <Override PartName="/ppt/ink/ink3568.xml" ContentType="application/inkml+xml"/>
  <Override PartName="/ppt/ink/ink3569.xml" ContentType="application/inkml+xml"/>
  <Override PartName="/ppt/ink/ink3570.xml" ContentType="application/inkml+xml"/>
  <Override PartName="/ppt/ink/ink3571.xml" ContentType="application/inkml+xml"/>
  <Override PartName="/ppt/ink/ink3572.xml" ContentType="application/inkml+xml"/>
  <Override PartName="/ppt/ink/ink3573.xml" ContentType="application/inkml+xml"/>
  <Override PartName="/ppt/ink/ink3574.xml" ContentType="application/inkml+xml"/>
  <Override PartName="/ppt/ink/ink3575.xml" ContentType="application/inkml+xml"/>
  <Override PartName="/ppt/ink/ink3576.xml" ContentType="application/inkml+xml"/>
  <Override PartName="/ppt/ink/ink3577.xml" ContentType="application/inkml+xml"/>
  <Override PartName="/ppt/ink/ink3578.xml" ContentType="application/inkml+xml"/>
  <Override PartName="/ppt/ink/ink3579.xml" ContentType="application/inkml+xml"/>
  <Override PartName="/ppt/ink/ink3580.xml" ContentType="application/inkml+xml"/>
  <Override PartName="/ppt/ink/ink3581.xml" ContentType="application/inkml+xml"/>
  <Override PartName="/ppt/ink/ink3582.xml" ContentType="application/inkml+xml"/>
  <Override PartName="/ppt/ink/ink3583.xml" ContentType="application/inkml+xml"/>
  <Override PartName="/ppt/ink/ink3584.xml" ContentType="application/inkml+xml"/>
  <Override PartName="/ppt/ink/ink3585.xml" ContentType="application/inkml+xml"/>
  <Override PartName="/ppt/ink/ink3586.xml" ContentType="application/inkml+xml"/>
  <Override PartName="/ppt/ink/ink3587.xml" ContentType="application/inkml+xml"/>
  <Override PartName="/ppt/ink/ink3588.xml" ContentType="application/inkml+xml"/>
  <Override PartName="/ppt/ink/ink3589.xml" ContentType="application/inkml+xml"/>
  <Override PartName="/ppt/ink/ink3590.xml" ContentType="application/inkml+xml"/>
  <Override PartName="/ppt/ink/ink3591.xml" ContentType="application/inkml+xml"/>
  <Override PartName="/ppt/ink/ink3592.xml" ContentType="application/inkml+xml"/>
  <Override PartName="/ppt/ink/ink3593.xml" ContentType="application/inkml+xml"/>
  <Override PartName="/ppt/ink/ink3594.xml" ContentType="application/inkml+xml"/>
  <Override PartName="/ppt/ink/ink3595.xml" ContentType="application/inkml+xml"/>
  <Override PartName="/ppt/ink/ink3596.xml" ContentType="application/inkml+xml"/>
  <Override PartName="/ppt/ink/ink3597.xml" ContentType="application/inkml+xml"/>
  <Override PartName="/ppt/ink/ink3598.xml" ContentType="application/inkml+xml"/>
  <Override PartName="/ppt/ink/ink3599.xml" ContentType="application/inkml+xml"/>
  <Override PartName="/ppt/ink/ink3600.xml" ContentType="application/inkml+xml"/>
  <Override PartName="/ppt/ink/ink3601.xml" ContentType="application/inkml+xml"/>
  <Override PartName="/ppt/ink/ink3602.xml" ContentType="application/inkml+xml"/>
  <Override PartName="/ppt/ink/ink3603.xml" ContentType="application/inkml+xml"/>
  <Override PartName="/ppt/ink/ink3604.xml" ContentType="application/inkml+xml"/>
  <Override PartName="/ppt/ink/ink3605.xml" ContentType="application/inkml+xml"/>
  <Override PartName="/ppt/ink/ink3606.xml" ContentType="application/inkml+xml"/>
  <Override PartName="/ppt/ink/ink3607.xml" ContentType="application/inkml+xml"/>
  <Override PartName="/ppt/ink/ink3608.xml" ContentType="application/inkml+xml"/>
  <Override PartName="/ppt/ink/ink3609.xml" ContentType="application/inkml+xml"/>
  <Override PartName="/ppt/ink/ink3610.xml" ContentType="application/inkml+xml"/>
  <Override PartName="/ppt/ink/ink3611.xml" ContentType="application/inkml+xml"/>
  <Override PartName="/ppt/ink/ink3612.xml" ContentType="application/inkml+xml"/>
  <Override PartName="/ppt/ink/ink3613.xml" ContentType="application/inkml+xml"/>
  <Override PartName="/ppt/ink/ink3614.xml" ContentType="application/inkml+xml"/>
  <Override PartName="/ppt/ink/ink3615.xml" ContentType="application/inkml+xml"/>
  <Override PartName="/ppt/ink/ink3616.xml" ContentType="application/inkml+xml"/>
  <Override PartName="/ppt/ink/ink3617.xml" ContentType="application/inkml+xml"/>
  <Override PartName="/ppt/ink/ink3618.xml" ContentType="application/inkml+xml"/>
  <Override PartName="/ppt/ink/ink3619.xml" ContentType="application/inkml+xml"/>
  <Override PartName="/ppt/ink/ink3620.xml" ContentType="application/inkml+xml"/>
  <Override PartName="/ppt/ink/ink3621.xml" ContentType="application/inkml+xml"/>
  <Override PartName="/ppt/ink/ink3622.xml" ContentType="application/inkml+xml"/>
  <Override PartName="/ppt/ink/ink3623.xml" ContentType="application/inkml+xml"/>
  <Override PartName="/ppt/ink/ink3624.xml" ContentType="application/inkml+xml"/>
  <Override PartName="/ppt/ink/ink3625.xml" ContentType="application/inkml+xml"/>
  <Override PartName="/ppt/ink/ink3626.xml" ContentType="application/inkml+xml"/>
  <Override PartName="/ppt/ink/ink3627.xml" ContentType="application/inkml+xml"/>
  <Override PartName="/ppt/ink/ink3628.xml" ContentType="application/inkml+xml"/>
  <Override PartName="/ppt/ink/ink3629.xml" ContentType="application/inkml+xml"/>
  <Override PartName="/ppt/ink/ink3630.xml" ContentType="application/inkml+xml"/>
  <Override PartName="/ppt/ink/ink3631.xml" ContentType="application/inkml+xml"/>
  <Override PartName="/ppt/ink/ink3632.xml" ContentType="application/inkml+xml"/>
  <Override PartName="/ppt/ink/ink3633.xml" ContentType="application/inkml+xml"/>
  <Override PartName="/ppt/ink/ink3634.xml" ContentType="application/inkml+xml"/>
  <Override PartName="/ppt/ink/ink3635.xml" ContentType="application/inkml+xml"/>
  <Override PartName="/ppt/ink/ink3636.xml" ContentType="application/inkml+xml"/>
  <Override PartName="/ppt/ink/ink3637.xml" ContentType="application/inkml+xml"/>
  <Override PartName="/ppt/ink/ink3638.xml" ContentType="application/inkml+xml"/>
  <Override PartName="/ppt/ink/ink3639.xml" ContentType="application/inkml+xml"/>
  <Override PartName="/ppt/ink/ink3640.xml" ContentType="application/inkml+xml"/>
  <Override PartName="/ppt/ink/ink3641.xml" ContentType="application/inkml+xml"/>
  <Override PartName="/ppt/ink/ink3642.xml" ContentType="application/inkml+xml"/>
  <Override PartName="/ppt/ink/ink3643.xml" ContentType="application/inkml+xml"/>
  <Override PartName="/ppt/ink/ink3644.xml" ContentType="application/inkml+xml"/>
  <Override PartName="/ppt/ink/ink3645.xml" ContentType="application/inkml+xml"/>
  <Override PartName="/ppt/ink/ink3646.xml" ContentType="application/inkml+xml"/>
  <Override PartName="/ppt/ink/ink3647.xml" ContentType="application/inkml+xml"/>
  <Override PartName="/ppt/ink/ink3648.xml" ContentType="application/inkml+xml"/>
  <Override PartName="/ppt/ink/ink3649.xml" ContentType="application/inkml+xml"/>
  <Override PartName="/ppt/ink/ink3650.xml" ContentType="application/inkml+xml"/>
  <Override PartName="/ppt/ink/ink3651.xml" ContentType="application/inkml+xml"/>
  <Override PartName="/ppt/ink/ink3652.xml" ContentType="application/inkml+xml"/>
  <Override PartName="/ppt/ink/ink3653.xml" ContentType="application/inkml+xml"/>
  <Override PartName="/ppt/ink/ink3654.xml" ContentType="application/inkml+xml"/>
  <Override PartName="/ppt/ink/ink3655.xml" ContentType="application/inkml+xml"/>
  <Override PartName="/ppt/ink/ink3656.xml" ContentType="application/inkml+xml"/>
  <Override PartName="/ppt/ink/ink3657.xml" ContentType="application/inkml+xml"/>
  <Override PartName="/ppt/ink/ink3658.xml" ContentType="application/inkml+xml"/>
  <Override PartName="/ppt/ink/ink3659.xml" ContentType="application/inkml+xml"/>
  <Override PartName="/ppt/ink/ink3660.xml" ContentType="application/inkml+xml"/>
  <Override PartName="/ppt/ink/ink3661.xml" ContentType="application/inkml+xml"/>
  <Override PartName="/ppt/ink/ink3662.xml" ContentType="application/inkml+xml"/>
  <Override PartName="/ppt/ink/ink3663.xml" ContentType="application/inkml+xml"/>
  <Override PartName="/ppt/ink/ink3664.xml" ContentType="application/inkml+xml"/>
  <Override PartName="/ppt/ink/ink3665.xml" ContentType="application/inkml+xml"/>
  <Override PartName="/ppt/ink/ink3666.xml" ContentType="application/inkml+xml"/>
  <Override PartName="/ppt/ink/ink3667.xml" ContentType="application/inkml+xml"/>
  <Override PartName="/ppt/ink/ink3668.xml" ContentType="application/inkml+xml"/>
  <Override PartName="/ppt/ink/ink3669.xml" ContentType="application/inkml+xml"/>
  <Override PartName="/ppt/ink/ink3670.xml" ContentType="application/inkml+xml"/>
  <Override PartName="/ppt/ink/ink3671.xml" ContentType="application/inkml+xml"/>
  <Override PartName="/ppt/ink/ink3672.xml" ContentType="application/inkml+xml"/>
  <Override PartName="/ppt/ink/ink3673.xml" ContentType="application/inkml+xml"/>
  <Override PartName="/ppt/ink/ink3674.xml" ContentType="application/inkml+xml"/>
  <Override PartName="/ppt/ink/ink3675.xml" ContentType="application/inkml+xml"/>
  <Override PartName="/ppt/ink/ink3676.xml" ContentType="application/inkml+xml"/>
  <Override PartName="/ppt/ink/ink3677.xml" ContentType="application/inkml+xml"/>
  <Override PartName="/ppt/ink/ink3678.xml" ContentType="application/inkml+xml"/>
  <Override PartName="/ppt/ink/ink3679.xml" ContentType="application/inkml+xml"/>
  <Override PartName="/ppt/ink/ink3680.xml" ContentType="application/inkml+xml"/>
  <Override PartName="/ppt/ink/ink3681.xml" ContentType="application/inkml+xml"/>
  <Override PartName="/ppt/ink/ink3682.xml" ContentType="application/inkml+xml"/>
  <Override PartName="/ppt/ink/ink3683.xml" ContentType="application/inkml+xml"/>
  <Override PartName="/ppt/ink/ink3684.xml" ContentType="application/inkml+xml"/>
  <Override PartName="/ppt/ink/ink3685.xml" ContentType="application/inkml+xml"/>
  <Override PartName="/ppt/ink/ink3686.xml" ContentType="application/inkml+xml"/>
  <Override PartName="/ppt/ink/ink3687.xml" ContentType="application/inkml+xml"/>
  <Override PartName="/ppt/ink/ink3688.xml" ContentType="application/inkml+xml"/>
  <Override PartName="/ppt/ink/ink3689.xml" ContentType="application/inkml+xml"/>
  <Override PartName="/ppt/ink/ink3690.xml" ContentType="application/inkml+xml"/>
  <Override PartName="/ppt/ink/ink3691.xml" ContentType="application/inkml+xml"/>
  <Override PartName="/ppt/ink/ink3692.xml" ContentType="application/inkml+xml"/>
  <Override PartName="/ppt/ink/ink3693.xml" ContentType="application/inkml+xml"/>
  <Override PartName="/ppt/ink/ink3694.xml" ContentType="application/inkml+xml"/>
  <Override PartName="/ppt/ink/ink3695.xml" ContentType="application/inkml+xml"/>
  <Override PartName="/ppt/ink/ink3696.xml" ContentType="application/inkml+xml"/>
  <Override PartName="/ppt/ink/ink3697.xml" ContentType="application/inkml+xml"/>
  <Override PartName="/ppt/ink/ink3698.xml" ContentType="application/inkml+xml"/>
  <Override PartName="/ppt/ink/ink3699.xml" ContentType="application/inkml+xml"/>
  <Override PartName="/ppt/ink/ink3700.xml" ContentType="application/inkml+xml"/>
  <Override PartName="/ppt/ink/ink3701.xml" ContentType="application/inkml+xml"/>
  <Override PartName="/ppt/ink/ink3702.xml" ContentType="application/inkml+xml"/>
  <Override PartName="/ppt/ink/ink3703.xml" ContentType="application/inkml+xml"/>
  <Override PartName="/ppt/ink/ink3704.xml" ContentType="application/inkml+xml"/>
  <Override PartName="/ppt/ink/ink3705.xml" ContentType="application/inkml+xml"/>
  <Override PartName="/ppt/ink/ink3706.xml" ContentType="application/inkml+xml"/>
  <Override PartName="/ppt/ink/ink3707.xml" ContentType="application/inkml+xml"/>
  <Override PartName="/ppt/ink/ink3708.xml" ContentType="application/inkml+xml"/>
  <Override PartName="/ppt/ink/ink3709.xml" ContentType="application/inkml+xml"/>
  <Override PartName="/ppt/ink/ink3710.xml" ContentType="application/inkml+xml"/>
  <Override PartName="/ppt/ink/ink3711.xml" ContentType="application/inkml+xml"/>
  <Override PartName="/ppt/ink/ink3712.xml" ContentType="application/inkml+xml"/>
  <Override PartName="/ppt/ink/ink3713.xml" ContentType="application/inkml+xml"/>
  <Override PartName="/ppt/ink/ink3714.xml" ContentType="application/inkml+xml"/>
  <Override PartName="/ppt/ink/ink3715.xml" ContentType="application/inkml+xml"/>
  <Override PartName="/ppt/ink/ink3716.xml" ContentType="application/inkml+xml"/>
  <Override PartName="/ppt/ink/ink3717.xml" ContentType="application/inkml+xml"/>
  <Override PartName="/ppt/ink/ink3718.xml" ContentType="application/inkml+xml"/>
  <Override PartName="/ppt/ink/ink3719.xml" ContentType="application/inkml+xml"/>
  <Override PartName="/ppt/ink/ink3720.xml" ContentType="application/inkml+xml"/>
  <Override PartName="/ppt/ink/ink3721.xml" ContentType="application/inkml+xml"/>
  <Override PartName="/ppt/ink/ink3722.xml" ContentType="application/inkml+xml"/>
  <Override PartName="/ppt/ink/ink3723.xml" ContentType="application/inkml+xml"/>
  <Override PartName="/ppt/ink/ink3724.xml" ContentType="application/inkml+xml"/>
  <Override PartName="/ppt/ink/ink3725.xml" ContentType="application/inkml+xml"/>
  <Override PartName="/ppt/ink/ink3726.xml" ContentType="application/inkml+xml"/>
  <Override PartName="/ppt/ink/ink3727.xml" ContentType="application/inkml+xml"/>
  <Override PartName="/ppt/ink/ink3728.xml" ContentType="application/inkml+xml"/>
  <Override PartName="/ppt/ink/ink3729.xml" ContentType="application/inkml+xml"/>
  <Override PartName="/ppt/ink/ink3730.xml" ContentType="application/inkml+xml"/>
  <Override PartName="/ppt/ink/ink3731.xml" ContentType="application/inkml+xml"/>
  <Override PartName="/ppt/ink/ink3732.xml" ContentType="application/inkml+xml"/>
  <Override PartName="/ppt/ink/ink3733.xml" ContentType="application/inkml+xml"/>
  <Override PartName="/ppt/ink/ink3734.xml" ContentType="application/inkml+xml"/>
  <Override PartName="/ppt/ink/ink3735.xml" ContentType="application/inkml+xml"/>
  <Override PartName="/ppt/ink/ink3736.xml" ContentType="application/inkml+xml"/>
  <Override PartName="/ppt/ink/ink3737.xml" ContentType="application/inkml+xml"/>
  <Override PartName="/ppt/ink/ink3738.xml" ContentType="application/inkml+xml"/>
  <Override PartName="/ppt/ink/ink3739.xml" ContentType="application/inkml+xml"/>
  <Override PartName="/ppt/ink/ink3740.xml" ContentType="application/inkml+xml"/>
  <Override PartName="/ppt/ink/ink3741.xml" ContentType="application/inkml+xml"/>
  <Override PartName="/ppt/ink/ink3742.xml" ContentType="application/inkml+xml"/>
  <Override PartName="/ppt/ink/ink3743.xml" ContentType="application/inkml+xml"/>
  <Override PartName="/ppt/ink/ink3744.xml" ContentType="application/inkml+xml"/>
  <Override PartName="/ppt/ink/ink3745.xml" ContentType="application/inkml+xml"/>
  <Override PartName="/ppt/ink/ink3746.xml" ContentType="application/inkml+xml"/>
  <Override PartName="/ppt/ink/ink3747.xml" ContentType="application/inkml+xml"/>
  <Override PartName="/ppt/ink/ink3748.xml" ContentType="application/inkml+xml"/>
  <Override PartName="/ppt/ink/ink3749.xml" ContentType="application/inkml+xml"/>
  <Override PartName="/ppt/ink/ink3750.xml" ContentType="application/inkml+xml"/>
  <Override PartName="/ppt/ink/ink3751.xml" ContentType="application/inkml+xml"/>
  <Override PartName="/ppt/ink/ink3752.xml" ContentType="application/inkml+xml"/>
  <Override PartName="/ppt/ink/ink3753.xml" ContentType="application/inkml+xml"/>
  <Override PartName="/ppt/ink/ink3754.xml" ContentType="application/inkml+xml"/>
  <Override PartName="/ppt/ink/ink3755.xml" ContentType="application/inkml+xml"/>
  <Override PartName="/ppt/ink/ink3756.xml" ContentType="application/inkml+xml"/>
  <Override PartName="/ppt/ink/ink3757.xml" ContentType="application/inkml+xml"/>
  <Override PartName="/ppt/ink/ink3758.xml" ContentType="application/inkml+xml"/>
  <Override PartName="/ppt/ink/ink3759.xml" ContentType="application/inkml+xml"/>
  <Override PartName="/ppt/ink/ink3760.xml" ContentType="application/inkml+xml"/>
  <Override PartName="/ppt/ink/ink3761.xml" ContentType="application/inkml+xml"/>
  <Override PartName="/ppt/ink/ink3762.xml" ContentType="application/inkml+xml"/>
  <Override PartName="/ppt/ink/ink3763.xml" ContentType="application/inkml+xml"/>
  <Override PartName="/ppt/ink/ink3764.xml" ContentType="application/inkml+xml"/>
  <Override PartName="/ppt/ink/ink3765.xml" ContentType="application/inkml+xml"/>
  <Override PartName="/ppt/ink/ink3766.xml" ContentType="application/inkml+xml"/>
  <Override PartName="/ppt/ink/ink3767.xml" ContentType="application/inkml+xml"/>
  <Override PartName="/ppt/ink/ink3768.xml" ContentType="application/inkml+xml"/>
  <Override PartName="/ppt/ink/ink3769.xml" ContentType="application/inkml+xml"/>
  <Override PartName="/ppt/ink/ink3770.xml" ContentType="application/inkml+xml"/>
  <Override PartName="/ppt/ink/ink3771.xml" ContentType="application/inkml+xml"/>
  <Override PartName="/ppt/ink/ink3772.xml" ContentType="application/inkml+xml"/>
  <Override PartName="/ppt/ink/ink3773.xml" ContentType="application/inkml+xml"/>
  <Override PartName="/ppt/ink/ink3774.xml" ContentType="application/inkml+xml"/>
  <Override PartName="/ppt/ink/ink3775.xml" ContentType="application/inkml+xml"/>
  <Override PartName="/ppt/ink/ink3776.xml" ContentType="application/inkml+xml"/>
  <Override PartName="/ppt/ink/ink3777.xml" ContentType="application/inkml+xml"/>
  <Override PartName="/ppt/ink/ink3778.xml" ContentType="application/inkml+xml"/>
  <Override PartName="/ppt/ink/ink3779.xml" ContentType="application/inkml+xml"/>
  <Override PartName="/ppt/ink/ink3780.xml" ContentType="application/inkml+xml"/>
  <Override PartName="/ppt/ink/ink3781.xml" ContentType="application/inkml+xml"/>
  <Override PartName="/ppt/ink/ink3782.xml" ContentType="application/inkml+xml"/>
  <Override PartName="/ppt/ink/ink3783.xml" ContentType="application/inkml+xml"/>
  <Override PartName="/ppt/ink/ink3784.xml" ContentType="application/inkml+xml"/>
  <Override PartName="/ppt/ink/ink3785.xml" ContentType="application/inkml+xml"/>
  <Override PartName="/ppt/ink/ink3786.xml" ContentType="application/inkml+xml"/>
  <Override PartName="/ppt/ink/ink3787.xml" ContentType="application/inkml+xml"/>
  <Override PartName="/ppt/ink/ink3788.xml" ContentType="application/inkml+xml"/>
  <Override PartName="/ppt/ink/ink3789.xml" ContentType="application/inkml+xml"/>
  <Override PartName="/ppt/ink/ink3790.xml" ContentType="application/inkml+xml"/>
  <Override PartName="/ppt/ink/ink3791.xml" ContentType="application/inkml+xml"/>
  <Override PartName="/ppt/ink/ink3792.xml" ContentType="application/inkml+xml"/>
  <Override PartName="/ppt/ink/ink3793.xml" ContentType="application/inkml+xml"/>
  <Override PartName="/ppt/ink/ink3794.xml" ContentType="application/inkml+xml"/>
  <Override PartName="/ppt/ink/ink3795.xml" ContentType="application/inkml+xml"/>
  <Override PartName="/ppt/ink/ink3796.xml" ContentType="application/inkml+xml"/>
  <Override PartName="/ppt/ink/ink3797.xml" ContentType="application/inkml+xml"/>
  <Override PartName="/ppt/ink/ink3798.xml" ContentType="application/inkml+xml"/>
  <Override PartName="/ppt/ink/ink3799.xml" ContentType="application/inkml+xml"/>
  <Override PartName="/ppt/ink/ink3800.xml" ContentType="application/inkml+xml"/>
  <Override PartName="/ppt/ink/ink3801.xml" ContentType="application/inkml+xml"/>
  <Override PartName="/ppt/ink/ink3802.xml" ContentType="application/inkml+xml"/>
  <Override PartName="/ppt/ink/ink3803.xml" ContentType="application/inkml+xml"/>
  <Override PartName="/ppt/ink/ink3804.xml" ContentType="application/inkml+xml"/>
  <Override PartName="/ppt/ink/ink3805.xml" ContentType="application/inkml+xml"/>
  <Override PartName="/ppt/ink/ink3806.xml" ContentType="application/inkml+xml"/>
  <Override PartName="/ppt/ink/ink3807.xml" ContentType="application/inkml+xml"/>
  <Override PartName="/ppt/ink/ink3808.xml" ContentType="application/inkml+xml"/>
  <Override PartName="/ppt/ink/ink3809.xml" ContentType="application/inkml+xml"/>
  <Override PartName="/ppt/ink/ink3810.xml" ContentType="application/inkml+xml"/>
  <Override PartName="/ppt/ink/ink3811.xml" ContentType="application/inkml+xml"/>
  <Override PartName="/ppt/ink/ink3812.xml" ContentType="application/inkml+xml"/>
  <Override PartName="/ppt/ink/ink3813.xml" ContentType="application/inkml+xml"/>
  <Override PartName="/ppt/ink/ink3814.xml" ContentType="application/inkml+xml"/>
  <Override PartName="/ppt/ink/ink3815.xml" ContentType="application/inkml+xml"/>
  <Override PartName="/ppt/ink/ink3816.xml" ContentType="application/inkml+xml"/>
  <Override PartName="/ppt/ink/ink3817.xml" ContentType="application/inkml+xml"/>
  <Override PartName="/ppt/ink/ink3818.xml" ContentType="application/inkml+xml"/>
  <Override PartName="/ppt/ink/ink3819.xml" ContentType="application/inkml+xml"/>
  <Override PartName="/ppt/ink/ink3820.xml" ContentType="application/inkml+xml"/>
  <Override PartName="/ppt/ink/ink3821.xml" ContentType="application/inkml+xml"/>
  <Override PartName="/ppt/ink/ink3822.xml" ContentType="application/inkml+xml"/>
  <Override PartName="/ppt/ink/ink3823.xml" ContentType="application/inkml+xml"/>
  <Override PartName="/ppt/ink/ink3824.xml" ContentType="application/inkml+xml"/>
  <Override PartName="/ppt/ink/ink3825.xml" ContentType="application/inkml+xml"/>
  <Override PartName="/ppt/ink/ink3826.xml" ContentType="application/inkml+xml"/>
  <Override PartName="/ppt/ink/ink3827.xml" ContentType="application/inkml+xml"/>
  <Override PartName="/ppt/ink/ink3828.xml" ContentType="application/inkml+xml"/>
  <Override PartName="/ppt/ink/ink3829.xml" ContentType="application/inkml+xml"/>
  <Override PartName="/ppt/ink/ink3830.xml" ContentType="application/inkml+xml"/>
  <Override PartName="/ppt/ink/ink3831.xml" ContentType="application/inkml+xml"/>
  <Override PartName="/ppt/ink/ink3832.xml" ContentType="application/inkml+xml"/>
  <Override PartName="/ppt/ink/ink3833.xml" ContentType="application/inkml+xml"/>
  <Override PartName="/ppt/ink/ink3834.xml" ContentType="application/inkml+xml"/>
  <Override PartName="/ppt/ink/ink3835.xml" ContentType="application/inkml+xml"/>
  <Override PartName="/ppt/ink/ink3836.xml" ContentType="application/inkml+xml"/>
  <Override PartName="/ppt/ink/ink3837.xml" ContentType="application/inkml+xml"/>
  <Override PartName="/ppt/ink/ink3838.xml" ContentType="application/inkml+xml"/>
  <Override PartName="/ppt/ink/ink3839.xml" ContentType="application/inkml+xml"/>
  <Override PartName="/ppt/ink/ink3840.xml" ContentType="application/inkml+xml"/>
  <Override PartName="/ppt/ink/ink3841.xml" ContentType="application/inkml+xml"/>
  <Override PartName="/ppt/ink/ink3842.xml" ContentType="application/inkml+xml"/>
  <Override PartName="/ppt/ink/ink3843.xml" ContentType="application/inkml+xml"/>
  <Override PartName="/ppt/ink/ink3844.xml" ContentType="application/inkml+xml"/>
  <Override PartName="/ppt/ink/ink3845.xml" ContentType="application/inkml+xml"/>
  <Override PartName="/ppt/ink/ink3846.xml" ContentType="application/inkml+xml"/>
  <Override PartName="/ppt/ink/ink3847.xml" ContentType="application/inkml+xml"/>
  <Override PartName="/ppt/ink/ink3848.xml" ContentType="application/inkml+xml"/>
  <Override PartName="/ppt/ink/ink3849.xml" ContentType="application/inkml+xml"/>
  <Override PartName="/ppt/ink/ink3850.xml" ContentType="application/inkml+xml"/>
  <Override PartName="/ppt/ink/ink3851.xml" ContentType="application/inkml+xml"/>
  <Override PartName="/ppt/ink/ink3852.xml" ContentType="application/inkml+xml"/>
  <Override PartName="/ppt/ink/ink3853.xml" ContentType="application/inkml+xml"/>
  <Override PartName="/ppt/ink/ink3854.xml" ContentType="application/inkml+xml"/>
  <Override PartName="/ppt/ink/ink3855.xml" ContentType="application/inkml+xml"/>
  <Override PartName="/ppt/ink/ink3856.xml" ContentType="application/inkml+xml"/>
  <Override PartName="/ppt/ink/ink3857.xml" ContentType="application/inkml+xml"/>
  <Override PartName="/ppt/ink/ink3858.xml" ContentType="application/inkml+xml"/>
  <Override PartName="/ppt/ink/ink3859.xml" ContentType="application/inkml+xml"/>
  <Override PartName="/ppt/ink/ink3860.xml" ContentType="application/inkml+xml"/>
  <Override PartName="/ppt/ink/ink3861.xml" ContentType="application/inkml+xml"/>
  <Override PartName="/ppt/ink/ink3862.xml" ContentType="application/inkml+xml"/>
  <Override PartName="/ppt/ink/ink3863.xml" ContentType="application/inkml+xml"/>
  <Override PartName="/ppt/ink/ink3864.xml" ContentType="application/inkml+xml"/>
  <Override PartName="/ppt/ink/ink3865.xml" ContentType="application/inkml+xml"/>
  <Override PartName="/ppt/ink/ink3866.xml" ContentType="application/inkml+xml"/>
  <Override PartName="/ppt/ink/ink3867.xml" ContentType="application/inkml+xml"/>
  <Override PartName="/ppt/ink/ink3868.xml" ContentType="application/inkml+xml"/>
  <Override PartName="/ppt/ink/ink3869.xml" ContentType="application/inkml+xml"/>
  <Override PartName="/ppt/ink/ink3870.xml" ContentType="application/inkml+xml"/>
  <Override PartName="/ppt/ink/ink3871.xml" ContentType="application/inkml+xml"/>
  <Override PartName="/ppt/ink/ink3872.xml" ContentType="application/inkml+xml"/>
  <Override PartName="/ppt/ink/ink3873.xml" ContentType="application/inkml+xml"/>
  <Override PartName="/ppt/ink/ink3874.xml" ContentType="application/inkml+xml"/>
  <Override PartName="/ppt/ink/ink3875.xml" ContentType="application/inkml+xml"/>
  <Override PartName="/ppt/ink/ink3876.xml" ContentType="application/inkml+xml"/>
  <Override PartName="/ppt/ink/ink3877.xml" ContentType="application/inkml+xml"/>
  <Override PartName="/ppt/ink/ink3878.xml" ContentType="application/inkml+xml"/>
  <Override PartName="/ppt/ink/ink3879.xml" ContentType="application/inkml+xml"/>
  <Override PartName="/ppt/ink/ink3880.xml" ContentType="application/inkml+xml"/>
  <Override PartName="/ppt/ink/ink3881.xml" ContentType="application/inkml+xml"/>
  <Override PartName="/ppt/ink/ink3882.xml" ContentType="application/inkml+xml"/>
  <Override PartName="/ppt/ink/ink3883.xml" ContentType="application/inkml+xml"/>
  <Override PartName="/ppt/ink/ink3884.xml" ContentType="application/inkml+xml"/>
  <Override PartName="/ppt/ink/ink3885.xml" ContentType="application/inkml+xml"/>
  <Override PartName="/ppt/ink/ink3886.xml" ContentType="application/inkml+xml"/>
  <Override PartName="/ppt/ink/ink3887.xml" ContentType="application/inkml+xml"/>
  <Override PartName="/ppt/ink/ink3888.xml" ContentType="application/inkml+xml"/>
  <Override PartName="/ppt/ink/ink3889.xml" ContentType="application/inkml+xml"/>
  <Override PartName="/ppt/ink/ink3890.xml" ContentType="application/inkml+xml"/>
  <Override PartName="/ppt/ink/ink3891.xml" ContentType="application/inkml+xml"/>
  <Override PartName="/ppt/ink/ink3892.xml" ContentType="application/inkml+xml"/>
  <Override PartName="/ppt/ink/ink3893.xml" ContentType="application/inkml+xml"/>
  <Override PartName="/ppt/ink/ink3894.xml" ContentType="application/inkml+xml"/>
  <Override PartName="/ppt/ink/ink3895.xml" ContentType="application/inkml+xml"/>
  <Override PartName="/ppt/ink/ink3896.xml" ContentType="application/inkml+xml"/>
  <Override PartName="/ppt/ink/ink3897.xml" ContentType="application/inkml+xml"/>
  <Override PartName="/ppt/ink/ink3898.xml" ContentType="application/inkml+xml"/>
  <Override PartName="/ppt/ink/ink3899.xml" ContentType="application/inkml+xml"/>
  <Override PartName="/ppt/ink/ink3900.xml" ContentType="application/inkml+xml"/>
  <Override PartName="/ppt/ink/ink3901.xml" ContentType="application/inkml+xml"/>
  <Override PartName="/ppt/ink/ink3902.xml" ContentType="application/inkml+xml"/>
  <Override PartName="/ppt/ink/ink3903.xml" ContentType="application/inkml+xml"/>
  <Override PartName="/ppt/ink/ink3904.xml" ContentType="application/inkml+xml"/>
  <Override PartName="/ppt/ink/ink3905.xml" ContentType="application/inkml+xml"/>
  <Override PartName="/ppt/ink/ink3906.xml" ContentType="application/inkml+xml"/>
  <Override PartName="/ppt/ink/ink3907.xml" ContentType="application/inkml+xml"/>
  <Override PartName="/ppt/ink/ink3908.xml" ContentType="application/inkml+xml"/>
  <Override PartName="/ppt/ink/ink3909.xml" ContentType="application/inkml+xml"/>
  <Override PartName="/ppt/ink/ink3910.xml" ContentType="application/inkml+xml"/>
  <Override PartName="/ppt/ink/ink3911.xml" ContentType="application/inkml+xml"/>
  <Override PartName="/ppt/ink/ink3912.xml" ContentType="application/inkml+xml"/>
  <Override PartName="/ppt/ink/ink3913.xml" ContentType="application/inkml+xml"/>
  <Override PartName="/ppt/ink/ink3914.xml" ContentType="application/inkml+xml"/>
  <Override PartName="/ppt/ink/ink3915.xml" ContentType="application/inkml+xml"/>
  <Override PartName="/ppt/ink/ink3916.xml" ContentType="application/inkml+xml"/>
  <Override PartName="/ppt/ink/ink3917.xml" ContentType="application/inkml+xml"/>
  <Override PartName="/ppt/ink/ink3918.xml" ContentType="application/inkml+xml"/>
  <Override PartName="/ppt/ink/ink3919.xml" ContentType="application/inkml+xml"/>
  <Override PartName="/ppt/ink/ink3920.xml" ContentType="application/inkml+xml"/>
  <Override PartName="/ppt/ink/ink3921.xml" ContentType="application/inkml+xml"/>
  <Override PartName="/ppt/ink/ink3922.xml" ContentType="application/inkml+xml"/>
  <Override PartName="/ppt/ink/ink3923.xml" ContentType="application/inkml+xml"/>
  <Override PartName="/ppt/ink/ink3924.xml" ContentType="application/inkml+xml"/>
  <Override PartName="/ppt/ink/ink3925.xml" ContentType="application/inkml+xml"/>
  <Override PartName="/ppt/ink/ink3926.xml" ContentType="application/inkml+xml"/>
  <Override PartName="/ppt/ink/ink3927.xml" ContentType="application/inkml+xml"/>
  <Override PartName="/ppt/ink/ink3928.xml" ContentType="application/inkml+xml"/>
  <Override PartName="/ppt/ink/ink3929.xml" ContentType="application/inkml+xml"/>
  <Override PartName="/ppt/ink/ink3930.xml" ContentType="application/inkml+xml"/>
  <Override PartName="/ppt/ink/ink3931.xml" ContentType="application/inkml+xml"/>
  <Override PartName="/ppt/ink/ink3932.xml" ContentType="application/inkml+xml"/>
  <Override PartName="/ppt/ink/ink3933.xml" ContentType="application/inkml+xml"/>
  <Override PartName="/ppt/ink/ink3934.xml" ContentType="application/inkml+xml"/>
  <Override PartName="/ppt/ink/ink3935.xml" ContentType="application/inkml+xml"/>
  <Override PartName="/ppt/ink/ink3936.xml" ContentType="application/inkml+xml"/>
  <Override PartName="/ppt/ink/ink3937.xml" ContentType="application/inkml+xml"/>
  <Override PartName="/ppt/ink/ink3938.xml" ContentType="application/inkml+xml"/>
  <Override PartName="/ppt/ink/ink3939.xml" ContentType="application/inkml+xml"/>
  <Override PartName="/ppt/ink/ink3940.xml" ContentType="application/inkml+xml"/>
  <Override PartName="/ppt/ink/ink3941.xml" ContentType="application/inkml+xml"/>
  <Override PartName="/ppt/ink/ink3942.xml" ContentType="application/inkml+xml"/>
  <Override PartName="/ppt/ink/ink3943.xml" ContentType="application/inkml+xml"/>
  <Override PartName="/ppt/ink/ink3944.xml" ContentType="application/inkml+xml"/>
  <Override PartName="/ppt/ink/ink3945.xml" ContentType="application/inkml+xml"/>
  <Override PartName="/ppt/ink/ink3946.xml" ContentType="application/inkml+xml"/>
  <Override PartName="/ppt/ink/ink3947.xml" ContentType="application/inkml+xml"/>
  <Override PartName="/ppt/ink/ink3948.xml" ContentType="application/inkml+xml"/>
  <Override PartName="/ppt/ink/ink3949.xml" ContentType="application/inkml+xml"/>
  <Override PartName="/ppt/ink/ink3950.xml" ContentType="application/inkml+xml"/>
  <Override PartName="/ppt/ink/ink3951.xml" ContentType="application/inkml+xml"/>
  <Override PartName="/ppt/ink/ink3952.xml" ContentType="application/inkml+xml"/>
  <Override PartName="/ppt/ink/ink3953.xml" ContentType="application/inkml+xml"/>
  <Override PartName="/ppt/ink/ink3954.xml" ContentType="application/inkml+xml"/>
  <Override PartName="/ppt/ink/ink3955.xml" ContentType="application/inkml+xml"/>
  <Override PartName="/ppt/ink/ink3956.xml" ContentType="application/inkml+xml"/>
  <Override PartName="/ppt/ink/ink3957.xml" ContentType="application/inkml+xml"/>
  <Override PartName="/ppt/ink/ink3958.xml" ContentType="application/inkml+xml"/>
  <Override PartName="/ppt/ink/ink3959.xml" ContentType="application/inkml+xml"/>
  <Override PartName="/ppt/ink/ink3960.xml" ContentType="application/inkml+xml"/>
  <Override PartName="/ppt/ink/ink3961.xml" ContentType="application/inkml+xml"/>
  <Override PartName="/ppt/ink/ink3962.xml" ContentType="application/inkml+xml"/>
  <Override PartName="/ppt/ink/ink3963.xml" ContentType="application/inkml+xml"/>
  <Override PartName="/ppt/ink/ink3964.xml" ContentType="application/inkml+xml"/>
  <Override PartName="/ppt/ink/ink3965.xml" ContentType="application/inkml+xml"/>
  <Override PartName="/ppt/ink/ink3966.xml" ContentType="application/inkml+xml"/>
  <Override PartName="/ppt/ink/ink3967.xml" ContentType="application/inkml+xml"/>
  <Override PartName="/ppt/ink/ink3968.xml" ContentType="application/inkml+xml"/>
  <Override PartName="/ppt/ink/ink3969.xml" ContentType="application/inkml+xml"/>
  <Override PartName="/ppt/ink/ink3970.xml" ContentType="application/inkml+xml"/>
  <Override PartName="/ppt/ink/ink3971.xml" ContentType="application/inkml+xml"/>
  <Override PartName="/ppt/ink/ink3972.xml" ContentType="application/inkml+xml"/>
  <Override PartName="/ppt/ink/ink3973.xml" ContentType="application/inkml+xml"/>
  <Override PartName="/ppt/ink/ink3974.xml" ContentType="application/inkml+xml"/>
  <Override PartName="/ppt/ink/ink3975.xml" ContentType="application/inkml+xml"/>
  <Override PartName="/ppt/ink/ink3976.xml" ContentType="application/inkml+xml"/>
  <Override PartName="/ppt/ink/ink3977.xml" ContentType="application/inkml+xml"/>
  <Override PartName="/ppt/ink/ink3978.xml" ContentType="application/inkml+xml"/>
  <Override PartName="/ppt/ink/ink3979.xml" ContentType="application/inkml+xml"/>
  <Override PartName="/ppt/ink/ink3980.xml" ContentType="application/inkml+xml"/>
  <Override PartName="/ppt/ink/ink3981.xml" ContentType="application/inkml+xml"/>
  <Override PartName="/ppt/ink/ink3982.xml" ContentType="application/inkml+xml"/>
  <Override PartName="/ppt/ink/ink3983.xml" ContentType="application/inkml+xml"/>
  <Override PartName="/ppt/ink/ink3984.xml" ContentType="application/inkml+xml"/>
  <Override PartName="/ppt/ink/ink3985.xml" ContentType="application/inkml+xml"/>
  <Override PartName="/ppt/ink/ink3986.xml" ContentType="application/inkml+xml"/>
  <Override PartName="/ppt/ink/ink3987.xml" ContentType="application/inkml+xml"/>
  <Override PartName="/ppt/ink/ink3988.xml" ContentType="application/inkml+xml"/>
  <Override PartName="/ppt/ink/ink3989.xml" ContentType="application/inkml+xml"/>
  <Override PartName="/ppt/ink/ink3990.xml" ContentType="application/inkml+xml"/>
  <Override PartName="/ppt/ink/ink3991.xml" ContentType="application/inkml+xml"/>
  <Override PartName="/ppt/ink/ink3992.xml" ContentType="application/inkml+xml"/>
  <Override PartName="/ppt/ink/ink3993.xml" ContentType="application/inkml+xml"/>
  <Override PartName="/ppt/ink/ink3994.xml" ContentType="application/inkml+xml"/>
  <Override PartName="/ppt/ink/ink3995.xml" ContentType="application/inkml+xml"/>
  <Override PartName="/ppt/ink/ink3996.xml" ContentType="application/inkml+xml"/>
  <Override PartName="/ppt/ink/ink3997.xml" ContentType="application/inkml+xml"/>
  <Override PartName="/ppt/ink/ink3998.xml" ContentType="application/inkml+xml"/>
  <Override PartName="/ppt/ink/ink3999.xml" ContentType="application/inkml+xml"/>
  <Override PartName="/ppt/ink/ink4000.xml" ContentType="application/inkml+xml"/>
  <Override PartName="/ppt/ink/ink4001.xml" ContentType="application/inkml+xml"/>
  <Override PartName="/ppt/ink/ink4002.xml" ContentType="application/inkml+xml"/>
  <Override PartName="/ppt/ink/ink4003.xml" ContentType="application/inkml+xml"/>
  <Override PartName="/ppt/ink/ink4004.xml" ContentType="application/inkml+xml"/>
  <Override PartName="/ppt/ink/ink4005.xml" ContentType="application/inkml+xml"/>
  <Override PartName="/ppt/ink/ink4006.xml" ContentType="application/inkml+xml"/>
  <Override PartName="/ppt/ink/ink4007.xml" ContentType="application/inkml+xml"/>
  <Override PartName="/ppt/ink/ink4008.xml" ContentType="application/inkml+xml"/>
  <Override PartName="/ppt/ink/ink4009.xml" ContentType="application/inkml+xml"/>
  <Override PartName="/ppt/ink/ink4010.xml" ContentType="application/inkml+xml"/>
  <Override PartName="/ppt/ink/ink4011.xml" ContentType="application/inkml+xml"/>
  <Override PartName="/ppt/ink/ink4012.xml" ContentType="application/inkml+xml"/>
  <Override PartName="/ppt/ink/ink4013.xml" ContentType="application/inkml+xml"/>
  <Override PartName="/ppt/ink/ink4014.xml" ContentType="application/inkml+xml"/>
  <Override PartName="/ppt/ink/ink4015.xml" ContentType="application/inkml+xml"/>
  <Override PartName="/ppt/ink/ink4016.xml" ContentType="application/inkml+xml"/>
  <Override PartName="/ppt/ink/ink4017.xml" ContentType="application/inkml+xml"/>
  <Override PartName="/ppt/ink/ink4018.xml" ContentType="application/inkml+xml"/>
  <Override PartName="/ppt/ink/ink4019.xml" ContentType="application/inkml+xml"/>
  <Override PartName="/ppt/ink/ink4020.xml" ContentType="application/inkml+xml"/>
  <Override PartName="/ppt/ink/ink4021.xml" ContentType="application/inkml+xml"/>
  <Override PartName="/ppt/ink/ink4022.xml" ContentType="application/inkml+xml"/>
  <Override PartName="/ppt/ink/ink4023.xml" ContentType="application/inkml+xml"/>
  <Override PartName="/ppt/ink/ink4024.xml" ContentType="application/inkml+xml"/>
  <Override PartName="/ppt/ink/ink4025.xml" ContentType="application/inkml+xml"/>
  <Override PartName="/ppt/ink/ink4026.xml" ContentType="application/inkml+xml"/>
  <Override PartName="/ppt/ink/ink4027.xml" ContentType="application/inkml+xml"/>
  <Override PartName="/ppt/ink/ink4028.xml" ContentType="application/inkml+xml"/>
  <Override PartName="/ppt/ink/ink4029.xml" ContentType="application/inkml+xml"/>
  <Override PartName="/ppt/ink/ink4030.xml" ContentType="application/inkml+xml"/>
  <Override PartName="/ppt/ink/ink4031.xml" ContentType="application/inkml+xml"/>
  <Override PartName="/ppt/ink/ink4032.xml" ContentType="application/inkml+xml"/>
  <Override PartName="/ppt/ink/ink4033.xml" ContentType="application/inkml+xml"/>
  <Override PartName="/ppt/ink/ink4034.xml" ContentType="application/inkml+xml"/>
  <Override PartName="/ppt/ink/ink4035.xml" ContentType="application/inkml+xml"/>
  <Override PartName="/ppt/ink/ink4036.xml" ContentType="application/inkml+xml"/>
  <Override PartName="/ppt/ink/ink4037.xml" ContentType="application/inkml+xml"/>
  <Override PartName="/ppt/ink/ink4038.xml" ContentType="application/inkml+xml"/>
  <Override PartName="/ppt/ink/ink4039.xml" ContentType="application/inkml+xml"/>
  <Override PartName="/ppt/ink/ink4040.xml" ContentType="application/inkml+xml"/>
  <Override PartName="/ppt/ink/ink4041.xml" ContentType="application/inkml+xml"/>
  <Override PartName="/ppt/ink/ink4042.xml" ContentType="application/inkml+xml"/>
  <Override PartName="/ppt/ink/ink4043.xml" ContentType="application/inkml+xml"/>
  <Override PartName="/ppt/ink/ink4044.xml" ContentType="application/inkml+xml"/>
  <Override PartName="/ppt/ink/ink4045.xml" ContentType="application/inkml+xml"/>
  <Override PartName="/ppt/ink/ink4046.xml" ContentType="application/inkml+xml"/>
  <Override PartName="/ppt/ink/ink4047.xml" ContentType="application/inkml+xml"/>
  <Override PartName="/ppt/ink/ink4048.xml" ContentType="application/inkml+xml"/>
  <Override PartName="/ppt/ink/ink4049.xml" ContentType="application/inkml+xml"/>
  <Override PartName="/ppt/ink/ink4050.xml" ContentType="application/inkml+xml"/>
  <Override PartName="/ppt/ink/ink4051.xml" ContentType="application/inkml+xml"/>
  <Override PartName="/ppt/ink/ink4052.xml" ContentType="application/inkml+xml"/>
  <Override PartName="/ppt/ink/ink4053.xml" ContentType="application/inkml+xml"/>
  <Override PartName="/ppt/ink/ink4054.xml" ContentType="application/inkml+xml"/>
  <Override PartName="/ppt/ink/ink4055.xml" ContentType="application/inkml+xml"/>
  <Override PartName="/ppt/ink/ink4056.xml" ContentType="application/inkml+xml"/>
  <Override PartName="/ppt/ink/ink4057.xml" ContentType="application/inkml+xml"/>
  <Override PartName="/ppt/ink/ink4058.xml" ContentType="application/inkml+xml"/>
  <Override PartName="/ppt/ink/ink4059.xml" ContentType="application/inkml+xml"/>
  <Override PartName="/ppt/ink/ink4060.xml" ContentType="application/inkml+xml"/>
  <Override PartName="/ppt/ink/ink4061.xml" ContentType="application/inkml+xml"/>
  <Override PartName="/ppt/ink/ink4062.xml" ContentType="application/inkml+xml"/>
  <Override PartName="/ppt/ink/ink4063.xml" ContentType="application/inkml+xml"/>
  <Override PartName="/ppt/ink/ink4064.xml" ContentType="application/inkml+xml"/>
  <Override PartName="/ppt/ink/ink4065.xml" ContentType="application/inkml+xml"/>
  <Override PartName="/ppt/ink/ink4066.xml" ContentType="application/inkml+xml"/>
  <Override PartName="/ppt/ink/ink4067.xml" ContentType="application/inkml+xml"/>
  <Override PartName="/ppt/ink/ink4068.xml" ContentType="application/inkml+xml"/>
  <Override PartName="/ppt/ink/ink4069.xml" ContentType="application/inkml+xml"/>
  <Override PartName="/ppt/ink/ink4070.xml" ContentType="application/inkml+xml"/>
  <Override PartName="/ppt/ink/ink4071.xml" ContentType="application/inkml+xml"/>
  <Override PartName="/ppt/ink/ink4072.xml" ContentType="application/inkml+xml"/>
  <Override PartName="/ppt/ink/ink4073.xml" ContentType="application/inkml+xml"/>
  <Override PartName="/ppt/ink/ink4074.xml" ContentType="application/inkml+xml"/>
  <Override PartName="/ppt/ink/ink4075.xml" ContentType="application/inkml+xml"/>
  <Override PartName="/ppt/ink/ink4076.xml" ContentType="application/inkml+xml"/>
  <Override PartName="/ppt/ink/ink4077.xml" ContentType="application/inkml+xml"/>
  <Override PartName="/ppt/ink/ink4078.xml" ContentType="application/inkml+xml"/>
  <Override PartName="/ppt/ink/ink4079.xml" ContentType="application/inkml+xml"/>
  <Override PartName="/ppt/ink/ink4080.xml" ContentType="application/inkml+xml"/>
  <Override PartName="/ppt/ink/ink4081.xml" ContentType="application/inkml+xml"/>
  <Override PartName="/ppt/ink/ink4082.xml" ContentType="application/inkml+xml"/>
  <Override PartName="/ppt/ink/ink4083.xml" ContentType="application/inkml+xml"/>
  <Override PartName="/ppt/ink/ink4084.xml" ContentType="application/inkml+xml"/>
  <Override PartName="/ppt/ink/ink4085.xml" ContentType="application/inkml+xml"/>
  <Override PartName="/ppt/ink/ink4086.xml" ContentType="application/inkml+xml"/>
  <Override PartName="/ppt/ink/ink4087.xml" ContentType="application/inkml+xml"/>
  <Override PartName="/ppt/ink/ink4088.xml" ContentType="application/inkml+xml"/>
  <Override PartName="/ppt/ink/ink4089.xml" ContentType="application/inkml+xml"/>
  <Override PartName="/ppt/ink/ink4090.xml" ContentType="application/inkml+xml"/>
  <Override PartName="/ppt/ink/ink4091.xml" ContentType="application/inkml+xml"/>
  <Override PartName="/ppt/ink/ink4092.xml" ContentType="application/inkml+xml"/>
  <Override PartName="/ppt/ink/ink4093.xml" ContentType="application/inkml+xml"/>
  <Override PartName="/ppt/ink/ink4094.xml" ContentType="application/inkml+xml"/>
  <Override PartName="/ppt/ink/ink4095.xml" ContentType="application/inkml+xml"/>
  <Override PartName="/ppt/ink/ink4096.xml" ContentType="application/inkml+xml"/>
  <Override PartName="/ppt/ink/ink4097.xml" ContentType="application/inkml+xml"/>
  <Override PartName="/ppt/ink/ink4098.xml" ContentType="application/inkml+xml"/>
  <Override PartName="/ppt/ink/ink4099.xml" ContentType="application/inkml+xml"/>
  <Override PartName="/ppt/ink/ink4100.xml" ContentType="application/inkml+xml"/>
  <Override PartName="/ppt/ink/ink4101.xml" ContentType="application/inkml+xml"/>
  <Override PartName="/ppt/ink/ink4102.xml" ContentType="application/inkml+xml"/>
  <Override PartName="/ppt/ink/ink4103.xml" ContentType="application/inkml+xml"/>
  <Override PartName="/ppt/ink/ink4104.xml" ContentType="application/inkml+xml"/>
  <Override PartName="/ppt/ink/ink4105.xml" ContentType="application/inkml+xml"/>
  <Override PartName="/ppt/ink/ink4106.xml" ContentType="application/inkml+xml"/>
  <Override PartName="/ppt/ink/ink4107.xml" ContentType="application/inkml+xml"/>
  <Override PartName="/ppt/ink/ink4108.xml" ContentType="application/inkml+xml"/>
  <Override PartName="/ppt/ink/ink4109.xml" ContentType="application/inkml+xml"/>
  <Override PartName="/ppt/ink/ink4110.xml" ContentType="application/inkml+xml"/>
  <Override PartName="/ppt/ink/ink4111.xml" ContentType="application/inkml+xml"/>
  <Override PartName="/ppt/ink/ink4112.xml" ContentType="application/inkml+xml"/>
  <Override PartName="/ppt/ink/ink4113.xml" ContentType="application/inkml+xml"/>
  <Override PartName="/ppt/ink/ink4114.xml" ContentType="application/inkml+xml"/>
  <Override PartName="/ppt/ink/ink4115.xml" ContentType="application/inkml+xml"/>
  <Override PartName="/ppt/ink/ink4116.xml" ContentType="application/inkml+xml"/>
  <Override PartName="/ppt/ink/ink4117.xml" ContentType="application/inkml+xml"/>
  <Override PartName="/ppt/ink/ink4118.xml" ContentType="application/inkml+xml"/>
  <Override PartName="/ppt/ink/ink4119.xml" ContentType="application/inkml+xml"/>
  <Override PartName="/ppt/ink/ink4120.xml" ContentType="application/inkml+xml"/>
  <Override PartName="/ppt/ink/ink4121.xml" ContentType="application/inkml+xml"/>
  <Override PartName="/ppt/ink/ink4122.xml" ContentType="application/inkml+xml"/>
  <Override PartName="/ppt/ink/ink4123.xml" ContentType="application/inkml+xml"/>
  <Override PartName="/ppt/ink/ink4124.xml" ContentType="application/inkml+xml"/>
  <Override PartName="/ppt/ink/ink4125.xml" ContentType="application/inkml+xml"/>
  <Override PartName="/ppt/ink/ink4126.xml" ContentType="application/inkml+xml"/>
  <Override PartName="/ppt/ink/ink4127.xml" ContentType="application/inkml+xml"/>
  <Override PartName="/ppt/ink/ink4128.xml" ContentType="application/inkml+xml"/>
  <Override PartName="/ppt/ink/ink4129.xml" ContentType="application/inkml+xml"/>
  <Override PartName="/ppt/ink/ink4130.xml" ContentType="application/inkml+xml"/>
  <Override PartName="/ppt/ink/ink4131.xml" ContentType="application/inkml+xml"/>
  <Override PartName="/ppt/ink/ink4132.xml" ContentType="application/inkml+xml"/>
  <Override PartName="/ppt/ink/ink4133.xml" ContentType="application/inkml+xml"/>
  <Override PartName="/ppt/ink/ink4134.xml" ContentType="application/inkml+xml"/>
  <Override PartName="/ppt/ink/ink4135.xml" ContentType="application/inkml+xml"/>
  <Override PartName="/ppt/ink/ink4136.xml" ContentType="application/inkml+xml"/>
  <Override PartName="/ppt/ink/ink4137.xml" ContentType="application/inkml+xml"/>
  <Override PartName="/ppt/ink/ink4138.xml" ContentType="application/inkml+xml"/>
  <Override PartName="/ppt/ink/ink4139.xml" ContentType="application/inkml+xml"/>
  <Override PartName="/ppt/ink/ink4140.xml" ContentType="application/inkml+xml"/>
  <Override PartName="/ppt/ink/ink4141.xml" ContentType="application/inkml+xml"/>
  <Override PartName="/ppt/ink/ink4142.xml" ContentType="application/inkml+xml"/>
  <Override PartName="/ppt/ink/ink4143.xml" ContentType="application/inkml+xml"/>
  <Override PartName="/ppt/ink/ink4144.xml" ContentType="application/inkml+xml"/>
  <Override PartName="/ppt/ink/ink4145.xml" ContentType="application/inkml+xml"/>
  <Override PartName="/ppt/ink/ink4146.xml" ContentType="application/inkml+xml"/>
  <Override PartName="/ppt/ink/ink4147.xml" ContentType="application/inkml+xml"/>
  <Override PartName="/ppt/ink/ink4148.xml" ContentType="application/inkml+xml"/>
  <Override PartName="/ppt/ink/ink4149.xml" ContentType="application/inkml+xml"/>
  <Override PartName="/ppt/ink/ink4150.xml" ContentType="application/inkml+xml"/>
  <Override PartName="/ppt/ink/ink4151.xml" ContentType="application/inkml+xml"/>
  <Override PartName="/ppt/ink/ink4152.xml" ContentType="application/inkml+xml"/>
  <Override PartName="/ppt/ink/ink4153.xml" ContentType="application/inkml+xml"/>
  <Override PartName="/ppt/ink/ink4154.xml" ContentType="application/inkml+xml"/>
  <Override PartName="/ppt/ink/ink4155.xml" ContentType="application/inkml+xml"/>
  <Override PartName="/ppt/ink/ink4156.xml" ContentType="application/inkml+xml"/>
  <Override PartName="/ppt/ink/ink4157.xml" ContentType="application/inkml+xml"/>
  <Override PartName="/ppt/ink/ink4158.xml" ContentType="application/inkml+xml"/>
  <Override PartName="/ppt/ink/ink4159.xml" ContentType="application/inkml+xml"/>
  <Override PartName="/ppt/ink/ink4160.xml" ContentType="application/inkml+xml"/>
  <Override PartName="/ppt/ink/ink4161.xml" ContentType="application/inkml+xml"/>
  <Override PartName="/ppt/ink/ink4162.xml" ContentType="application/inkml+xml"/>
  <Override PartName="/ppt/ink/ink4163.xml" ContentType="application/inkml+xml"/>
  <Override PartName="/ppt/ink/ink4164.xml" ContentType="application/inkml+xml"/>
  <Override PartName="/ppt/ink/ink4165.xml" ContentType="application/inkml+xml"/>
  <Override PartName="/ppt/ink/ink4166.xml" ContentType="application/inkml+xml"/>
  <Override PartName="/ppt/ink/ink4167.xml" ContentType="application/inkml+xml"/>
  <Override PartName="/ppt/ink/ink4168.xml" ContentType="application/inkml+xml"/>
  <Override PartName="/ppt/ink/ink4169.xml" ContentType="application/inkml+xml"/>
  <Override PartName="/ppt/ink/ink4170.xml" ContentType="application/inkml+xml"/>
  <Override PartName="/ppt/ink/ink4171.xml" ContentType="application/inkml+xml"/>
  <Override PartName="/ppt/ink/ink4172.xml" ContentType="application/inkml+xml"/>
  <Override PartName="/ppt/ink/ink4173.xml" ContentType="application/inkml+xml"/>
  <Override PartName="/ppt/ink/ink4174.xml" ContentType="application/inkml+xml"/>
  <Override PartName="/ppt/ink/ink4175.xml" ContentType="application/inkml+xml"/>
  <Override PartName="/ppt/ink/ink4176.xml" ContentType="application/inkml+xml"/>
  <Override PartName="/ppt/ink/ink4177.xml" ContentType="application/inkml+xml"/>
  <Override PartName="/ppt/ink/ink4178.xml" ContentType="application/inkml+xml"/>
  <Override PartName="/ppt/ink/ink4179.xml" ContentType="application/inkml+xml"/>
  <Override PartName="/ppt/ink/ink4180.xml" ContentType="application/inkml+xml"/>
  <Override PartName="/ppt/ink/ink4181.xml" ContentType="application/inkml+xml"/>
  <Override PartName="/ppt/ink/ink4182.xml" ContentType="application/inkml+xml"/>
  <Override PartName="/ppt/ink/ink4183.xml" ContentType="application/inkml+xml"/>
  <Override PartName="/ppt/ink/ink4184.xml" ContentType="application/inkml+xml"/>
  <Override PartName="/ppt/ink/ink4185.xml" ContentType="application/inkml+xml"/>
  <Override PartName="/ppt/ink/ink4186.xml" ContentType="application/inkml+xml"/>
  <Override PartName="/ppt/ink/ink4187.xml" ContentType="application/inkml+xml"/>
  <Override PartName="/ppt/ink/ink4188.xml" ContentType="application/inkml+xml"/>
  <Override PartName="/ppt/ink/ink4189.xml" ContentType="application/inkml+xml"/>
  <Override PartName="/ppt/ink/ink4190.xml" ContentType="application/inkml+xml"/>
  <Override PartName="/ppt/ink/ink4191.xml" ContentType="application/inkml+xml"/>
  <Override PartName="/ppt/ink/ink4192.xml" ContentType="application/inkml+xml"/>
  <Override PartName="/ppt/ink/ink4193.xml" ContentType="application/inkml+xml"/>
  <Override PartName="/ppt/ink/ink4194.xml" ContentType="application/inkml+xml"/>
  <Override PartName="/ppt/ink/ink4195.xml" ContentType="application/inkml+xml"/>
  <Override PartName="/ppt/ink/ink4196.xml" ContentType="application/inkml+xml"/>
  <Override PartName="/ppt/ink/ink4197.xml" ContentType="application/inkml+xml"/>
  <Override PartName="/ppt/ink/ink4198.xml" ContentType="application/inkml+xml"/>
  <Override PartName="/ppt/ink/ink4199.xml" ContentType="application/inkml+xml"/>
  <Override PartName="/ppt/ink/ink4200.xml" ContentType="application/inkml+xml"/>
  <Override PartName="/ppt/ink/ink4201.xml" ContentType="application/inkml+xml"/>
  <Override PartName="/ppt/ink/ink4202.xml" ContentType="application/inkml+xml"/>
  <Override PartName="/ppt/ink/ink4203.xml" ContentType="application/inkml+xml"/>
  <Override PartName="/ppt/ink/ink4204.xml" ContentType="application/inkml+xml"/>
  <Override PartName="/ppt/ink/ink4205.xml" ContentType="application/inkml+xml"/>
  <Override PartName="/ppt/ink/ink4206.xml" ContentType="application/inkml+xml"/>
  <Override PartName="/ppt/ink/ink4207.xml" ContentType="application/inkml+xml"/>
  <Override PartName="/ppt/ink/ink4208.xml" ContentType="application/inkml+xml"/>
  <Override PartName="/ppt/ink/ink4209.xml" ContentType="application/inkml+xml"/>
  <Override PartName="/ppt/ink/ink4210.xml" ContentType="application/inkml+xml"/>
  <Override PartName="/ppt/ink/ink4211.xml" ContentType="application/inkml+xml"/>
  <Override PartName="/ppt/ink/ink4212.xml" ContentType="application/inkml+xml"/>
  <Override PartName="/ppt/ink/ink4213.xml" ContentType="application/inkml+xml"/>
  <Override PartName="/ppt/ink/ink4214.xml" ContentType="application/inkml+xml"/>
  <Override PartName="/ppt/ink/ink4215.xml" ContentType="application/inkml+xml"/>
  <Override PartName="/ppt/ink/ink4216.xml" ContentType="application/inkml+xml"/>
  <Override PartName="/ppt/ink/ink4217.xml" ContentType="application/inkml+xml"/>
  <Override PartName="/ppt/ink/ink4218.xml" ContentType="application/inkml+xml"/>
  <Override PartName="/ppt/ink/ink4219.xml" ContentType="application/inkml+xml"/>
  <Override PartName="/ppt/ink/ink4220.xml" ContentType="application/inkml+xml"/>
  <Override PartName="/ppt/ink/ink4221.xml" ContentType="application/inkml+xml"/>
  <Override PartName="/ppt/ink/ink4222.xml" ContentType="application/inkml+xml"/>
  <Override PartName="/ppt/ink/ink4223.xml" ContentType="application/inkml+xml"/>
  <Override PartName="/ppt/ink/ink4224.xml" ContentType="application/inkml+xml"/>
  <Override PartName="/ppt/ink/ink4225.xml" ContentType="application/inkml+xml"/>
  <Override PartName="/ppt/ink/ink4226.xml" ContentType="application/inkml+xml"/>
  <Override PartName="/ppt/ink/ink4227.xml" ContentType="application/inkml+xml"/>
  <Override PartName="/ppt/ink/ink4228.xml" ContentType="application/inkml+xml"/>
  <Override PartName="/ppt/ink/ink4229.xml" ContentType="application/inkml+xml"/>
  <Override PartName="/ppt/ink/ink4230.xml" ContentType="application/inkml+xml"/>
  <Override PartName="/ppt/ink/ink4231.xml" ContentType="application/inkml+xml"/>
  <Override PartName="/ppt/ink/ink4232.xml" ContentType="application/inkml+xml"/>
  <Override PartName="/ppt/ink/ink4233.xml" ContentType="application/inkml+xml"/>
  <Override PartName="/ppt/ink/ink4234.xml" ContentType="application/inkml+xml"/>
  <Override PartName="/ppt/ink/ink4235.xml" ContentType="application/inkml+xml"/>
  <Override PartName="/ppt/ink/ink4236.xml" ContentType="application/inkml+xml"/>
  <Override PartName="/ppt/ink/ink4237.xml" ContentType="application/inkml+xml"/>
  <Override PartName="/ppt/ink/ink4238.xml" ContentType="application/inkml+xml"/>
  <Override PartName="/ppt/ink/ink4239.xml" ContentType="application/inkml+xml"/>
  <Override PartName="/ppt/ink/ink4240.xml" ContentType="application/inkml+xml"/>
  <Override PartName="/ppt/ink/ink4241.xml" ContentType="application/inkml+xml"/>
  <Override PartName="/ppt/ink/ink4242.xml" ContentType="application/inkml+xml"/>
  <Override PartName="/ppt/ink/ink4243.xml" ContentType="application/inkml+xml"/>
  <Override PartName="/ppt/ink/ink4244.xml" ContentType="application/inkml+xml"/>
  <Override PartName="/ppt/ink/ink4245.xml" ContentType="application/inkml+xml"/>
  <Override PartName="/ppt/ink/ink4246.xml" ContentType="application/inkml+xml"/>
  <Override PartName="/ppt/ink/ink4247.xml" ContentType="application/inkml+xml"/>
  <Override PartName="/ppt/ink/ink4248.xml" ContentType="application/inkml+xml"/>
  <Override PartName="/ppt/ink/ink4249.xml" ContentType="application/inkml+xml"/>
  <Override PartName="/ppt/ink/ink4250.xml" ContentType="application/inkml+xml"/>
  <Override PartName="/ppt/ink/ink4251.xml" ContentType="application/inkml+xml"/>
  <Override PartName="/ppt/ink/ink4252.xml" ContentType="application/inkml+xml"/>
  <Override PartName="/ppt/ink/ink4253.xml" ContentType="application/inkml+xml"/>
  <Override PartName="/ppt/ink/ink4254.xml" ContentType="application/inkml+xml"/>
  <Override PartName="/ppt/ink/ink4255.xml" ContentType="application/inkml+xml"/>
  <Override PartName="/ppt/ink/ink4256.xml" ContentType="application/inkml+xml"/>
  <Override PartName="/ppt/ink/ink4257.xml" ContentType="application/inkml+xml"/>
  <Override PartName="/ppt/ink/ink4258.xml" ContentType="application/inkml+xml"/>
  <Override PartName="/ppt/ink/ink4259.xml" ContentType="application/inkml+xml"/>
  <Override PartName="/ppt/ink/ink4260.xml" ContentType="application/inkml+xml"/>
  <Override PartName="/ppt/ink/ink4261.xml" ContentType="application/inkml+xml"/>
  <Override PartName="/ppt/ink/ink4262.xml" ContentType="application/inkml+xml"/>
  <Override PartName="/ppt/ink/ink4263.xml" ContentType="application/inkml+xml"/>
  <Override PartName="/ppt/ink/ink4264.xml" ContentType="application/inkml+xml"/>
  <Override PartName="/ppt/ink/ink4265.xml" ContentType="application/inkml+xml"/>
  <Override PartName="/ppt/ink/ink4266.xml" ContentType="application/inkml+xml"/>
  <Override PartName="/ppt/ink/ink4267.xml" ContentType="application/inkml+xml"/>
  <Override PartName="/ppt/ink/ink4268.xml" ContentType="application/inkml+xml"/>
  <Override PartName="/ppt/ink/ink4269.xml" ContentType="application/inkml+xml"/>
  <Override PartName="/ppt/ink/ink4270.xml" ContentType="application/inkml+xml"/>
  <Override PartName="/ppt/ink/ink4271.xml" ContentType="application/inkml+xml"/>
  <Override PartName="/ppt/ink/ink4272.xml" ContentType="application/inkml+xml"/>
  <Override PartName="/ppt/ink/ink4273.xml" ContentType="application/inkml+xml"/>
  <Override PartName="/ppt/ink/ink4274.xml" ContentType="application/inkml+xml"/>
  <Override PartName="/ppt/ink/ink427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794" r:id="rId2"/>
    <p:sldId id="836" r:id="rId3"/>
    <p:sldId id="852" r:id="rId4"/>
    <p:sldId id="837" r:id="rId5"/>
    <p:sldId id="838" r:id="rId6"/>
    <p:sldId id="853" r:id="rId7"/>
    <p:sldId id="839" r:id="rId8"/>
    <p:sldId id="840" r:id="rId9"/>
    <p:sldId id="841" r:id="rId10"/>
    <p:sldId id="842" r:id="rId11"/>
    <p:sldId id="854" r:id="rId12"/>
    <p:sldId id="843" r:id="rId13"/>
    <p:sldId id="844" r:id="rId14"/>
    <p:sldId id="855" r:id="rId15"/>
    <p:sldId id="856" r:id="rId16"/>
    <p:sldId id="857" r:id="rId17"/>
    <p:sldId id="858" r:id="rId18"/>
    <p:sldId id="845" r:id="rId19"/>
    <p:sldId id="846" r:id="rId20"/>
    <p:sldId id="847" r:id="rId21"/>
    <p:sldId id="848" r:id="rId22"/>
    <p:sldId id="831" r:id="rId23"/>
    <p:sldId id="821" r:id="rId24"/>
    <p:sldId id="849" r:id="rId25"/>
    <p:sldId id="850" r:id="rId26"/>
    <p:sldId id="822" r:id="rId27"/>
    <p:sldId id="851" r:id="rId28"/>
    <p:sldId id="832" r:id="rId29"/>
    <p:sldId id="833" r:id="rId30"/>
    <p:sldId id="834" r:id="rId31"/>
    <p:sldId id="835" r:id="rId32"/>
    <p:sldId id="815" r:id="rId33"/>
    <p:sldId id="816" r:id="rId34"/>
    <p:sldId id="817" r:id="rId35"/>
    <p:sldId id="818" r:id="rId36"/>
    <p:sldId id="819" r:id="rId37"/>
    <p:sldId id="820" r:id="rId38"/>
    <p:sldId id="829" r:id="rId39"/>
    <p:sldId id="827" r:id="rId40"/>
    <p:sldId id="830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82646" autoAdjust="0"/>
  </p:normalViewPr>
  <p:slideViewPr>
    <p:cSldViewPr snapToGrid="0">
      <p:cViewPr>
        <p:scale>
          <a:sx n="113" d="100"/>
          <a:sy n="113" d="100"/>
        </p:scale>
        <p:origin x="432" y="13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3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236 304 6913 0 0,'-11'-68'2077'0'0,"7"35"-730"0"0,-2 0-1 0 0,-1 1 0 0 0,-1-1 1 0 0,-15-32-1 0 0,23 62-1216 0 0,-1 1 0 0 0,0 0 0 0 0,0 0 0 0 0,0 0 0 0 0,0 0 0 0 0,0 0 0 0 0,0 0 0 0 0,-1 0 0 0 0,1 0 0 0 0,-1 0 0 0 0,1 1 0 0 0,-1-1 0 0 0,0 0 0 0 0,1 1-1 0 0,-1 0 1 0 0,0-1 0 0 0,0 1 0 0 0,0 0 0 0 0,0 0 0 0 0,0 0 0 0 0,0 0 0 0 0,-1 0 0 0 0,1 1 0 0 0,0-1 0 0 0,-5 0 0 0 0,4 2-30 0 0,0-1-1 0 0,1 1 1 0 0,-1 0-1 0 0,0 0 1 0 0,0 0-1 0 0,1 0 1 0 0,-1 1-1 0 0,0-1 1 0 0,1 1-1 0 0,-1 0 1 0 0,1-1-1 0 0,0 1 1 0 0,0 0-1 0 0,0 0 1 0 0,0 1-1 0 0,0-1 1 0 0,0 0-1 0 0,0 1 1 0 0,-2 4-1 0 0,-6 10 38 0 0,1 1-1 0 0,0 0 1 0 0,2 0-1 0 0,0 1 0 0 0,0 0 1 0 0,2 1-1 0 0,-4 24 1 0 0,-7 144-121 0 0,15-162 3 0 0,10 406 116 0 0,-1-280-139 0 0,21 358-91 0 0,5 142 102 0 0,-25-392 21 0 0,10 383 160 0 0,-52 21 772 0 0,18-571-1000 0 0,3-54-6657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274 234 456 0 0,'-22'-1'1212'0'0,"0"1"-1"0"0,0 0 0 0 0,0 1 1 0 0,-38 8-1 0 0,59-9-1211 0 0,-28 6 1258 0 0,20-3-605 0 0,0-1-1 0 0,0 0 1 0 0,0-1 0 0 0,-1 0 0 0 0,1-1 0 0 0,0 0 0 0 0,-16-1-1 0 0,25 1-593 0 0,-1 0 0 0 0,1 0-1 0 0,0 0 1 0 0,0 0 0 0 0,0 0-1 0 0,-1 0 1 0 0,1 0-1 0 0,0 0 1 0 0,0 0 0 0 0,0 0-1 0 0,-1 0 1 0 0,1 0 0 0 0,0-1-1 0 0,0 1 1 0 0,-1 0-1 0 0,1 0 1 0 0,0 0 0 0 0,0 0-1 0 0,0 0 1 0 0,0 0 0 0 0,-1 0-1 0 0,1-1 1 0 0,0 1-1 0 0,0 0 1 0 0,0 0 0 0 0,0 0-1 0 0,0 0 1 0 0,-1-1 0 0 0,1 1-1 0 0,0 0 1 0 0,0 0-1 0 0,0 0 1 0 0,0-1 0 0 0,0 1-1 0 0,0 0 1 0 0,0 0 0 0 0,0 0-1 0 0,0-1 1 0 0,0 1-1 0 0,0 0 1 0 0,0 0 0 0 0,0 0-1 0 0,0-1 1 0 0,0 1-1 0 0,0 0 1 0 0,0 0 0 0 0,0-1-1 0 0,0 1 1 0 0,12-9 1088 0 0,20-4-558 0 0,-32 12-533 0 0,27-7 202 0 0,-1 1 0 0 0,1 1-1 0 0,0 1 1 0 0,33-2 0 0 0,113 4 458 0 0,-129 3-455 0 0,-2 0-89 0 0,736-25 2350 0 0,-655 10-2352 0 0,231-58-1 0 0,-299 57-169 0 0,147-33 3 0 0,-175 44-6 0 0,0 1 1 0 0,0 2-1 0 0,0 1 0 0 0,1 1 0 0 0,39 5 1 0 0,-57-4-171 0 0,-1 1 1 0 0,0 1 0 0 0,1-1-1 0 0,13 8 1 0 0,-5 0-697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221 128 4265 0 0,'-44'8'1265'0'0,"1"2"0"0"0,1 2 0 0 0,-49 20 0 0 0,119-45 4470 0 0,99-45-864 0 0,-95 47-4253 0 0,173-59 1298 0 0,-168 59-2030 0 0,1 2 1 0 0,0 2 0 0 0,60-3-1 0 0,-94 10-225 0 0,0-1-1 0 0,0 1 0 0 0,1 1 0 0 0,-1-1 0 0 0,0 0 0 0 0,0 1 0 0 0,0 0 1 0 0,0 0-1 0 0,0 0 0 0 0,-1 1 0 0 0,8 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0 5529 0 0,'-3'1'262'0'0,"-1"0"0"0"0,1 0 1 0 0,0 1-1 0 0,0-1 0 0 0,0 0 0 0 0,0 1 0 0 0,1 0 0 0 0,-1 0 0 0 0,0 0 1 0 0,1 0-1 0 0,-1 0 0 0 0,1 0 0 0 0,0 0 0 0 0,0 1 0 0 0,0 0 0 0 0,0-1 1 0 0,0 1-1 0 0,0 0 0 0 0,1 0 0 0 0,-1 0 0 0 0,1 0 0 0 0,0 0 0 0 0,0 0 1 0 0,0 0-1 0 0,0 0 0 0 0,1 0 0 0 0,-1 1 0 0 0,1 5 0 0 0,-1 9 305 0 0,2 0 1 0 0,0 0-1 0 0,1-1 0 0 0,6 24 0 0 0,-3-14-563 0 0,84 405 1583 0 0,-37-194-1269 0 0,121 695 1397 0 0,-141-382-721 0 0,-29-415-5877 0 0,-1-104-1865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4609 0 0,'-1'-1'83'0'0,"1"1"0"0"0,0 0 0 0 0,0-1 1 0 0,0 1-1 0 0,-1 0 0 0 0,1-1 0 0 0,0 1 0 0 0,0-1 0 0 0,0 1 0 0 0,0 0 1 0 0,0-1-1 0 0,0 1 0 0 0,0-1 0 0 0,0 1 0 0 0,0 0 0 0 0,0-1 0 0 0,0 1 1 0 0,0-1-1 0 0,0 1 0 0 0,0 0 0 0 0,0-1 0 0 0,0 1 0 0 0,0-1 0 0 0,0 1 1 0 0,1 0-1 0 0,-1-1 0 0 0,0 1 0 0 0,0-1 0 0 0,0 1 0 0 0,1 0 1 0 0,-1-1-1 0 0,0 1 0 0 0,1 0 0 0 0,-1 0 0 0 0,0-1 0 0 0,0 1 0 0 0,1 0 1 0 0,-1 0-1 0 0,1-1 0 0 0,-1 1 0 0 0,0 0 0 0 0,1 0 0 0 0,-1 0 0 0 0,0 0 1 0 0,1-1-1 0 0,0 1 0 0 0,18-7 1876 0 0,13 2-1217 0 0,1 2 1 0 0,-1 1-1 0 0,0 2 1 0 0,0 1 0 0 0,48 7-1 0 0,159 43 503 0 0,-190-39-993 0 0,282 74-2 0 0,367 75-78 0 0,-252-112 1666 0 0,-180-25-1246 0 0,-186-11-1012 0 0,-29 3-5844 0 0,-35-9 830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1 421 1376 0 0,'5'-2'241'0'0,"0"-1"-1"0"0,1 1 1 0 0,-1-1-1 0 0,0 0 1 0 0,-1 0-1 0 0,1 0 1 0 0,-1 0-1 0 0,1-1 1 0 0,-1 0 0 0 0,0 0-1 0 0,4-6 1 0 0,2 1 105 0 0,4-6 8 0 0,0-1-1 0 0,0 0 1 0 0,-2-1 0 0 0,0 0 0 0 0,-1-1-1 0 0,10-21 1 0 0,44-120 1880 0 0,-48 113-1123 0 0,-17 44-1013 0 0,0 1 1 0 0,1-1-1 0 0,-1 1 0 0 0,1-1 0 0 0,-1 1 0 0 0,1 0 0 0 0,0-1 1 0 0,-1 1-1 0 0,1 0 0 0 0,0-1 0 0 0,0 1 0 0 0,0 0 0 0 0,0 0 1 0 0,0 0-1 0 0,0 0 0 0 0,1 0 0 0 0,1-2 0 0 0,-2 4-28 0 0,0-1 0 0 0,0 1-1 0 0,0 0 1 0 0,0-1 0 0 0,-1 1-1 0 0,1 0 1 0 0,0 0 0 0 0,0-1-1 0 0,-1 1 1 0 0,1 0 0 0 0,0 0-1 0 0,-1 0 1 0 0,1 0-1 0 0,-1 0 1 0 0,0 0 0 0 0,1 0-1 0 0,-1 0 1 0 0,0 0 0 0 0,1 0-1 0 0,-1 0 1 0 0,0 0 0 0 0,0 0-1 0 0,0 0 1 0 0,0 0 0 0 0,0 2-1 0 0,13 131 954 0 0,-10-86-1012 0 0,10 56 1 0 0,-10-90-13 0 0,0 0 1 0 0,1-1 0 0 0,0 0 0 0 0,1 0-1 0 0,1 0 1 0 0,0 0 0 0 0,0-1-1 0 0,14 19 1 0 0,-19-30-6 0 0,0 1 0 0 0,1 0 0 0 0,-1-1 0 0 0,0 1 1 0 0,1-1-1 0 0,-1 1 0 0 0,1-1 0 0 0,0 0 0 0 0,-1 1 0 0 0,1-1 0 0 0,0 0 0 0 0,0 0 0 0 0,0 0 0 0 0,0 0 0 0 0,0-1 0 0 0,0 1 0 0 0,0 0 0 0 0,0-1 1 0 0,0 0-1 0 0,0 1 0 0 0,0-1 0 0 0,2 0 0 0 0,-1-1-16 0 0,0 1 0 0 0,0-1 0 0 0,0 0 0 0 0,0 0 0 0 0,0-1 0 0 0,0 1 0 0 0,-1 0 0 0 0,1-1 0 0 0,-1 0 0 0 0,1 0-1 0 0,-1 1 1 0 0,1-1 0 0 0,2-4 0 0 0,7-8-83 0 0,-1 0-1 0 0,0-1 1 0 0,-1-1-1 0 0,8-17 1 0 0,-13 23 93 0 0,28-54 25 0 0,-23 42-4 0 0,1 0-1 0 0,0 1 1 0 0,2 1-1 0 0,0 0 1 0 0,23-26-1 0 0,-34 44 13 0 0,-1 0-1 0 0,1 1 1 0 0,-1-1 0 0 0,1 0-1 0 0,0 1 1 0 0,0 0 0 0 0,0-1-1 0 0,-1 1 1 0 0,1 0 0 0 0,1 0-1 0 0,-1 0 1 0 0,0 0-1 0 0,0 0 1 0 0,0 1 0 0 0,0-1-1 0 0,0 0 1 0 0,1 1 0 0 0,-1 0-1 0 0,0 0 1 0 0,1-1 0 0 0,-1 1-1 0 0,0 1 1 0 0,0-1 0 0 0,1 0-1 0 0,-1 0 1 0 0,0 1 0 0 0,0 0-1 0 0,1-1 1 0 0,-1 1 0 0 0,3 1-1 0 0,-1 1 42 0 0,0 0 0 0 0,-1 0-1 0 0,1 1 1 0 0,-1-1 0 0 0,1 1 0 0 0,-1 0-1 0 0,0-1 1 0 0,-1 1 0 0 0,1 1-1 0 0,-1-1 1 0 0,1 0 0 0 0,-1 1 0 0 0,2 5-1 0 0,4 16 398 0 0,-2 0 1 0 0,6 41-1 0 0,-9-47-186 0 0,0-1 0 0 0,1 1 0 0 0,0-1 0 0 0,2 0 0 0 0,0-1 0 0 0,15 30 0 0 0,-20-46-325 0 0,1 1-1 0 0,0 0 1 0 0,-1-1 0 0 0,1 1-1 0 0,0-1 1 0 0,0 1 0 0 0,0-1 0 0 0,1 0-1 0 0,-1 0 1 0 0,0 0 0 0 0,1 0-1 0 0,-1 0 1 0 0,1-1 0 0 0,0 1-1 0 0,0-1 1 0 0,-1 0 0 0 0,1 0-1 0 0,0 0 1 0 0,6 1 0 0 0,-5-1-113 0 0,-1-1 0 0 0,1-1 1 0 0,0 1-1 0 0,0-1 0 0 0,0 1 1 0 0,0-1-1 0 0,0 0 0 0 0,-1 0 1 0 0,1-1-1 0 0,0 1 0 0 0,-1-1 1 0 0,1 0-1 0 0,4-3 0 0 0,5-5-319 0 0,0 0 0 0 0,-1-1 0 0 0,0 0-1 0 0,-1-1 1 0 0,0 0 0 0 0,11-18 0 0 0,61-109 702 0 0,-64 102-51 0 0,2 0-1 0 0,2 1 0 0 0,50-60 1 0 0,-69 93-152 0 0,-1-1 1 0 0,1 1-1 0 0,0-1 1 0 0,0 1-1 0 0,0 0 1 0 0,0 1-1 0 0,1-1 1 0 0,-1 1-1 0 0,1 0 1 0 0,5-2-1 0 0,-9 4 17 0 0,0-1-1 0 0,0 1 0 0 0,0 0 1 0 0,0 0-1 0 0,0 0 0 0 0,1 0 1 0 0,-1 0-1 0 0,0 0 0 0 0,0 0 1 0 0,0 0-1 0 0,0 1 0 0 0,0-1 1 0 0,0 0-1 0 0,0 1 0 0 0,0-1 1 0 0,0 0-1 0 0,0 1 0 0 0,0-1 1 0 0,2 2-1 0 0,-2 0 60 0 0,0-1 1 0 0,0 1-1 0 0,0-1 1 0 0,0 1-1 0 0,0 0 1 0 0,0-1-1 0 0,0 1 1 0 0,0 0-1 0 0,0 0 1 0 0,-1 0-1 0 0,1 0 0 0 0,-1-1 1 0 0,0 1-1 0 0,1 0 1 0 0,-1 3-1 0 0,1 23 736 0 0,-2 1 0 0 0,-1-1-1 0 0,-10 56 1 0 0,6-46-502 0 0,-3 54 0 0 0,9-80-314 0 0,0 0 0 0 0,1 0 0 0 0,0 0 0 0 0,1 0 1 0 0,1-1-1 0 0,-1 1 0 0 0,2 0 0 0 0,7 17 0 0 0,-9-25-55 0 0,0 0 0 0 0,0-1 0 0 0,0 1 0 0 0,1-1 0 0 0,0 0 0 0 0,-1 1 0 0 0,1-1 1 0 0,0 0-1 0 0,0-1 0 0 0,6 5 0 0 0,-7-6-232 0 0,0 0 1 0 0,0 0 0 0 0,0 0-1 0 0,0 0 1 0 0,0 0-1 0 0,1-1 1 0 0,-1 1 0 0 0,0 0-1 0 0,0-1 1 0 0,1 0-1 0 0,-1 1 1 0 0,4-1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2 119 1376 0 0,'-1'4'107'0'0,"12"-3"4358"0"0,11-2-2125 0 0,15-8 628 0 0,70-26-1 0 0,-67 20-1846 0 0,49-11 1 0 0,-14 12-273 0 0,1 3 0 0 0,103-1 0 0 0,156 21-222 0 0,-302-7-604 0 0,502 44 1078 0 0,-420-31-837 0 0,209 1 1 0 0,-317-16-302 0 0,3-1-250 0 0,-1 1-1 0 0,1 0 1 0 0,-1 1-1 0 0,0-1 1 0 0,1 2 0 0 0,8 2-1 0 0,-10-2-440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136 278 7834 0 0,'-10'2'286'0'0,"0"-1"1"0"0,0 1 0 0 0,-1 1 0 0 0,2 0-1 0 0,-1 0 1 0 0,-15 8 0 0 0,22-10-192 0 0,-1 1 0 0 0,1 0 0 0 0,0 0 0 0 0,0 0 0 0 0,0 0 0 0 0,0 1 1 0 0,1-1-1 0 0,-1 1 0 0 0,0-1 0 0 0,1 1 0 0 0,0 0 0 0 0,0 0 0 0 0,0 0 0 0 0,0 0 0 0 0,0 1 0 0 0,1-1 0 0 0,-1 0 0 0 0,1 1 1 0 0,0-1-1 0 0,0 1 0 0 0,0 0 0 0 0,0 3 0 0 0,1-3-87 0 0,1 0 1 0 0,-1 0-1 0 0,1 0 0 0 0,0 0 1 0 0,0 0-1 0 0,1 0 1 0 0,-1 0-1 0 0,1-1 0 0 0,0 1 1 0 0,0 0-1 0 0,0-1 0 0 0,0 0 1 0 0,1 1-1 0 0,0-1 1 0 0,-1 0-1 0 0,1 0 0 0 0,0-1 1 0 0,0 1-1 0 0,7 4 0 0 0,5 4 142 0 0,0-2 0 0 0,1 0 0 0 0,17 8 0 0 0,-22-12 153 0 0,0-1-1 0 0,1-1 1 0 0,0 0 0 0 0,-1 0 0 0 0,1-1 0 0 0,0 0-1 0 0,0-1 1 0 0,0-1 0 0 0,0 0 0 0 0,0 0-1 0 0,16-4 1 0 0,-11 1-113 0 0,-1 0 0 0 0,0-1 0 0 0,-1-1-1 0 0,1-1 1 0 0,-1 0 0 0 0,0-1 0 0 0,0-1-1 0 0,16-11 1 0 0,-21 12-109 0 0,1-1-1 0 0,-1 0 1 0 0,0-1-1 0 0,-1 0 1 0 0,0-1-1 0 0,-1 0 1 0 0,0 0 0 0 0,0-1-1 0 0,-1 0 1 0 0,8-16-1 0 0,-11 18-7 0 0,-1 0 0 0 0,0 1 0 0 0,0-1 0 0 0,-1-1 0 0 0,0 1 0 0 0,-1 0 0 0 0,0 0 0 0 0,0-1 0 0 0,-1 1 0 0 0,0 0 0 0 0,-1-1 0 0 0,0 1 0 0 0,0 0 0 0 0,-1-1 0 0 0,-4-11 0 0 0,2 12-3 0 0,0 0 0 0 0,0 0 0 0 0,-1 0 1 0 0,0 0-1 0 0,-1 1 0 0 0,0 0 0 0 0,0 0 1 0 0,-1 0-1 0 0,0 1 0 0 0,0 0 0 0 0,-1 1 0 0 0,0-1 1 0 0,-10-5-1 0 0,6 4-121 0 0,0 1-1 0 0,0 1 1 0 0,-1 0-1 0 0,1 1 1 0 0,-2 0 0 0 0,1 1-1 0 0,0 0 1 0 0,-1 1-1 0 0,-14-1 1 0 0,-11 3-588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5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2761 0 0,'-11'31'2284'0'0,"-8"59"-515"0"0,4 1 0 0 0,5 0 0 0 0,3 1 1 0 0,6 123-1 0 0,54 366 1242 0 0,-52-571-2925 0 0,14 127 638 0 0,33 206 1216 0 0,-45-328-1797 0 0,17 64 568 0 0,-18-71-723 0 0,1 0 0 0 0,0 0 1 0 0,1 0-1 0 0,0 0 0 0 0,0-1 1 0 0,1 1-1 0 0,5 6 0 0 0,-10-14-46 0 0,0 1-1 0 0,1-1 0 0 0,-1 1 1 0 0,0-1-1 0 0,1 1 0 0 0,-1-1 0 0 0,1 0 1 0 0,-1 1-1 0 0,0-1 0 0 0,1 1 1 0 0,-1-1-1 0 0,1 0 0 0 0,-1 1 1 0 0,1-1-1 0 0,-1 0 0 0 0,1 0 0 0 0,-1 0 1 0 0,1 1-1 0 0,0-1 0 0 0,-1 0 1 0 0,1 0-1 0 0,-1 0 0 0 0,1 0 0 0 0,-1 0 1 0 0,1 0-1 0 0,-1 0 0 0 0,1 0 1 0 0,0 0-1 0 0,-1 0 0 0 0,1 0 1 0 0,0-1-1 0 0,0 1-135 0 0,0-1 0 0 0,0 0 0 0 0,0 0 0 0 0,-1 0 0 0 0,1 0 0 0 0,0 0 1 0 0,-1 0-1 0 0,1 0 0 0 0,-1 0 0 0 0,1 0 0 0 0,-1 0 0 0 0,1-1 0 0 0,0-1 0 0 0,3-39-3933 0 0,-6 21 3445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10 159 1376 0 0,'-1'-1'134'0'0,"0"0"0"0"0,1 0 0 0 0,-1 0 0 0 0,0 0 0 0 0,1 0 0 0 0,-1 1 0 0 0,0-1 0 0 0,1 0 0 0 0,-1 0 0 0 0,1 0 0 0 0,-1-1 0 0 0,1 1 0 0 0,0 0 0 0 0,0 0 0 0 0,-1 0 0 0 0,1 0 0 0 0,0 0 0 0 0,0 0 0 0 0,0 0 0 0 0,0-1 0 0 0,0 1 0 0 0,0 0 0 0 0,0 0 0 0 0,1 0 0 0 0,-1 0 0 0 0,0 0 0 0 0,0 0 0 0 0,1 0 0 0 0,-1 0 0 0 0,1-1 0 0 0,-1 1 0 0 0,1 1 0 0 0,0-1 0 0 0,-1 0 0 0 0,1 0 0 0 0,0 0 0 0 0,0 0 0 0 0,-1 0 0 0 0,1 1 0 0 0,0-1 0 0 0,0 0 0 0 0,0 1 0 0 0,0-1 0 0 0,1 0 0 0 0,7-5 770 0 0,0 1 0 0 0,0 0-1 0 0,18-7 1 0 0,-18 8-669 0 0,34-13 257 0 0,1 2 0 0 0,1 2 1 0 0,1 2-1 0 0,0 2 0 0 0,0 1 1 0 0,80-1-1 0 0,282 29 1964 0 0,-161-2-1666 0 0,296-17-69 0 0,-24-2-210 0 0,322 89 1200 0 0,-818-84-1684 0 0,445 70 556 0 0,3-28-391 0 0,130-42-192 0 0,37-10 517 0 0,-574 7-444 0 0,218 23 230 0 0,-142-7-267 0 0,-115-16-321 0 0,-1 0-1 0 0,1-1 1 0 0,0-2 0 0 0,36-6-1 0 0,-29 2-3416 0 0,40-15 0 0 0,-32 6-2263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5065 0 0,'-2'2'200'0'0,"-1"0"0"0"0,0 0-1 0 0,0 0 1 0 0,1 0 0 0 0,0 1 0 0 0,-1-1-1 0 0,1 0 1 0 0,0 1 0 0 0,0 0-1 0 0,0-1 1 0 0,0 1 0 0 0,1 0 0 0 0,-1 0-1 0 0,1 0 1 0 0,0 0 0 0 0,0 1 0 0 0,0-1-1 0 0,0 0 1 0 0,0 0 0 0 0,1 1 0 0 0,-1 3-1 0 0,0 5-52 0 0,0-1 0 0 0,0 1-1 0 0,1-1 1 0 0,0 1-1 0 0,1-1 1 0 0,1 1-1 0 0,-1-1 1 0 0,2 1 0 0 0,0-1-1 0 0,0 0 1 0 0,1 0-1 0 0,0-1 1 0 0,1 1 0 0 0,0-1-1 0 0,9 13 1 0 0,-3-6 209 0 0,1-2 0 0 0,0 1 1 0 0,1-2-1 0 0,1 0 0 0 0,0 0 0 0 0,1-1 1 0 0,1-1-1 0 0,22 14 0 0 0,-35-24-226 0 0,1 0 0 0 0,-1 0 0 0 0,1 0-1 0 0,0-1 1 0 0,0 1 0 0 0,0-1 0 0 0,0 0-1 0 0,0 0 1 0 0,0 0 0 0 0,0-1 0 0 0,0 1 0 0 0,0-1-1 0 0,0 0 1 0 0,0 0 0 0 0,0-1 0 0 0,0 1-1 0 0,0-1 1 0 0,8-2 0 0 0,-7 1 16 0 0,0 0 0 0 0,0-1 0 0 0,-1 1 1 0 0,1-1-1 0 0,-1 0 0 0 0,0-1 0 0 0,1 1 0 0 0,-2-1 0 0 0,1 1 1 0 0,0-1-1 0 0,-1 0 0 0 0,1-1 0 0 0,2-5 0 0 0,-2 6-49 0 0,-1-1 0 0 0,0-1 0 0 0,-1 1 0 0 0,1 0 0 0 0,-1-1 0 0 0,0 1 0 0 0,-1-1-1 0 0,1 1 1 0 0,-1-1 0 0 0,0 0 0 0 0,0 0 0 0 0,-1 0 0 0 0,0 0 0 0 0,0 1 0 0 0,0-1 0 0 0,-1 0 0 0 0,0 0 0 0 0,0 0 0 0 0,0 1-1 0 0,-1-1 1 0 0,1 0 0 0 0,-2 1 0 0 0,1 0 0 0 0,0-1 0 0 0,-1 1 0 0 0,0 0 0 0 0,-4-5 0 0 0,2 5-65 0 0,-1 0-1 0 0,0 0 1 0 0,0 0 0 0 0,-1 0 0 0 0,1 1 0 0 0,-1 0 0 0 0,0 1 0 0 0,0-1-1 0 0,0 1 1 0 0,-1 1 0 0 0,1-1 0 0 0,-1 1 0 0 0,1 1 0 0 0,-1-1 0 0 0,0 1-1 0 0,-11 0 1 0 0,-8 1-414 0 0,0 2-1 0 0,0 0 0 0 0,-35 8 0 0 0,25-4-1004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25 467 5065 0 0,'-1'0'78'0'0,"0"0"0"0"0,0 0 1 0 0,-1 0-1 0 0,1 0 0 0 0,0 1 0 0 0,0-1 0 0 0,0 1 0 0 0,0-1 1 0 0,0 0-1 0 0,0 1 0 0 0,0 0 0 0 0,0-1 0 0 0,0 1 0 0 0,0 0 0 0 0,0-1 1 0 0,1 1-1 0 0,-1 0 0 0 0,0 0 0 0 0,0 0 0 0 0,1 0 0 0 0,-1-1 1 0 0,0 1-1 0 0,1 0 0 0 0,-1 0 0 0 0,1 0 0 0 0,-1 1 0 0 0,1 0 1 0 0,0 1 148 0 0,1 0 0 0 0,-1 0 1 0 0,1 0-1 0 0,0 0 1 0 0,0 0-1 0 0,0 0 1 0 0,0 0-1 0 0,1-1 1 0 0,1 4-1 0 0,0 0-348 0 0,5 10 277 0 0,1-1-1 0 0,1 1 0 0 0,0-1 1 0 0,1-1-1 0 0,1 0 0 0 0,0-1 0 0 0,1 0 1 0 0,0-1-1 0 0,16 12 0 0 0,-8-10-138 0 0,1-1 0 0 0,0 0 0 0 0,1-2-1 0 0,1-1 1 0 0,47 15 0 0 0,16-2 257 0 0,2-4-1 0 0,1-4 1 0 0,105 4 0 0 0,-188-18-125 0 0,0-1-1 0 0,0 0 1 0 0,0-1 0 0 0,0 1-1 0 0,0-1 1 0 0,0-1 0 0 0,0 1-1 0 0,0-1 1 0 0,-1 0 0 0 0,1-1-1 0 0,11-6 1 0 0,-14 7 46 0 0,-1 0 0 0 0,1-1 0 0 0,-1 0 0 0 0,0 0 1 0 0,0 0-1 0 0,0 0 0 0 0,0 0 0 0 0,0-1 0 0 0,-1 1 0 0 0,0-1 0 0 0,1 1 0 0 0,-2-1 0 0 0,1 0 0 0 0,0 0 1 0 0,-1 0-1 0 0,1 0 0 0 0,-1 0 0 0 0,0-1 0 0 0,-1 1 0 0 0,1-7 0 0 0,1-15 244 0 0,-2-1-1 0 0,-1 0 1 0 0,-2 0-1 0 0,-6-33 0 0 0,-34-104 494 0 0,-1-8-768 0 0,40 146-185 0 0,0 1 0 0 0,2-1-1 0 0,0 0 1 0 0,5-47 0 0 0,0 52-1054 0 0,3 1-3832 0 0,0 2-1640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8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2304 0 0,'-3'0'173'0'0,"-1"0"0"0"0,1 0-1 0 0,0 0 1 0 0,-1 1 0 0 0,1-1-1 0 0,0 1 1 0 0,0 0 0 0 0,0 0-1 0 0,0 0 1 0 0,0 0-1 0 0,0 1 1 0 0,0-1 0 0 0,0 1-1 0 0,0 0 1 0 0,1 0 0 0 0,-1 0-1 0 0,1 0 1 0 0,-1 0 0 0 0,1 0-1 0 0,0 1 1 0 0,0-1-1 0 0,0 1 1 0 0,0 0 0 0 0,0 0-1 0 0,1-1 1 0 0,-1 1 0 0 0,1 0-1 0 0,0 0 1 0 0,0 0-1 0 0,-2 6 1 0 0,2-3 137 0 0,0 2 0 0 0,0-1 1 0 0,0 0-1 0 0,1 0 0 0 0,0 0 0 0 0,1 0 0 0 0,-1 0 1 0 0,1 0-1 0 0,1 0 0 0 0,-1 0 0 0 0,1 0 0 0 0,0 0 0 0 0,4 8 1 0 0,-2-8-286 0 0,1 0 0 0 0,-1 0 0 0 0,1 0 1 0 0,0-1-1 0 0,1 0 0 0 0,-1 0 0 0 0,1 0 1 0 0,0 0-1 0 0,1-1 0 0 0,-1 0 1 0 0,1-1-1 0 0,0 1 0 0 0,0-1 0 0 0,12 4 1 0 0,27 18 144 0 0,-41-22-76 0 0,1 0 0 0 0,-1 0 0 0 0,-1 0 0 0 0,1 0 0 0 0,-1 1 0 0 0,1 0 1 0 0,-1 0-1 0 0,-1 0 0 0 0,1 0 0 0 0,-1 0 0 0 0,0 1 0 0 0,0 0 0 0 0,0 0 0 0 0,1 6 0 0 0,-1-3 132 0 0,-1 1 0 0 0,0 0 0 0 0,-1 0 0 0 0,0 0 0 0 0,0 0 0 0 0,-1 0 0 0 0,-1 0 0 0 0,-1 13 0 0 0,-2-3 167 0 0,0-1 0 0 0,-1 0 0 0 0,-1 0 0 0 0,-1-1 0 0 0,-1 0 0 0 0,0 0 0 0 0,-1-1 0 0 0,-20 28 0 0 0,17-29-1530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2761 0 0,'-7'0'10490'0'0,"12"4"-9349"0"0,22 16 363 0 0,-2 1 0 0 0,26 27 0 0 0,-34-30-1310 0 0,0 1-1 0 0,-2 1 1 0 0,0 1 0 0 0,-1 0 0 0 0,-2 1 0 0 0,15 32-1 0 0,-18-33-259 0 0,10 23 146 0 0,21 72 0 0 0,-37-104-188 0 0,0 1 0 0 0,0 0-1 0 0,-2 0 1 0 0,1 0 0 0 0,-2 0-1 0 0,0 1 1 0 0,0-1 0 0 0,-1 0-1 0 0,-1 0 1 0 0,-5 21 0 0 0,6-32-108 0 0,1 1 1 0 0,-1-1 0 0 0,0 0-1 0 0,0 1 1 0 0,0-1 0 0 0,0 0 0 0 0,-1 0-1 0 0,1 0 1 0 0,0 0 0 0 0,-3 2-1 0 0,-1-1-1207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3225 0 0,'-1'-6'-78'0'0,"1"1"0"0"0,0-1 0 0 0,0 0 0 0 0,1 0 1 0 0,0 0-1 0 0,0 0 0 0 0,0 1 0 0 0,1-1 0 0 0,0 1 1 0 0,0-1-1 0 0,0 1 0 0 0,0-1 0 0 0,1 1 0 0 0,0 0 1 0 0,5-6-1 0 0,1-2 1000 0 0,0 1 0 0 0,1 0 0 0 0,1 1-1 0 0,18-17 1 0 0,-27 27-725 0 0,0-1 0 0 0,0 1 0 0 0,0-1 0 0 0,0 1 0 0 0,0 0 0 0 0,1 0 0 0 0,-1 0 0 0 0,0 0 0 0 0,0 0 0 0 0,1 0 0 0 0,-1 1 0 0 0,0-1 0 0 0,1 1 0 0 0,-1 0 0 0 0,1-1 0 0 0,-1 1 0 0 0,1 0 0 0 0,-1 1 0 0 0,0-1 0 0 0,1 0 0 0 0,3 1 0 0 0,-2 1-55 0 0,0 0 1 0 0,0 0-1 0 0,0 0 0 0 0,-1 0 0 0 0,1 0 0 0 0,0 1 1 0 0,-1 0-1 0 0,0 0 0 0 0,1 0 0 0 0,-1 0 0 0 0,3 4 1 0 0,0 1-149 0 0,0 0 0 0 0,-1 0-1 0 0,0 0 1 0 0,0 1 0 0 0,-1 0 0 0 0,0 0 0 0 0,-1 0 0 0 0,0 0 0 0 0,0 1 0 0 0,2 11 0 0 0,-5-9-44 0 0,0 0 0 0 0,-1 0 1 0 0,0 0-1 0 0,-1-1 0 0 0,0 1 1 0 0,-1 0-1 0 0,-5 15 1 0 0,-38 80 604 0 0,13-36 1895 0 0,33-71-2344 0 0,0 1-1 0 0,-1-1 1 0 0,1 0-1 0 0,0 1 1 0 0,0-1-1 0 0,0 0 1 0 0,0 1-1 0 0,-1-1 1 0 0,1 1-1 0 0,0-1 1 0 0,0 0-1 0 0,0 1 1 0 0,0-1-1 0 0,0 1 1 0 0,0-1-1 0 0,0 0 1 0 0,0 1-1 0 0,0-1 1 0 0,0 1-1 0 0,0-1 1 0 0,0 1-1 0 0,0-1 1 0 0,1 0-1 0 0,-1 1 1 0 0,0-1-1 0 0,0 1 1 0 0,0-1-1 0 0,1 1 1 0 0,11-3 1306 0 0,27-22-1002 0 0,-21 12-11 0 0,15-6-137 0 0,1 1-1 0 0,39-12 1 0 0,-56 23-584 0 0,1 2 0 0 0,-1 0 0 0 0,1 1 0 0 0,0 0 0 0 0,0 2 0 0 0,29 0 0 0 0,-28 2-6514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274 153 1376 0 0,'-136'23'3615'0'0,"-2"-6"3294"0"0,324-33-1705 0 0,11 2-3300 0 0,344-31-1060 0 0,-536 44-835 0 0,916-96 1113 0 0,3 78-75 0 0,-900 20-1019 0 0,79 3-64 0 0,194 34 0 0 0,-291-36-1760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7 3209 0 0,'-8'-2'184'0'0,"0"1"0"0"0,0 0-1 0 0,0 0 1 0 0,0 0 0 0 0,0 1 0 0 0,0 0 0 0 0,-1 1 0 0 0,1 0 0 0 0,-14 3 0 0 0,7-1 908 0 0,1 1 0 0 0,0 1 0 0 0,0 0 0 0 0,-20 12 0 0 0,31-16-842 0 0,1 0 0 0 0,-1 1 1 0 0,1-1-1 0 0,-1 1 1 0 0,1 0-1 0 0,-1 0 0 0 0,1 0 1 0 0,0 0-1 0 0,0 0 1 0 0,0 0-1 0 0,0 1 0 0 0,1-1 1 0 0,-1 1-1 0 0,1-1 1 0 0,-1 1-1 0 0,1 0 0 0 0,0-1 1 0 0,0 1-1 0 0,0 0 1 0 0,0 0-1 0 0,0 0 0 0 0,0 4 1 0 0,2-1-32 0 0,-1-1-1 0 0,1 1 1 0 0,0-1 0 0 0,0 1 0 0 0,0-1-1 0 0,1 0 1 0 0,0 0 0 0 0,0 0 0 0 0,0 0-1 0 0,1 0 1 0 0,4 7 0 0 0,7 9 88 0 0,1 0 0 0 0,1-1 1 0 0,1-1-1 0 0,1 0 0 0 0,21 16 0 0 0,107 77 204 0 0,-62-51-360 0 0,-26-20 81 0 0,98 50 0 0 0,-90-55 81 0 0,-64-35-312 0 0,0 0-1 0 0,0 0 1 0 0,0 0 0 0 0,0 1-1 0 0,0-1 1 0 0,0 1 0 0 0,0-1-1 0 0,-1 1 1 0 0,1 0-1 0 0,0 0 1 0 0,-1 0 0 0 0,0 0-1 0 0,1 0 1 0 0,-1 0 0 0 0,0 0-1 0 0,0 0 1 0 0,0 0 0 0 0,0 1-1 0 0,0-1 1 0 0,-1 0-1 0 0,1 1 1 0 0,-1-1 0 0 0,1 0-1 0 0,-1 4 1 0 0,-1-1-1 0 0,0 1 0 0 0,0-1 0 0 0,0 1 0 0 0,-1-1-1 0 0,1 1 1 0 0,-1-1 0 0 0,-1 0 0 0 0,1 0 0 0 0,-5 7 0 0 0,-11 17 51 0 0,-2-2 1 0 0,0 0-1 0 0,-2-1 1 0 0,-1-2-1 0 0,0 0 1 0 0,-2-1-1 0 0,-1-2 1 0 0,-1 0-1 0 0,-52 30 1 0 0,20-25-1988 0 0,41-21-5517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28 3225 0 0,'1'0'85'0'0,"-1"-1"1"0"0,0 0 0 0 0,0 0 0 0 0,0 0-1 0 0,1 0 1 0 0,-1 0 0 0 0,0 0 0 0 0,0 0-1 0 0,-1 1 1 0 0,1-1 0 0 0,0 0-1 0 0,0 0 1 0 0,0 0 0 0 0,-1 0 0 0 0,1 0-1 0 0,0 0 1 0 0,-1 1 0 0 0,1-1 0 0 0,0 0-1 0 0,-1 0 1 0 0,1 1 0 0 0,-1-1-1 0 0,0 0 1 0 0,1 1 0 0 0,-1-1 0 0 0,1 0-1 0 0,-1 1 1 0 0,0-1 0 0 0,0 1 0 0 0,1-1-1 0 0,-1 1 1 0 0,0-1 0 0 0,0 1 0 0 0,0 0-1 0 0,1-1 1 0 0,-1 1 0 0 0,0 0-1 0 0,0 0 1 0 0,0-1 0 0 0,0 1 0 0 0,0 0-1 0 0,0 0 1 0 0,1 0 0 0 0,-3 0 0 0 0,0 0 249 0 0,-1 0 0 0 0,1 0 0 0 0,-1 0 0 0 0,1 0 0 0 0,-1 0 0 0 0,1 1 0 0 0,-1-1 1 0 0,1 1-1 0 0,0 0 0 0 0,-7 3 0 0 0,-4 6 442 0 0,0 0 0 0 0,1 1 1 0 0,1 1-1 0 0,0 0 0 0 0,-15 20 0 0 0,-19 19 130 0 0,-22 11-161 0 0,-47 49-156 0 0,96-92-480 0 0,2 2 0 0 0,0 1 1 0 0,-24 40-1 0 0,36-53-59 0 0,0 0 1 0 0,1 0-1 0 0,0 0 1 0 0,1 1-1 0 0,-4 19 1 0 0,6-27-34 0 0,1 0 0 0 0,-1 0 0 0 0,1 0 0 0 0,0 0 0 0 0,0 0 0 0 0,0 0 0 0 0,0 0 0 0 0,0 0 0 0 0,0 0 0 0 0,1-1 0 0 0,-1 1 0 0 0,1 0 0 0 0,-1 0 0 0 0,1 0 0 0 0,0 0-1 0 0,0 0 1 0 0,0-1 0 0 0,0 1 0 0 0,0 0 0 0 0,0-1 0 0 0,0 1 0 0 0,0-1 0 0 0,1 1 0 0 0,-1-1 0 0 0,1 1 0 0 0,-1-1 0 0 0,1 0 0 0 0,-1 0 0 0 0,1 0 0 0 0,0 0 0 0 0,-1 0 0 0 0,1 0 0 0 0,0 0 0 0 0,0-1 0 0 0,0 1 0 0 0,0-1 0 0 0,2 1 0 0 0,32 4 341 0 0,1-1 0 0 0,-1-2-1 0 0,53-4 1 0 0,8 0 248 0 0,253 31 944 0 0,-252-14-3027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8 307 3209 0 0,'19'-91'720'0'0,"-13"68"274"0"0,-1-1 1 0 0,-1 1-1 0 0,0-1 0 0 0,-1-47 1 0 0,-3 69-502 0 0,-1-1 1 0 0,1 1 0 0 0,-1-1-1 0 0,1 1 1 0 0,-1-1 0 0 0,0 1-1 0 0,0 0 1 0 0,-1-1 0 0 0,1 1-1 0 0,0 0 1 0 0,-1 0 0 0 0,1 0-1 0 0,-1 0 1 0 0,1 0 0 0 0,-1 0-1 0 0,0 1 1 0 0,0-1 0 0 0,0 0-1 0 0,0 1 1 0 0,0 0 0 0 0,0-1-1 0 0,-1 1 1 0 0,1 0 0 0 0,0 0-1 0 0,-1 0 1 0 0,1 0 0 0 0,-5 0 674 0 0,21 472-1289 0 0,-6-375 24 0 0,6-1 0 0 0,45 173 0 0 0,-6-101-18 0 0,25 86 264 0 0,-62-188 71 0 0,15 131 0 0 0,-18 286 605 0 0,-13-399-857 0 0,0-77-45 0 0,0 12-219 0 0,0-1-1 0 0,-1 1 1 0 0,-5 22-1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1084 172 6913 0 0,'-9'-20'1468'0'0,"-1"1"0"0"0,0 1 0 0 0,-2 0-1 0 0,-27-33 1 0 0,35 47-1261 0 0,0 0 0 0 0,0 0 0 0 0,-1 0 0 0 0,0 0 0 0 0,0 1 0 0 0,0 0 0 0 0,0 0 0 0 0,0 0 0 0 0,-1 1 0 0 0,1 0 0 0 0,-1 0 0 0 0,1 0 0 0 0,-1 0 0 0 0,0 1 0 0 0,0 0 0 0 0,0 1 0 0 0,1-1 0 0 0,-1 1 0 0 0,0 0 0 0 0,0 0 0 0 0,0 1 0 0 0,-10 2 0 0 0,-14 5 168 0 0,1 1 0 0 0,1 1 0 0 0,0 2-1 0 0,-53 30 1 0 0,-99 77 126 0 0,148-96-396 0 0,-10 6-18 0 0,2 3 0 0 0,1 1 0 0 0,2 2 0 0 0,-36 43 0 0 0,51-51-43 0 0,1 1 0 0 0,2 1 0 0 0,1 2-1 0 0,1-1 1 0 0,1 2 0 0 0,-21 61 0 0 0,15-18-58 0 0,-24 140 0 0 0,39-166 26 0 0,3 0 0 0 0,2 1 0 0 0,1-1 0 0 0,8 52 0 0 0,-4-78-146 0 0,2 1 0 0 0,0-1-1 0 0,2 0 1 0 0,0-1-1 0 0,1 0 1 0 0,2 0-1 0 0,0 0 1 0 0,1-1-1 0 0,17 23 1 0 0,-9-19-3 0 0,1-1-1 0 0,0-1 1 0 0,2 0-1 0 0,1-1 1 0 0,1-2-1 0 0,35 24 1 0 0,-12-15-110 0 0,0-2 1 0 0,2-2-1 0 0,1-3 0 0 0,1-1 1 0 0,1-3-1 0 0,0-3 0 0 0,95 17 1 0 0,-104-26 288 0 0,1-1 1 0 0,0-3 0 0 0,0-1-1 0 0,1-3 1 0 0,-1-1-1 0 0,0-2 1 0 0,-1-2 0 0 0,0-3-1 0 0,0 0 1 0 0,-1-3-1 0 0,0-2 1 0 0,-1-1-1 0 0,-1-2 1 0 0,50-31 0 0 0,-25 8 1279 0 0,107-89 1 0 0,-139 100-1080 0 0,-1 0-1 0 0,-2-2 1 0 0,-1-1 0 0 0,40-60 0 0 0,-58 72-186 0 0,0 0 0 0 0,-1-1 0 0 0,-1 0 0 0 0,-1-1 0 0 0,-1 0 1 0 0,-1 0-1 0 0,-2 0 0 0 0,0 0 0 0 0,-1-1 0 0 0,-1 0 0 0 0,-1 0 0 0 0,-2 1 0 0 0,-2-25 0 0 0,-3 3 47 0 0,-1 1 0 0 0,-3 0 0 0 0,-1 0 0 0 0,-3 1 0 0 0,-36-81 0 0 0,30 85-65 0 0,-2 2 1 0 0,-1 0-1 0 0,-1 1 0 0 0,-2 2 0 0 0,-2 0 1 0 0,-1 2-1 0 0,-2 2 0 0 0,0 0 0 0 0,-2 2 1 0 0,-2 2-1 0 0,0 1 0 0 0,-1 1 0 0 0,-41-19 1 0 0,-145-58-446 0 0,123 58-1896 0 0,75 32-5526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24 10594 0 0,'-17'-22'3156'0'0,"17"21"-2980"0"0,0 1 1 0 0,-1 0-1 0 0,1 0 0 0 0,-1 0 1 0 0,1 0-1 0 0,-1 0 1 0 0,1 0-1 0 0,0 0 1 0 0,-1 0-1 0 0,1-1 0 0 0,-1 2 1 0 0,1-1-1 0 0,-1 0 1 0 0,1 0-1 0 0,-1 0 1 0 0,0 0-1 0 0,1 1 103 0 0,-1-1 0 0 0,0 1 0 0 0,0 0 1 0 0,0-1-1 0 0,1 1 0 0 0,-1 0 0 0 0,1 0 0 0 0,-1-1 0 0 0,0 1 1 0 0,1 0-1 0 0,-1 0 0 0 0,1 0 0 0 0,0 0 0 0 0,-1 0 0 0 0,1 0 1 0 0,-1 1-1 0 0,-3 18-271 0 0,1 33 819 0 0,6 91 0 0 0,1-16-686 0 0,-8-9-135 0 0,1 113 77 0 0,5-181-157 0 0,2-1 0 0 0,16 77 0 0 0,-1-63-37 0 0,-17-58 40 0 0,0-1 0 0 0,0 0 0 0 0,1 0-1 0 0,0-1 1 0 0,0 1 0 0 0,0-1 0 0 0,0 1 0 0 0,1-1-1 0 0,8 7 1 0 0,-12-10-1 0 0,1-1-1 0 0,0 1 1 0 0,-1-1-1 0 0,1 1 1 0 0,-1-1-1 0 0,1 0 1 0 0,0 1 0 0 0,-1-1-1 0 0,1 0 1 0 0,0 0-1 0 0,0 1 1 0 0,-1-1-1 0 0,1 0 1 0 0,0 0 0 0 0,0 0-1 0 0,-1 0 1 0 0,1 0-1 0 0,0 0 1 0 0,0 0-1 0 0,-1 0 1 0 0,1 0-1 0 0,0-1 1 0 0,-1 1 0 0 0,1 0-1 0 0,0 0 1 0 0,0-1-1 0 0,-1 1 1 0 0,1 0-1 0 0,-1-1 1 0 0,1 1 0 0 0,0 0-1 0 0,-1-1 1 0 0,1 1-1 0 0,-1-1 1 0 0,1 1-1 0 0,-1-1 1 0 0,1 0-1 0 0,-1 1 1 0 0,1-1 0 0 0,-1 1-1 0 0,1-1 1 0 0,-1 0-1 0 0,0 1 1 0 0,0-1-1 0 0,1 0 1 0 0,-1 0 0 0 0,0 1-1 0 0,0-2 1 0 0,10-37-3921 0 0,-8 10 2204 0 0,-2-5 1085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73 2040 0 0,'-1'-1'31'0'0,"0"0"-1"0"0,0 0 0 0 0,0 0 0 0 0,0 0 0 0 0,0 0 0 0 0,0 0 0 0 0,-1 1 1 0 0,1-1-1 0 0,0 0 0 0 0,0 1 0 0 0,-1-1 0 0 0,1 1 0 0 0,0-1 0 0 0,-1 1 1 0 0,1 0-1 0 0,0 0 0 0 0,-1-1 0 0 0,1 1 0 0 0,0 0 0 0 0,-1 0 0 0 0,1 0 1 0 0,-1 1-1 0 0,1-1 0 0 0,0 0 0 0 0,-1 0 0 0 0,1 1 0 0 0,0-1 0 0 0,-3 2 1 0 0,-41 19 1455 0 0,34-15-1149 0 0,-12 8 246 0 0,1 0-1 0 0,0 2 1 0 0,1 0 0 0 0,0 1-1 0 0,2 2 1 0 0,0 0-1 0 0,1 0 1 0 0,1 2-1 0 0,1 0 1 0 0,-24 42-1 0 0,39-61-501 0 0,0 0-1 0 0,0 0 1 0 0,0 0-1 0 0,0 0 1 0 0,0 0-1 0 0,1 0 0 0 0,-1 1 1 0 0,1-1-1 0 0,0 0 1 0 0,-1 3-1 0 0,6 0 617 0 0,8-13-264 0 0,-1-4-208 0 0,-1 0-1 0 0,-1 0 0 0 0,0-1 0 0 0,-1 0 0 0 0,0 0 0 0 0,7-19 0 0 0,38-92 968 0 0,-41 90-1060 0 0,-6 15 21 0 0,-5 13-35 0 0,0 0 1 0 0,0 0 0 0 0,0 1-1 0 0,1-1 1 0 0,-1 0-1 0 0,1 1 1 0 0,1 0 0 0 0,-1 0-1 0 0,1 0 1 0 0,5-5 0 0 0,-8 9 18 0 0,1 0 0 0 0,0 1 1 0 0,-1-1-1 0 0,1 1 1 0 0,0-1-1 0 0,0 1 0 0 0,-1 0 1 0 0,1 0-1 0 0,0 0 0 0 0,0 0 1 0 0,-1 0-1 0 0,1 0 0 0 0,0 0 1 0 0,0 1-1 0 0,0-1 0 0 0,-1 0 1 0 0,1 1-1 0 0,0 0 0 0 0,-1-1 1 0 0,1 1-1 0 0,-1 0 1 0 0,1 0-1 0 0,-1 0 0 0 0,1 0 1 0 0,-1 0-1 0 0,1 0 0 0 0,1 2 1 0 0,36 35 729 0 0,-17-8-1104 0 0,-1 2 0 0 0,-2 0 0 0 0,-1 1 0 0 0,19 47 0 0 0,-30-66-481 0 0,5 14-6609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53 165 1840 0 0,'4'-26'2422'0'0,"-2"-1"0"0"0,-1 1 0 0 0,-3-43 0 0 0,-2 54-43 0 0,-3 13 84 0 0,6 4-2333 0 0,0-1 0 0 0,0 0 0 0 0,0 0 0 0 0,0 0 0 0 0,0 1 0 0 0,0-1 0 0 0,0 1-1 0 0,1-1 1 0 0,-1 1 0 0 0,0-1 0 0 0,1 1 0 0 0,0-1 0 0 0,-1 1 0 0 0,1 2 0 0 0,-5 48 1017 0 0,2 57 0 0 0,0-13-625 0 0,20 784 537 0 0,3-442-1056 0 0,-50 402 176 0 0,-1-184-190 0 0,30-565 21 0 0,3 517 114 0 0,45-5 1030 0 0,-43-576-1075 0 0,-3-11-16 0 0,1-1 0 0 0,1 0 0 0 0,0 0 0 0 0,1 0-1 0 0,11 28 1 0 0,-15-43-79 0 0,0 1-1 0 0,0-1 1 0 0,0 1-1 0 0,0-1 1 0 0,0 1-1 0 0,1-1 1 0 0,-1 1-1 0 0,0-1 1 0 0,0 0-1 0 0,0 1 1 0 0,0-1-1 0 0,1 1 1 0 0,-1-1-1 0 0,0 0 1 0 0,0 1-1 0 0,1-1 1 0 0,-1 1-1 0 0,0-1 1 0 0,1 0-1 0 0,-1 0 1 0 0,1 1-1 0 0,-1-1 1 0 0,0 0-1 0 0,1 0 1 0 0,-1 1-1 0 0,1-1 1 0 0,-1 0-1 0 0,0 0 1 0 0,1 0-1 0 0,-1 0 1 0 0,1 1-1 0 0,-1-1 1 0 0,1 0-1 0 0,-1 0 1 0 0,1 0-1 0 0,-1 0 1 0 0,0 0-1 0 0,1 0 1 0 0,-1 0-1 0 0,1-1 1 0 0,-1 1-1 0 0,1 0 1 0 0,-1 0-1 0 0,1 0 1 0 0,-1 0-1 0 0,0 0 1 0 0,1-1-1 0 0,-1 1 1 0 0,1 0-1 0 0,-1 0 1 0 0,0-1-1 0 0,1 1 1 0 0,-1 0-1 0 0,0-1 1 0 0,1 1-1 0 0,-1 0 1 0 0,0-1-1 0 0,1 1 1 0 0,-1-1-1 0 0,0 1 1 0 0,0 0-1 0 0,0-1 1 0 0,1 1-1 0 0,-1-1 1 0 0,0 1-1 0 0,0-1 1 0 0,0 0-1 0 0,13-40-1703 0 0,-10 28 1409 0 0,8-18 379 0 0,1 1 0 0 0,1 1-1 0 0,2 0 1 0 0,1 0-1 0 0,1 2 1 0 0,2 0-1 0 0,28-32 1 0 0,-31 40-244 0 0,2 2 0 0 0,0 0 0 0 0,1 1 1 0 0,1 1-1 0 0,0 1 0 0 0,1 1 0 0 0,1 0 0 0 0,0 2 0 0 0,0 0 1 0 0,28-8-1 0 0,148-37-2661 0 0,-150 42-3215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2761 0 0,'-1'1'88'0'0,"0"0"1"0"0,0 0 0 0 0,1 0 0 0 0,-1 1 0 0 0,0-1 0 0 0,0 0-1 0 0,0 0 1 0 0,1 0 0 0 0,-1 0 0 0 0,1 1 0 0 0,-1-1-1 0 0,1 0 1 0 0,-1 1 0 0 0,1-1 0 0 0,0 0 0 0 0,0 1 0 0 0,-1-1-1 0 0,1 0 1 0 0,0 1 0 0 0,0-1 0 0 0,0 1 0 0 0,1-1 0 0 0,-1 0-1 0 0,0 1 1 0 0,0-1 0 0 0,1 0 0 0 0,-1 1 0 0 0,1-1 0 0 0,-1 0-1 0 0,1 0 1 0 0,0 1 0 0 0,-1-1 0 0 0,1 0 0 0 0,0 0-1 0 0,0 0 1 0 0,0 0 0 0 0,0 0 0 0 0,0 0 0 0 0,0 0 0 0 0,0 0-1 0 0,2 1 1 0 0,1 1 117 0 0,0 0 0 0 0,1 0 0 0 0,-1-1 0 0 0,1 1 1 0 0,-1-1-1 0 0,1 0 0 0 0,0 0 0 0 0,0-1 0 0 0,0 1 0 0 0,8 0 0 0 0,73 2 580 0 0,109-9 0 0 0,-135 3-478 0 0,115-8 614 0 0,241-3 866 0 0,124 10 428 0 0,-246-2-1376 0 0,-140 3-672 0 0,221 3-16 0 0,-150 7-256 0 0,302 28 44 0 0,-461-26 35 0 0,362 66 1156 0 0,-410-71-7459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23 3681 0 0,'-43'-23'13734'0'0,"43"24"-13492"0"0,-1 0-125 0 0,0 0 0 0 0,1 1 1 0 0,-1-1-1 0 0,1 0 0 0 0,0 1 0 0 0,-1-1 0 0 0,1 0 0 0 0,0 1 1 0 0,0-1-1 0 0,0 0 0 0 0,0 1 0 0 0,0-1 0 0 0,0 1 1 0 0,0 1-1 0 0,0 351 2303 0 0,-5-190-1754 0 0,2 15-659 0 0,15 494 50 0 0,25-318-128 0 0,52 798-612 0 0,-88-1117 417 0 0,0-9-1074 0 0,-1 0 0 0 0,0 0 0 0 0,-7 33 0 0 0,1-36-370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0 5065 0 0,'-3'3'540'0'0,"-1"-1"0"0"0,1 1-1 0 0,0 0 1 0 0,0-1 0 0 0,0 2 0 0 0,0-1-1 0 0,0 0 1 0 0,1 0 0 0 0,-5 7 0 0 0,3-3 258 0 0,-10 9 861 0 0,9-11-1222 0 0,1 0 1 0 0,-1 0 0 0 0,1 0-1 0 0,0 0 1 0 0,1 1 0 0 0,-1 0-1 0 0,1 0 1 0 0,0 0 0 0 0,1 0-1 0 0,-1 0 1 0 0,-2 12 0 0 0,6-15-246 0 0,-1 0 0 0 0,1 0 0 0 0,0 0 1 0 0,0-1-1 0 0,0 1 0 0 0,0 0 0 0 0,0-1 0 0 0,1 1 0 0 0,-1-1 1 0 0,1 1-1 0 0,0-1 0 0 0,-1 0 0 0 0,3 3 0 0 0,32 30 597 0 0,-28-28-738 0 0,7 7-104 0 0,1-2 0 0 0,1 0 0 0 0,0 0 0 0 0,0-2 0 0 0,1 0 0 0 0,0-1 0 0 0,1 0 0 0 0,0-2 0 0 0,35 9 1 0 0,-82 8 233 0 0,-36 21-294 0 0,-107 82-732 0 0,151-110 750 0 0,1 1 0 0 0,1 1 0 0 0,1 0 0 0 0,1 2 0 0 0,0 0 0 0 0,-13 25 0 0 0,27-43 72 0 0,0 0 0 0 0,0 0 0 0 0,1 0 0 0 0,0 1 0 0 0,-1-1 0 0 0,1 0 0 0 0,0 1 0 0 0,1-1 0 0 0,-1 1 0 0 0,1-1 0 0 0,-1 1 0 0 0,1-1 0 0 0,0 1 0 0 0,0-1 0 0 0,1 1 0 0 0,0 5 0 0 0,0-7-27 0 0,0 1 0 0 0,1-1 1 0 0,-1 0-1 0 0,0 0 0 0 0,1 0 1 0 0,-1 0-1 0 0,1 0 0 0 0,0-1 0 0 0,-1 1 1 0 0,1 0-1 0 0,0-1 0 0 0,0 1 1 0 0,0-1-1 0 0,0 0 0 0 0,1 0 1 0 0,-1 1-1 0 0,0-2 0 0 0,0 1 0 0 0,1 0 1 0 0,-1 0-1 0 0,0-1 0 0 0,1 1 1 0 0,-1-1-1 0 0,4 1 0 0 0,40 2 32 0 0,-34-3 27 0 0,0 0 0 0 0,0 1 0 0 0,0 1-1 0 0,0 0 1 0 0,20 7 0 0 0,-29-8-8 0 0,0 0 1 0 0,-1 0 0 0 0,1 0-1 0 0,-1 1 1 0 0,0-1-1 0 0,1 1 1 0 0,-1 0 0 0 0,0 0-1 0 0,0 0 1 0 0,0 0-1 0 0,0 0 1 0 0,0 0 0 0 0,-1 1-1 0 0,1-1 1 0 0,-1 0-1 0 0,1 1 1 0 0,-1-1 0 0 0,0 1-1 0 0,0 0 1 0 0,0-1-1 0 0,0 1 1 0 0,-1 0 0 0 0,1 0-1 0 0,-1-1 1 0 0,0 1-1 0 0,1 0 1 0 0,-1 0 0 0 0,-1 0-1 0 0,1 5 1 0 0,-2-2-8 0 0,1 1 0 0 0,-1-1-1 0 0,0 1 1 0 0,0-1 0 0 0,0 0 0 0 0,-1 0 0 0 0,0 0-1 0 0,0 0 1 0 0,-8 9 0 0 0,-43 52-113 0 0,37-48 83 0 0,-17 20-156 0 0,-37 45 33 0 0,62-72 184 0 0,1 0 0 0 0,0 1 1 0 0,1 0-1 0 0,0 0 0 0 0,-5 17 1 0 0,11-29-21 0 0,1-1 0 0 0,0 1 1 0 0,-1 0-1 0 0,1 0 0 0 0,0-1 1 0 0,-1 1-1 0 0,1 0 0 0 0,0 0 1 0 0,0 0-1 0 0,0-1 0 0 0,0 1 1 0 0,-1 0-1 0 0,1 0 0 0 0,0 0 1 0 0,1 0-1 0 0,-1-1 0 0 0,0 1 1 0 0,0 0-1 0 0,0 0 0 0 0,0 0 1 0 0,1-1-1 0 0,-1 1 0 0 0,0 0 1 0 0,1 0-1 0 0,-1-1 0 0 0,0 1 1 0 0,1 0-1 0 0,-1 0 0 0 0,1-1 1 0 0,-1 1-1 0 0,1-1 0 0 0,0 1 1 0 0,-1 0-1 0 0,1-1 0 0 0,0 1 1 0 0,-1-1-1 0 0,1 0 0 0 0,0 1 1 0 0,-1-1-1 0 0,1 1 0 0 0,0-1 1 0 0,0 0-1 0 0,0 0 0 0 0,-1 1 1 0 0,1-1-1 0 0,0 0 0 0 0,0 0 1 0 0,0 0-1 0 0,0 0 0 0 0,-1 0 1 0 0,1 0-1 0 0,0 0 0 0 0,0 0 1 0 0,0 0-1 0 0,1-1 0 0 0,7 0 80 0 0,1-1 0 0 0,-1 0 1 0 0,17-7-1 0 0,-18 7-68 0 0,19-8-166 0 0,-6 3-285 0 0,0 1 1 0 0,26-5 0 0 0,-42 10 376 0 0,0 0 0 0 0,0 0 0 0 0,0 1 0 0 0,0 0 0 0 0,0 0 0 0 0,0 0 0 0 0,0 1 0 0 0,0 0 0 0 0,0 0 0 0 0,0 0 0 0 0,0 0 0 0 0,0 1 0 0 0,0 0 0 0 0,-1 0 0 0 0,5 3 0 0 0,-8-4 43 0 0,0-1-1 0 0,0 1 1 0 0,0 0-1 0 0,-1 0 1 0 0,1 0-1 0 0,0 0 0 0 0,-1 0 1 0 0,1 0-1 0 0,-1 0 1 0 0,1 1-1 0 0,-1-1 1 0 0,0 0-1 0 0,1 0 1 0 0,-1 0-1 0 0,0 0 0 0 0,0 1 1 0 0,0-1-1 0 0,0 0 1 0 0,0 0-1 0 0,0 0 1 0 0,0 1-1 0 0,0-1 0 0 0,0 0 1 0 0,0 0-1 0 0,-1 0 1 0 0,1 0-1 0 0,-1 0 1 0 0,1 1-1 0 0,-1-1 1 0 0,1 0-1 0 0,-1 0 0 0 0,-1 2 1 0 0,-26 38-840 0 0,22-34 672 0 0,-21 28-1042 0 0,9-13 506 0 0,2 0 1 0 0,0 1-1 0 0,1 0 0 0 0,-17 40 0 0 0,31-62 737 0 0,1-1 0 0 0,-1 1 1 0 0,1 0-1 0 0,0 0 0 0 0,0 0 0 0 0,-1 0 0 0 0,1 0 1 0 0,0 0-1 0 0,0 0 0 0 0,0 0 0 0 0,0 0 0 0 0,0 0 0 0 0,0 0 1 0 0,0 0-1 0 0,0 0 0 0 0,1 0 0 0 0,-1-1 0 0 0,0 1 1 0 0,1 0-1 0 0,-1 0 0 0 0,0 0 0 0 0,1 0 0 0 0,-1 0 0 0 0,1-1 1 0 0,-1 1-1 0 0,2 1 0 0 0,0 0-96 0 0,-1-1 1 0 0,1 0-1 0 0,-1 0 0 0 0,1-1 1 0 0,0 1-1 0 0,-1 0 0 0 0,1-1 1 0 0,0 1-1 0 0,0 0 0 0 0,-1-1 1 0 0,1 0-1 0 0,4 1 0 0 0,4-1-3269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3209 0 0,'-8'16'879'0'0,"1"1"1"0"0,0 0 0 0 0,2 0-1 0 0,0 1 1 0 0,1 0 0 0 0,0 0-1 0 0,2 0 1 0 0,0 0 0 0 0,1 0-1 0 0,0 0 1 0 0,2 1 0 0 0,0-1-1 0 0,1 0 1 0 0,9 33 0 0 0,-2-11 109 0 0,40 197 2780 0 0,-41-180-3268 0 0,-2 0 1 0 0,-1 70-1 0 0,-21 286-397 0 0,-2 93 67 0 0,43 0-83 0 0,-6-339-88 0 0,49 382 0 0 0,54 200 0 0 0,-106-624 0 0 0,-2 153 0 0 0,-12-262-1696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200 160 3681 0 0,'-19'1'-14'0'0,"0"0"0"0"0,0-1 0 0 0,-37-5 0 0 0,4 0-442 0 0,41 5-493 0 0,-12-9 7700 0 0,40-1-4376 0 0,29-9-399 0 0,0 2 0 0 0,80-20-1 0 0,-79 25-1726 0 0,14-3-192 0 0,0 3 0 0 0,0 3-1 0 0,105-2 1 0 0,-53 12-27 0 0,128 19 0 0 0,216 4 1949 0 0,-123-12-329 0 0,-182 6-990 0 0,152 37 0 0 0,-59-7-208 0 0,-198-42-299 0 0,1-1-1 0 0,0-3 0 0 0,0-1 0 0 0,0-3 0 0 0,0-2 1 0 0,61-12-1 0 0,-75 9-108 0 0,1 2 0 0 0,1 1 0 0 0,-1 2 0 0 0,0 1 0 0 0,1 2 0 0 0,36 6 0 0 0,-29-4 63 0 0,0-1 0 0 0,0-2 0 0 0,63-8 1 0 0,-68 3-103 0 0,1 2 0 0 0,-1 2-1 0 0,1 2 1 0 0,63 8 0 0 0,-50 3-5 0 0,-28-6 0 0 0,0-1 0 0 0,1-1 0 0 0,-1-1 0 0 0,39-1 0 0 0,177-29 0 0 0,29-2 0 0 0,18 37 0 0 0,-1 1 0 0 0,65-7-93 0 0,-350-2 49 0 0,0 0 0 0 0,0 0 1 0 0,0 0-1 0 0,0 0 0 0 0,0 0 0 0 0,0 0 0 0 0,0 0 0 0 0,1-1 1 0 0,-1 1-1 0 0,0 0 0 0 0,0 0 0 0 0,0-1 0 0 0,0 1 1 0 0,0-1-1 0 0,0 1 0 0 0,0-1 0 0 0,0 1 0 0 0,-1-1 0 0 0,1 0 1 0 0,1-1-1 0 0,-1-3-559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88 8754 0 0,'-2'5'564'0'0,"0"0"0"0"0,0 0-1 0 0,1 0 1 0 0,0 0 0 0 0,0 0 0 0 0,0 0 0 0 0,0 6 0 0 0,-2 14 1014 0 0,0-13-1441 0 0,-3 9 543 0 0,1 0-1 0 0,1 0 1 0 0,0 1-1 0 0,1 37 1 0 0,3-54-570 0 0,0 1-1 0 0,1 0 1 0 0,0 0 0 0 0,0 0-1 0 0,1 0 1 0 0,0-1 0 0 0,0 1-1 0 0,0 0 1 0 0,0-1 0 0 0,1 0-1 0 0,0 0 1 0 0,0 1 0 0 0,0-2-1 0 0,1 1 1 0 0,0 0 0 0 0,0-1-1 0 0,0 0 1 0 0,0 0 0 0 0,1 0-1 0 0,0 0 1 0 0,-1-1 0 0 0,7 4-1 0 0,-3-3-65 0 0,-1 0 0 0 0,1-1-1 0 0,0 0 1 0 0,0 0 0 0 0,1-1-1 0 0,-1 0 1 0 0,0-1-1 0 0,1 0 1 0 0,-1 0 0 0 0,1 0-1 0 0,-1-1 1 0 0,1-1 0 0 0,-1 1-1 0 0,1-1 1 0 0,-1-1 0 0 0,1 0-1 0 0,-1 0 1 0 0,0 0-1 0 0,0-1 1 0 0,15-7 0 0 0,-10 3 40 0 0,0-1 0 0 0,0 0 1 0 0,-1 0-1 0 0,0-1 0 0 0,0-1 1 0 0,-1 0-1 0 0,-1-1 0 0 0,1 0 1 0 0,-2 0-1 0 0,1-1 1 0 0,8-15-1 0 0,-15 22-33 0 0,-1 0-1 0 0,1 0 1 0 0,-1 0 0 0 0,0-1-1 0 0,0 1 1 0 0,0 0 0 0 0,-1-1 0 0 0,0 0-1 0 0,0 1 1 0 0,0-1 0 0 0,-1 1-1 0 0,0-1 1 0 0,0 0 0 0 0,0 0-1 0 0,-1 1 1 0 0,0-1 0 0 0,0 1 0 0 0,0-1-1 0 0,-1 1 1 0 0,0-1 0 0 0,0 1-1 0 0,0 0 1 0 0,0 0 0 0 0,-1 0-1 0 0,0 0 1 0 0,-7-9 0 0 0,2 4-25 0 0,-1 1 1 0 0,0 0 0 0 0,0 1-1 0 0,-1 0 1 0 0,0 0 0 0 0,-1 1-1 0 0,1 0 1 0 0,-1 1-1 0 0,0 0 1 0 0,-1 1 0 0 0,-14-5-1 0 0,-25-5-442 0 0,-1 2 0 0 0,-72-8 0 0 0,78 16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73 191 6913 0 0,'-42'29'1181'0'0,"39"-27"-921"0"0,0 1 1 0 0,0-1-1 0 0,0 1 0 0 0,0 0 0 0 0,0 0 0 0 0,1 0 0 0 0,0 1 0 0 0,-1-1 0 0 0,1 1 1 0 0,-2 4-1 0 0,4-7-206 0 0,0-1 1 0 0,0 1 0 0 0,0-1 0 0 0,0 1 0 0 0,0-1 0 0 0,0 0-1 0 0,1 1 1 0 0,-1-1 0 0 0,0 1 0 0 0,0-1 0 0 0,0 1-1 0 0,0-1 1 0 0,1 1 0 0 0,-1-1 0 0 0,0 0 0 0 0,0 1 0 0 0,1-1-1 0 0,-1 0 1 0 0,0 1 0 0 0,1-1 0 0 0,-1 0 0 0 0,0 1-1 0 0,1-1 1 0 0,-1 0 0 0 0,1 0 0 0 0,-1 1 0 0 0,1-1 0 0 0,-1 0-1 0 0,0 0 1 0 0,1 0 0 0 0,-1 1 0 0 0,1-1 0 0 0,-1 0-1 0 0,1 0 1 0 0,-1 0 0 0 0,1 0 0 0 0,-1 0 0 0 0,1 0 0 0 0,-1 0-1 0 0,1 0 1 0 0,-1 0 0 0 0,0 0 0 0 0,1-1 0 0 0,-1 1-1 0 0,1 0 1 0 0,-1 0 0 0 0,1 0 0 0 0,0-1 0 0 0,28-4 1008 0 0,-29 5-1005 0 0,254-81 3019 0 0,-45 11-2204 0 0,-160 57-736 0 0,0 2 0 0 0,73-6 0 0 0,372-15-121 0 0,131-5 1147 0 0,-574 36-1152 0 0,-1 1 1 0 0,0 3-1 0 0,81 16 0 0 0,-126-19-86 0 0,0 1 1 0 0,-1-1-1 0 0,1 1 0 0 0,0-2 0 0 0,0 1 0 0 0,6-1 0 0 0,2-3-497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47 145 6913 0 0,'-3'2'327'0'0,"-1"0"-1"0"0,1 1 0 0 0,0-1 0 0 0,-1 1 0 0 0,1-1 1 0 0,0 1-1 0 0,0 0 0 0 0,1 0 0 0 0,-1 1 0 0 0,1-1 1 0 0,0 0-1 0 0,-1 1 0 0 0,-2 6 0 0 0,4-7-33 0 0,1 1-1 0 0,-1-1 1 0 0,0 0-1 0 0,1 0 1 0 0,0 1-1 0 0,0-1 1 0 0,0 1-1 0 0,0-1 1 0 0,1 0-1 0 0,-1 1 1 0 0,1-1-1 0 0,0 0 0 0 0,0 0 1 0 0,0 0-1 0 0,0 1 1 0 0,0-1-1 0 0,4 5 1 0 0,0 1-155 0 0,0 0 0 0 0,1-1 0 0 0,1 1 0 0 0,0-1 0 0 0,0 0 1 0 0,0-1-1 0 0,1 1 0 0 0,0-2 0 0 0,0 1 0 0 0,1-1 0 0 0,0 0 0 0 0,0-1 0 0 0,1 0 0 0 0,-1 0 1 0 0,1-1-1 0 0,0-1 0 0 0,0 1 0 0 0,0-2 0 0 0,1 1 0 0 0,-1-1 0 0 0,0-1 0 0 0,1 0 1 0 0,0-1-1 0 0,-1 0 0 0 0,1 0 0 0 0,-1-1 0 0 0,1 0 0 0 0,-1-1 0 0 0,1 0 0 0 0,-1-1 0 0 0,18-7 1 0 0,-10 1 11 0 0,0-1 0 0 0,-1-1 0 0 0,0-1 0 0 0,-1 0 0 0 0,-1-1 0 0 0,0 0 0 0 0,0-1 0 0 0,-1-1 0 0 0,-1-1 0 0 0,-1 0 0 0 0,14-22 0 0 0,-25 35-121 0 0,1 0 0 0 0,-1 0-1 0 0,1 0 1 0 0,-1-1 0 0 0,0 1 0 0 0,0 0 0 0 0,-1 0-1 0 0,1-1 1 0 0,-1 1 0 0 0,0-1 0 0 0,1 1 0 0 0,-1 0-1 0 0,-1-1 1 0 0,1 1 0 0 0,-1-1 0 0 0,1 1 0 0 0,-3-6-1 0 0,2 5-7 0 0,-2-1 0 0 0,1 1-1 0 0,-1 0 1 0 0,1 0-1 0 0,-1 0 1 0 0,0 0 0 0 0,0 0-1 0 0,-1 1 1 0 0,1-1-1 0 0,-1 1 1 0 0,-4-3 0 0 0,-6-3-71 0 0,1 1 1 0 0,-2 0 0 0 0,1 1-1 0 0,-1 1 1 0 0,0 0-1 0 0,-21-5 1 0 0,-5 2-1707 0 0,-4 3-6022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37 1376 0 0,'-4'-4'860'0'0,"-1"1"0"0"0,0-1 1 0 0,0 1-1 0 0,0-1 0 0 0,-1 2 0 0 0,1-1 0 0 0,-11-3 0 0 0,-21-1 7062 0 0,36 7-7763 0 0,1 0 0 0 0,-1 1 1 0 0,1-1-1 0 0,0 1 0 0 0,-1-1 0 0 0,1 1 0 0 0,0-1 0 0 0,-1 1 0 0 0,1-1 0 0 0,0 1 0 0 0,0-1 0 0 0,0 1 0 0 0,-1-1 0 0 0,1 1 0 0 0,0 0 0 0 0,0-1 0 0 0,0 1 0 0 0,0-1 0 0 0,0 1 0 0 0,0-1 0 0 0,0 1 0 0 0,0 0 0 0 0,0-1 0 0 0,0 1 0 0 0,1 0 0 0 0,2 23 547 0 0,-3-18-404 0 0,47 262 1295 0 0,-31-188-1415 0 0,46 138 82 0 0,-25-99-323 0 0,-35-97-288 0 0,-4-14-2690 0 0,-1-13 1391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13 217 3049 0 0,'0'0'205'0'0,"-1"0"1"0"0,1 0-1 0 0,-1 0 1 0 0,0-1-1 0 0,1 1 1 0 0,-1 0-1 0 0,1 0 1 0 0,-1-1-1 0 0,0 1 1 0 0,1 0-1 0 0,-1-1 1 0 0,1 1 0 0 0,-2-2 410 0 0,2 2-410 0 0,0 0-1 0 0,-1-1 1 0 0,1 0-1 0 0,-1 1 1 0 0,1-1-1 0 0,0 1 1 0 0,0-1-1 0 0,-1 1 1 0 0,1-1-1 0 0,0 0 1 0 0,0 1-1 0 0,0-1 1 0 0,-1 0-1 0 0,1 1 1 0 0,0-1 0 0 0,0 0-1 0 0,0 1 1 0 0,0-1-1 0 0,0 1 1 0 0,1-1-1 0 0,-1 0 1 0 0,0 1-1 0 0,0-1 1 0 0,0 0-1 0 0,0 1 1 0 0,1-1-1 0 0,-1 1 1 0 0,0-1-1 0 0,1 0 1 0 0,-1 1-1 0 0,0-1 1 0 0,1 1-1 0 0,-1-1 1 0 0,1 0 0 0 0,31-21 6521 0 0,-22 16-7561 0 0,142-87 2251 0 0,-128 80-1202 0 0,0 1 1 0 0,1 2-1 0 0,0 1 0 0 0,43-11 0 0 0,-61 18-325 0 0,1 1 0 0 0,1 0 0 0 0,-1 0 0 0 0,0 0 0 0 0,0 1 0 0 0,0 1 0 0 0,0-1 0 0 0,0 1 0 0 0,0 0 0 0 0,0 1 0 0 0,0 0 0 0 0,10 4 0 0 0,-3 2-1053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6913 0 0,'7'-2'523'0'0,"-1"1"-1"0"0,1-1 0 0 0,-1 0 0 0 0,0-1 0 0 0,0 1 0 0 0,0-1 0 0 0,9-6 0 0 0,7-2 1276 0 0,15-7 1249 0 0,-25 11-3016 0 0,1 0-1 0 0,0 1 1 0 0,1 1-1 0 0,-1 0 1 0 0,1 1-1 0 0,0 0 1 0 0,16-1-1 0 0,-17 5-30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5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27 2761 0 0,'43'-27'5828'0'0,"-63"45"-3439"0"0,4-2-1253 0 0,0 1-1 0 0,1 0 0 0 0,0 1 1 0 0,1 0-1 0 0,1 1 0 0 0,-15 31 0 0 0,27-49-1106 0 0,1 0-1 0 0,0 0 0 0 0,-1 1 0 0 0,1-1 0 0 0,0 0 0 0 0,0 0 1 0 0,0 0-1 0 0,0 0 0 0 0,0 0 0 0 0,0 0 0 0 0,0 0 0 0 0,1 1 1 0 0,-1-1-1 0 0,0 0 0 0 0,0 0 0 0 0,1 0 0 0 0,-1 0 1 0 0,1 0-1 0 0,-1 0 0 0 0,1 0 0 0 0,0 0 0 0 0,-1 0 0 0 0,1 0 1 0 0,0-1-1 0 0,-1 1 0 0 0,1 0 0 0 0,0 0 0 0 0,0-1 0 0 0,0 1 1 0 0,0 0-1 0 0,0-1 0 0 0,0 1 0 0 0,0-1 0 0 0,1 1 0 0 0,45 20-222 0 0,-26-13 83 0 0,87 55-328 0 0,-73-41 163 0 0,47 23 0 0 0,-81-44 285 0 0,0-1 0 0 0,0 0 0 0 0,-1 0 0 0 0,1 1-1 0 0,0-1 1 0 0,-1 0 0 0 0,1 1 0 0 0,0-1 0 0 0,-1 1 0 0 0,1-1 0 0 0,0 1 0 0 0,-1-1 0 0 0,1 1 0 0 0,-1-1 0 0 0,1 1 0 0 0,-1 0 0 0 0,1-1 0 0 0,-1 1 0 0 0,1 0 0 0 0,-1 0 0 0 0,0-1 0 0 0,1 1 0 0 0,-1 0 0 0 0,0 0 0 0 0,0-1 0 0 0,0 1 0 0 0,1 0 0 0 0,-1 0 0 0 0,0 0 0 0 0,0 1 0 0 0,-1-1 35 0 0,0 1 0 0 0,1 0 0 0 0,-1 0 0 0 0,0-1 0 0 0,0 1 0 0 0,0 0 0 0 0,0-1-1 0 0,0 1 1 0 0,-1-1 0 0 0,1 0 0 0 0,0 1 0 0 0,-3 1 0 0 0,-7 5 226 0 0,0-1-1 0 0,-21 11 1 0 0,31-17-272 0 0,-42 23 255 0 0,18-10-662 0 0,-1-1-1 0 0,-28 10 1 0 0,35-17-6508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3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 5985 0 0,'10'-10'11745'0'0,"-11"26"-11314"0"0,1 0-1 0 0,0 0 0 0 0,1 1 1 0 0,1-1-1 0 0,7 28 1 0 0,3 22-358 0 0,8 132-2674 0 0,-15-138-3862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3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0 8290 0 0,'1'201'3041'0'0,"2"-142"-1225"0"0,-2 0 0 0 0,-11 92 1 0 0,3-100-2304 0 0,4-36-91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3.5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0 3225 0 0,'-5'34'288'0'0,"2"-16"-288"0"0,2 1 0 0 0,-1-4 0 0 0,1-5 0 0 0,-1-2-88 0 0,2 2 0 0 0,-1 9 0 0 0,-1 11 288 0 0,0 7 56 0 0,0 3 16 0 0,2-6 0 0 0,0-6-272 0 0,0-6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3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8290 0 0,'-2'35'368'0'0,"1"-19"80"0"0,-1 4-360 0 0,1-4-88 0 0,1-3 0 0 0,0-1 0 0 0,0 6-144 0 0,1 14-48 0 0,-1 17 0 0 0,2 10-8 0 0,-1 2 8 0 0,1-8 0 0 0,-1-1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3.8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4145 0 0,'4'454'1663'0'0,"2"-273"-1726"0"0,8 141-1868 0 0,-6-170 1678 0 0,-6-106 333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4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 5985 0 0,'-11'155'1573'0'0,"-13"180"193"0"0,8 1-3547 0 0,17-158-826 0 0,0-110 2171 0 0,-1-19 409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4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5065 0 0,'56'412'5214'0'0,"-6"-38"-8235"0"0,-23-223 1540 0 0,-20-99 1481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4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9218 0 0,'20'474'5280'0'0,"1"12"-166"0"0,-16-418-6330 0 0,2 1 0 0 0,3-2 0 0 0,23 79 0 0 0,-25-120-4210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5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126 309 5985 0 0,'-88'-87'7387'0'0,"51"47"-419"0"0,47 46-6248 0 0,13 11-535 0 0,20 32 358 0 0,70 110 0 0 0,-18-23-180 0 0,-67-100-372 0 0,1-1 1 0 0,55 50-1 0 0,-72-75 8 0 0,1 0-1 0 0,-1 0 1 0 0,1-1 0 0 0,1-1 0 0 0,0-1-1 0 0,0 0 1 0 0,0 0 0 0 0,1-1 0 0 0,0-1-1 0 0,0-1 1 0 0,20 4 0 0 0,-33-8 6 0 0,1 1 1 0 0,0-1 0 0 0,-1 0-1 0 0,1 0 1 0 0,0 0-1 0 0,-1 0 1 0 0,1 0-1 0 0,0 0 1 0 0,0-1 0 0 0,-1 1-1 0 0,1-1 1 0 0,-1 0-1 0 0,1 0 1 0 0,-1 0-1 0 0,1 0 1 0 0,-1 0 0 0 0,1 0-1 0 0,-1-1 1 0 0,0 1-1 0 0,0-1 1 0 0,1 0-1 0 0,-1 1 1 0 0,-1-1 0 0 0,1 0-1 0 0,3-4 1 0 0,-1-1 28 0 0,-1 0 1 0 0,0 0-1 0 0,-1 0 1 0 0,0 0 0 0 0,0 0-1 0 0,0 0 1 0 0,-1-1-1 0 0,1-10 1 0 0,2-28 64 0 0,-3 0 0 0 0,-2 0 0 0 0,-9-70 0 0 0,-40-135 241 0 0,41 219-1261 0 0,-13-34 0 0 0,-22-27-4326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6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31 105 11979 0 0,'-2'4'188'0'0,"0"0"1"0"0,0 0 0 0 0,0 0 0 0 0,1 0 0 0 0,0 0-1 0 0,-1 1 1 0 0,2-1 0 0 0,-1 0 0 0 0,0 1 0 0 0,1-1-1 0 0,0 1 1 0 0,0 7 0 0 0,9 55 1147 0 0,-9-67-1332 0 0,4 19 317 0 0,0-1 1 0 0,2 1 0 0 0,0-1 0 0 0,1-1-1 0 0,11 20 1 0 0,-14-30-272 0 0,0 0 1 0 0,1 0-1 0 0,0 0 0 0 0,0-1 0 0 0,1 0 1 0 0,8 8-1 0 0,-10-11-53 0 0,-1-1 0 0 0,0 0 0 0 0,1 1 0 0 0,-1-1 0 0 0,1-1 1 0 0,-1 1-1 0 0,1 0 0 0 0,0-1 0 0 0,0 0 0 0 0,0 0 0 0 0,0 0 0 0 0,0 0 0 0 0,7-1 1 0 0,-5 0-26 0 0,0-1 0 0 0,-1-1 0 0 0,1 1 0 0 0,-1-1 0 0 0,0 0 0 0 0,1 0 0 0 0,-1 0 0 0 0,0-1 0 0 0,0 0 0 0 0,-1 0 0 0 0,1 0 0 0 0,0 0 0 0 0,-1-1 0 0 0,0 0 1 0 0,0 0-1 0 0,0 0 0 0 0,0 0 0 0 0,-1-1 0 0 0,5-8 0 0 0,1 0-69 0 0,-1 0 0 0 0,0-1 1 0 0,-1-1-1 0 0,-1 1 0 0 0,9-31 1 0 0,-14 38 80 0 0,0-1 1 0 0,0 1 0 0 0,-1 0 0 0 0,0-1 0 0 0,0 1-1 0 0,0-1 1 0 0,-1 1 0 0 0,-1-1 0 0 0,1 1 0 0 0,-1 0-1 0 0,0 0 1 0 0,-1 0 0 0 0,1 0 0 0 0,-2 0 0 0 0,-6-11-1 0 0,2 5 51 0 0,-1 0 0 0 0,0 0-1 0 0,-1 1 1 0 0,-1 1-1 0 0,0-1 1 0 0,-19-14-1 0 0,22 21 3 0 0,-1 1 0 0 0,1 0 1 0 0,-1 0-1 0 0,0 1 0 0 0,0 0 0 0 0,0 0 0 0 0,-1 1 0 0 0,1 0 0 0 0,0 1 0 0 0,-1 0 0 0 0,1 1 0 0 0,-1 0 0 0 0,1 0 0 0 0,-16 3 0 0 0,-6 9-949 0 0,13 3-3487 0 0,6 0-823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6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10 10594 0 0,'-10'-4'173'0'0,"-1"-1"3028"0"0,15 15 1028 0 0,27 38-3151 0 0,-1 2-1 0 0,-3 1 1 0 0,-2 1 0 0 0,19 60-1 0 0,46 94-8017 0 0,-60-151-215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6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12899 0 0,'1'3'349'0'0,"0"0"0"0"0,-1 0 0 0 0,1-1 0 0 0,0 1 0 0 0,0-1 0 0 0,1 1 0 0 0,-1-1 0 0 0,0 1 0 0 0,1-1 0 0 0,-1 0 0 0 0,3 3 0 0 0,2 3 413 0 0,35 70 1582 0 0,32 87 0 0 0,37 72-2824 0 0,-63-166-1754 0 0,-25-39-4938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7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35 455 6913 0 0,'-1'0'39'0'0,"0"0"-1"0"0,-1 0 1 0 0,1 0-1 0 0,0 0 1 0 0,-1 0-1 0 0,1 0 0 0 0,0 0 1 0 0,0-1-1 0 0,-1 1 1 0 0,1 0-1 0 0,0-1 0 0 0,0 1 1 0 0,0-1-1 0 0,-1 1 1 0 0,1-1-1 0 0,0 0 0 0 0,0 1 1 0 0,0-1-1 0 0,0 0 1 0 0,0 0-1 0 0,0 0 0 0 0,0 0 1 0 0,1 0-1 0 0,-1 0 1 0 0,0 0-1 0 0,0 0 0 0 0,1 0 1 0 0,-1 0-1 0 0,1 0 1 0 0,-1-1-1 0 0,1 1 0 0 0,-1 0 1 0 0,1-2-1 0 0,-1-3 151 0 0,1 0 1 0 0,0 0-1 0 0,0-1 0 0 0,0 1 0 0 0,1 0 0 0 0,1-6 0 0 0,2-2 137 0 0,-1 0-1 0 0,2 0 0 0 0,0 0 0 0 0,1 1 1 0 0,0-1-1 0 0,1 2 0 0 0,0-1 1 0 0,1 1-1 0 0,0 0 0 0 0,18-19 0 0 0,-4 9-833 0 0,1 0-1 0 0,0 1 0 0 0,52-34 0 0 0,-58 45-122 0 0,0 1-1 0 0,0 0 1 0 0,1 1-1 0 0,0 1 0 0 0,1 1 1 0 0,-1 1-1 0 0,33-6 1 0 0,8 4 689 0 0,69 0 1 0 0,-84 6-309 0 0,-32 1 210 0 0,-1-1 0 0 0,1-1 0 0 0,-1 1-1 0 0,1-2 1 0 0,19-6 0 0 0,-24 6-35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7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207 166 2304 0 0,'-12'4'696'0'0,"0"1"-1"0"0,1 0 0 0 0,0 1 1 0 0,-1 1-1 0 0,2 0 0 0 0,-1 0 0 0 0,1 1 1 0 0,0 0-1 0 0,1 0 0 0 0,0 1 1 0 0,0 1-1 0 0,1 0 0 0 0,0 0 0 0 0,1 0 1 0 0,0 1-1 0 0,0 0 0 0 0,2 0 1 0 0,-1 1-1 0 0,-7 24 0 0 0,8-20-635 0 0,1 0 0 0 0,0 1-1 0 0,1-1 1 0 0,1 1 0 0 0,1 0 0 0 0,0 0 0 0 0,1-1-1 0 0,1 1 1 0 0,1 0 0 0 0,0 0 0 0 0,1-1-1 0 0,1 1 1 0 0,0-1 0 0 0,1 0 0 0 0,1 0 0 0 0,11 20-1 0 0,-16-34-120 0 0,0 1-1 0 0,1-1 0 0 0,-1 1 0 0 0,1-1 0 0 0,0 0 1 0 0,0 0-1 0 0,0 1 0 0 0,0-1 0 0 0,0-1 0 0 0,0 1 1 0 0,0 0-1 0 0,1 0 0 0 0,-1-1 0 0 0,1 0 0 0 0,-1 1 1 0 0,1-1-1 0 0,0 0 0 0 0,-1 0 0 0 0,1 0 0 0 0,0-1 1 0 0,0 1-1 0 0,0-1 0 0 0,-1 1 0 0 0,1-1 0 0 0,0 0 1 0 0,0 0-1 0 0,0 0 0 0 0,0-1 0 0 0,0 1 0 0 0,-1-1 1 0 0,1 1-1 0 0,0-1 0 0 0,4-2 0 0 0,1-1-224 0 0,0 0-1 0 0,0 0 0 0 0,-1-1 1 0 0,0 0-1 0 0,0-1 0 0 0,0 1 1 0 0,-1-1-1 0 0,1-1 0 0 0,9-12 1 0 0,3-8-206 0 0,0-2-1 0 0,-2 0 1 0 0,17-38 0 0 0,31-98-370 0 0,17-34 1912 0 0,-74 183-233 0 0,0 0 0 0 0,2 0-1 0 0,0 1 1 0 0,23-27 0 0 0,-31 41-738 0 0,-1 0 1 0 0,0 1-1 0 0,1-1 1 0 0,-1 0-1 0 0,1 1 0 0 0,-1-1 1 0 0,1 1-1 0 0,-1-1 1 0 0,1 1-1 0 0,-1 0 1 0 0,1 0-1 0 0,-1 0 1 0 0,1 0-1 0 0,0 0 0 0 0,-1 0 1 0 0,1 0-1 0 0,-1 0 1 0 0,1 1-1 0 0,-1-1 1 0 0,1 0-1 0 0,-1 1 1 0 0,1-1-1 0 0,-1 1 0 0 0,1 0 1 0 0,-1 0-1 0 0,0-1 1 0 0,1 1-1 0 0,-1 0 1 0 0,0 0-1 0 0,0 0 0 0 0,1 0 1 0 0,0 3-1 0 0,6 3 140 0 0,0 0-1 0 0,-1 0 1 0 0,10 14-1 0 0,17 32-941 0 0,-2 1 0 0 0,43 100 0 0 0,-75-154 706 0 0,12 27-523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7.9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107 69 6913 0 0,'0'-3'217'0'0,"0"0"0"0"0,0 0 0 0 0,0 0 0 0 0,0 0-1 0 0,0 0 1 0 0,-1 0 0 0 0,0 0 0 0 0,1 0 0 0 0,-1 0-1 0 0,0 0 1 0 0,0 0 0 0 0,0 1 0 0 0,-1-1 0 0 0,1 0-1 0 0,-1 1 1 0 0,1-1 0 0 0,-4-2 0 0 0,5 3-75 0 0,-1 1 1 0 0,0 0 0 0 0,0 1-1 0 0,1-1 1 0 0,-1 0-1 0 0,0 0 1 0 0,0 0-1 0 0,0 0 1 0 0,0 1 0 0 0,0-1-1 0 0,0 0 1 0 0,0 1-1 0 0,0-1 1 0 0,0 1-1 0 0,-1-1 1 0 0,1 1 0 0 0,0 0-1 0 0,0-1 1 0 0,0 1-1 0 0,-1 0 1 0 0,1 0-1 0 0,0 0 1 0 0,0 0 0 0 0,0 0-1 0 0,-1 0 1 0 0,1 0-1 0 0,0 0 1 0 0,0 1 0 0 0,0-1-1 0 0,-1 0 1 0 0,1 1-1 0 0,0-1 1 0 0,0 1-1 0 0,0-1 1 0 0,0 1 0 0 0,0-1-1 0 0,0 1 1 0 0,0 0-1 0 0,0 0 1 0 0,0-1-1 0 0,0 1 1 0 0,0 0 0 0 0,0 0-1 0 0,0 1 1 0 0,-4 5 160 0 0,1 0 0 0 0,-1 0 0 0 0,1 1 1 0 0,1-1-1 0 0,-1 1 0 0 0,1 0 0 0 0,1 0 1 0 0,-1 0-1 0 0,-1 16 0 0 0,1-4-177 0 0,1 1 0 0 0,1 39 0 0 0,9-17-814 0 0,-7-42 504 0 0,-1 1 0 0 0,1 0 0 0 0,-1-1 0 0 0,1 1 0 0 0,-1 0 0 0 0,1-1 0 0 0,0 1 1 0 0,0-1-1 0 0,0 1 0 0 0,0-1 0 0 0,0 1 0 0 0,0-1 0 0 0,0 0 0 0 0,1 1 0 0 0,-1-1 0 0 0,0 0 0 0 0,1 0 0 0 0,-1 0 0 0 0,1 0 0 0 0,-1 0 0 0 0,3 1 0 0 0,-3-2 30 0 0,1-1-1 0 0,-1 1 0 0 0,1 0 0 0 0,-1-1 1 0 0,1 1-1 0 0,-1-1 0 0 0,0 1 0 0 0,1-1 1 0 0,-1 0-1 0 0,1 1 0 0 0,-1-1 0 0 0,0 0 1 0 0,0 0-1 0 0,0 0 0 0 0,1 0 0 0 0,-1 0 1 0 0,0 0-1 0 0,0 0 0 0 0,0-1 0 0 0,-1 1 1 0 0,1 0-1 0 0,0 0 0 0 0,0-1 0 0 0,-1 1 1 0 0,2-3-1 0 0,13-36-2132 0 0,-11 27 1574 0 0,-1 0-1 0 0,-1 0 1 0 0,-1 0 0 0 0,1 0 0 0 0,-2 0 0 0 0,0-1 0 0 0,-2-15 0 0 0,0 19 732 0 0,1 0 0 0 0,-2 0 0 0 0,1 0 0 0 0,-2 0 0 0 0,-9-19 9670 0 0,18 40-5873 0 0,0-2-3906 0 0,48 68 3004 0 0,32 56-1433 0 0,-76-117-1458 0 0,-1 0 0 0 0,-1 1 0 0 0,0 0-1 0 0,-1 1 1 0 0,-2 0 0 0 0,6 27 0 0 0,-7-18-207 0 0,-2 1 0 0 0,-1 33 0 0 0,-5-12-5755 0 0,0-20-717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28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1 427 10138 0 0,'7'0'285'0'0,"-1"0"0"0"0,1 0 1 0 0,0 0-1 0 0,0-1 0 0 0,0 0 0 0 0,0 0 0 0 0,-1-1 0 0 0,1 0 0 0 0,0 0 0 0 0,-1-1 1 0 0,0 1-1 0 0,1-1 0 0 0,-1-1 0 0 0,0 1 0 0 0,-1-1 0 0 0,8-6 0 0 0,-7 5-79 0 0,0 0 0 0 0,0-1-1 0 0,-1 0 1 0 0,1 0 0 0 0,-1 0 0 0 0,-1-1-1 0 0,1 1 1 0 0,-1-1 0 0 0,-1 0-1 0 0,1-1 1 0 0,-1 1 0 0 0,0-1-1 0 0,3-12 1 0 0,0-15-62 0 0,4-62 0 0 0,-10 83-291 0 0,0 1 0 0 0,-1 0 0 0 0,0 0 0 0 0,-1-1 0 0 0,0 1 0 0 0,-1 0 0 0 0,-9-24 0 0 0,12 36 122 0 0,-1 0 0 0 0,1-1-1 0 0,-1 1 1 0 0,1 0 0 0 0,-1 0 0 0 0,0 0 0 0 0,1-1-1 0 0,-1 1 1 0 0,0 0 0 0 0,0 0 0 0 0,0 0 0 0 0,0 0-1 0 0,0 1 1 0 0,0-1 0 0 0,0 0 0 0 0,0 0 0 0 0,0 0-1 0 0,0 1 1 0 0,0-1 0 0 0,-1 1 0 0 0,1-1 0 0 0,0 1 0 0 0,0-1-1 0 0,-1 1 1 0 0,1 0 0 0 0,0 0 0 0 0,-1-1 0 0 0,1 1-1 0 0,0 0 1 0 0,0 0 0 0 0,-1 0 0 0 0,1 1 0 0 0,-2-1-1 0 0,1 1 62 0 0,0 0-1 0 0,1 0 1 0 0,-1-1-1 0 0,0 2 1 0 0,1-1-1 0 0,-1 0 1 0 0,1 0-1 0 0,-1 0 0 0 0,1 1 1 0 0,-1-1-1 0 0,1 1 1 0 0,0-1-1 0 0,0 1 1 0 0,0-1-1 0 0,0 1 1 0 0,0 0-1 0 0,0 0 0 0 0,0-1 1 0 0,1 1-1 0 0,-1 0 1 0 0,1 0-1 0 0,-1 3 1 0 0,-1 9 262 0 0,1 0 1 0 0,0 0 0 0 0,1 0 0 0 0,1 0-1 0 0,0 0 1 0 0,1 0 0 0 0,1 0 0 0 0,0 0-1 0 0,0-1 1 0 0,2 1 0 0 0,11 24 0 0 0,-4-13-8 0 0,1 0 0 0 0,2-1 1 0 0,0 0-1 0 0,2-1 0 0 0,20 21 1 0 0,-29-35-234 0 0,0-1 0 0 0,1 0 0 0 0,1 0 0 0 0,-1-1 0 0 0,1 0 0 0 0,0-1 0 0 0,0 0 0 0 0,1-1 0 0 0,0 0 0 0 0,0 0 0 0 0,0-1 0 0 0,1-1 0 0 0,18 4 0 0 0,-6-4-138 0 0,-1-2-1 0 0,1 0 0 0 0,-1-1 0 0 0,0-2 0 0 0,1 0 0 0 0,24-6 0 0 0,37-10-189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30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350 63 5985 0 0,'0'-3'196'0'0,"-1"-1"-1"0"0,0 1 1 0 0,0 0-1 0 0,-1 0 0 0 0,1 0 1 0 0,0 0-1 0 0,-1 0 1 0 0,0 1-1 0 0,0-1 1 0 0,0 0-1 0 0,0 1 0 0 0,0-1 1 0 0,0 1-1 0 0,-1 0 1 0 0,1 0-1 0 0,-1 0 1 0 0,-5-3-1 0 0,4 3 102 0 0,-1 0 1 0 0,1 0-1 0 0,-1 1 1 0 0,1 0-1 0 0,-1 0 0 0 0,0 0 1 0 0,1 0-1 0 0,-1 1 0 0 0,0 0 1 0 0,0 0-1 0 0,-6 1 0 0 0,0 1 203 0 0,-1 0-1 0 0,0 1 1 0 0,1 0-1 0 0,0 1 1 0 0,0 0-1 0 0,0 1 1 0 0,0 0-1 0 0,1 0 1 0 0,-14 10 0 0 0,14-7-375 0 0,-1 1 1 0 0,1 0-1 0 0,1 0 0 0 0,0 1 1 0 0,0 0-1 0 0,1 1 1 0 0,0 0-1 0 0,1 0 1 0 0,0 0-1 0 0,1 1 1 0 0,0 0-1 0 0,1 1 1 0 0,0-1-1 0 0,1 1 1 0 0,1 0-1 0 0,0 0 1 0 0,0 0-1 0 0,1 0 1 0 0,1 1-1 0 0,0-1 1 0 0,1 0-1 0 0,1 1 1 0 0,0-1-1 0 0,1 0 1 0 0,0 1-1 0 0,1-1 1 0 0,0 0-1 0 0,1-1 1 0 0,0 1-1 0 0,11 19 1 0 0,-8-19-77 0 0,1 0 1 0 0,0-1-1 0 0,1 0 1 0 0,0-1-1 0 0,1 0 1 0 0,0-1-1 0 0,1 1 1 0 0,0-2-1 0 0,1 0 1 0 0,-1 0-1 0 0,2-1 1 0 0,-1-1-1 0 0,1 0 1 0 0,1 0-1 0 0,-1-1 1 0 0,1-1-1 0 0,0-1 1 0 0,0 0-1 0 0,0 0 1 0 0,0-2-1 0 0,1 1 1 0 0,0-2-1 0 0,15 0 1 0 0,-12-1-329 0 0,0-1 0 0 0,0 0 0 0 0,0-1 0 0 0,0-1 0 0 0,0-1 0 0 0,0-1 0 0 0,-1 0 1 0 0,20-9-1 0 0,-23 7-763 0 0,-1 0 0 0 0,1 0 0 0 0,-1-1-1 0 0,-1-1 1 0 0,1 0 0 0 0,-1-1 0 0 0,-1-1 0 0 0,0 1 0 0 0,19-26 0 0 0,-18 17 466 0 0,-6-1 516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30.5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7834 0 0,'4'1'553'0'0,"-1"1"0"0"0,0-1 0 0 0,0 0 0 0 0,1 1 0 0 0,-1 0 0 0 0,0 0 0 0 0,0 0 0 0 0,-1 0 0 0 0,1 0 0 0 0,0 0 0 0 0,-1 1 0 0 0,1-1 0 0 0,-1 1 0 0 0,0 0 0 0 0,4 5 0 0 0,33 53 2473 0 0,-1 29-1838 0 0,-31-69-908 0 0,1-1-1 0 0,1 0 1 0 0,1-1-1 0 0,0 0 0 0 0,18 23 1 0 0,-27-40-333 0 0,1 0 1 0 0,-1 0-1 0 0,0 0 1 0 0,1-1 0 0 0,-1 1-1 0 0,1-1 1 0 0,0 1-1 0 0,-1-1 1 0 0,1 0-1 0 0,0 1 1 0 0,0-1-1 0 0,0 0 1 0 0,0 0-1 0 0,0 0 1 0 0,0-1-1 0 0,0 1 1 0 0,0 0-1 0 0,0-1 1 0 0,1 1 0 0 0,-1-1-1 0 0,0 0 1 0 0,0 0-1 0 0,0 0 1 0 0,1 0-1 0 0,-1 0 1 0 0,0 0-1 0 0,3-1 1 0 0,-3 0-39 0 0,1-1 1 0 0,-1 1-1 0 0,1-1 1 0 0,-1 0 0 0 0,0 0-1 0 0,0 0 1 0 0,1 0-1 0 0,-1 0 1 0 0,-1 0-1 0 0,1 0 1 0 0,0-1-1 0 0,0 1 1 0 0,-1-1 0 0 0,0 1-1 0 0,1-1 1 0 0,-1 0-1 0 0,0 1 1 0 0,0-1-1 0 0,1-6 1 0 0,2-15-699 0 0,0 0 0 0 0,-2-1 0 0 0,0-38 0 0 0,-2 30 678 0 0,6-43 1 0 0,-4 66 152 0 0,0 0 1 0 0,1 0 0 0 0,-1 0 0 0 0,2 0 0 0 0,0 0 0 0 0,0 1 0 0 0,1 0 0 0 0,7-13-1 0 0,-11 21 53 0 0,0-1-1 0 0,0 0 0 0 0,0 1 0 0 0,0-1 0 0 0,1 0 0 0 0,-1 1 0 0 0,0-1 0 0 0,1 1 0 0 0,-1 0 0 0 0,1-1 0 0 0,-1 1 0 0 0,1 0 0 0 0,0 0 0 0 0,-1 0 0 0 0,1 0 0 0 0,0 0 0 0 0,0 1 0 0 0,0-1 0 0 0,0 1 0 0 0,0-1 0 0 0,0 1 0 0 0,0-1 0 0 0,2 1 0 0 0,-2 1 55 0 0,0 0-1 0 0,1-1 0 0 0,-1 1 1 0 0,0 0-1 0 0,0 1 0 0 0,0-1 0 0 0,0 0 1 0 0,0 1-1 0 0,0-1 0 0 0,0 1 1 0 0,0 0-1 0 0,-1-1 0 0 0,1 1 0 0 0,-1 0 1 0 0,1 0-1 0 0,-1 0 0 0 0,0 0 1 0 0,2 3-1 0 0,35 57-235 0 0,3-2 0 0 0,60 68 0 0 0,-86-113-1130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30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88 920 0 0,'6'-1'548'0'0,"0"1"-1"0"0,0 0 1 0 0,0 0-1 0 0,0 0 1 0 0,0 0-1 0 0,0 1 1 0 0,0 0-1 0 0,0 1 1 0 0,0-1-1 0 0,-1 1 1 0 0,1 0-1 0 0,0 1 0 0 0,-1-1 1 0 0,9 7-1 0 0,5 2 1474 0 0,-2 1-1 0 0,31 25 1 0 0,-37-27-1349 0 0,-1 1 1 0 0,1 0 0 0 0,11 16-1 0 0,-20-24-562 0 0,0 0 1 0 0,0-1-1 0 0,0 1 0 0 0,-1 0 0 0 0,1 0 1 0 0,0 0-1 0 0,-1 0 0 0 0,0 1 0 0 0,0-1 0 0 0,0 0 1 0 0,0 0-1 0 0,-1 1 0 0 0,1-1 0 0 0,-1 1 1 0 0,0-1-1 0 0,0 0 0 0 0,0 1 0 0 0,0-1 1 0 0,0 1-1 0 0,-2 5 0 0 0,2-9-86 0 0,0 1 0 0 0,-1-1 0 0 0,1 1 0 0 0,0-1 0 0 0,0 1 0 0 0,0-1 0 0 0,-1 1 0 0 0,1-1 0 0 0,0 1 1 0 0,0-1-1 0 0,-1 1 0 0 0,1-1 0 0 0,0 1 0 0 0,-1-1 0 0 0,1 0 0 0 0,0 1 0 0 0,-1-1 0 0 0,1 0 0 0 0,-1 1 0 0 0,1-1 0 0 0,-1 0 0 0 0,1 1 0 0 0,-1-1 0 0 0,1 0 0 0 0,-1 0 0 0 0,1 0 0 0 0,-1 1 0 0 0,1-1 0 0 0,-1 0 1 0 0,1 0-1 0 0,-2 0 0 0 0,-9-13 392 0 0,-3-24-132 0 0,10 4-424 0 0,1-1 0 0 0,1 1 0 0 0,2-1 0 0 0,9-63-1 0 0,-5 66-695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31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0 323 5529 0 0,'21'4'1343'0'0,"-1"1"1"0"0,0 0-1 0 0,0 1 0 0 0,0 2 0 0 0,-1 0 1 0 0,0 0-1 0 0,-1 2 0 0 0,0 1 0 0 0,21 15 0 0 0,-33-21-1224 0 0,0 1 0 0 0,0-1-1 0 0,0 1 1 0 0,-1 1-1 0 0,0-1 1 0 0,-1 1 0 0 0,1 0-1 0 0,-1 0 1 0 0,0 0 0 0 0,-1 0-1 0 0,3 9 1 0 0,2 9 457 0 0,-1 1 1 0 0,3 28-1 0 0,3 8-157 0 0,-17-86-371 0 0,2 1 0 0 0,1-1 0 0 0,1 0 1 0 0,4-35-1 0 0,-3 44-36 0 0,33-247-129 0 0,10 92-2778 0 0,-30 134 491 0 0,-2 6-4076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31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1 470 5529 0 0,'1'2'130'0'0,"0"-1"0"0"0,1 0 0 0 0,-1 1-1 0 0,1-1 1 0 0,-1 0 0 0 0,1 0 0 0 0,-1 0 0 0 0,1 0-1 0 0,0 0 1 0 0,-1 0 0 0 0,1 0 0 0 0,0-1 0 0 0,0 1-1 0 0,0-1 1 0 0,0 1 0 0 0,0-1 0 0 0,-1 0 0 0 0,1 0 0 0 0,4 0-1 0 0,-1 0 280 0 0,0-1 1 0 0,0 1-1 0 0,-1-1 0 0 0,1-1 0 0 0,0 1 0 0 0,0-1 0 0 0,7-3 0 0 0,-3 0 121 0 0,-1 0-1 0 0,1 0 0 0 0,-1 0 0 0 0,0-1 0 0 0,-1-1 0 0 0,1 1 0 0 0,9-13 0 0 0,-12 11-381 0 0,0 0-1 0 0,0-1 0 0 0,-1 0 1 0 0,0 0-1 0 0,-1 0 0 0 0,0 0 1 0 0,0-1-1 0 0,-1 1 0 0 0,0-1 0 0 0,-1 0 1 0 0,0-10-1 0 0,0 8-95 0 0,-1-1-1 0 0,-1 0 1 0 0,0 0-1 0 0,0 0 1 0 0,-2 1 0 0 0,1-1-1 0 0,-10-23 1 0 0,11 34-55 0 0,0-1 0 0 0,0 0-1 0 0,0 1 1 0 0,0 0 0 0 0,-1-1 0 0 0,1 1 0 0 0,-1 0 0 0 0,0-1 0 0 0,0 1 0 0 0,0 0 0 0 0,0 0-1 0 0,0 1 1 0 0,0-1 0 0 0,0 0 0 0 0,-1 1 0 0 0,-3-3 0 0 0,4 4 18 0 0,0-1 1 0 0,0 1-1 0 0,0-1 1 0 0,0 1-1 0 0,0 0 1 0 0,0-1-1 0 0,-1 1 0 0 0,1 0 1 0 0,0 1-1 0 0,0-1 1 0 0,0 0-1 0 0,0 1 1 0 0,0-1-1 0 0,0 1 1 0 0,0-1-1 0 0,-1 1 1 0 0,-1 1-1 0 0,0 0 44 0 0,0 1 0 0 0,1-1-1 0 0,-1 1 1 0 0,0 0 0 0 0,1 0 0 0 0,-1 0-1 0 0,1 1 1 0 0,0-1 0 0 0,0 1 0 0 0,1-1-1 0 0,-1 1 1 0 0,1 0 0 0 0,-1 0 0 0 0,1 0-1 0 0,1 1 1 0 0,-1-1 0 0 0,0 0 0 0 0,-1 9-1 0 0,2-4-60 0 0,0 1-1 0 0,1 0 0 0 0,0-1 1 0 0,0 1-1 0 0,1 0 1 0 0,1-1-1 0 0,-1 1 0 0 0,1-1 1 0 0,1 1-1 0 0,0-1 0 0 0,0 0 1 0 0,1 0-1 0 0,0 0 0 0 0,1-1 1 0 0,-1 1-1 0 0,2-1 0 0 0,-1 0 1 0 0,11 11-1 0 0,-10-13 19 0 0,0 0 0 0 0,0 0-1 0 0,1 0 1 0 0,0-1 0 0 0,0 0 0 0 0,0-1-1 0 0,1 1 1 0 0,-1-1 0 0 0,1-1 0 0 0,0 1-1 0 0,0-1 1 0 0,0-1 0 0 0,1 0 0 0 0,-1 0-1 0 0,1 0 1 0 0,-1-1 0 0 0,1 0-1 0 0,-1-1 1 0 0,1 0 0 0 0,-1 0 0 0 0,12-3-1 0 0,-15 2-177 0 0,0 0-1 0 0,0-1 0 0 0,0 0 0 0 0,-1 0 0 0 0,1 0 1 0 0,-1-1-1 0 0,1 1 0 0 0,-1-1 0 0 0,0 0 0 0 0,0 0 1 0 0,0-1-1 0 0,0 1 0 0 0,-1-1 0 0 0,1 0 0 0 0,-1 0 1 0 0,0 0-1 0 0,0 0 0 0 0,0-1 0 0 0,3-7 0 0 0,3-9-152 0 0,0 0-1 0 0,-2-1 0 0 0,7-26 0 0 0,-4 10 407 0 0,-6 26-90 0 0,21-59-85 0 0,-23 67 88 0 0,0-1 1 0 0,1 0 0 0 0,-1 0-1 0 0,1 1 1 0 0,0-1 0 0 0,1 1-1 0 0,-1 0 1 0 0,1 0 0 0 0,-1 0 0 0 0,1 1-1 0 0,6-5 1 0 0,-9 7 63 0 0,0 1-1 0 0,0 0 1 0 0,0-1 0 0 0,-1 1-1 0 0,1 0 1 0 0,0-1 0 0 0,0 1-1 0 0,0 0 1 0 0,0 0 0 0 0,0 0-1 0 0,0 0 1 0 0,0 0 0 0 0,0 0 0 0 0,0 0-1 0 0,0 0 1 0 0,0 0 0 0 0,0 1-1 0 0,0-1 1 0 0,0 0 0 0 0,-1 1-1 0 0,1-1 1 0 0,0 0 0 0 0,0 1 0 0 0,0-1-1 0 0,0 1 1 0 0,-1-1 0 0 0,1 1-1 0 0,0 0 1 0 0,0-1 0 0 0,-1 1-1 0 0,1 0 1 0 0,-1-1 0 0 0,1 1-1 0 0,0 0 1 0 0,-1 0 0 0 0,1 0 0 0 0,-1 0-1 0 0,0-1 1 0 0,1 2 0 0 0,18 46 1458 0 0,-12-27-1176 0 0,-1-10-253 0 0,0 1 0 0 0,1-1 0 0 0,0 0 0 0 0,14 16 0 0 0,-18-23-176 0 0,1 0 0 0 0,-1 0-1 0 0,1-1 1 0 0,0 1 0 0 0,1-1 0 0 0,-1 0-1 0 0,0 0 1 0 0,1 0 0 0 0,0-1-1 0 0,-1 1 1 0 0,1-1 0 0 0,0 0 0 0 0,10 2-1 0 0,-14-4 68 0 0,0 0-1 0 0,-1-1 1 0 0,1 1-1 0 0,0 0 0 0 0,-1 0 1 0 0,1-1-1 0 0,-1 1 1 0 0,1-1-1 0 0,0 1 1 0 0,-1 0-1 0 0,1-1 0 0 0,-1 1 1 0 0,1-1-1 0 0,-1 1 1 0 0,1-1-1 0 0,-1 0 1 0 0,0 1-1 0 0,1-1 0 0 0,-1 1 1 0 0,0-1-1 0 0,1 0 1 0 0,-1 1-1 0 0,0-1 0 0 0,0 0 1 0 0,1 1-1 0 0,-1-1 1 0 0,0 0-1 0 0,0 1 1 0 0,0-1-1 0 0,0 0 0 0 0,0 0 1 0 0,0 1-1 0 0,0-1 1 0 0,0 0-1 0 0,-1-1 0 0 0,-1-38-512 0 0,0 27 434 0 0,2-4 11 0 0,1 0 1 0 0,0 0-1 0 0,1 1 1 0 0,1-1-1 0 0,0 1 1 0 0,6-18-1 0 0,-7 29 55 0 0,-1 0-1 0 0,1 0 1 0 0,0 0 0 0 0,0 0-1 0 0,1 0 1 0 0,-1 0-1 0 0,1 1 1 0 0,0-1-1 0 0,1 1 1 0 0,-1 0 0 0 0,1 0-1 0 0,-1 0 1 0 0,1 1-1 0 0,0-1 1 0 0,1 1-1 0 0,-1 0 1 0 0,0 0 0 0 0,1 0-1 0 0,0 1 1 0 0,0-1-1 0 0,0 1 1 0 0,0 0-1 0 0,5-1 1 0 0,-8 3 34 0 0,0 0 0 0 0,0 0 1 0 0,0 0-1 0 0,1 0 0 0 0,-1 0 0 0 0,0 0 1 0 0,0 1-1 0 0,0-1 0 0 0,0 1 0 0 0,0-1 1 0 0,0 1-1 0 0,0 0 0 0 0,0 0 1 0 0,0 0-1 0 0,-1 0 0 0 0,1 0 0 0 0,0 0 1 0 0,0 1-1 0 0,-1-1 0 0 0,1 0 0 0 0,-1 1 1 0 0,1-1-1 0 0,-1 1 0 0 0,0 0 0 0 0,1 0 1 0 0,0 1-1 0 0,4 8 245 0 0,-1 0 0 0 0,0-1 0 0 0,7 21 0 0 0,2 6 431 0 0,-10-30-893 0 0,0 0 0 0 0,1 0 0 0 0,0 0 0 0 0,0-1 0 0 0,0 0 1 0 0,1 0-1 0 0,0 0 0 0 0,0 0 0 0 0,9 5 0 0 0,-1-3-1154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31.9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11058 0 0,'-1'3'261'0'0,"1"1"0"0"0,1-1 0 0 0,-1 1 0 0 0,1-1 0 0 0,-1 1 1 0 0,1-1-1 0 0,0 1 0 0 0,0-1 0 0 0,0 0 0 0 0,1 1 0 0 0,2 4 0 0 0,0 0 144 0 0,76 176 4522 0 0,-50-119-3874 0 0,-2 0 0 0 0,34 121 0 0 0,-22 22-2308 0 0,-33-173 32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0:32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1 343 9218 0 0,'1'-2'116'0'0,"1"0"0"0"0,-1 0 1 0 0,1 0-1 0 0,0 0 0 0 0,0 0 0 0 0,0 1 0 0 0,0-1 1 0 0,0 1-1 0 0,0-1 0 0 0,0 1 0 0 0,0 0 0 0 0,1-1 0 0 0,-1 1 1 0 0,1 0-1 0 0,4-1 0 0 0,4-3 1079 0 0,183-95 3563 0 0,97-58-2257 0 0,-247 132-2402 0 0,-6-1-85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13.2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 1 11522 0 0,'-1'0'52'0'0,"1"1"0"0"0,0 0 0 0 0,0-1 0 0 0,-1 1 0 0 0,1 0 0 0 0,0-1 0 0 0,0 1 0 0 0,0 0 0 0 0,0 0 0 0 0,0-1 0 0 0,0 1 0 0 0,0 0 0 0 0,0-1 0 0 0,0 1 0 0 0,1 0 0 0 0,-1-1 0 0 0,0 1 0 0 0,0 0 0 0 0,0-1 0 0 0,1 1 0 0 0,-1 0 0 0 0,0-1 0 0 0,1 1 0 0 0,-1-1 0 0 0,2 2 0 0 0,14 21 521 0 0,-8-13 228 0 0,32 51 2343 0 0,61 128 1 0 0,-77-135-2808 0 0,-3 1 1 0 0,-3 1-1 0 0,-2 0 1 0 0,-2 2 0 0 0,8 76-1 0 0,-17-99-492 0 0,-2 0-1 0 0,-2 0 0 0 0,0 1 1 0 0,-3-1-1 0 0,-6 38 1 0 0,8-72 40 0 0,0-1 1 0 0,0 1-1 0 0,0-1 1 0 0,0 0-1 0 0,0 1 1 0 0,0-1-1 0 0,0 1 1 0 0,0-1 0 0 0,0 1-1 0 0,0-1 1 0 0,0 1-1 0 0,0-1 1 0 0,0 1-1 0 0,-1-1 1 0 0,1 0-1 0 0,0 1 1 0 0,0-1-1 0 0,-1 1 1 0 0,1-1-1 0 0,0 0 1 0 0,0 1 0 0 0,-1-1-1 0 0,1 0 1 0 0,0 1-1 0 0,-1-1 1 0 0,1 0-1 0 0,0 1 1 0 0,-1-1-1 0 0,1 0 1 0 0,-1 0-1 0 0,1 0 1 0 0,0 1 0 0 0,-1-1-1 0 0,0 0 1 0 0,-8-14-1708 0 0,-2-27 1610 0 0,5 15 282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13.63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14 365 3225 0 0,'-5'-21'608'0'0,"2"0"0"0"0,0 0 0 0 0,1-1 0 0 0,2-38 0 0 0,0 45-336 0 0,0 7 48 0 0,1-1-1 0 0,0 1 0 0 0,0 0 0 0 0,1 0 1 0 0,0 0-1 0 0,1 0 0 0 0,0 0 1 0 0,0 1-1 0 0,0-1 0 0 0,1 1 0 0 0,0 0 1 0 0,1 0-1 0 0,0 0 0 0 0,6-7 0 0 0,-3 5 87 0 0,0 0-1 0 0,1 1 0 0 0,0 0 1 0 0,1 0-1 0 0,0 1 0 0 0,0 1 0 0 0,1-1 1 0 0,-1 2-1 0 0,13-6 0 0 0,-22 11-359 0 0,1-1-1 0 0,-1 0 0 0 0,1 1 0 0 0,0-1 0 0 0,-1 1 1 0 0,1-1-1 0 0,-1 1 0 0 0,1 0 0 0 0,0 0 1 0 0,-1 0-1 0 0,1 0 0 0 0,-1 0 0 0 0,1 0 0 0 0,0 0 1 0 0,-1 0-1 0 0,1 1 0 0 0,-1-1 0 0 0,1 1 1 0 0,0-1-1 0 0,-1 1 0 0 0,1 0 0 0 0,-1-1 0 0 0,0 1 1 0 0,3 2-1 0 0,-2-1 1 0 0,0 0 1 0 0,0 0-1 0 0,-1 1 1 0 0,1-1-1 0 0,-1 1 1 0 0,1-1-1 0 0,-1 1 0 0 0,0 0 1 0 0,0-1-1 0 0,0 1 1 0 0,0 0-1 0 0,1 5 1 0 0,-1 3 26 0 0,0 0 0 0 0,0 0 0 0 0,-1 0 0 0 0,0 0 0 0 0,-1 0 0 0 0,-2 14 0 0 0,-3-4-47 0 0,-1-1-1 0 0,-1 0 1 0 0,-10 19 0 0 0,9-20 46 0 0,1-1 0 0 0,1 2 1 0 0,-8 28-1 0 0,15-47-21 0 0,-1 1 0 0 0,1-1 0 0 0,0 0 0 0 0,-1 1 0 0 0,1-1 1 0 0,0 1-1 0 0,0-1 0 0 0,0 1 0 0 0,0-1 0 0 0,0 0 0 0 0,1 1 0 0 0,-1-1 0 0 0,0 1 0 0 0,1-1 0 0 0,-1 1 0 0 0,1-1 0 0 0,-1 0 0 0 0,1 1 0 0 0,0-1 0 0 0,-1 0 0 0 0,1 0 0 0 0,0 0 0 0 0,0 1 1 0 0,0-1-1 0 0,0 0 0 0 0,0 0 0 0 0,0 0 0 0 0,0 0 0 0 0,0-1 0 0 0,0 1 0 0 0,1 0 0 0 0,-1 0 0 0 0,0-1 0 0 0,0 1 0 0 0,1 0 0 0 0,-1-1 0 0 0,1 0 0 0 0,-1 1 0 0 0,0-1 0 0 0,1 0 0 0 0,-1 0 0 0 0,1 1 1 0 0,-1-1-1 0 0,3-1 0 0 0,8 1 207 0 0,0 0 0 0 0,1-1 0 0 0,-1-1 0 0 0,16-4 0 0 0,-11 2-25 0 0,77-11 137 0 0,1 4 0 0 0,111 2 0 0 0,-195 9-577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16.89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149 80 6913 0 0,'-4'-11'617'0'0,"-1"0"-1"0"0,0 0 0 0 0,-9-15 0 0 0,-2 6 2921 0 0,15 19-3431 0 0,1 1 0 0 0,-1 0 0 0 0,1 0 0 0 0,0 0 0 0 0,-1 1 1 0 0,1-1-1 0 0,0 0 0 0 0,-1 0 0 0 0,1 0 0 0 0,-1 0 0 0 0,1 0 0 0 0,0 0 0 0 0,-1 0 1 0 0,1 1-1 0 0,0-1 0 0 0,-1 0 0 0 0,1 0 0 0 0,0 1 0 0 0,0-1 0 0 0,-1 0 0 0 0,1 0 1 0 0,0 1-1 0 0,-1-1 0 0 0,1 0 0 0 0,0 1 0 0 0,0-1 0 0 0,0 0 0 0 0,0 1 0 0 0,-1-1 1 0 0,1 0-1 0 0,0 1 0 0 0,0-1 0 0 0,0 0 0 0 0,0 1 0 0 0,0-1 0 0 0,0 1 0 0 0,0-1 1 0 0,0 0-1 0 0,0 1 0 0 0,-7 20 544 0 0,7-20-475 0 0,-27 101 502 0 0,5 1 0 0 0,-10 116 0 0 0,29-158-548 0 0,8 96-1 0 0,0 8-1662 0 0,-15-86-3697 0 0,7-63 133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17.34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29 86 3225 0 0,'-3'-2'288'0'0,"0"-1"0"0"0,1 0 1 0 0,-1 1-1 0 0,1-1 1 0 0,0 0-1 0 0,0-1 0 0 0,0 1 1 0 0,0 0-1 0 0,0 0 1 0 0,1-1-1 0 0,0 1 0 0 0,0-1 1 0 0,-2-6-1 0 0,3 9-66 0 0,0-1-1 0 0,1 0 1 0 0,-1 1-1 0 0,0-1 1 0 0,1 1 0 0 0,-1-1-1 0 0,1 1 1 0 0,0-1-1 0 0,-1 1 1 0 0,1-1-1 0 0,0 1 1 0 0,0 0-1 0 0,0-1 1 0 0,0 1 0 0 0,0 0-1 0 0,0 0 1 0 0,0 0-1 0 0,0 0 1 0 0,0 0-1 0 0,1 0 1 0 0,-1 0-1 0 0,0 0 1 0 0,1 0 0 0 0,-1 0-1 0 0,1 1 1 0 0,-1-1-1 0 0,1 1 1 0 0,-1-1-1 0 0,1 1 1 0 0,-1 0-1 0 0,1-1 1 0 0,-1 1 0 0 0,3 0-1 0 0,1 0 5 0 0,0-1 0 0 0,-1 1 1 0 0,1 1-1 0 0,0-1 0 0 0,-1 1 0 0 0,1-1 0 0 0,-1 1 0 0 0,1 1 0 0 0,-1-1 1 0 0,1 1-1 0 0,-1-1 0 0 0,0 1 0 0 0,0 0 0 0 0,0 1 0 0 0,0-1 0 0 0,0 1 0 0 0,0 0 1 0 0,4 5-1 0 0,9 6 346 0 0,-2 2-1 0 0,20 25 1 0 0,105 127 443 0 0,123 158-2009 0 0,-259-321 653 0 0,7 10-888 0 0,-2-5-2436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17.55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17 148 4609 0 0,'-7'3'66'0'0,"-2"2"1272"0"0,17-7 1060 0 0,25-12-396 0 0,-1 0 1 0 0,-1-2-1 0 0,38-26 0 0 0,32-16-1918 0 0,-80 48-5954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20.17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 90 3225 0 0,'-9'-6'6745'0'0,"10"2"-6354"0"0,0 0-1 0 0,0 1 1 0 0,0-1-1 0 0,1 1 1 0 0,-1-1-1 0 0,1 1 1 0 0,0 0-1 0 0,0 0 1 0 0,0 0-1 0 0,0 0 1 0 0,1 0-1 0 0,-1 0 1 0 0,1 1-1 0 0,0-1 1 0 0,0 1-1 0 0,0 0 1 0 0,0-1-1 0 0,0 2 1 0 0,0-1-1 0 0,4-2 1 0 0,7 0-399 0 0,0-1 0 0 0,0 2 0 0 0,0 0 0 0 0,0 1 1 0 0,18-1-1 0 0,-7 1-6474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28.19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150 321 3681 0 0,'-53'-29'1949'0'0,"38"21"-951"0"0,1 0 0 0 0,-18-11 0 0 0,29 17-680 0 0,0-1 0 0 0,1 1 1 0 0,-1 0-1 0 0,0-1 0 0 0,1 0 1 0 0,-1 0-1 0 0,1 0 0 0 0,0 0 1 0 0,0 0-1 0 0,0 0 0 0 0,0 0 1 0 0,1-1-1 0 0,-1 1 1 0 0,-1-8-1 0 0,5 3 2801 0 0,6 12-1425 0 0,13 17-485 0 0,-20-20-1052 0 0,70 74 716 0 0,3-4 0 0 0,136 100 0 0 0,-174-142-855 0 0,-1 2-1 0 0,-2 1 1 0 0,-1 1 0 0 0,-1 2 0 0 0,26 40-1 0 0,-57-74-3 0 0,1 0 0 0 0,-1-1-1 0 0,1 1 1 0 0,-1 0 0 0 0,1 0-1 0 0,-1 0 1 0 0,1-1 0 0 0,0 1-1 0 0,-1 0 1 0 0,1-1 0 0 0,0 1-1 0 0,0 0 1 0 0,-1-1 0 0 0,1 1-1 0 0,0-1 1 0 0,0 1 0 0 0,0-1-1 0 0,0 0 1 0 0,0 1 0 0 0,0-1-1 0 0,0 0 1 0 0,-1 1-1 0 0,1-1 1 0 0,0 0 0 0 0,0 0-1 0 0,2 0 1 0 0,-2-1-9 0 0,0 0 0 0 0,-1 1 1 0 0,1-1-1 0 0,0 0 0 0 0,0 0 0 0 0,0 0 0 0 0,-1 0 0 0 0,1 0 1 0 0,0 0-1 0 0,-1 0 0 0 0,1 0 0 0 0,-1 0 0 0 0,1 0 1 0 0,-1 0-1 0 0,1 0 0 0 0,-1-1 0 0 0,0 1 0 0 0,0-1 0 0 0,3-14 22 0 0,-1 1 0 0 0,0-24-1 0 0,-2 30 77 0 0,-7-314 1154 0 0,-2 81-1331 0 0,8 213-19 0 0,0 14-262 0 0,1 1 0 0 0,1-1 0 0 0,0 1 0 0 0,5-25-1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28.67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68 58 3857 0 0,'0'-4'226'0'0,"-1"0"-1"0"0,1 0 1 0 0,-1 0 0 0 0,0-1-1 0 0,0 1 1 0 0,0 0 0 0 0,0 0 0 0 0,-1 0-1 0 0,1 0 1 0 0,-4-4 0 0 0,5 7-91 0 0,-1 1 1 0 0,1-1 0 0 0,0 1-1 0 0,-1-1 1 0 0,1 1 0 0 0,-1-1-1 0 0,1 1 1 0 0,-1-1 0 0 0,1 1-1 0 0,-1 0 1 0 0,1-1-1 0 0,-1 1 1 0 0,1 0 0 0 0,-1-1-1 0 0,1 1 1 0 0,-1 0 0 0 0,0 0-1 0 0,1-1 1 0 0,-1 1 0 0 0,0 0-1 0 0,1 0 1 0 0,-1 0 0 0 0,0 0-1 0 0,1 0 1 0 0,-1 0 0 0 0,0 0-1 0 0,-1 1 81 0 0,1-1 0 0 0,0 1 0 0 0,-1 0 0 0 0,1 0-1 0 0,0 0 1 0 0,-1 0 0 0 0,1 0 0 0 0,0 0 0 0 0,0 0-1 0 0,0 1 1 0 0,0-1 0 0 0,0 0 0 0 0,0 1 0 0 0,0-1-1 0 0,1 0 1 0 0,-2 3 0 0 0,-2 5 87 0 0,1 1-1 0 0,0 1 1 0 0,0-1-1 0 0,1 0 1 0 0,0 1 0 0 0,1-1-1 0 0,0 1 1 0 0,1-1 0 0 0,0 1-1 0 0,1-1 1 0 0,0 1 0 0 0,0-1-1 0 0,1 1 1 0 0,5 13 0 0 0,-6-22-303 0 0,-1 0 1 0 0,1 0-1 0 0,1-1 1 0 0,-1 1-1 0 0,0 0 1 0 0,0-1-1 0 0,1 1 1 0 0,-1-1-1 0 0,0 1 1 0 0,1-1-1 0 0,0 0 1 0 0,-1 1-1 0 0,1-1 1 0 0,0 0-1 0 0,0 0 1 0 0,-1 0-1 0 0,1-1 1 0 0,0 1-1 0 0,0 0 1 0 0,0-1-1 0 0,0 1 1 0 0,0-1-1 0 0,0 1 1 0 0,0-1-1 0 0,0 0 1 0 0,0 0-1 0 0,3 0 1 0 0,8-1-44 0 0,0 0 0 0 0,0 0 1 0 0,17-5-1 0 0,-2 1 45 0 0,-23 5-13 0 0,0-1 0 0 0,1 1 0 0 0,-1 0 0 0 0,0 0 1 0 0,1 1-1 0 0,-1-1 0 0 0,0 1 0 0 0,0 1 0 0 0,0-1 0 0 0,9 4 0 0 0,-12-4 13 0 0,0 0-1 0 0,0 0 0 0 0,0 0 0 0 0,-1 0 0 0 0,1 1 1 0 0,-1-1-1 0 0,1 1 0 0 0,-1-1 0 0 0,1 1 0 0 0,-1-1 0 0 0,0 1 1 0 0,1 0-1 0 0,-1 0 0 0 0,0-1 0 0 0,0 1 0 0 0,-1 0 1 0 0,1 0-1 0 0,0 0 0 0 0,-1 0 0 0 0,1 0 0 0 0,-1 0 1 0 0,1 0-1 0 0,-1 0 0 0 0,0 1 0 0 0,0-1 0 0 0,0 0 0 0 0,0 0 1 0 0,0 0-1 0 0,-1 0 0 0 0,0 2 0 0 0,-1 4 212 0 0,0 0 0 0 0,-1 0 0 0 0,0 0-1 0 0,0 0 1 0 0,-1-1 0 0 0,0 1 0 0 0,0-1 0 0 0,-1 0-1 0 0,0 0 1 0 0,0-1 0 0 0,-7 8 0 0 0,0-3-379 0 0,0 1 1 0 0,-1-2 0 0 0,-1 0 0 0 0,-23 14-1 0 0,17-13-6891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29.49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17 248 6913 0 0,'-8'-93'3970'0'0,"5"74"-2924"0"0,0 0-1 0 0,2 0 0 0 0,0-1 1 0 0,1 1-1 0 0,1 0 1 0 0,4-20-1 0 0,-8 65-22 0 0,1 0 0 0 0,2 1 0 0 0,3 33-1 0 0,18 118-1096 0 0,9 26 35 0 0,6 364 1 0 0,-11-192-25 0 0,-16-265 54 0 0,-4-51 67 0 0,-4-1 1 0 0,-1 0 0 0 0,-4 1-1 0 0,-2-1 1 0 0,-17 74 0 0 0,14-105-114 0 0,9-28 45 0 0,0 0 0 0 0,0 0-1 0 0,0 0 1 0 0,0 0 0 0 0,0 0 0 0 0,0 0-1 0 0,0 0 1 0 0,0 1 0 0 0,0-1-1 0 0,0 0 1 0 0,0 0 0 0 0,0 0 0 0 0,-1 0-1 0 0,1 0 1 0 0,0 0 0 0 0,0 0 0 0 0,0 0-1 0 0,0 0 1 0 0,0 0 0 0 0,0 0-1 0 0,0 0 1 0 0,0 0 0 0 0,0 0 0 0 0,-1 0-1 0 0,1 0 1 0 0,0 0 0 0 0,0 0 0 0 0,0 0-1 0 0,0 0 1 0 0,0 0 0 0 0,0 0 0 0 0,0 0-1 0 0,0 0 1 0 0,-1 0 0 0 0,1 0-1 0 0,0 0 1 0 0,0 0 0 0 0,0 0 0 0 0,0 0-1 0 0,0 0 1 0 0,0 0 0 0 0,0 0 0 0 0,0 0-1 0 0,0 0 1 0 0,0 0 0 0 0,-1 0-1 0 0,1 0 1 0 0,0-1 0 0 0,0 1 0 0 0,0 0-1 0 0,0 0 1 0 0,0 0 0 0 0,0 0 0 0 0,0 0-1 0 0,0 0 1 0 0,0 0 0 0 0,0 0 0 0 0,0 0-1 0 0,0 0 1 0 0,0-1 0 0 0,-4-17-1458 0 0,1 0-32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30.02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117 153 1376 0 0,'-5'1'373'0'0,"0"0"0"0"0,-1 0 0 0 0,1 0-1 0 0,0 0 1 0 0,0 1 0 0 0,0 0 0 0 0,0 0 0 0 0,1 0-1 0 0,-1 1 1 0 0,0 0 0 0 0,1-1 0 0 0,0 2 0 0 0,-1-1-1 0 0,-4 5 1 0 0,-30 20 2242 0 0,49-34-2005 0 0,-1 0 0 0 0,1-1-1 0 0,-1 0 1 0 0,0-1-1 0 0,0 0 1 0 0,10-12-1 0 0,47-64-1005 0 0,-29 35 1017 0 0,-27 35-896 0 0,-2 6 2871 0 0,2 21-95 0 0,-7-8-2393 0 0,18 31 229 0 0,-2 1 1 0 0,-1 0-1 0 0,19 63 0 0 0,27 55-485 0 0,-27-89-1631 0 0,-17-32-4853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18.57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 9 11058 0 0,'-11'-9'7565'0'0,"18"14"-7395"0"0,-2 0 1 0 0,1 0 0 0 0,-1 1-1 0 0,1 0 1 0 0,-2 0 0 0 0,1 0-1 0 0,-1 0 1 0 0,0 1 0 0 0,0 0-1 0 0,0-1 1 0 0,4 16 0 0 0,5 14 247 0 0,8 43 1 0 0,-13-49-274 0 0,20 87 189 0 0,-7-26-498 0 0,4-2 1 0 0,41 96 0 0 0,-60-172-494 0 0,0 0 1 0 0,1 0 0 0 0,13 16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19.15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24 202 5065 0 0,'-1'1'90'0'0,"0"-1"-1"0"0,0 0 1 0 0,1 0 0 0 0,-1 0 0 0 0,0 0-1 0 0,0 0 1 0 0,0 0 0 0 0,0 0-1 0 0,1 0 1 0 0,-1 0 0 0 0,0 0-1 0 0,0-1 1 0 0,0 1 0 0 0,1 0 0 0 0,-1-1-1 0 0,0 1 1 0 0,0 0 0 0 0,1-1-1 0 0,-1 1 1 0 0,0-1 0 0 0,1 1 0 0 0,-1-1-1 0 0,0 1 1 0 0,1-1 0 0 0,-1 1-1 0 0,1-1 1 0 0,-1 0 0 0 0,1 1-1 0 0,-1-1 1 0 0,1 0 0 0 0,-1 0 0 0 0,1 0-1 0 0,0-1 33 0 0,0 0 0 0 0,0 0-1 0 0,0 0 1 0 0,1 1 0 0 0,-1-1-1 0 0,1 0 1 0 0,-1 0 0 0 0,1 1-1 0 0,0-1 1 0 0,0 0 0 0 0,0 1-1 0 0,0-1 1 0 0,1-2 0 0 0,6-6 714 0 0,0 0 1 0 0,1 1-1 0 0,13-13 1 0 0,-3 6-410 0 0,0-1 545 0 0,0 1 1 0 0,1 1-1 0 0,23-13 1 0 0,-39 25-851 0 0,0 0 0 0 0,0 1 0 0 0,1 0 0 0 0,-1 0 0 0 0,1 0 0 0 0,0 1 0 0 0,0-1 0 0 0,-1 1 0 0 0,1 0 0 0 0,0 1 0 0 0,0-1 0 0 0,0 1 0 0 0,0 0 0 0 0,0 0 0 0 0,0 0 0 0 0,0 1 0 0 0,0 0 0 0 0,0 0 0 0 0,-1 0 0 0 0,1 0 0 0 0,7 4 0 0 0,-7-1-113 0 0,0-1 0 0 0,0 1-1 0 0,0 0 1 0 0,-1 1 0 0 0,0-1 0 0 0,0 1-1 0 0,0 0 1 0 0,0 0 0 0 0,-1 0-1 0 0,0 1 1 0 0,0-1 0 0 0,0 1 0 0 0,-1-1-1 0 0,1 1 1 0 0,-2 0 0 0 0,1 0-1 0 0,-1 0 1 0 0,2 11 0 0 0,0 11 58 0 0,-1-1 1 0 0,-3 49-1 0 0,1-75-67 0 0,-17 193-270 0 0,20-194-293 0 0,6-10 220 0 0,7-11-218 0 0,-15 20 516 0 0,18-26-60 0 0,1 0 0 0 0,0 2 0 0 0,28-25 0 0 0,-40 43 190 0 0,0 1-1 0 0,0 0 1 0 0,1 0 0 0 0,-1 0 0 0 0,1 1-1 0 0,12-4 1 0 0,-16 7-63 0 0,0 0-1 0 0,1 1 1 0 0,-1-1 0 0 0,1 1-1 0 0,-1 0 1 0 0,1 1-1 0 0,0-1 1 0 0,-1 1 0 0 0,1 1-1 0 0,0-1 1 0 0,-1 1-1 0 0,8 1 1 0 0,-10-1-9 0 0,-1 0 0 0 0,1 1 1 0 0,-1-1-1 0 0,1 1 0 0 0,-1 0 0 0 0,0-1 0 0 0,1 1 1 0 0,-1 0-1 0 0,0 0 0 0 0,0 0 0 0 0,0 1 0 0 0,-1-1 0 0 0,1 0 1 0 0,-1 1-1 0 0,1-1 0 0 0,-1 1 0 0 0,0-1 0 0 0,1 1 1 0 0,-1 0-1 0 0,-1 0 0 0 0,1-1 0 0 0,0 1 0 0 0,-1 0 0 0 0,1 0 1 0 0,-1 0-1 0 0,0 4 0 0 0,1 11 372 0 0,-1 0 0 0 0,-3 35 0 0 0,2-47-281 0 0,-3 32 153 0 0,-1 1-1 0 0,-2-1 1 0 0,-2 0 0 0 0,-2-1-1 0 0,-1 0 1 0 0,-2-1 0 0 0,-1 0-1 0 0,-22 38 1 0 0,33-69-258 0 0,1-1 1 0 0,0 1-1 0 0,-1-1 1 0 0,0 1-1 0 0,0-1 0 0 0,0 0 1 0 0,-1 0-1 0 0,1-1 1 0 0,-1 0-1 0 0,0 1 1 0 0,0-1-1 0 0,0-1 0 0 0,0 1 1 0 0,-1-1-1 0 0,1 0 1 0 0,0 0-1 0 0,-1-1 1 0 0,-8 2-1 0 0,10-3-334 0 0,-1 1-1 0 0,0-1 1 0 0,1-1 0 0 0,-1 1-1 0 0,1-1 1 0 0,-1 0-1 0 0,0 0 1 0 0,1 0 0 0 0,-6-2-1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30.88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23 11 14283 0 0,'-1'-1'82'0'0,"1"1"-1"0"0,0-1 0 0 0,0 0 1 0 0,-1 1-1 0 0,1-1 1 0 0,-1 1-1 0 0,1-1 1 0 0,0 1-1 0 0,-1-1 1 0 0,1 1-1 0 0,-1-1 1 0 0,1 1-1 0 0,-1-1 1 0 0,1 1-1 0 0,-1 0 0 0 0,1-1 1 0 0,-1 1-1 0 0,0 0 1 0 0,1-1-1 0 0,-1 1 1 0 0,1 0-1 0 0,-1 0 1 0 0,0 0-1 0 0,1-1 1 0 0,-2 1-1 0 0,1 1 53 0 0,1-1-1 0 0,-1 1 1 0 0,1-1-1 0 0,-1 1 1 0 0,1-1-1 0 0,-1 1 1 0 0,1-1 0 0 0,0 1-1 0 0,-1 0 1 0 0,1-1-1 0 0,0 1 1 0 0,-1 0-1 0 0,1-1 1 0 0,0 1-1 0 0,0 0 1 0 0,0 0 0 0 0,-1-1-1 0 0,1 2 1 0 0,-1 41 1530 0 0,64 825 308 0 0,-44-646-1990 0 0,-18 338 136 0 0,-9-167-108 0 0,12-336-10 0 0,12 65 0 0 0,-7-61 0 0 0,-8-16-381 0 0,-1-34-1388 0 0,4-37-703 0 0,1-16-4173 0 0,-3 26 1700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31.25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84 201 1376 0 0,'-7'0'1137'0'0,"-35"-2"3068"0"0,40 2-3888 0 0,0 0-1 0 0,0 0 0 0 0,1-1 1 0 0,-1 1-1 0 0,0 0 1 0 0,0-1-1 0 0,1 1 0 0 0,-1-1 1 0 0,0 0-1 0 0,1 0 0 0 0,-1 0 1 0 0,1 0-1 0 0,-1 0 1 0 0,1 0-1 0 0,-1 0 0 0 0,1 0 1 0 0,0 0-1 0 0,-3-3 0 0 0,4 4-230 0 0,0 0-1 0 0,0-1 0 0 0,0 1 0 0 0,-1 0 0 0 0,1-1 0 0 0,0 1 0 0 0,0 0 0 0 0,0 0 1 0 0,0-1-1 0 0,-1 1 0 0 0,1-1 0 0 0,0 1 0 0 0,0 0 0 0 0,0-1 0 0 0,0 1 1 0 0,0 0-1 0 0,0-1 0 0 0,0 1 0 0 0,0 0 0 0 0,0-1 0 0 0,0 1 0 0 0,0 0 1 0 0,0-1-1 0 0,1 1 0 0 0,-1 0 0 0 0,0-1 0 0 0,0 1 0 0 0,0 0 0 0 0,0-1 0 0 0,0 1 1 0 0,1 0-1 0 0,-1-1 0 0 0,0 1 0 0 0,0 0 0 0 0,1 0 0 0 0,-1-1 0 0 0,1 1 1 0 0,14-1 1938 0 0,17 11 174 0 0,-19 0-1905 0 0,-1 1 1 0 0,0 0-1 0 0,0 0 0 0 0,-1 2 1 0 0,-1-1-1 0 0,0 1 1 0 0,10 19-1 0 0,-5-10-188 0 0,24 27 0 0 0,-37-46-94 0 0,0-1 0 0 0,0 0 0 0 0,1 1 1 0 0,-1-1-1 0 0,1 0 0 0 0,-1 0 1 0 0,1-1-1 0 0,0 1 0 0 0,0 0 1 0 0,0-1-1 0 0,0 0 0 0 0,0 1 1 0 0,0-1-1 0 0,0-1 0 0 0,4 2 0 0 0,-5-2 2 0 0,0 0-1 0 0,0 0 0 0 0,0-1 0 0 0,0 1 0 0 0,0-1 1 0 0,1 1-1 0 0,-1-1 0 0 0,0 0 0 0 0,-1 1 0 0 0,1-1 0 0 0,0 0 1 0 0,0 0-1 0 0,0-1 0 0 0,0 1 0 0 0,-1 0 0 0 0,1-1 1 0 0,-1 1-1 0 0,1-1 0 0 0,-1 1 0 0 0,1-1 0 0 0,-1 1 0 0 0,0-1 1 0 0,0 0-1 0 0,2-3 0 0 0,10-22 41 0 0,0-1 0 0 0,-2 0 0 0 0,-1-1 0 0 0,-1-1 0 0 0,6-36 0 0 0,23-70-2131 0 0,-31 117-5636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50.49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251 116 2761 0 0,'-1'1'16'0'0,"-25"14"432"0"0,25-15-437 0 0,1 0-1 0 0,-1 1 1 0 0,1-1 0 0 0,-1 0 0 0 0,1 0-1 0 0,-1 0 1 0 0,1 0 0 0 0,-1 0 0 0 0,1 0-1 0 0,-1 0 1 0 0,1 0 0 0 0,-1 0 0 0 0,1 0-1 0 0,-1 0 1 0 0,1 0 0 0 0,-1 0 0 0 0,1 0-1 0 0,-1 0 1 0 0,1 0 0 0 0,-1-1 0 0 0,1 1-1 0 0,-1 0 1 0 0,1 0 0 0 0,-1-1-1 0 0,1 1 1 0 0,-1 0 0 0 0,1-1 0 0 0,0 1-1 0 0,-1 0 1 0 0,1-1 0 0 0,0 1 0 0 0,-1 0-1 0 0,1-1 1 0 0,0 1 0 0 0,0-1 0 0 0,-1 1-1 0 0,1-1 1 0 0,0 1 0 0 0,0-1 0 0 0,0 1-1 0 0,-1-1 1 0 0,1 1 0 0 0,0-1-1 0 0,0 1 1 0 0,0-1 0 0 0,0 1 0 0 0,0-1-1 0 0,0 1 1 0 0,0-1 0 0 0,0 1 0 0 0,0-1-1 0 0,1 0 1 0 0,-1 1 92 0 0,2 0 233 0 0,0-1 0 0 0,0 1 0 0 0,0 0 0 0 0,1 0 0 0 0,-1-1 0 0 0,0 0 0 0 0,0 1 0 0 0,0-1 0 0 0,0 0 0 0 0,0 0-1 0 0,0 0 1 0 0,0 0 0 0 0,-1 0 0 0 0,1 0 0 0 0,0-1 0 0 0,0 1 0 0 0,-1-1 0 0 0,1 1 0 0 0,-1-1 0 0 0,1 0 0 0 0,-1 1 0 0 0,0-1 0 0 0,0 0 0 0 0,0 0 0 0 0,0 0 0 0 0,0 0 0 0 0,0 0 0 0 0,0 0 0 0 0,-1 0 0 0 0,1 0 0 0 0,-1 0 0 0 0,1 0 0 0 0,-1-1 0 0 0,0 1 0 0 0,0 0 0 0 0,0 0 0 0 0,0 0 0 0 0,-1-3 0 0 0,1 3-207 0 0,0-1 1 0 0,0 1-1 0 0,0-1 1 0 0,-1 1-1 0 0,0-1 1 0 0,1 1-1 0 0,-1-1 1 0 0,0 1-1 0 0,0 0 1 0 0,0-1-1 0 0,0 1 1 0 0,-1 0-1 0 0,1 0 1 0 0,-1 0-1 0 0,1 0 1 0 0,-1 0-1 0 0,0 0 1 0 0,0 0-1 0 0,0 0 1 0 0,0 1 0 0 0,0-1-1 0 0,0 1 1 0 0,0 0-1 0 0,0-1 1 0 0,0 1-1 0 0,-1 0 1 0 0,1 0-1 0 0,-1 1 1 0 0,1-1-1 0 0,-1 0 1 0 0,1 1-1 0 0,-1-1 1 0 0,-3 1-1 0 0,1 1-86 0 0,0 0 0 0 0,-1 0-1 0 0,1 0 1 0 0,0 1 0 0 0,0 0-1 0 0,0 0 1 0 0,0 0 0 0 0,0 0-1 0 0,1 1 1 0 0,-1 0 0 0 0,1 0 0 0 0,-1 0-1 0 0,1 1 1 0 0,0-1 0 0 0,0 1-1 0 0,1 0 1 0 0,-1 0 0 0 0,1 1-1 0 0,0-1 1 0 0,-4 9 0 0 0,-7 10 21 0 0,1 0 0 0 0,-15 44 0 0 0,27-67-63 0 0,-2 9 9 0 0,-10 23 60 0 0,-10 41-1 0 0,21-66-45 0 0,0 1 0 0 0,1 0-1 0 0,0 0 1 0 0,0 0 0 0 0,0 0-1 0 0,1 0 1 0 0,1 0 0 0 0,-1 0-1 0 0,1 0 1 0 0,0 0 0 0 0,4 9-1 0 0,-3-12-2 0 0,1 0 1 0 0,0 0-1 0 0,0-1 0 0 0,1 1 0 0 0,-1-1 0 0 0,1 0 0 0 0,0 0 1 0 0,0 0-1 0 0,0-1 0 0 0,1 0 0 0 0,0 1 0 0 0,-1-1 0 0 0,1-1 1 0 0,0 1-1 0 0,0-1 0 0 0,0 0 0 0 0,1 0 0 0 0,-1 0 0 0 0,0-1 1 0 0,12 2-1 0 0,-5-1 11 0 0,0 0 0 0 0,1-1 1 0 0,-1 0-1 0 0,1-1 0 0 0,-1-1 0 0 0,1 0 1 0 0,-1 0-1 0 0,17-5 0 0 0,-19 3-427 0 0,0-1-1 0 0,-1 0 1 0 0,1-1 0 0 0,10-6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51.26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94 2 5529 0 0,'-20'-1'3848'0'0,"15"1"-2872"0"0,0-1 0 0 0,0 1 0 0 0,0 0 0 0 0,0 1 1 0 0,0-1-1 0 0,-7 2 0 0 0,10-1-820 0 0,1-1 0 0 0,-1 1 0 0 0,1 0 0 0 0,-1 0 0 0 0,1-1 0 0 0,0 1 0 0 0,-1 0 0 0 0,1 0 0 0 0,0 1 0 0 0,-1-1 0 0 0,1 0 0 0 0,0 0 0 0 0,0 1 0 0 0,0-1 0 0 0,0 0 1 0 0,0 1-1 0 0,1-1 0 0 0,-1 1 0 0 0,0-1 0 0 0,1 1 0 0 0,-1 0 0 0 0,1-1 0 0 0,-1 1 0 0 0,1 2 0 0 0,-3 11 55 0 0,2 0-1 0 0,-1 0 1 0 0,2 1 0 0 0,0-1-1 0 0,3 19 1 0 0,17 79 14 0 0,-13-82-60 0 0,14 67 240 0 0,5-2 0 0 0,70 169 1 0 0,-95-262-471 0 0,13 26 197 0 0,-13-28-229 0 0,-1 1 0 0 0,1-1 0 0 0,0 0-1 0 0,0 0 1 0 0,-1 0 0 0 0,1 1 0 0 0,0-1 0 0 0,0 0 0 0 0,0 0-1 0 0,0 0 1 0 0,0-1 0 0 0,0 1 0 0 0,1 0 0 0 0,-1 0 0 0 0,0-1-1 0 0,0 1 1 0 0,1 0 0 0 0,1 0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51.80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124 164 4449 0 0,'-13'-11'296'0'0,"-2"0"-55"0"0,0-2 1 0 0,1 0-1 0 0,0 0 0 0 0,1-1 0 0 0,-21-30 0 0 0,33 43-132 0 0,1 0-1 0 0,-1 0 1 0 0,1 1 0 0 0,-1-1-1 0 0,1 0 1 0 0,0 0 0 0 0,-1 0-1 0 0,1 0 1 0 0,0 0 0 0 0,-1 1-1 0 0,1-1 1 0 0,0 0 0 0 0,0 0-1 0 0,0 0 1 0 0,0 0 0 0 0,0 0-1 0 0,0 0 1 0 0,0 0 0 0 0,0 0-1 0 0,0 1 1 0 0,1-1 0 0 0,-1 0-1 0 0,0 0 1 0 0,0 0 0 0 0,1 0-1 0 0,-1 0 1 0 0,1 1 0 0 0,-1-1-1 0 0,1 0 1 0 0,-1 0 0 0 0,1 1-1 0 0,-1-1 1 0 0,1 0 0 0 0,0 1-1 0 0,-1-1 1 0 0,1 0 0 0 0,0 1-1 0 0,-1-1 1 0 0,1 1 0 0 0,0-1-1 0 0,0 1 1 0 0,0 0 0 0 0,0-1-1 0 0,-1 1 1 0 0,1 0 0 0 0,0 0-1 0 0,0-1 1 0 0,0 1 0 0 0,0 0-1 0 0,0 0 1 0 0,0 0 0 0 0,0 0-1 0 0,0 0 1 0 0,10-1 1706 0 0,-1 0 0 0 0,1 1 1 0 0,16 2-1 0 0,-20-2-1516 0 0,114-4 41 0 0,-94 1-105 0 0,1 1 1 0 0,0 2-1 0 0,-1 0 1 0 0,47 8 0 0 0,-66-6-200 0 0,0 0-1 0 0,0 0 1 0 0,0 1 0 0 0,0 0 0 0 0,-1 1 0 0 0,1 0 0 0 0,-1 0 0 0 0,0 0 0 0 0,0 1 0 0 0,-1 0 0 0 0,0 0 0 0 0,1 1 0 0 0,-2 0 0 0 0,1 0 0 0 0,-1 0 0 0 0,0 1 0 0 0,0 0 0 0 0,0 0 0 0 0,-1 0 0 0 0,4 9 0 0 0,-3-3-1 0 0,1-1 1 0 0,-2 1 0 0 0,0 1 0 0 0,0-1 0 0 0,-1 0-1 0 0,-1 1 1 0 0,0 0 0 0 0,-1-1 0 0 0,-1 1-1 0 0,0 0 1 0 0,0 0 0 0 0,-2-1 0 0 0,1 1-1 0 0,-2 0 1 0 0,0-1 0 0 0,-1 0 0 0 0,0 1-1 0 0,-1-1 1 0 0,0-1 0 0 0,-1 1 0 0 0,-15 22 0 0 0,14-24 34 0 0,0-2 0 0 0,-1 1 0 0 0,0-1 0 0 0,-15 13 1 0 0,20-19-262 0 0,-1 0 1 0 0,0 0 0 0 0,-1 0 0 0 0,1-1-1 0 0,0 0 1 0 0,-1 1 0 0 0,1-1 0 0 0,-1-1-1 0 0,0 1 1 0 0,0-1 0 0 0,1 0 0 0 0,-1 0-1 0 0,-10 0 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56.36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21 393 4609 0 0,'-21'-53'11992'0'0,"21"53"-11911"0"0,33 28 598 0 0,-2 1 0 0 0,-1 1-1 0 0,45 60 1 0 0,20 22 249 0 0,-78-95-696 0 0,1 0 0 0 0,0-2 0 0 0,1 0 0 0 0,23 14 0 0 0,-25-19 81 0 0,1 0 0 0 0,25 9 0 0 0,-37-17-285 0 0,0 0-1 0 0,0 0 1 0 0,0 0-1 0 0,0-1 0 0 0,0 0 1 0 0,0 0-1 0 0,0-1 1 0 0,0 0-1 0 0,0 0 1 0 0,0 0-1 0 0,0-1 0 0 0,7-1 1 0 0,-11 1-16 0 0,0 1 1 0 0,0-1-1 0 0,-1 0 1 0 0,1 0-1 0 0,-1 0 1 0 0,1 0 0 0 0,-1-1-1 0 0,1 1 1 0 0,-1 0-1 0 0,0-1 1 0 0,1 1-1 0 0,-1 0 1 0 0,0-1-1 0 0,0 0 1 0 0,0 1-1 0 0,0-1 1 0 0,0 0-1 0 0,-1 1 1 0 0,1-1-1 0 0,0 0 1 0 0,-1 0-1 0 0,1 0 1 0 0,-1 1-1 0 0,0-1 1 0 0,0-3-1 0 0,1-6 71 0 0,0 0-1 0 0,-1 0 0 0 0,-2-13 1 0 0,1 10-26 0 0,-16-154 479 0 0,-1-23-803 0 0,18 172-84 0 0,1 0 0 0 0,1 0 0 0 0,0 1 0 0 0,2-1 0 0 0,0 1 0 0 0,1 0 0 0 0,13-31 0 0 0,-10 30-1023 0 0,1 1 0 0 0,1 0 0 0 0,24-31 0 0 0,-22 33-153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56.86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155 24 6913 0 0,'1'-1'69'0'0,"-1"1"-1"0"0,1-1 1 0 0,-1 0-1 0 0,1 0 1 0 0,-1 0-1 0 0,1 0 1 0 0,-1 0-1 0 0,0 0 1 0 0,0 0-1 0 0,0 0 1 0 0,1 0-1 0 0,-1 0 1 0 0,0 0-1 0 0,0 0 1 0 0,0 0-1 0 0,0 0 1 0 0,-1 0-1 0 0,1-1 1 0 0,0 2 59 0 0,-1-1 0 0 0,1 1 0 0 0,0 0 0 0 0,-1-1 0 0 0,1 1 0 0 0,-1 0 0 0 0,1-1 0 0 0,0 1 0 0 0,-1 0 0 0 0,1 0 0 0 0,-1-1 0 0 0,1 1 0 0 0,-1 0 0 0 0,1 0 0 0 0,-1 0 0 0 0,1 0 0 0 0,-1 0-1 0 0,1 0 1 0 0,-1-1 0 0 0,1 1 0 0 0,-1 0 0 0 0,1 0 0 0 0,-1 1 0 0 0,0-1 0 0 0,-3 0 275 0 0,1 1 0 0 0,-1 0 0 0 0,1 0-1 0 0,-1 0 1 0 0,1 1 0 0 0,-1-1 0 0 0,1 1-1 0 0,-4 2 1 0 0,-4 4-126 0 0,0 1-1 0 0,0 1 0 0 0,1 0 1 0 0,0 0-1 0 0,-13 18 1 0 0,19-23-201 0 0,0 1 0 0 0,0 0 0 0 0,0 0 1 0 0,1 0-1 0 0,0 0 0 0 0,1 1 0 0 0,-1-1 1 0 0,1 1-1 0 0,0 0 0 0 0,1-1 0 0 0,0 1 1 0 0,0 0-1 0 0,0 10 0 0 0,1-15-73 0 0,0 0 0 0 0,1 0 0 0 0,-1 1 0 0 0,1-1 0 0 0,0 0-1 0 0,-1 0 1 0 0,1 0 0 0 0,0 0 0 0 0,0 0 0 0 0,1 0 0 0 0,-1 0 0 0 0,0 0 0 0 0,1-1-1 0 0,-1 1 1 0 0,1 0 0 0 0,-1-1 0 0 0,1 1 0 0 0,0-1 0 0 0,-1 0 0 0 0,1 1 0 0 0,0-1-1 0 0,0 0 1 0 0,0 0 0 0 0,0 0 0 0 0,0 0 0 0 0,0-1 0 0 0,1 1 0 0 0,-1-1 0 0 0,0 1-1 0 0,0-1 1 0 0,4 1 0 0 0,8 0-29 0 0,1 0 0 0 0,-1-1 0 0 0,27-3 0 0 0,-20 1-15 0 0,9 1 196 0 0,42 2 1 0 0,-62 0-125 0 0,-1 0 1 0 0,1 1 0 0 0,-1 0-1 0 0,1 0 1 0 0,-1 1 0 0 0,0 0 0 0 0,0 1-1 0 0,14 7 1 0 0,-22-10-11 0 0,1 0-1 0 0,-1 0 1 0 0,1 0 0 0 0,-1 0 0 0 0,0 0 0 0 0,1 0-1 0 0,-1 0 1 0 0,0 0 0 0 0,0 1 0 0 0,0-1 0 0 0,0 1-1 0 0,0-1 1 0 0,0 1 0 0 0,0-1 0 0 0,0 1 0 0 0,0-1-1 0 0,-1 1 1 0 0,1 0 0 0 0,-1-1 0 0 0,1 1 0 0 0,-1 0-1 0 0,0 0 1 0 0,0-1 0 0 0,0 4 0 0 0,0-2 43 0 0,-1 0 1 0 0,0 1 0 0 0,0-1-1 0 0,0 0 1 0 0,0 0-1 0 0,-1 0 1 0 0,1 0 0 0 0,-1 0-1 0 0,0 0 1 0 0,0-1 0 0 0,0 1-1 0 0,-3 2 1 0 0,-5 6 146 0 0,-1-1 0 0 0,0-1 1 0 0,-1 0-1 0 0,-23 14 0 0 0,-60 24-642 0 0,54-28-3427 0 0,30-14 1757 0 0,-16 7-4071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57.53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47 129 5985 0 0,'-1'-14'880'0'0,"-1"0"0"0"0,-7-27 0 0 0,7 35-128 0 0,0 0-1 0 0,-1 1 1 0 0,1-1-1 0 0,-1 0 0 0 0,0 1 1 0 0,-1 0-1 0 0,1 0 1 0 0,-1 0-1 0 0,-5-5 0 0 0,9 40 2870 0 0,0-8-3289 0 0,5 121-106 0 0,33 592 1661 0 0,1-171-1629 0 0,-15-187-116 0 0,-17-202-2105 0 0,-6-168-44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58.08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130 291 3657 0 0,'0'0'267'0'0,"-8"22"-61"0"0,-28 62 1980 0 0,-42 105-646 0 0,71-160-1281 0 0,9-21 123 0 0,10-16 144 0 0,6-15 199 0 0,-1-1 0 0 0,-1 0 0 0 0,17-36 0 0 0,-12 22-48 0 0,160-298 5787 0 0,-175 325-6061 0 0,0 1 1 0 0,-1-1-1 0 0,0 0 1 0 0,-1-1-1 0 0,-1 1 1 0 0,1-1-1 0 0,2-20 0 0 0,-4 32-101 0 0,4 8-164 0 0,6 10-102 0 0,-11-15-17 0 0,21 47 56 0 0,17 61 0 0 0,-27-73-22 0 0,1 0 1 0 0,2-1-1 0 0,34 62 0 0 0,22 1-98 0 0,-45-69-182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58.90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98 66 4145 0 0,'-17'-28'3955'0'0,"16"25"-3313"0"0,0 0 0 0 0,0 0 0 0 0,-1 0 0 0 0,1 0 0 0 0,-1 0 0 0 0,1 1-1 0 0,-1-1 1 0 0,0 1 0 0 0,0-1 0 0 0,0 1 0 0 0,-1 0 0 0 0,-3-4 0 0 0,5 6-514 0 0,1 0 0 0 0,-1 0-1 0 0,1 0 1 0 0,-1 1 0 0 0,1-1 0 0 0,-1 0 0 0 0,1 0 0 0 0,-1 0 0 0 0,1 0 0 0 0,-1 1-1 0 0,1-1 1 0 0,-1 0 0 0 0,1 0 0 0 0,0 1 0 0 0,-1-1 0 0 0,1 0 0 0 0,-1 1 0 0 0,1-1-1 0 0,0 1 1 0 0,-1-1 0 0 0,1 0 0 0 0,0 1 0 0 0,0-1 0 0 0,-1 1 0 0 0,1-1 0 0 0,0 1-1 0 0,0-1 1 0 0,0 1 0 0 0,-1-1 0 0 0,1 1 0 0 0,0-1 0 0 0,0 1 0 0 0,0-1 0 0 0,0 1-1 0 0,0-1 1 0 0,0 1 0 0 0,0-1 0 0 0,0 2 0 0 0,-3 23 277 0 0,3-25-344 0 0,-17 237 728 0 0,-4 85-35 0 0,19-224-521 0 0,14 127-1 0 0,10 29-146 0 0,-13-117-87 0 0,6 0 0 0 0,36 144 0 0 0,-12-84 79 0 0,-11-45-957 0 0,-22-138-483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2:59.37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70 3193 0 0,'-2'3'15460'0'0,"7"4"-13836"0"0,4 6-4014 0 0,-4-3 2586 0 0,0 0-1 0 0,0 0 0 0 0,4 15 1 0 0,-5-15-81 0 0,0 1 1 0 0,0-1-1 0 0,8 12 1 0 0,-7-15-85 0 0,-1-1 1 0 0,1 1-1 0 0,1-1 0 0 0,-1 0 1 0 0,1 0-1 0 0,0-1 1 0 0,1 1-1 0 0,-1-1 1 0 0,1-1-1 0 0,0 1 0 0 0,0-1 1 0 0,0-1-1 0 0,13 6 1 0 0,-15-8 60 0 0,0 0 1 0 0,0 0-1 0 0,1 0 1 0 0,-1 0 0 0 0,0-1-1 0 0,0 0 1 0 0,0 0-1 0 0,0 0 1 0 0,1-1 0 0 0,-1 1-1 0 0,0-1 1 0 0,0-1 0 0 0,0 1-1 0 0,0-1 1 0 0,-1 0-1 0 0,1 0 1 0 0,0 0 0 0 0,-1 0-1 0 0,1-1 1 0 0,-1 0-1 0 0,0 0 1 0 0,6-5 0 0 0,-3 2-49 0 0,-1 0 1 0 0,0 0 0 0 0,-1 0 0 0 0,0-1 0 0 0,0 1 0 0 0,0-1-1 0 0,0 0 1 0 0,-1-1 0 0 0,-1 1 0 0 0,1-1 0 0 0,-1 0-1 0 0,0 0 1 0 0,-1 0 0 0 0,0 0 0 0 0,0 0 0 0 0,-1-1-1 0 0,0 1 1 0 0,0 0 0 0 0,-1-1 0 0 0,0 1 0 0 0,-1-1-1 0 0,1 1 1 0 0,-2 0 0 0 0,-3-15 0 0 0,-2-11-396 0 0,4 19-58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3:33.6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1355 3681 0 0,'-8'20'9422'0'0,"11"-36"-7636"0"0,-2-30-801 0 0,-2 0 1 0 0,-2 0 0 0 0,-14-67 0 0 0,-1-21-222 0 0,12 7-414 0 0,6 0 0 0 0,5 0 0 0 0,30-178 0 0 0,-33 289-271 0 0,5-31 372 0 0,2-61 1 0 0,1 110-950 0 0,-7-2 500 0 0,-1 1 0 0 0,0-1 1 0 0,0 0-1 0 0,1 0 0 0 0,-1 0 0 0 0,0-1 1 0 0,0 1-1 0 0,1 0 0 0 0,-1-1 1 0 0,0 0-1 0 0,3-1 0 0 0,15-9 45 0 0,0 1-1 0 0,1 0 0 0 0,0 1 0 0 0,0 2 1 0 0,1 0-1 0 0,0 1 0 0 0,0 1 0 0 0,1 1 1 0 0,27-1-1 0 0,21 3-243 0 0,114 12-1 0 0,-104-4-148 0 0,-32-6 267 0 0,1-2 0 0 0,-1-2 1 0 0,79-17-1 0 0,-79 11 18 0 0,1 3-1 0 0,-1 1 1 0 0,76 2-1 0 0,-93 8 62 0 0,0 1 0 0 0,58 17 0 0 0,-57-12 0 0 0,0-2 0 0 0,50 6 0 0 0,-15-12 0 0 0,75-7-1 0 0,-88 2-10 0 0,24 9-3167 0 0,-78-6 3063 0 0,-1 0-1 0 0,1-1 0 0 0,-1 1 1 0 0,1 0-1 0 0,-1 0 0 0 0,0 0 1 0 0,1-1-1 0 0,-1 1 0 0 0,0 0 1 0 0,1 0-1 0 0,-1-1 0 0 0,0 1 1 0 0,1 0-1 0 0,-1-1 0 0 0,0 1 1 0 0,1-1-1 0 0,-1 1 0 0 0,0 0 1 0 0,0-1-1 0 0,0 1 0 0 0,1-1 1 0 0,-1 1-1 0 0,0 0 0 0 0,0-1 1 0 0,0 0-1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3:35.2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1 1840 0 0,'-2'5'1161'0'0,"-1"1"-1"0"0,1 0 1 0 0,1 0-1 0 0,-1 0 1 0 0,1 0-1 0 0,-1 8 1 0 0,1 6-30 0 0,1 0 1 0 0,3 21-1 0 0,-1 19-175 0 0,-7 99 991 0 0,-20 313 628 0 0,-10-62-2559 0 0,35-312 142 0 0,4 0-1 0 0,28 158 1 0 0,3 56 113 0 0,-16-96 120 0 0,1 43 136 0 0,-15-186-522 0 0,21 98 0 0 0,-6-44-5 0 0,-12-38-12 0 0,-3 101 0 0 0,-1 7 476 0 0,64 407 153 0 0,-56-404-552 0 0,-9-124-50 0 0,-4 62-28 0 0,-1-95 10 0 0,2 0 1 0 0,1 0-1 0 0,3 1 1 0 0,11 56-1 0 0,-7-58-1 0 0,-3-1 0 0 0,-1 1-1 0 0,-3 0 1 0 0,-5 65 0 0 0,3 69 179 0 0,12-46-58 0 0,7 114-64 0 0,-12-100-223 0 0,4 134 343 0 0,13 8-239 0 0,-2-84 27 0 0,11 66 107 0 0,-30-250-421 0 0,-1-1-1 0 0,0 23 1 0 0,-1-21 244 0 0,-17-31-2244 0 0,5-9-2374 0 0,9-13 1792 0 0,2 18 1281 0 0,1 7-1672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3:35.9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71 189 2449 0 0,'-3'-2'4'0'0,"1"0"0"0"0,-1 0 0 0 0,1 0 0 0 0,0 0 0 0 0,0-1 0 0 0,0 1 0 0 0,0-1 1 0 0,0 1-1 0 0,0-1 0 0 0,-2-5 0 0 0,1 2-99 0 0,-3-3 454 0 0,0-1 0 0 0,1 1 1 0 0,0-1-1 0 0,-6-20 0 0 0,9 22 1419 0 0,0 1 0 0 0,1-1 0 0 0,0 1 0 0 0,0-13 0 0 0,0 11 52 0 0,1-10 20 0 0,0 19-1818 0 0,0 0 1 0 0,0 0 0 0 0,0 0 0 0 0,0-1 0 0 0,0 1 0 0 0,0 0 0 0 0,0 0 0 0 0,0 0 0 0 0,0 0 0 0 0,0 0 0 0 0,0-1 0 0 0,0 1 0 0 0,0 0-1 0 0,0 0 1 0 0,0 0 0 0 0,0 0 0 0 0,0 0 0 0 0,0-1 0 0 0,0 1 0 0 0,0 0 0 0 0,0 0 0 0 0,0 0 0 0 0,0 0 0 0 0,0 0 0 0 0,0-1-1 0 0,0 1 1 0 0,0 0 0 0 0,0 0 0 0 0,0 0 0 0 0,0 0 0 0 0,0 0 0 0 0,1 0 0 0 0,-1 0 0 0 0,0-1 0 0 0,0 1 0 0 0,0 0 0 0 0,0 0 0 0 0,0 0-1 0 0,0 0 1 0 0,0 0 0 0 0,1 0 0 0 0,-1 0 0 0 0,0 0 0 0 0,0 0 0 0 0,0 0 0 0 0,0 0 0 0 0,0 0 0 0 0,1 0 0 0 0,-1 0 0 0 0,0 0 0 0 0,0 0-1 0 0,0 0 1 0 0,0 0 0 0 0,0 0 0 0 0,1 0 0 0 0,-1 0 0 0 0,0 0 0 0 0,0 0 0 0 0,0 0 0 0 0,0 0 0 0 0,0 0 0 0 0,1 0 0 0 0,-1 0-1 0 0,0 0 1 0 0,0 0 0 0 0,0 0 0 0 0,0 1 0 0 0,0-1 0 0 0,11 12 189 0 0,0 1 1 0 0,-2 0-1 0 0,13 22 1 0 0,14 20-241 0 0,-22-35 33 0 0,-2 0-1 0 0,0 1 0 0 0,15 37 0 0 0,-21-41 37 0 0,1-1-1 0 0,0-1 0 0 0,1 1 0 0 0,1-1 1 0 0,1-1-1 0 0,0 1 0 0 0,1-2 0 0 0,18 20 1 0 0,-27-32-44 0 0,-1 0 0 0 0,0 0 0 0 0,1 0-1 0 0,-1 0 1 0 0,1 0 0 0 0,-1-1 0 0 0,1 1 0 0 0,0-1 0 0 0,-1 1 0 0 0,1-1 0 0 0,0 1 0 0 0,-1-1 0 0 0,1 0 0 0 0,0 0 0 0 0,-1 0 0 0 0,1 0 0 0 0,0 0 0 0 0,0 0 0 0 0,-1 0 0 0 0,1 0 0 0 0,0-1-1 0 0,-1 1 1 0 0,1-1 0 0 0,0 1 0 0 0,-1-1 0 0 0,1 0 0 0 0,-1 0 0 0 0,1 1 0 0 0,-1-1 0 0 0,1 0 0 0 0,-1 0 0 0 0,0-1 0 0 0,1 1 0 0 0,-1 0 0 0 0,0 0 0 0 0,0-1 0 0 0,0 1 0 0 0,1-2 0 0 0,6-7 142 0 0,0-1 1 0 0,-1 0 0 0 0,11-24-1 0 0,-13 25-66 0 0,49-108 616 0 0,-6 12-3743 0 0,-43 95 1039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3:38.0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1867 2847 2761 0 0,'-8'4'7130'0'0,"4"0"-6630"0"0,0 1-1 0 0,-1 0 1 0 0,1-1-1 0 0,-1 0 1 0 0,0 0-1 0 0,0-1 0 0 0,0 1 1 0 0,0-1-1 0 0,-1 0 1 0 0,1 0-1 0 0,-1-1 0 0 0,0 0 1 0 0,-10 3-1 0 0,-11 2-348 0 0,-52 4-1 0 0,27-4 139 0 0,29-4-282 0 0,-1-2 1 0 0,-43-2-1 0 0,43-1-20 0 0,-1 2 0 0 0,-38 4 0 0 0,38 1-16 0 0,1 1 1 0 0,-27 11-1 0 0,33-10 20 0 0,0-1 0 0 0,0-1 0 0 0,0-1 0 0 0,0 0 0 0 0,-31 2 0 0 0,40-7 34 0 0,1 0 1 0 0,-1 0-1 0 0,1-1 1 0 0,0 1-1 0 0,-1-2 1 0 0,1 1-1 0 0,-9-6 1 0 0,-57-30 77 0 0,24 11-122 0 0,-15-2 2 0 0,32 15 39 0 0,2-1-1 0 0,-38-24 0 0 0,59 32-7 0 0,0-1-1 0 0,0 0 1 0 0,0 0 0 0 0,1-1 0 0 0,1-1 0 0 0,0 1 0 0 0,0-1 0 0 0,0-1 0 0 0,1 1 0 0 0,-5-13 0 0 0,-17-41-53 0 0,-21-72 1 0 0,-5-14 57 0 0,28 82 220 0 0,4-2 0 0 0,3 0-1 0 0,-21-134 1 0 0,1-224 660 0 0,0-2 738 0 0,29 376-1461 0 0,-2-1 0 0 0,-2 2 0 0 0,-31-71 0 0 0,40 106-150 0 0,0 0 1 0 0,1-1 0 0 0,1 1 0 0 0,0-1 0 0 0,2 0-1 0 0,-1-26 1 0 0,4 4-439 0 0,11-76-1 0 0,-10 104 372 0 0,0 1 0 0 0,-2-1-1 0 0,1 0 1 0 0,-2-13 0 0 0,0 22-69 0 0,1-1-1 0 0,-1 0 1 0 0,-1 0 0 0 0,1 1 0 0 0,-1-1 0 0 0,1 1 0 0 0,-1-1 0 0 0,0 1 0 0 0,-1 0-1 0 0,1 0 1 0 0,-1 0 0 0 0,0 0 0 0 0,-5-6 0 0 0,5 8-157 0 0,1-1 0 0 0,0 1 0 0 0,0-1-1 0 0,0 0 1 0 0,1 1 0 0 0,-1-1 0 0 0,0 0 0 0 0,1 0 0 0 0,0 0 0 0 0,0 0 0 0 0,0 0 0 0 0,0-1 0 0 0,0 1-1 0 0,1 0 1 0 0,0 0 0 0 0,-1 0 0 0 0,1-1 0 0 0,0 1 0 0 0,0 0 0 0 0,1-4 0 0 0,0 1 194 0 0,-1-1 1 0 0,0 1-1 0 0,-1 0 0 0 0,-1-11 1 0 0,0 13 396 0 0,1 0 0 0 0,-1 0 0 0 0,0 0 0 0 0,0 1 0 0 0,0-1 0 0 0,0 0 0 0 0,-6-5 0 0 0,8 9-285 0 0,0-1 0 0 0,-1 0 0 0 0,1 1 0 0 0,-1-1 0 0 0,1 1 0 0 0,0-1 1 0 0,-1 1-1 0 0,1-1 0 0 0,-1 1 0 0 0,1-1 0 0 0,-1 1 0 0 0,1 0 0 0 0,-1-1 0 0 0,0 1 0 0 0,1 0 0 0 0,-1-1 0 0 0,1 1 1 0 0,-1 0-1 0 0,0 0 0 0 0,1 0 0 0 0,-1 0 0 0 0,0-1 0 0 0,1 1 0 0 0,-1 0 0 0 0,0 0 0 0 0,1 0 0 0 0,-1 0 0 0 0,0 1 1 0 0,1-1-1 0 0,-1 0 0 0 0,0 0 0 0 0,1 0 0 0 0,-1 0 0 0 0,0 1 0 0 0,1-1 0 0 0,-1 0 0 0 0,1 0 0 0 0,-1 1 0 0 0,1-1 1 0 0,-1 1-1 0 0,0-1 0 0 0,1 0 0 0 0,0 1 0 0 0,-1-1 0 0 0,1 1 0 0 0,-1-1 0 0 0,1 1 0 0 0,-1 0 0 0 0,1-1 0 0 0,0 1 1 0 0,0-1-1 0 0,-1 1 0 0 0,1 0 0 0 0,0-1 0 0 0,-1 2 0 0 0,-52 97 731 0 0,18-36-1381 0 0,-6 4 284 0 0,48-75 736 0 0,-7 8-518 0 0,3-4-6 0 0,126-202 730 0 0,-120 189-524 0 0,1 0-1 0 0,-2 0 1 0 0,0-1 0 0 0,5-20 0 0 0,-5 15 158 0 0,20-42 0 0 0,-27 65-216 0 0,-1-1-1 0 0,0 1 1 0 0,0-1 0 0 0,1 0-1 0 0,-1 1 1 0 0,1-1-1 0 0,-1 1 1 0 0,1-1-1 0 0,-1 1 1 0 0,1-1 0 0 0,-1 1-1 0 0,1 0 1 0 0,-1-1-1 0 0,1 1 1 0 0,-1-1-1 0 0,1 1 1 0 0,0 0 0 0 0,-1 0-1 0 0,1-1 1 0 0,0 1-1 0 0,-1 0 1 0 0,1 0-1 0 0,0 0 1 0 0,-1 0 0 0 0,1 0-1 0 0,0 0 1 0 0,-1 0-1 0 0,1 0 1 0 0,0 0 0 0 0,-1 0-1 0 0,1 0 1 0 0,0 0-1 0 0,-1 0 1 0 0,1 1-1 0 0,0-1 1 0 0,-1 0 0 0 0,1 1-1 0 0,0-1 1 0 0,-1 0-1 0 0,1 1 1 0 0,-1-1-1 0 0,1 1 1 0 0,1 0-24 0 0,-1-1-1 0 0,0 1 1 0 0,1 0 0 0 0,-1-1 0 0 0,1 1-1 0 0,-1-1 1 0 0,0 0 0 0 0,1 0-1 0 0,-1 1 1 0 0,1-1 0 0 0,-1 0 0 0 0,1 0-1 0 0,-1 0 1 0 0,1 0 0 0 0,-1-1-1 0 0,1 1 1 0 0,1-1 0 0 0,-2 1-12 0 0,1-1 83 0 0,0 0 0 0 0,1 0 0 0 0,-1 0 0 0 0,0 0 0 0 0,1 0 0 0 0,-1 1 0 0 0,0-1 0 0 0,1 1 0 0 0,-1 0 0 0 0,1-1 0 0 0,4 2 0 0 0,-5 0-30 0 0,0 1 0 0 0,0-1 0 0 0,0 1 0 0 0,-1 0 0 0 0,1 0 0 0 0,-1-1 1 0 0,1 1-1 0 0,-1 0 0 0 0,0 1 0 0 0,0-1 0 0 0,0 0 0 0 0,1 3 0 0 0,3 4-250 0 0,4 7 194 0 0,0 0 0 0 0,1-1 0 0 0,0-1 0 0 0,1 1 0 0 0,1-1 0 0 0,0-1 0 0 0,1-1 0 0 0,1 1 0 0 0,0-2 0 0 0,21 14 0 0 0,-34-25-6 0 0,-1 0 0 0 0,1 1 0 0 0,0-1 0 0 0,-1 0 1 0 0,1 1-1 0 0,0-1 0 0 0,-1 1 0 0 0,1-1 1 0 0,-1 1-1 0 0,1-1 0 0 0,-1 1 0 0 0,1-1 1 0 0,-1 1-1 0 0,1 0 0 0 0,-1-1 0 0 0,1 1 1 0 0,-1 0-1 0 0,0-1 0 0 0,1 1 0 0 0,-1 0 0 0 0,0-1 1 0 0,0 1-1 0 0,0 0 0 0 0,1 0 0 0 0,-1-1 1 0 0,0 1-1 0 0,0 0 0 0 0,0 0 0 0 0,0-1 1 0 0,0 1-1 0 0,-1 1 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3:38.6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35 318 920 0 0,'-6'9'100'0'0,"-11"15"394"0"0,5-14 2889 0 0,13-23 113 0 0,5-14-2479 0 0,0 13-715 0 0,0 0 0 0 0,1 1 0 0 0,1 0 0 0 0,0 0 0 0 0,15-18 0 0 0,9-15 443 0 0,-21 28-463 0 0,6-11 109 0 0,0 1-1 0 0,2 1 1 0 0,34-37-1 0 0,-52 63-209 0 0,0 0-1 0 0,0 0 1 0 0,1 0 0 0 0,-1 0-1 0 0,0 1 1 0 0,1-1-1 0 0,-1 0 1 0 0,1 1 0 0 0,-1-1-1 0 0,0 0 1 0 0,1 1 0 0 0,0 0-1 0 0,-1-1 1 0 0,1 1 0 0 0,-1 0-1 0 0,1 0 1 0 0,-1 0 0 0 0,1 0-1 0 0,-1 0 1 0 0,1 0 0 0 0,0 0-1 0 0,-1 0 1 0 0,1 1-1 0 0,-1-1 1 0 0,1 1 0 0 0,-1-1-1 0 0,1 1 1 0 0,-1 0 0 0 0,0-1-1 0 0,1 1 1 0 0,0 1 0 0 0,7 4 32 0 0,-1 0 1 0 0,0 1-1 0 0,14 14 1 0 0,-2-1 64 0 0,-5-7-119 0 0,-1 1-1 0 0,19 25 1 0 0,-26-28-74 0 0,1-1 0 0 0,1 0 0 0 0,0-1 0 0 0,0 0 0 0 0,1 0 0 0 0,0-1 0 0 0,0 0 0 0 0,21 11 0 0 0,-29-18-222 0 0,13 7 271 0 0,-13 0-2828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3:59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41 618 7834 0 0,'-4'-3'299'0'0,"0"-1"1"0"0,1 0 0 0 0,0 0 0 0 0,-1 0-1 0 0,1 0 1 0 0,1 0 0 0 0,-1-1 0 0 0,1 0-1 0 0,0 1 1 0 0,0-1 0 0 0,0 0-1 0 0,0 0 1 0 0,1 0 0 0 0,0 0 0 0 0,-1-6-1 0 0,1-10 1064 0 0,1 1 0 0 0,1-1-1 0 0,1 0 1 0 0,5-22 0 0 0,-8 52-850 0 0,1 1 0 0 0,1-1 1 0 0,-1 0-1 0 0,2 1 0 0 0,3 16 1 0 0,19 60-573 0 0,-19-69 248 0 0,12 36-180 0 0,2 0 0 0 0,3-1 0 0 0,1-1-1 0 0,3-1 1 0 0,2-2 0 0 0,3 0 0 0 0,1-2 0 0 0,64 70 0 0 0,-66-81 89 0 0,22 23 273 0 0,-46-53-337 0 0,-1 0 0 0 0,1-1 1 0 0,-1 0-1 0 0,1 1 1 0 0,1-2-1 0 0,-1 1 1 0 0,13 5-1 0 0,-17-9-14 0 0,-1 1 0 0 0,1-1 0 0 0,-1 0 0 0 0,1 1 1 0 0,-1-1-1 0 0,1 0 0 0 0,0 0 0 0 0,-1 0 0 0 0,1 0 0 0 0,-1 0 0 0 0,1 0 0 0 0,0-1 0 0 0,-1 1 0 0 0,1-1 1 0 0,-1 1-1 0 0,1-1 0 0 0,-1 1 0 0 0,1-1 0 0 0,-1 0 0 0 0,3-1 0 0 0,-2 0 15 0 0,1-1 1 0 0,0 1-1 0 0,-1-1 0 0 0,0 1 1 0 0,0-1-1 0 0,1 0 0 0 0,-2 0 0 0 0,1 0 1 0 0,2-4-1 0 0,1-6 102 0 0,1-1 0 0 0,-2-1 0 0 0,5-19 1 0 0,-9 31-116 0 0,26-145 517 0 0,9-188-1 0 0,-9 58-1018 0 0,-20 231 173 0 0,2 0 0 0 0,2 1 0 0 0,16-47 0 0 0,-16 68-3269 0 0,22-43 0 0 0,-10 32-3758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3:59.8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10 272 16131 0 0,'-2'-1'91'0'0,"1"-1"0"0"0,1 1 1 0 0,-1 0-1 0 0,0-1 0 0 0,0 1 0 0 0,0 0 0 0 0,1-1 0 0 0,-1 1 0 0 0,1-1 0 0 0,-1 1 0 0 0,1-1 0 0 0,0 1 0 0 0,-1-1 0 0 0,1 0 0 0 0,0 1 0 0 0,0-1 0 0 0,0 1 0 0 0,0-1 0 0 0,0 0 0 0 0,1-2 0 0 0,16-28-311 0 0,-7 17 432 0 0,15-31-63 0 0,-13 22-20 0 0,1 1 0 0 0,1 0 0 0 0,27-32 0 0 0,-39 52-597 0 0,0 1 1 0 0,1 0-1 0 0,-1 1 0 0 0,0-1 0 0 0,1 0 1 0 0,-1 1-1 0 0,1-1 0 0 0,0 1 0 0 0,-1-1 1 0 0,4 0-1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0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0 213 17972 0 0,'5'-7'1884'0'0,"18"-12"-1509"0"0,32-22-602 0 0,-38 28 134 0 0,10-8 15 0 0,1 1 1 0 0,0 1-1 0 0,2 1 1 0 0,0 2-1 0 0,44-17 0 0 0,-69 31 17 0 0,0 1 0 0 0,0 0 0 0 0,0 1 0 0 0,0-1 0 0 0,0 1-1 0 0,0 0 1 0 0,0 0 0 0 0,0 1 0 0 0,0-1 0 0 0,0 1-1 0 0,5 1 1 0 0,51 23-5706 0 0,-45-18 3601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0.3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12899 0 0,'0'0'51'0'0,"0"0"-1"0"0,1 0 1 0 0,-1 0 0 0 0,0 0 0 0 0,1 0 0 0 0,-1 0 0 0 0,1 0 0 0 0,-1 0 0 0 0,0 0-1 0 0,1 0 1 0 0,-1 0 0 0 0,0 0 0 0 0,1 0 0 0 0,-1 0 0 0 0,0 0 0 0 0,1 1-1 0 0,-1-1 1 0 0,0 0 0 0 0,1 0 0 0 0,-1 0 0 0 0,0 1 0 0 0,1-1 0 0 0,-1 0-1 0 0,0 0 1 0 0,0 1 0 0 0,1-1 0 0 0,-1 0 0 0 0,0 0 0 0 0,0 1 0 0 0,0-1-1 0 0,1 0 1 0 0,-1 1 0 0 0,0-1 0 0 0,0 0 0 0 0,0 1 0 0 0,0 0 0 0 0,14 16 261 0 0,-7-2 161 0 0,0 1 1 0 0,-1 0-1 0 0,0 1 1 0 0,5 26 0 0 0,7 75 1615 0 0,-11-73-1227 0 0,111 688 365 0 0,-100-648-3873 0 0,-1-31-2849 0 0,-15-50 3879 0 0,-3-8 1481 0 0,-3-6 135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0.5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24 233 10594 0 0,'-1'0'79'0'0,"0"0"0"0"0,0-1 1 0 0,0 1-1 0 0,0 0 0 0 0,0 0 0 0 0,0-1 0 0 0,0 1 0 0 0,0 0 0 0 0,0-1 0 0 0,0 1 0 0 0,0-1 0 0 0,0 0 0 0 0,0 1 0 0 0,0-1 0 0 0,0 0 1 0 0,1 1-1 0 0,-1-1 0 0 0,0 0 0 0 0,0 0 0 0 0,1 0 0 0 0,-1 1 0 0 0,1-1 0 0 0,-1 0 0 0 0,1 0 0 0 0,-1 0 0 0 0,1 0 0 0 0,-1 0 1 0 0,1 0-1 0 0,0 0 0 0 0,0 0 0 0 0,-1-2 0 0 0,2 0 259 0 0,0 0 1 0 0,1 0-1 0 0,-1 0 0 0 0,1 0 1 0 0,-1 0-1 0 0,1 0 1 0 0,0 1-1 0 0,4-6 0 0 0,1-1-271 0 0,10-13 269 0 0,0 1 0 0 0,1 0 0 0 0,25-20 0 0 0,-33 33-467 0 0,1-1-1 0 0,1 1 1 0 0,14-7 0 0 0,-18 11-585 0 0,0 0 1 0 0,0 1-1 0 0,1 0 1 0 0,0 0-1 0 0,14-2 1 0 0,-2 3-4758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0.8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82 16588 0 0,'4'-2'736'0'0,"2"-1"152"0"0,5 1-712 0 0,-1-3-176 0 0,-1 4 0 0 0,-2-2 0 0 0,5-2 72 0 0,6-2-72 0 0,10-2 96 0 0,7-3-96 0 0,4 2-1272 0 0,-4 0-305 0 0,-4 4-63 0 0,-3 1-16 0 0,-6 4 1336 0 0,-3 1 320 0 0,-4 0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1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 11522 0 0,'-1'0'185'0'0,"0"1"-1"0"0,0 0 1 0 0,0-1-1 0 0,0 1 1 0 0,0 0-1 0 0,0 0 1 0 0,0 0-1 0 0,0 0 1 0 0,0 0-1 0 0,0 0 0 0 0,0 0 1 0 0,1 0-1 0 0,-1 0 1 0 0,0 1-1 0 0,1-1 1 0 0,-1 0-1 0 0,1 0 1 0 0,0 1-1 0 0,-1-1 0 0 0,1 0 1 0 0,0 0-1 0 0,0 1 1 0 0,0-1-1 0 0,0 0 1 0 0,0 1-1 0 0,0 1 1 0 0,-3 43 403 0 0,3-44-491 0 0,2 43 340 0 0,2 0 1 0 0,1 0-1 0 0,17 62 1 0 0,48 130 1640 0 0,-50-176-1937 0 0,-13-40-826 0 0,1 0 1 0 0,2 0-1 0 0,20 33 1 0 0,-23-45-619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1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9 188 8754 0 0,'0'-1'77'0'0,"-1"1"0"0"0,0-1 0 0 0,0 0 0 0 0,0 0 0 0 0,1 0 1 0 0,-1-1-1 0 0,1 1 0 0 0,-1 0 0 0 0,1 0 0 0 0,-1 0 0 0 0,1 0 0 0 0,-1 0 0 0 0,1-1 1 0 0,0 1-1 0 0,0 0 0 0 0,0 0 0 0 0,-1-1 0 0 0,1 1 0 0 0,1-2 0 0 0,13-19 1821 0 0,-7 13-1773 0 0,9-12-284 0 0,1 1 0 0 0,34-30 0 0 0,-46 45 319 0 0,-1 1 1 0 0,1 0-1 0 0,0 1 1 0 0,0-1-1 0 0,0 1 1 0 0,1 0-1 0 0,-1 1 1 0 0,1-1-1 0 0,0 1 1 0 0,0 0-1 0 0,0 0 1 0 0,0 1-1 0 0,0 0 1 0 0,0 0-1 0 0,0 0 1 0 0,0 1-1 0 0,0 0 1 0 0,6 0-1 0 0,-10 0-94 0 0,-1 1 0 0 0,1-1 0 0 0,-1 1 0 0 0,0-1 0 0 0,1 1 0 0 0,-1-1 0 0 0,0 1 0 0 0,0 0-1 0 0,1 0 1 0 0,-1-1 0 0 0,0 1 0 0 0,0 0 0 0 0,0 0 0 0 0,0 0 0 0 0,0 0 0 0 0,0 1 0 0 0,0-1 0 0 0,-1 0 0 0 0,1 0 0 0 0,0 0-1 0 0,0 2 1 0 0,1 1-32 0 0,-1 0-1 0 0,0-1 1 0 0,0 1-1 0 0,-1 0 1 0 0,1 0-1 0 0,-1 0 1 0 0,1 7-1 0 0,-2 1 77 0 0,0 0-1 0 0,-1 0 1 0 0,0 1-1 0 0,-4 11 1 0 0,-15 27 1056 0 0,12-33-476 0 0,2 0 0 0 0,-6 19-1 0 0,12-33-571 0 0,0 0 0 0 0,0 0-1 0 0,0 0 1 0 0,1 0-1 0 0,0 0 1 0 0,-1 0 0 0 0,2 1-1 0 0,-1-1 1 0 0,0 0 0 0 0,1 0-1 0 0,0 0 1 0 0,-1 0-1 0 0,2 0 1 0 0,1 7 0 0 0,0-8-55 0 0,-1 0 1 0 0,0 0-1 0 0,1 0 0 0 0,0 0 1 0 0,0 0-1 0 0,0-1 0 0 0,0 1 1 0 0,0-1-1 0 0,0 0 1 0 0,1 0-1 0 0,-1 0 0 0 0,1 0 1 0 0,0 0-1 0 0,3 0 1 0 0,60 17 114 0 0,-54-16-159 0 0,29 9-70 0 0,-20-5 377 0 0,41 6-1 0 0,-57-12-455 0 0,0 0 0 0 0,0-1 1 0 0,0 0-1 0 0,0 0 0 0 0,1 0 1 0 0,-1-1-1 0 0,0 0 0 0 0,0 0 1 0 0,0-1-1 0 0,0 1 0 0 0,8-5 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4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1406 189 10594 0 0,'-21'-21'294'0'0,"-1"2"0"0"0,0 0-1 0 0,-2 2 1 0 0,0 0 0 0 0,-1 2-1 0 0,0 1 1 0 0,-42-17 0 0 0,47 23-227 0 0,-1 1 1 0 0,-1 1-1 0 0,1 2 1 0 0,-1 0 0 0 0,0 1-1 0 0,0 0 1 0 0,0 2-1 0 0,0 1 1 0 0,0 1-1 0 0,-35 6 1 0 0,26-2-26 0 0,1 2 1 0 0,0 2-1 0 0,0 0 1 0 0,0 2-1 0 0,1 1 0 0 0,1 2 1 0 0,0 0-1 0 0,1 2 1 0 0,1 1-1 0 0,0 1 0 0 0,2 2 1 0 0,0 0-1 0 0,1 1 1 0 0,-38 46-1 0 0,-27 50 52 0 0,-89 158 0 0 0,149-225 105 0 0,2 2 0 0 0,3 0 0 0 0,1 2 0 0 0,4 0 0 0 0,1 1 0 0 0,-15 95 0 0 0,20-57 16 0 0,3 0 0 0 0,5 1 0 0 0,10 123 0 0 0,-2-172-229 0 0,2 0 1 0 0,2-1-1 0 0,2 0 1 0 0,2 0 0 0 0,1-1-1 0 0,22 44 1 0 0,-11-36 86 0 0,3-1 0 0 0,2-1 0 0 0,2-2 0 0 0,53 62 1 0 0,-50-69-57 0 0,3-1 1 0 0,1-3 0 0 0,1-1 0 0 0,2-1-1 0 0,1-3 1 0 0,2-1 0 0 0,67 33 0 0 0,-71-44-75 0 0,2-1 0 0 0,-1-3 0 0 0,2-1 0 0 0,0-2 0 0 0,0-2 0 0 0,1-2 0 0 0,1-2 0 0 0,-1-2 0 0 0,52-1 0 0 0,-15-8 280 0 0,0-4 1 0 0,-1-3-1 0 0,0-4 1 0 0,-1-3 0 0 0,-1-3-1 0 0,-1-4 1 0 0,-1-3-1 0 0,129-71 1 0 0,-168 78-142 0 0,-1-1 0 0 0,-2-2-1 0 0,0-1 1 0 0,-2-2 0 0 0,-1-1 0 0 0,-1-2 0 0 0,43-57-1 0 0,-14 4 72 0 0,-5-1-1 0 0,47-100 0 0 0,-69 122-85 0 0,-4-3 0 0 0,-2 0 0 0 0,26-107 1 0 0,-41 124-1 0 0,-3 0 1 0 0,-1-1-1 0 0,-3 0 0 0 0,-1 0 1 0 0,-9-92-1 0 0,3 118 54 0 0,0-1 0 0 0,-2 1 0 0 0,-1 0 0 0 0,-1 1 0 0 0,-1 0 0 0 0,-1 0 0 0 0,-1 0 0 0 0,-1 1 0 0 0,-1 1-1 0 0,-1 0 1 0 0,-1 0 0 0 0,0 2 0 0 0,-2 0 0 0 0,0 0 0 0 0,-1 2 0 0 0,-1 0 0 0 0,-33-24 0 0 0,4 9 47 0 0,-1 1 0 0 0,-2 3 0 0 0,-100-41 1 0 0,49 32-88 0 0,-118-26 0 0 0,185 55-140 0 0,-1 1 0 0 0,1 1 0 0 0,-1 3 0 0 0,1 0 0 0 0,-58 4 0 0 0,71 2-208 0 0,1 0 0 0 0,0 0 0 0 0,0 2 0 0 0,0 1 0 0 0,1 0 0 0 0,0 1 1 0 0,0 1-1 0 0,1 1 0 0 0,0 1 0 0 0,-33 23 0 0 0,-6 16-1064 0 0,3 10-12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6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1368 1 14283 0 0,'4'4'-86'0'0,"-1"1"0"0"0,0-1-1 0 0,0 1 1 0 0,0 0 0 0 0,0 0 0 0 0,-1 0 0 0 0,0 0-1 0 0,0 0 1 0 0,0 1 0 0 0,2 10 0 0 0,4 58 31 0 0,-7-64 146 0 0,3 148-742 0 0,-7-1 0 0 0,-39 259 0 0 0,-77 138 855 0 0,71-362 738 0 0,-177 655 1833 0 0,173-681-2775 0 0,-107 312 0 0 0,-142 398 0 0 0,126-241 0 0 0,107-389 228 0 0,-87 363 1416 0 0,131-487-1363 0 0,6 1-1 0 0,5 1 0 0 0,4 131 0 0 0,12-131-157 0 0,6-1 1 0 0,39 194-1 0 0,-33-254-65 0 0,2 0 0 0 0,3-2 0 0 0,3 0 0 0 0,2-1 0 0 0,3-2 0 0 0,61 96 0 0 0,-52-101 128 0 0,2-2 0 0 0,56 57-1 0 0,-70-84-122 0 0,1 0 1 0 0,1-2-1 0 0,1-1 0 0 0,1-1 0 0 0,56 27 0 0 0,-43-28-48 0 0,1-2 0 0 0,1-2-1 0 0,1-1 1 0 0,0-3 0 0 0,0-2-1 0 0,1-2 1 0 0,0-1 0 0 0,69-2-1 0 0,-53-6 15 0 0,0-3 0 0 0,0-3-1 0 0,0-2 1 0 0,-1-3 0 0 0,107-37-1 0 0,537-235 551 0 0,-168 67-397 0 0,-187 97-216 0 0,-224 80-10 0 0,-25 10 22 0 0,0 6 0 0 0,1 3 0 0 0,2 6 0 0 0,-1 3 0 0 0,2 6 0 0 0,112 5-1 0 0,499-5 87 0 0,-579-5-64 0 0,63-3 0 0 0,-155 14 0 0 0,0 2 0 0 0,61 9 0 0 0,-87-7 18 0 0,-1 2 0 0 0,0 0 0 0 0,0 1-1 0 0,0 0 1 0 0,-1 2 0 0 0,0 0-1 0 0,0 1 1 0 0,-1 1 0 0 0,0 0-1 0 0,-1 1 1 0 0,0 1 0 0 0,-1 0-1 0 0,0 1 1 0 0,-1 1 0 0 0,-1 0-1 0 0,0 1 1 0 0,-1 0 0 0 0,0 1 0 0 0,16 32-1 0 0,-12-17 22 0 0,-2 1 1 0 0,-1 0-1 0 0,-1 0 0 0 0,-2 1 0 0 0,-2 0 1 0 0,-1 1-1 0 0,-1 0 0 0 0,-2 0 0 0 0,-1 0 1 0 0,-3 40-1 0 0,-1-54 113 0 0,1-12-68 0 0,0 0 0 0 0,0 0 0 0 0,1 1 1 0 0,0-1-1 0 0,1 0 0 0 0,0 0 0 0 0,0 1 0 0 0,1-1 0 0 0,4 14 1 0 0,16-73-786 0 0,-17 41-923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6.7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97 292 5065 0 0,'-5'-2'283'0'0,"1"-1"1"0"0,-1 0-1 0 0,1 0 0 0 0,0 0 0 0 0,-7-6 1 0 0,-21-16 223 0 0,31 24-156 0 0,0 1 1 0 0,-1-1-1 0 0,1 0 1 0 0,0 1-1 0 0,0-1 0 0 0,-1 1 1 0 0,1-1-1 0 0,-1 1 1 0 0,1 0-1 0 0,0-1 1 0 0,-1 1-1 0 0,1 0 0 0 0,-1 0 1 0 0,1 0-1 0 0,-1 0 1 0 0,1 0-1 0 0,0 1 1 0 0,-1-1-1 0 0,1 0 0 0 0,-1 1 1 0 0,0 0-1 0 0,2-1-264 0 0,0 1-1 0 0,0-1 1 0 0,0 0 0 0 0,0 1-1 0 0,0-1 1 0 0,0 1-1 0 0,0-1 1 0 0,0 1 0 0 0,0-1-1 0 0,0 1 1 0 0,0-1-1 0 0,1 1 1 0 0,-1-1 0 0 0,0 1-1 0 0,0-1 1 0 0,1 0-1 0 0,-1 1 1 0 0,0-1 0 0 0,1 1-1 0 0,-1-1 1 0 0,0 0-1 0 0,1 1 1 0 0,-1-1 0 0 0,0 0-1 0 0,1 0 1 0 0,-1 1-1 0 0,1-1 1 0 0,-1 0 0 0 0,1 0-1 0 0,-1 0 1 0 0,1 1-1 0 0,15 10 112 0 0,12 6-94 0 0,0 1 1 0 0,30 27-1 0 0,-19-15-57 0 0,-31-24 45 0 0,0 0-1 0 0,0-1 1 0 0,1-1 0 0 0,-1 1 0 0 0,1-1-1 0 0,0-1 1 0 0,0 0 0 0 0,0 0 0 0 0,1-1-1 0 0,-1 0 1 0 0,1 0 0 0 0,-1-1-1 0 0,13 0 1 0 0,-14-1-8 0 0,0-1 0 0 0,0 0 0 0 0,-1 0 0 0 0,1-1 0 0 0,0 0 0 0 0,-1 0 0 0 0,0-1 0 0 0,1 0 0 0 0,-1 0 0 0 0,0-1 0 0 0,0 1 0 0 0,-1-2 0 0 0,1 1 0 0 0,-1-1 0 0 0,0 0 0 0 0,9-9 1 0 0,1-6 150 0 0,-1 1 0 0 0,0-2 0 0 0,-2 0 0 0 0,0-1 0 0 0,-2 0 1 0 0,9-24-1 0 0,-3 1-674 0 0,-2 0 0 0 0,11-57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07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134 85 8754 0 0,'12'-28'-1314'0'0,"-11"-2"348"0"0,-8 4 8990 0 0,6 26-7942 0 0,-1 0 0 0 0,1 0 0 0 0,0 0 0 0 0,0 0 0 0 0,0 1 0 0 0,0-1 0 0 0,-1 0 0 0 0,1 1 1 0 0,0-1-1 0 0,0 0 0 0 0,0 1 0 0 0,0 0 0 0 0,0-1 0 0 0,0 1 0 0 0,0 0 0 0 0,0-1 0 0 0,0 1 0 0 0,0 0 0 0 0,1 0 0 0 0,-1 0 1 0 0,0 0-1 0 0,0 0 0 0 0,0 1 0 0 0,-20 25 1805 0 0,20-25-1862 0 0,-9 10 72 0 0,2 1 0 0 0,-1 1 0 0 0,2-1 0 0 0,0 1-1 0 0,0 0 1 0 0,2 1 0 0 0,0-1 0 0 0,-7 30 0 0 0,12-42-85 0 0,0 1-1 0 0,1-1 1 0 0,-1 1 0 0 0,0-1-1 0 0,1 0 1 0 0,0 1 0 0 0,-1-1-1 0 0,1 0 1 0 0,0 0-1 0 0,0 1 1 0 0,0-1 0 0 0,0 0-1 0 0,1 0 1 0 0,-1 0 0 0 0,1 0-1 0 0,-1-1 1 0 0,1 1 0 0 0,-1 0-1 0 0,1-1 1 0 0,0 1-1 0 0,0-1 1 0 0,0 1 0 0 0,0-1-1 0 0,2 1 1 0 0,8 5 61 0 0,1-1 1 0 0,-1-1-1 0 0,17 5 1 0 0,1 1 135 0 0,-26-9-177 0 0,63 30 542 0 0,-61-28-518 0 0,1 0 0 0 0,-1 0 0 0 0,0 0 0 0 0,-1 1 0 0 0,1 0 0 0 0,-1 0 0 0 0,0 0 0 0 0,5 7 1 0 0,-9-10-42 0 0,0 0 1 0 0,-1-1-1 0 0,1 1 1 0 0,0 0 0 0 0,0-1-1 0 0,-1 1 1 0 0,1 0 0 0 0,-1 0-1 0 0,0-1 1 0 0,1 1-1 0 0,-1 0 1 0 0,0 0 0 0 0,0 0-1 0 0,0 0 1 0 0,0-1 0 0 0,-1 1-1 0 0,1 0 1 0 0,0 0-1 0 0,-2 2 1 0 0,1 1 32 0 0,-1-1 1 0 0,0 0-1 0 0,-1 0 1 0 0,1 0-1 0 0,-1-1 0 0 0,1 1 1 0 0,-7 6-1 0 0,1-2 92 0 0,-1 0-1 0 0,0-1 1 0 0,0 0 0 0 0,-1-1-1 0 0,-15 9 1 0 0,13-11-61 0 0,1 0 0 0 0,-1-1 1 0 0,0 0-1 0 0,0-1 0 0 0,0 0 0 0 0,0-1 0 0 0,0-1 0 0 0,0 0 0 0 0,0 0 0 0 0,0-1 1 0 0,-22-5-1 0 0,13 3-246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4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69 392 6913 0 0,'-43'-31'1947'0'0,"17"9"3667"0"0,43 37-3170 0 0,15 18-2025 0 0,101 161 1187 0 0,-67-94-1205 0 0,80 93 1 0 0,-140-185-391 0 0,1-1 1 0 0,-1-1-1 0 0,1 1 1 0 0,1-1-1 0 0,0-1 1 0 0,-1 1-1 0 0,2-1 1 0 0,12 6-1 0 0,-19-10 5 0 0,1 0 1 0 0,-1 0-1 0 0,1 0 1 0 0,0-1-1 0 0,-1 1 0 0 0,1-1 1 0 0,-1 1-1 0 0,1-1 0 0 0,0 0 1 0 0,-1 0-1 0 0,1 0 0 0 0,0 0 1 0 0,-1-1-1 0 0,1 1 0 0 0,0-1 1 0 0,-1 0-1 0 0,1 1 1 0 0,-1-1-1 0 0,1 0 0 0 0,-1-1 1 0 0,0 1-1 0 0,1 0 0 0 0,-1-1 1 0 0,0 1-1 0 0,0-1 0 0 0,0 1 1 0 0,0-1-1 0 0,0 0 1 0 0,0 0-1 0 0,-1 0 0 0 0,1 0 1 0 0,-1-1-1 0 0,1 1 0 0 0,0-3 1 0 0,3-3 159 0 0,-1 0 0 0 0,-1 0 0 0 0,0-1 0 0 0,0 0 0 0 0,-1 0 1 0 0,0 0-1 0 0,0 0 0 0 0,0-18 0 0 0,-1-6 192 0 0,-5-38 0 0 0,0 21-58 0 0,-2-27 168 0 0,-23-114 0 0 0,-34-70-354 0 0,50 221-118 0 0,9 29-203 0 0,0 0 0 0 0,1 0 1 0 0,0 0-1 0 0,1-1 0 0 0,-1-15 0 0 0,3 27 136 0 0,0 0-1 0 0,0 0 0 0 0,0-1 0 0 0,0 1 1 0 0,0 0-1 0 0,0 0 0 0 0,0 0 0 0 0,1 0 1 0 0,-1-1-1 0 0,0 1 0 0 0,0 0 0 0 0,0 0 1 0 0,0 0-1 0 0,1 0 0 0 0,-1 0 0 0 0,0 0 1 0 0,0-1-1 0 0,0 1 0 0 0,0 0 0 0 0,1 0 1 0 0,-1 0-1 0 0,0 0 0 0 0,0 0 0 0 0,0 0 1 0 0,1 0-1 0 0,-1 0 0 0 0,0 0 0 0 0,0 0 1 0 0,0 0-1 0 0,1 0 0 0 0,-1 0 0 0 0,0 0 1 0 0,0 0-1 0 0,1 0 0 0 0,-1 0 1 0 0,0 0-1 0 0,0 0 0 0 0,0 0 0 0 0,0 0 1 0 0,1 0-1 0 0,-1 1 0 0 0,0-1 0 0 0,0 0 1 0 0,0 0-1 0 0,1 0 0 0 0,-1 0 0 0 0,0 0 1 0 0,0 1-1 0 0,0-1 0 0 0,0 0 0 0 0,0 0 1 0 0,0 0-1 0 0,1 0 0 0 0,-1 1 0 0 0,0-1 1 0 0,0 0-1 0 0,0 0 0 0 0,0 0 0 0 0,0 1 1 0 0,0-1-1 0 0,0 0 0 0 0,0 0 0 0 0,0 1 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4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38 189 4609 0 0,'-3'-57'1993'0'0,"2"42"-412"0"0,-1-1-1 0 0,-1 1 1 0 0,0 0 0 0 0,-1-1-1 0 0,-1 2 1 0 0,-12-27-1 0 0,18 58 2374 0 0,4 15-3609 0 0,32 102 253 0 0,22 95-591 0 0,-31-126-2450 0 0,-22-87-4817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5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1 130 5065 0 0,'-1'-6'174'0'0,"1"0"-1"0"0,0 0 0 0 0,1 0 1 0 0,-1 0-1 0 0,1 0 1 0 0,0 0-1 0 0,0 0 1 0 0,1 0-1 0 0,0 0 1 0 0,0 1-1 0 0,0-1 0 0 0,1 1 1 0 0,0-1-1 0 0,0 1 1 0 0,0 0-1 0 0,6-7 1 0 0,-7 10 88 0 0,0 0 1 0 0,0-1 0 0 0,1 1 0 0 0,-1 0 0 0 0,1 1 0 0 0,-1-1 0 0 0,1 0-1 0 0,0 1 1 0 0,-1-1 0 0 0,1 1 0 0 0,0 0 0 0 0,0 0 0 0 0,0 0-1 0 0,0 0 1 0 0,0 1 0 0 0,0-1 0 0 0,0 1 0 0 0,1 0 0 0 0,-1 0-1 0 0,0 0 1 0 0,0 0 0 0 0,0 0 0 0 0,0 1 0 0 0,0-1 0 0 0,0 1 0 0 0,0 0-1 0 0,0 0 1 0 0,0 0 0 0 0,0 0 0 0 0,0 1 0 0 0,-1-1 0 0 0,1 1-1 0 0,2 1 1 0 0,13 9 335 0 0,-2 1-1 0 0,0 1 0 0 0,0 0 0 0 0,-1 1 0 0 0,-1 1 1 0 0,0 0-1 0 0,-1 1 0 0 0,13 24 0 0 0,11 23-470 0 0,28 71-1 0 0,-29-57-78 0 0,-27-60-115 0 0,5 11-1335 0 0,-4-10-3549 0 0,-1-1-2021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5.2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1 276 10594 0 0,'0'-4'472'0'0,"0"-1"96"0"0,1 1-455 0 0,1-2-113 0 0,-1 3 0 0 0,-1 0 0 0 0,3-1 0 0 0,2-8 0 0 0,1-6-73 0 0,3-5 73 0 0,-1-4 265 0 0,3 2 103 0 0,-2-3 16 0 0,1 1 8 0 0,2 1-1720 0 0,0 0-345 0 0,1 7-71 0 0,0 3-17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5.5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6913 0 0,'1'-1'118'0'0,"0"0"-1"0"0,0 1 1 0 0,0-1-1 0 0,0 0 1 0 0,0 0-1 0 0,0 1 1 0 0,1-1-1 0 0,-1 0 1 0 0,0 1-1 0 0,0 0 1 0 0,1-1-1 0 0,-1 1 0 0 0,0-1 1 0 0,0 1-1 0 0,1 0 1 0 0,-1 0-1 0 0,0 0 1 0 0,1 0-1 0 0,-1 0 1 0 0,1 0-1 0 0,-1 0 1 0 0,0 1-1 0 0,0-1 1 0 0,1 0-1 0 0,-1 1 0 0 0,0-1 1 0 0,1 1-1 0 0,-1-1 1 0 0,0 1-1 0 0,0-1 1 0 0,0 1-1 0 0,0 0 1 0 0,0 0-1 0 0,2 1 1 0 0,2 1 552 0 0,1 1 0 0 0,-1 0 0 0 0,0 0 0 0 0,0 1 0 0 0,8 8 0 0 0,0 8 24 0 0,0 0 0 0 0,-2 1 0 0 0,0 1 0 0 0,-2 0 1 0 0,8 25-1 0 0,24 54 988 0 0,-35-89-1881 0 0,-1-2-812 0 0,0 0 1 0 0,1-1-1 0 0,0 1 1 0 0,0-1 0 0 0,1-1-1 0 0,0 1 1 0 0,17 15-1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5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1 166 3225 0 0,'1'-7'598'0'0,"0"0"0"0"0,0 0 0 0 0,1 0 0 0 0,0 0 0 0 0,0 0 1 0 0,1 0-1 0 0,0 1 0 0 0,0-1 0 0 0,5-6 0 0 0,4-7 1804 0 0,22-27 0 0 0,-33 45-2253 0 0,1 0 0 0 0,-1 1 0 0 0,0-1 0 0 0,0 1 1 0 0,1-1-1 0 0,-1 1 0 0 0,1-1 0 0 0,-1 1 0 0 0,1 0 1 0 0,0 0-1 0 0,-1 0 0 0 0,1 0 0 0 0,0 0 0 0 0,0 0 0 0 0,0 0 1 0 0,-1 1-1 0 0,1-1 0 0 0,0 1 0 0 0,0-1 0 0 0,0 1 1 0 0,0 0-1 0 0,0 0 0 0 0,3 0 0 0 0,-4 0-74 0 0,1 1-1 0 0,0 0 0 0 0,0 0 1 0 0,0 1-1 0 0,0-1 1 0 0,-1 0-1 0 0,1 0 1 0 0,-1 1-1 0 0,1-1 1 0 0,-1 1-1 0 0,1 0 1 0 0,-1-1-1 0 0,0 1 0 0 0,0 0 1 0 0,0 0-1 0 0,0 0 1 0 0,0-1-1 0 0,0 1 1 0 0,0 0-1 0 0,-1 0 1 0 0,2 4-1 0 0,2 15 95 0 0,0-1-1 0 0,-1 1 1 0 0,-1 0-1 0 0,-1 0 1 0 0,-2 35-1 0 0,-1-28 18 0 0,3 1 0 0 0,3 31-1 0 0,-4-59-186 0 0,0 1 0 0 0,0-1 0 0 0,0 0 1 0 0,0 1-1 0 0,1-1 0 0 0,-1 0 0 0 0,0 0 0 0 0,1 1 0 0 0,-1-1 0 0 0,1 0 0 0 0,-1 0 0 0 0,1 1 0 0 0,-1-1 0 0 0,1 0 0 0 0,0 0 0 0 0,0 0 0 0 0,-1 0 0 0 0,1 0 0 0 0,0 0 0 0 0,0 0 0 0 0,0-1 0 0 0,0 1 0 0 0,0 0 0 0 0,0 0 0 0 0,2 0 0 0 0,-1-1-2 0 0,-1 0 1 0 0,1 0 0 0 0,-1-1-1 0 0,1 1 1 0 0,0 0-1 0 0,-1-1 1 0 0,1 1 0 0 0,-1-1-1 0 0,1 1 1 0 0,-1-1 0 0 0,1 0-1 0 0,-1 0 1 0 0,1 0-1 0 0,-1 0 1 0 0,0 0 0 0 0,0 0-1 0 0,1 0 1 0 0,-1 0-1 0 0,2-3 1 0 0,3-2-45 0 0,2 0 0 0 0,-1 0 0 0 0,1 0 0 0 0,0 1 0 0 0,0 0-1 0 0,0 1 1 0 0,1 0 0 0 0,0 0 0 0 0,14-4 0 0 0,-21 7 44 0 0,1 1-1 0 0,0-1 1 0 0,-1 0 0 0 0,1 1-1 0 0,0 0 1 0 0,0-1-1 0 0,0 1 1 0 0,0 0 0 0 0,-1 1-1 0 0,1-1 1 0 0,0 0-1 0 0,0 1 1 0 0,-1-1 0 0 0,1 1-1 0 0,0 0 1 0 0,0 0 0 0 0,-1 0-1 0 0,1 1 1 0 0,-1-1-1 0 0,1 0 1 0 0,-1 1 0 0 0,0 0-1 0 0,0-1 1 0 0,1 1 0 0 0,-1 0-1 0 0,0 0 1 0 0,-1 0-1 0 0,1 0 1 0 0,0 1 0 0 0,-1-1-1 0 0,1 0 1 0 0,-1 1-1 0 0,1-1 1 0 0,-1 1 0 0 0,0 0-1 0 0,1 3 1 0 0,0 2 75 0 0,0 1 0 0 0,-1-1 1 0 0,0 0-1 0 0,0 1 0 0 0,0-1 0 0 0,-1 1 0 0 0,-1-1 1 0 0,1 1-1 0 0,-2-1 0 0 0,-2 13 0 0 0,-17 41-1380 0 0,3-24-3358 0 0,8-17-1751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6.3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0 130 14283 0 0,'15'-13'2257'0'0,"-1"1"-1"0"0,24-15 1 0 0,-11 9-2394 0 0,2 2-1 0 0,36-16 0 0 0,-48 25-878 0 0,0 2-324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6.5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0 230 10594 0 0,'4'-2'271'0'0,"0"0"0"0"0,0 0-1 0 0,-1 0 1 0 0,1-1-1 0 0,-1 1 1 0 0,0-1 0 0 0,1 0-1 0 0,-1 0 1 0 0,2-4 0 0 0,5-2 384 0 0,105-94 5793 0 0,-42 30-7809 0 0,-59 58 642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7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11 433 14283 0 0,'-1'-1'266'0'0,"0"0"0"0"0,0 1 0 0 0,0-1 0 0 0,1 0-1 0 0,-1 0 1 0 0,0 0 0 0 0,1 0 0 0 0,-1 0 0 0 0,1 0 0 0 0,-1 0 0 0 0,1 0-1 0 0,-1 0 1 0 0,1 0 0 0 0,0 0 0 0 0,-1 0 0 0 0,1 0 0 0 0,0-2 0 0 0,5 2 1433 0 0,6 11-1238 0 0,168 181 436 0 0,-17-21-290 0 0,-148-152-582 0 0,2 0 0 0 0,0-1 0 0 0,1-1 1 0 0,1 0-1 0 0,0-1 0 0 0,1-1 0 0 0,33 18 0 0 0,-51-31-10 0 0,0-1-1 0 0,-1 1 1 0 0,1-1-1 0 0,0 1 1 0 0,-1-1-1 0 0,1 0 1 0 0,0 1-1 0 0,0-1 1 0 0,-1 0 0 0 0,1 0-1 0 0,0 1 1 0 0,0-1-1 0 0,0 0 1 0 0,-1 0-1 0 0,1 0 1 0 0,0 0-1 0 0,0 0 1 0 0,0 0-1 0 0,-1 0 1 0 0,1 0-1 0 0,0 0 1 0 0,0 0-1 0 0,-1-1 1 0 0,1 1 0 0 0,0 0-1 0 0,0-1 1 0 0,-1 1-1 0 0,1 0 1 0 0,0-1-1 0 0,0 1 1 0 0,-1-1-1 0 0,1 1 1 0 0,-1-1-1 0 0,1 1 1 0 0,0-1-1 0 0,-1 1 1 0 0,1-1-1 0 0,-1 0 1 0 0,1 1-1 0 0,-1-1 1 0 0,0 0 0 0 0,1 1-1 0 0,-1-1 1 0 0,0 0-1 0 0,1 0 1 0 0,-1 1-1 0 0,0-1 1 0 0,0 0-1 0 0,0 0 1 0 0,1 0-1 0 0,-1 1 1 0 0,0-1-1 0 0,0 0 1 0 0,-1-1-1 0 0,1-7 117 0 0,0 0 1 0 0,-1 0-1 0 0,-1 0 0 0 0,-2-10 0 0 0,1 4-49 0 0,-25-180 428 0 0,-3-234 1 0 0,30 413-574 0 0,2-81-261 0 0,-1 87 129 0 0,1 0-1 0 0,1 0 0 0 0,0 1 1 0 0,0-1-1 0 0,1 1 0 0 0,0-1 0 0 0,7-13 1 0 0,-9 22 76 0 0,-1 0 1 0 0,1 0 0 0 0,-1 0-1 0 0,1 0 1 0 0,0 0 0 0 0,0 0 0 0 0,0 0-1 0 0,0 0 1 0 0,-1 1 0 0 0,1-1-1 0 0,0 0 1 0 0,0 1 0 0 0,0-1-1 0 0,0 0 1 0 0,1 1 0 0 0,-1-1 0 0 0,0 1-1 0 0,0 0 1 0 0,0-1 0 0 0,0 1-1 0 0,0 0 1 0 0,1 0 0 0 0,1 0-1 0 0,6 1-905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7.7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46 101 5529 0 0,'0'-20'347'0'0,"1"3"-273"0"0,-2-1-1 0 0,-3-28 0 0 0,47 80 16153 0 0,-50-39-14610 0 0,6 5-1655 0 0,-1-1 0 0 0,1 1 1 0 0,0 0-1 0 0,0 0 0 0 0,0-1 0 0 0,-1 1 0 0 0,1 0 0 0 0,0 0 0 0 0,0 0 1 0 0,-1 1-1 0 0,1-1 0 0 0,0 0 0 0 0,0 0 0 0 0,0 1 0 0 0,-1-1 1 0 0,1 1-1 0 0,0-1 0 0 0,0 1 0 0 0,0-1 0 0 0,-1 2 0 0 0,-4 3 54 0 0,1 1 1 0 0,1 0-1 0 0,-1 0 0 0 0,1 0 0 0 0,0 1 0 0 0,0-1 1 0 0,1 1-1 0 0,0 0 0 0 0,0 0 0 0 0,0 1 0 0 0,1-1 1 0 0,0 0-1 0 0,1 1 0 0 0,0-1 0 0 0,0 1 0 0 0,0-1 0 0 0,2 14 1 0 0,-1 0 23 0 0,1 1-1 0 0,2-1 1 0 0,0 0 0 0 0,1 0 0 0 0,8 24 0 0 0,-9-37-30 0 0,-1-1 0 0 0,2 1-1 0 0,-1-1 1 0 0,1 0 0 0 0,0 0 0 0 0,0 0 0 0 0,1 0-1 0 0,0-1 1 0 0,0 0 0 0 0,0 0 0 0 0,1 0 0 0 0,0 0-1 0 0,12 8 1 0 0,-14-12-5 0 0,0 0 0 0 0,1 0 1 0 0,-1 0-1 0 0,1 0 0 0 0,-1-1 0 0 0,1 1 0 0 0,0-1 1 0 0,-1-1-1 0 0,1 1 0 0 0,0 0 0 0 0,0-1 0 0 0,0 0 1 0 0,0 0-1 0 0,-1-1 0 0 0,1 1 0 0 0,0-1 0 0 0,0 0 1 0 0,-1-1-1 0 0,1 1 0 0 0,-1-1 0 0 0,1 1 0 0 0,-1-2 1 0 0,1 1-1 0 0,5-4 0 0 0,-1 0-311 0 0,1-1-1 0 0,-1 0 1 0 0,0 0 0 0 0,-1-1-1 0 0,1 0 1 0 0,-2 0 0 0 0,1-1 0 0 0,7-12-1 0 0,0-2-7316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7.9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0 9674 0 0,'-6'1'3599'0'0,"6"-1"-3527"0"0,-4 13 2042 0 0,2 14 504 0 0,5 3-1767 0 0,1 1-1 0 0,1-1 1 0 0,2 0 0 0 0,0 0-1 0 0,22 51 1 0 0,77 135-602 0 0,-93-193-145 0 0,19 26-921 0 0,-24-38 145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4:58.2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3 122 3225 0 0,'-1'-3'238'0'0,"1"0"0"0"0,-1 1 0 0 0,1-1 0 0 0,0 0 0 0 0,0 0 0 0 0,0 0 0 0 0,0 1 0 0 0,0-1 0 0 0,1 0 0 0 0,-1 0 0 0 0,1 1 0 0 0,0-1 1 0 0,0 0-1 0 0,0 1 0 0 0,0-1 0 0 0,0 0 0 0 0,3-3 0 0 0,0-1 697 0 0,0 0 0 0 0,1 0 1 0 0,0 0-1 0 0,0 1 0 0 0,6-7 0 0 0,-8 11-706 0 0,1-1-1 0 0,-1 1 0 0 0,0 0 0 0 0,1 0 0 0 0,0 0 0 0 0,-1 0 0 0 0,1 1 0 0 0,0 0 0 0 0,0 0 0 0 0,0 0 0 0 0,0 0 0 0 0,0 0 0 0 0,0 1 0 0 0,0-1 0 0 0,0 1 1 0 0,0 0-1 0 0,0 1 0 0 0,0-1 0 0 0,0 1 0 0 0,0-1 0 0 0,0 1 0 0 0,0 0 0 0 0,0 1 0 0 0,0-1 0 0 0,0 1 0 0 0,-1 0 0 0 0,1 0 0 0 0,-1 0 0 0 0,1 0 0 0 0,2 3 1 0 0,1-1-83 0 0,0 1 0 0 0,-1 0 1 0 0,0 1-1 0 0,0-1 1 0 0,-1 1-1 0 0,1 0 0 0 0,-1 0 1 0 0,0 1-1 0 0,-1 0 0 0 0,0 0 1 0 0,0 0-1 0 0,0 0 1 0 0,-1 1-1 0 0,4 9 0 0 0,-5-1-64 0 0,0 0-1 0 0,-1-1 0 0 0,-1 1 0 0 0,0 0 0 0 0,-1 0 0 0 0,-1-1 0 0 0,0 1 1 0 0,-1 0-1 0 0,-1-1 0 0 0,-10 27 0 0 0,4-17 49 0 0,-1 0 0 0 0,-1-1 1 0 0,-2 0-1 0 0,0-1 0 0 0,-25 31 0 0 0,35-49-126 0 0,1-1 1 0 0,-1 1-1 0 0,0-1 0 0 0,0 0 0 0 0,-7 4 0 0 0,-3-1-109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05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24 533 2761 0 0,'-13'-7'8056'0'0,"12"5"-7582"0"0,-8-15 3868 0 0,9 16-4255 0 0,0 1 0 0 0,-1-1 0 0 0,1 1 0 0 0,0-1 0 0 0,0 0 0 0 0,0 1 0 0 0,0-1 0 0 0,0 0 0 0 0,0 1-1 0 0,0-1 1 0 0,0 1 0 0 0,0-1 0 0 0,0 0 0 0 0,1 1 0 0 0,-1-1 0 0 0,0 0 0 0 0,0 1 0 0 0,0-1 0 0 0,1 1 0 0 0,0-2 0 0 0,-1 2-49 0 0,1 0-1 0 0,0-1 1 0 0,-1 1 0 0 0,1 0 0 0 0,0 0-1 0 0,-1-1 1 0 0,1 1 0 0 0,0 0 0 0 0,-1 0 0 0 0,1 0-1 0 0,0 0 1 0 0,-1 0 0 0 0,1 0 0 0 0,0 0 0 0 0,-1 0-1 0 0,1 1 1 0 0,0-1 0 0 0,-1 0 0 0 0,1 0 0 0 0,-1 0-1 0 0,1 1 1 0 0,0-1 0 0 0,-1 0 0 0 0,1 1-1 0 0,0 0 1 0 0,249 147 1680 0 0,-167-94-695 0 0,132 64 0 0 0,-49-60-474 0 0,-89-34-354 0 0,-77-24-175 0 0,1 0 0 0 0,-1 0 0 0 0,1 0 0 0 0,-1-1 0 0 0,0 1 0 0 0,1 0 0 0 0,-1 0 0 0 0,0-1 0 0 0,1 1 0 0 0,-1 0 0 0 0,0-1 0 0 0,1 1 0 0 0,-1 0 0 0 0,0-1 0 0 0,0 1 0 0 0,1-1 0 0 0,-1 1 0 0 0,0 0 0 0 0,0-1 0 0 0,0 1 0 0 0,0-1 0 0 0,0 1 0 0 0,1-1 0 0 0,-1 1 0 0 0,0-1 0 0 0,0 1 0 0 0,0 0 0 0 0,0-1 0 0 0,0 1 0 0 0,0-1 0 0 0,-1 1 0 0 0,1-1 0 0 0,0 1-1 0 0,0-1 1 0 0,0 1 0 0 0,0-1 0 0 0,-3-23 168 0 0,3 22-131 0 0,-16-88 468 0 0,-3 2 1 0 0,-39-107-1 0 0,-6-27-300 0 0,52 173-265 0 0,3-1 0 0 0,-5-79-1 0 0,14 128 18 0 0,0-1-1 0 0,0 1 1 0 0,0-1-1 0 0,0 1 0 0 0,0-1 1 0 0,0 1-1 0 0,1-1 0 0 0,-1 1 1 0 0,0-1-1 0 0,1 1 1 0 0,-1-1-1 0 0,1 1 0 0 0,-1-1 1 0 0,1 1-1 0 0,0-1 0 0 0,0 1 1 0 0,1-3-1 0 0,-1 4-49 0 0,0-1-1 0 0,0 1 0 0 0,0-1 1 0 0,0 1-1 0 0,0-1 1 0 0,0 1-1 0 0,0 0 0 0 0,0-1 1 0 0,0 1-1 0 0,0 0 0 0 0,0 0 1 0 0,0 0-1 0 0,1-1 1 0 0,-1 1-1 0 0,0 0 0 0 0,0 1 1 0 0,0-1-1 0 0,0 0 1 0 0,2 1-1 0 0,4 1-417 0 0,0 0 1 0 0,0 1 0 0 0,-1 0-1 0 0,1 1 1 0 0,-1 0-1 0 0,8 4 1 0 0,5 7-581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06.3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132 2 6913 0 0,'-17'-1'1469'0'0,"15"1"-1188"0"0,-1 0 0 0 0,0-1 0 0 0,1 1 0 0 0,-1 0 0 0 0,1 0 0 0 0,-1 0-1 0 0,0 1 1 0 0,1-1 0 0 0,-1 1 0 0 0,1-1 0 0 0,-1 1 0 0 0,0 0 0 0 0,1 0 0 0 0,0 0-1 0 0,-1 0 1 0 0,1 0 0 0 0,0 1 0 0 0,0-1 0 0 0,-1 1 0 0 0,1-1 0 0 0,0 1-1 0 0,0 0 1 0 0,-2 3 0 0 0,-2 3-22 0 0,0 0-1 0 0,0 0 0 0 0,1 0 1 0 0,0 1-1 0 0,1 0 0 0 0,-1 0 1 0 0,2 0-1 0 0,-1 1 0 0 0,2-1 1 0 0,-1 1-1 0 0,1 0 0 0 0,0-1 1 0 0,1 1-1 0 0,0 0 0 0 0,1 0 1 0 0,0 0-1 0 0,1 0 0 0 0,0 0 1 0 0,0 0-1 0 0,4 12 0 0 0,-4-21-259 0 0,-1 1 0 0 0,1-1 0 0 0,0 0-1 0 0,0 1 1 0 0,0-1 0 0 0,0 0-1 0 0,0 0 1 0 0,0 0 0 0 0,0 0-1 0 0,0 0 1 0 0,0 0 0 0 0,1 0 0 0 0,-1 0-1 0 0,0 0 1 0 0,1 0 0 0 0,-1-1-1 0 0,0 1 1 0 0,1-1 0 0 0,-1 1 0 0 0,1-1-1 0 0,-1 1 1 0 0,1-1 0 0 0,-1 0-1 0 0,1 0 1 0 0,0 0 0 0 0,-1 0 0 0 0,1 0-1 0 0,-1 0 1 0 0,1 0 0 0 0,-1 0-1 0 0,2-1 1 0 0,10-1-16 0 0,-1-1 0 0 0,-1 0 0 0 0,15-6 0 0 0,6-1-2 0 0,-26 8 22 0 0,0 1 0 0 0,1 0 0 0 0,-1 1 0 0 0,0 0 0 0 0,1 0 0 0 0,-1 0 0 0 0,0 1 0 0 0,0 0 0 0 0,1 0 0 0 0,-1 0 0 0 0,0 1 0 0 0,0 0 0 0 0,0 0 0 0 0,0 0 0 0 0,-1 1 0 0 0,1 0 0 0 0,0 0 0 0 0,-1 1 0 0 0,0-1-1 0 0,0 1 1 0 0,5 5 0 0 0,-4-3 3 0 0,-1 1-1 0 0,1 0 1 0 0,-1 0 0 0 0,-1 1-1 0 0,1-1 1 0 0,-1 1-1 0 0,-1 0 1 0 0,1 0-1 0 0,-1 0 1 0 0,-1 0-1 0 0,1 1 1 0 0,-1-1-1 0 0,-1 1 1 0 0,1 15-1 0 0,-1-6 129 0 0,-1 0-1 0 0,-1 0 0 0 0,-1 0 0 0 0,0 0 0 0 0,-8 26 0 0 0,8-36-29 0 0,-1 1 0 0 0,0 0 0 0 0,-1-1-1 0 0,1 0 1 0 0,-2 1 0 0 0,1-2 0 0 0,-1 1 0 0 0,0 0 0 0 0,-1-1-1 0 0,0 0 1 0 0,0 0 0 0 0,-12 9 0 0 0,17-14-86 0 0,-1-1 1 0 0,1 0-1 0 0,-1-1 1 0 0,1 1-1 0 0,-1 0 1 0 0,0 0 0 0 0,1-1-1 0 0,-1 1 1 0 0,0 0-1 0 0,0-1 1 0 0,1 0-1 0 0,-1 1 1 0 0,0-1-1 0 0,0 0 1 0 0,0 0-1 0 0,0 0 1 0 0,1 0-1 0 0,-1-1 1 0 0,0 1-1 0 0,0 0 1 0 0,0-1 0 0 0,1 1-1 0 0,-1-1 1 0 0,-1 0-1 0 0,-4-3-14 0 0,0 0-1 0 0,1 0 0 0 0,0 0 1 0 0,-10-10-1 0 0,-15-10-2812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06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 10594 0 0,'3'-3'641'0'0,"-1"1"-1"0"0,1 0 0 0 0,0-1 0 0 0,-1 2 1 0 0,1-1-1 0 0,0 0 0 0 0,0 0 0 0 0,1 1 1 0 0,4-2-1 0 0,-4 2-278 0 0,-1 0 0 0 0,1 0 1 0 0,-1 1-1 0 0,1 0 0 0 0,0 0 0 0 0,-1 0 0 0 0,8 1 0 0 0,2 1-1158 0 0,-1 2 0 0 0,-1 0 0 0 0,1 0-1 0 0,16 9 1 0 0,-11-5-1758 0 0,-1-1-3195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06.9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82 10594 0 0,'6'-8'1327'0'0,"-1"-1"-16"0"0,1 1 0 0 0,-1 0 0 0 0,1 1 0 0 0,11-11-1 0 0,-14 16-1285 0 0,0 0 0 0 0,0-1 0 0 0,0 1 0 0 0,0 0-1 0 0,0 0 1 0 0,0 1 0 0 0,1-1 0 0 0,-1 1-1 0 0,1-1 1 0 0,-1 1 0 0 0,1 0 0 0 0,0 0-1 0 0,-1 1 1 0 0,1-1 0 0 0,0 1 0 0 0,0 0 0 0 0,6 0-1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12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6 14283 0 0,'-26'-6'5953'0'0,"34"17"-4891"0"0,26 26-650 0 0,-2 1-1 0 0,-1 2 1 0 0,-2 1 0 0 0,32 61 0 0 0,78 188-86 0 0,-137-286-316 0 0,120 306 7 0 0,-106-267-18 0 0,-14-38-17 0 0,-1-2-60 0 0,1 1 0 0 0,-1-1-1 0 0,0 1 1 0 0,1-1 0 0 0,-2 1 0 0 0,1 0 0 0 0,0-1-1 0 0,-1 1 1 0 0,1 0 0 0 0,-1-1 0 0 0,0 1-1 0 0,-1 5 1 0 0,-3-6-711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13.0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86 7834 0 0,'-16'9'570'0'0,"-8"4"-106"0"0,9-6 4676 0 0,34-22 154 0 0,-4 2-4329 0 0,2 1-546 0 0,1 0 0 0 0,0 1 0 0 0,0 1 1 0 0,1 1-1 0 0,0 1 0 0 0,24-8 0 0 0,-35 14-435 0 0,0 0 0 0 0,1 0 1 0 0,-1 1-1 0 0,0 0 0 0 0,1 1 0 0 0,-1 0 0 0 0,1 0 1 0 0,-1 0-1 0 0,0 1 0 0 0,1 1 0 0 0,-1-1 0 0 0,0 1 1 0 0,0 1-1 0 0,0-1 0 0 0,0 1 0 0 0,0 1 0 0 0,-1-1 1 0 0,9 7-1 0 0,30 25-860 0 0,-23-16 40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13.3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4 315 9218 0 0,'-3'12'1009'0'0,"8"-13"496"0"0,11-20 505 0 0,22-52-412 0 0,29-47 3371 0 0,-59 107-4603 0 0,1 1 0 0 0,0 1 0 0 0,1 0 0 0 0,0 0 0 0 0,0 1 0 0 0,1 0 0 0 0,13-9 0 0 0,-20 17-697 0 0,1 0 0 0 0,-1-1 0 0 0,0 2-1 0 0,1-1 1 0 0,-1 0 0 0 0,9-1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13.8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145 1 14283 0 0,'-5'1'106'0'0,"1"-1"0"0"0,0 1 0 0 0,-1 0 0 0 0,1 1 0 0 0,0-1 0 0 0,0 1 1 0 0,0 0-1 0 0,0 0 0 0 0,0 0 0 0 0,0 1 0 0 0,1-1 0 0 0,-1 1 0 0 0,1 0 0 0 0,0 0 0 0 0,0 0 0 0 0,0 0 0 0 0,-4 5 0 0 0,-3 6 347 0 0,0-1-1 0 0,1 2 1 0 0,-9 16 0 0 0,13-22-216 0 0,2-1 0 0 0,-1 1 0 0 0,1 0 0 0 0,0 0 0 0 0,1 0 0 0 0,-2 14 1 0 0,3-20-189 0 0,1-1 0 0 0,0 0 0 0 0,0 1 1 0 0,0-1-1 0 0,0 1 0 0 0,0-1 0 0 0,0 1 1 0 0,1-1-1 0 0,-1 0 0 0 0,1 1 0 0 0,-1-1 1 0 0,1 0-1 0 0,0 1 0 0 0,0-1 1 0 0,0 0-1 0 0,0 0 0 0 0,1 0 0 0 0,-1 0 1 0 0,1 0-1 0 0,-1 0 0 0 0,1 0 0 0 0,0 0 1 0 0,-1-1-1 0 0,1 1 0 0 0,0-1 0 0 0,0 1 1 0 0,0-1-1 0 0,0 0 0 0 0,3 2 1 0 0,21 5-60 0 0,0 0 0 0 0,49 6 1 0 0,-45-9-9 0 0,0 1 0 0 0,33 11 0 0 0,-55-14 15 0 0,0 0-1 0 0,1 1 1 0 0,-1 0-1 0 0,-1 0 1 0 0,1 1-1 0 0,-1 0 1 0 0,1 1-1 0 0,-2-1 1 0 0,1 1-1 0 0,0 0 1 0 0,8 12 0 0 0,-13-15 8 0 0,1 1 0 0 0,-1-1 0 0 0,0 1 0 0 0,0 0 0 0 0,0-1 0 0 0,-1 1 0 0 0,1 0 0 0 0,-1 0 0 0 0,0 0 0 0 0,0 0 0 0 0,-1 0 1 0 0,1 0-1 0 0,-1 0 0 0 0,0 1 0 0 0,0-1 0 0 0,0 0 0 0 0,-1 7 0 0 0,-1-5 67 0 0,0 0 0 0 0,0 1 0 0 0,0-1 0 0 0,-1 0 0 0 0,0 0 0 0 0,0 0 0 0 0,0-1 0 0 0,-1 1 0 0 0,0-1 0 0 0,-7 7 0 0 0,4-4 17 0 0,0 0 1 0 0,-1-1 0 0 0,0-1 0 0 0,-1 1 0 0 0,0-1-1 0 0,0 0 1 0 0,0-1 0 0 0,0 0 0 0 0,-1-1 0 0 0,0 0 0 0 0,0 0-1 0 0,0-1 1 0 0,-18 3 0 0 0,22-6-78 0 0,-1 1 0 0 0,1-1 0 0 0,0-1 0 0 0,0 1-1 0 0,0-1 1 0 0,0 0 0 0 0,0-1 0 0 0,0 0 0 0 0,0 1 0 0 0,0-2 0 0 0,1 1 0 0 0,-1-1 0 0 0,-6-4 0 0 0,-19-19-6615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14.3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10594 0 0,'0'4'8228'0'0,"6"12"-7142"0"0,-4-9-659 0 0,61 200 1775 0 0,0 1-1813 0 0,-50-171-337 0 0,3 0-1 0 0,1-1 1 0 0,34 51 0 0 0,-3-9-1444 0 0,-46-75 399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5:14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2 243 6449 0 0,'-1'-14'543'0'0,"1"0"-1"0"0,0 0 0 0 0,1 0 0 0 0,0 0 0 0 0,1 0 1 0 0,1 0-1 0 0,0 0 0 0 0,1 1 0 0 0,0-1 0 0 0,1 1 1 0 0,1 0-1 0 0,0 0 0 0 0,12-18 0 0 0,-16 29-377 0 0,0-1-1 0 0,-1 1 0 0 0,1-1 0 0 0,0 1 1 0 0,0 0-1 0 0,1 0 0 0 0,-1 0 1 0 0,0 0-1 0 0,1 0 0 0 0,-1 1 0 0 0,1-1 1 0 0,0 1-1 0 0,-1-1 0 0 0,1 1 0 0 0,0 0 1 0 0,0 0-1 0 0,0 0 0 0 0,0 1 1 0 0,0-1-1 0 0,0 1 0 0 0,0-1 0 0 0,0 1 1 0 0,0 0-1 0 0,0 0 0 0 0,0 0 0 0 0,0 1 1 0 0,0-1-1 0 0,0 1 0 0 0,0 0 1 0 0,0 0-1 0 0,0 0 0 0 0,0 0 0 0 0,-1 0 1 0 0,1 0-1 0 0,0 1 0 0 0,2 1 0 0 0,2 2 5 0 0,0 0 0 0 0,0 0 0 0 0,-1 1 0 0 0,1-1 0 0 0,-1 2 0 0 0,-1-1-1 0 0,1 1 1 0 0,-1-1 0 0 0,0 1 0 0 0,0 1 0 0 0,6 13 0 0 0,-6-5-137 0 0,0 1 1 0 0,-1 0-1 0 0,-1 0 1 0 0,0 0-1 0 0,-1 0 1 0 0,-1 0-1 0 0,-1 1 1 0 0,0-1-1 0 0,-4 26 1 0 0,-4 7 98 0 0,-27 96 1 0 0,-8-26 199 0 0,49-122-237 0 0,0 0 1 0 0,0 0-1 0 0,0-1 1 0 0,0 1-1 0 0,0-1 1 0 0,7-5-1 0 0,3-2-11 0 0,1 1 0 0 0,0 0 0 0 0,1 2 0 0 0,0 0 0 0 0,0 1 0 0 0,1 1 0 0 0,-1 0 0 0 0,1 2 0 0 0,0 0 0 0 0,0 1 0 0 0,1 1 0 0 0,-1 1 0 0 0,31 3 0 0 0,-45-2-24 0 0,0 0 0 0 0,0 0 0 0 0,-1 0 1 0 0,1 0-1 0 0,0 1 0 0 0,-1 0 0 0 0,0-1 1 0 0,1 2-1 0 0,-1-1 0 0 0,0 1 0 0 0,4 2 0 0 0,-7-4 16 0 0,0-1-5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3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236 304 6913 0 0,'-11'-68'2077'0'0,"7"35"-730"0"0,-2 0-1 0 0,-1 1 0 0 0,-1-1 1 0 0,-15-32-1 0 0,23 62-1216 0 0,-1 1 0 0 0,0 0 0 0 0,0 0 0 0 0,0 0 0 0 0,0 0 0 0 0,0 0 0 0 0,0 0 0 0 0,-1 0 0 0 0,1 0 0 0 0,-1 0 0 0 0,1 1 0 0 0,-1-1 0 0 0,0 0 0 0 0,1 1-1 0 0,-1 0 1 0 0,0-1 0 0 0,0 1 0 0 0,0 0 0 0 0,0 0 0 0 0,0 0 0 0 0,0 0 0 0 0,-1 0 0 0 0,1 1 0 0 0,0-1 0 0 0,-5 0 0 0 0,4 2-30 0 0,0-1-1 0 0,1 1 1 0 0,-1 0-1 0 0,0 0 1 0 0,0 0-1 0 0,1 0 1 0 0,-1 1-1 0 0,0-1 1 0 0,1 1-1 0 0,-1 0 1 0 0,1-1-1 0 0,0 1 1 0 0,0 0-1 0 0,0 0 1 0 0,0 1-1 0 0,0-1 1 0 0,0 0-1 0 0,0 1 1 0 0,-2 4-1 0 0,-6 10 38 0 0,1 1-1 0 0,0 0 1 0 0,2 0-1 0 0,0 1 0 0 0,0 0 1 0 0,2 1-1 0 0,-4 24 1 0 0,-7 144-121 0 0,15-162 3 0 0,10 406 116 0 0,-1-280-139 0 0,21 358-91 0 0,5 142 102 0 0,-25-392 21 0 0,10 383 160 0 0,-52 21 772 0 0,18-571-1000 0 0,3-54-6657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274 234 456 0 0,'-22'-1'1212'0'0,"0"1"-1"0"0,0 0 0 0 0,0 1 1 0 0,-38 8-1 0 0,59-9-1211 0 0,-28 6 1258 0 0,20-3-605 0 0,0-1-1 0 0,0 0 1 0 0,0-1 0 0 0,-1 0 0 0 0,1-1 0 0 0,0 0 0 0 0,-16-1-1 0 0,25 1-593 0 0,-1 0 0 0 0,1 0-1 0 0,0 0 1 0 0,0 0 0 0 0,0 0-1 0 0,-1 0 1 0 0,1 0-1 0 0,0 0 1 0 0,0 0 0 0 0,0 0-1 0 0,-1 0 1 0 0,1 0 0 0 0,0-1-1 0 0,0 1 1 0 0,-1 0-1 0 0,1 0 1 0 0,0 0 0 0 0,0 0-1 0 0,0 0 1 0 0,0 0 0 0 0,-1 0-1 0 0,1-1 1 0 0,0 1-1 0 0,0 0 1 0 0,0 0 0 0 0,0 0-1 0 0,0 0 1 0 0,-1-1 0 0 0,1 1-1 0 0,0 0 1 0 0,0 0-1 0 0,0 0 1 0 0,0-1 0 0 0,0 1-1 0 0,0 0 1 0 0,0 0 0 0 0,0 0-1 0 0,0-1 1 0 0,0 1-1 0 0,0 0 1 0 0,0 0 0 0 0,0 0-1 0 0,0-1 1 0 0,0 1-1 0 0,0 0 1 0 0,0 0 0 0 0,0-1-1 0 0,0 1 1 0 0,12-9 1088 0 0,20-4-558 0 0,-32 12-533 0 0,27-7 202 0 0,-1 1 0 0 0,1 1-1 0 0,0 1 1 0 0,33-2 0 0 0,113 4 458 0 0,-129 3-455 0 0,-2 0-89 0 0,736-25 2350 0 0,-655 10-2352 0 0,231-58-1 0 0,-299 57-169 0 0,147-33 3 0 0,-175 44-6 0 0,0 1 1 0 0,0 2-1 0 0,0 1 0 0 0,1 1 0 0 0,39 5 1 0 0,-57-4-171 0 0,-1 1 1 0 0,0 1 0 0 0,1-1-1 0 0,13 8 1 0 0,-5 0-697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221 128 4265 0 0,'-44'8'1265'0'0,"1"2"0"0"0,1 2 0 0 0,-49 20 0 0 0,119-45 4470 0 0,99-45-864 0 0,-95 47-4253 0 0,173-59 1298 0 0,-168 59-2030 0 0,1 2 1 0 0,0 2 0 0 0,60-3-1 0 0,-94 10-225 0 0,0-1-1 0 0,0 1 0 0 0,1 1 0 0 0,-1-1 0 0 0,0 0 0 0 0,0 1 0 0 0,0 0 1 0 0,0 0-1 0 0,0 0 0 0 0,-1 1 0 0 0,8 2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0 5529 0 0,'-3'1'262'0'0,"-1"0"0"0"0,1 0 1 0 0,0 1-1 0 0,0-1 0 0 0,0 0 0 0 0,0 1 0 0 0,1 0 0 0 0,-1 0 0 0 0,0 0 1 0 0,1 0-1 0 0,-1 0 0 0 0,1 0 0 0 0,0 0 0 0 0,0 1 0 0 0,0 0 0 0 0,0-1 1 0 0,0 1-1 0 0,0 0 0 0 0,1 0 0 0 0,-1 0 0 0 0,1 0 0 0 0,0 0 0 0 0,0 0 1 0 0,0 0-1 0 0,0 0 0 0 0,1 0 0 0 0,-1 1 0 0 0,1 5 0 0 0,-1 9 305 0 0,2 0 1 0 0,0 0-1 0 0,1-1 0 0 0,6 24 0 0 0,-3-14-563 0 0,84 405 1583 0 0,-37-194-1269 0 0,121 695 1397 0 0,-141-382-721 0 0,-29-415-5877 0 0,-1-104-1865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4609 0 0,'-1'-1'83'0'0,"1"1"0"0"0,0 0 0 0 0,0-1 1 0 0,0 1-1 0 0,-1 0 0 0 0,1-1 0 0 0,0 1 0 0 0,0-1 0 0 0,0 1 0 0 0,0 0 1 0 0,0-1-1 0 0,0 1 0 0 0,0-1 0 0 0,0 1 0 0 0,0 0 0 0 0,0-1 0 0 0,0 1 1 0 0,0-1-1 0 0,0 1 0 0 0,0 0 0 0 0,0-1 0 0 0,0 1 0 0 0,0-1 0 0 0,0 1 1 0 0,1 0-1 0 0,-1-1 0 0 0,0 1 0 0 0,0-1 0 0 0,0 1 0 0 0,1 0 1 0 0,-1-1-1 0 0,0 1 0 0 0,1 0 0 0 0,-1 0 0 0 0,0-1 0 0 0,0 1 0 0 0,1 0 1 0 0,-1 0-1 0 0,1-1 0 0 0,-1 1 0 0 0,0 0 0 0 0,1 0 0 0 0,-1 0 0 0 0,0 0 1 0 0,1-1-1 0 0,0 1 0 0 0,18-7 1876 0 0,13 2-1217 0 0,1 2 1 0 0,-1 1-1 0 0,0 2 1 0 0,0 1 0 0 0,48 7-1 0 0,159 43 503 0 0,-190-39-993 0 0,282 74-2 0 0,367 75-78 0 0,-252-112 1666 0 0,-180-25-1246 0 0,-186-11-1012 0 0,-29 3-5844 0 0,-35-9 830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1 421 1376 0 0,'5'-2'241'0'0,"0"-1"-1"0"0,1 1 1 0 0,-1-1-1 0 0,0 0 1 0 0,-1 0-1 0 0,1 0 1 0 0,-1 0-1 0 0,1-1 1 0 0,-1 0 0 0 0,0 0-1 0 0,4-6 1 0 0,2 1 105 0 0,4-6 8 0 0,0-1-1 0 0,0 0 1 0 0,-2-1 0 0 0,0 0 0 0 0,-1-1-1 0 0,10-21 1 0 0,44-120 1880 0 0,-48 113-1123 0 0,-17 44-1013 0 0,0 1 1 0 0,1-1-1 0 0,-1 1 0 0 0,1-1 0 0 0,-1 1 0 0 0,1 0 0 0 0,0-1 1 0 0,-1 1-1 0 0,1 0 0 0 0,0-1 0 0 0,0 1 0 0 0,0 0 0 0 0,0 0 1 0 0,0 0-1 0 0,0 0 0 0 0,1 0 0 0 0,1-2 0 0 0,-2 4-28 0 0,0-1 0 0 0,0 1-1 0 0,0 0 1 0 0,0-1 0 0 0,-1 1-1 0 0,1 0 1 0 0,0 0 0 0 0,0-1-1 0 0,-1 1 1 0 0,1 0 0 0 0,0 0-1 0 0,-1 0 1 0 0,1 0-1 0 0,-1 0 1 0 0,0 0 0 0 0,1 0-1 0 0,-1 0 1 0 0,0 0 0 0 0,1 0-1 0 0,-1 0 1 0 0,0 0 0 0 0,0 0-1 0 0,0 0 1 0 0,0 0 0 0 0,0 2-1 0 0,13 131 954 0 0,-10-86-1012 0 0,10 56 1 0 0,-10-90-13 0 0,0 0 1 0 0,1-1 0 0 0,0 0 0 0 0,1 0-1 0 0,1 0 1 0 0,0 0 0 0 0,0-1-1 0 0,14 19 1 0 0,-19-30-6 0 0,0 1 0 0 0,1 0 0 0 0,-1-1 0 0 0,0 1 1 0 0,1-1-1 0 0,-1 1 0 0 0,1-1 0 0 0,0 0 0 0 0,-1 1 0 0 0,1-1 0 0 0,0 0 0 0 0,0 0 0 0 0,0 0 0 0 0,0 0 0 0 0,0-1 0 0 0,0 1 0 0 0,0 0 0 0 0,0-1 1 0 0,0 0-1 0 0,0 1 0 0 0,0-1 0 0 0,2 0 0 0 0,-1-1-16 0 0,0 1 0 0 0,0-1 0 0 0,0 0 0 0 0,0 0 0 0 0,0-1 0 0 0,0 1 0 0 0,-1 0 0 0 0,1-1 0 0 0,-1 0 0 0 0,1 0-1 0 0,-1 1 1 0 0,1-1 0 0 0,2-4 0 0 0,7-8-83 0 0,-1 0-1 0 0,0-1 1 0 0,-1-1-1 0 0,8-17 1 0 0,-13 23 93 0 0,28-54 25 0 0,-23 42-4 0 0,1 0-1 0 0,0 1 1 0 0,2 1-1 0 0,0 0 1 0 0,23-26-1 0 0,-34 44 13 0 0,-1 0-1 0 0,1 1 1 0 0,-1-1 0 0 0,1 0-1 0 0,0 1 1 0 0,0 0 0 0 0,0-1-1 0 0,-1 1 1 0 0,1 0 0 0 0,1 0-1 0 0,-1 0 1 0 0,0 0-1 0 0,0 0 1 0 0,0 1 0 0 0,0-1-1 0 0,0 0 1 0 0,1 1 0 0 0,-1 0-1 0 0,0 0 1 0 0,1-1 0 0 0,-1 1-1 0 0,0 1 1 0 0,0-1 0 0 0,1 0-1 0 0,-1 0 1 0 0,0 1 0 0 0,0 0-1 0 0,1-1 1 0 0,-1 1 0 0 0,3 1-1 0 0,-1 1 42 0 0,0 0 0 0 0,-1 0-1 0 0,1 1 1 0 0,-1-1 0 0 0,1 1 0 0 0,-1 0-1 0 0,0-1 1 0 0,-1 1 0 0 0,1 1-1 0 0,-1-1 1 0 0,1 0 0 0 0,-1 1 0 0 0,2 5-1 0 0,4 16 398 0 0,-2 0 1 0 0,6 41-1 0 0,-9-47-186 0 0,0-1 0 0 0,1 1 0 0 0,0-1 0 0 0,2 0 0 0 0,0-1 0 0 0,15 30 0 0 0,-20-46-325 0 0,1 1-1 0 0,0 0 1 0 0,-1-1 0 0 0,1 1-1 0 0,0-1 1 0 0,0 1 0 0 0,0-1 0 0 0,1 0-1 0 0,-1 0 1 0 0,0 0 0 0 0,1 0-1 0 0,-1 0 1 0 0,1-1 0 0 0,0 1-1 0 0,0-1 1 0 0,-1 0 0 0 0,1 0-1 0 0,0 0 1 0 0,6 1 0 0 0,-5-1-113 0 0,-1-1 0 0 0,1-1 1 0 0,0 1-1 0 0,0-1 0 0 0,0 1 1 0 0,0-1-1 0 0,0 0 0 0 0,-1 0 1 0 0,1-1-1 0 0,0 1 0 0 0,-1-1 1 0 0,1 0-1 0 0,4-3 0 0 0,5-5-319 0 0,0 0 0 0 0,-1-1 0 0 0,0 0-1 0 0,-1-1 1 0 0,0 0 0 0 0,11-18 0 0 0,61-109 702 0 0,-64 102-51 0 0,2 0-1 0 0,2 1 0 0 0,50-60 1 0 0,-69 93-152 0 0,-1-1 1 0 0,1 1-1 0 0,0-1 1 0 0,0 1-1 0 0,0 0 1 0 0,0 1-1 0 0,1-1 1 0 0,-1 1-1 0 0,1 0 1 0 0,5-2-1 0 0,-9 4 17 0 0,0-1-1 0 0,0 1 0 0 0,0 0 1 0 0,0 0-1 0 0,0 0 0 0 0,1 0 1 0 0,-1 0-1 0 0,0 0 0 0 0,0 0 1 0 0,0 0-1 0 0,0 1 0 0 0,0-1 1 0 0,0 0-1 0 0,0 1 0 0 0,0-1 1 0 0,0 0-1 0 0,0 1 0 0 0,0-1 1 0 0,2 2-1 0 0,-2 0 60 0 0,0-1 1 0 0,0 1-1 0 0,0-1 1 0 0,0 1-1 0 0,0 0 1 0 0,0-1-1 0 0,0 1 1 0 0,0 0-1 0 0,0 0 1 0 0,-1 0-1 0 0,1 0 0 0 0,-1-1 1 0 0,0 1-1 0 0,1 0 1 0 0,-1 3-1 0 0,1 23 736 0 0,-2 1 0 0 0,-1-1-1 0 0,-10 56 1 0 0,6-46-502 0 0,-3 54 0 0 0,9-80-314 0 0,0 0 0 0 0,1 0 0 0 0,0 0 0 0 0,1 0 1 0 0,1-1-1 0 0,-1 1 0 0 0,2 0 0 0 0,7 17 0 0 0,-9-25-55 0 0,0 0 0 0 0,0-1 0 0 0,0 1 0 0 0,1-1 0 0 0,0 0 0 0 0,-1 1 0 0 0,1-1 1 0 0,0 0-1 0 0,0-1 0 0 0,6 5 0 0 0,-7-6-232 0 0,0 0 1 0 0,0 0 0 0 0,0 0-1 0 0,0 0 1 0 0,0 0-1 0 0,1-1 1 0 0,-1 1 0 0 0,0 0-1 0 0,0-1 1 0 0,1 0-1 0 0,-1 1 1 0 0,4-1 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2 119 1376 0 0,'-1'4'107'0'0,"12"-3"4358"0"0,11-2-2125 0 0,15-8 628 0 0,70-26-1 0 0,-67 20-1846 0 0,49-11 1 0 0,-14 12-273 0 0,1 3 0 0 0,103-1 0 0 0,156 21-222 0 0,-302-7-604 0 0,502 44 1078 0 0,-420-31-837 0 0,209 1 1 0 0,-317-16-302 0 0,3-1-250 0 0,-1 1-1 0 0,1 0 1 0 0,-1 1-1 0 0,0-1 1 0 0,1 2 0 0 0,8 2-1 0 0,-10-2-440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136 278 7834 0 0,'-10'2'286'0'0,"0"-1"1"0"0,0 1 0 0 0,-1 1 0 0 0,2 0-1 0 0,-1 0 1 0 0,-15 8 0 0 0,22-10-192 0 0,-1 1 0 0 0,1 0 0 0 0,0 0 0 0 0,0 0 0 0 0,0 0 0 0 0,0 1 1 0 0,1-1-1 0 0,-1 1 0 0 0,0-1 0 0 0,1 1 0 0 0,0 0 0 0 0,0 0 0 0 0,0 0 0 0 0,0 0 0 0 0,0 1 0 0 0,1-1 0 0 0,-1 0 0 0 0,1 1 1 0 0,0-1-1 0 0,0 1 0 0 0,0 0 0 0 0,0 3 0 0 0,1-3-87 0 0,1 0 1 0 0,-1 0-1 0 0,1 0 0 0 0,0 0 1 0 0,0 0-1 0 0,1 0 1 0 0,-1 0-1 0 0,1-1 0 0 0,0 1 1 0 0,0 0-1 0 0,0-1 0 0 0,0 0 1 0 0,1 1-1 0 0,0-1 1 0 0,-1 0-1 0 0,1 0 0 0 0,0-1 1 0 0,0 1-1 0 0,7 4 0 0 0,5 4 142 0 0,0-2 0 0 0,1 0 0 0 0,17 8 0 0 0,-22-12 153 0 0,0-1-1 0 0,1-1 1 0 0,0 0 0 0 0,-1 0 0 0 0,1-1 0 0 0,0 0-1 0 0,0-1 1 0 0,0-1 0 0 0,0 0 0 0 0,0 0-1 0 0,16-4 1 0 0,-11 1-113 0 0,-1 0 0 0 0,0-1 0 0 0,-1-1-1 0 0,1-1 1 0 0,-1 0 0 0 0,0-1 0 0 0,0-1-1 0 0,16-11 1 0 0,-21 12-109 0 0,1-1-1 0 0,-1 0 1 0 0,0-1-1 0 0,-1 0 1 0 0,0-1-1 0 0,-1 0 1 0 0,0 0 0 0 0,0-1-1 0 0,-1 0 1 0 0,8-16-1 0 0,-11 18-7 0 0,-1 0 0 0 0,0 1 0 0 0,0-1 0 0 0,-1-1 0 0 0,0 1 0 0 0,-1 0 0 0 0,0 0 0 0 0,0-1 0 0 0,-1 1 0 0 0,0 0 0 0 0,-1-1 0 0 0,0 1 0 0 0,0 0 0 0 0,-1-1 0 0 0,-4-11 0 0 0,2 12-3 0 0,0 0 0 0 0,0 0 0 0 0,-1 0 1 0 0,0 0-1 0 0,-1 1 0 0 0,0 0 0 0 0,0 0 1 0 0,-1 0-1 0 0,0 1 0 0 0,0 0 0 0 0,-1 1 0 0 0,0-1 1 0 0,-10-5-1 0 0,6 4-121 0 0,0 1-1 0 0,0 1 1 0 0,-1 0-1 0 0,1 1 1 0 0,-2 0 0 0 0,1 1-1 0 0,0 0 1 0 0,-1 1-1 0 0,-14-1 1 0 0,-11 3-588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5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2761 0 0,'-11'31'2284'0'0,"-8"59"-515"0"0,4 1 0 0 0,5 0 0 0 0,3 1 1 0 0,6 123-1 0 0,54 366 1242 0 0,-52-571-2925 0 0,14 127 638 0 0,33 206 1216 0 0,-45-328-1797 0 0,17 64 568 0 0,-18-71-723 0 0,1 0 0 0 0,0 0 1 0 0,1 0-1 0 0,0 0 0 0 0,0-1 1 0 0,1 1-1 0 0,5 6 0 0 0,-10-14-46 0 0,0 1-1 0 0,1-1 0 0 0,-1 1 1 0 0,0-1-1 0 0,1 1 0 0 0,-1-1 0 0 0,1 0 1 0 0,-1 1-1 0 0,0-1 0 0 0,1 1 1 0 0,-1-1-1 0 0,1 0 0 0 0,-1 1 1 0 0,1-1-1 0 0,-1 0 0 0 0,1 0 0 0 0,-1 0 1 0 0,1 1-1 0 0,0-1 0 0 0,-1 0 1 0 0,1 0-1 0 0,-1 0 0 0 0,1 0 0 0 0,-1 0 1 0 0,1 0-1 0 0,-1 0 0 0 0,1 0 1 0 0,0 0-1 0 0,-1 0 0 0 0,1 0 1 0 0,0-1-1 0 0,0 1-135 0 0,0-1 0 0 0,0 0 0 0 0,0 0 0 0 0,-1 0 0 0 0,1 0 0 0 0,0 0 1 0 0,-1 0-1 0 0,1 0 0 0 0,-1 0 0 0 0,1 0 0 0 0,-1 0 0 0 0,1-1 0 0 0,0-1 0 0 0,3-39-3933 0 0,-6 21 3445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10 159 1376 0 0,'-1'-1'134'0'0,"0"0"0"0"0,1 0 0 0 0,-1 0 0 0 0,0 0 0 0 0,1 0 0 0 0,-1 1 0 0 0,0-1 0 0 0,1 0 0 0 0,-1 0 0 0 0,1 0 0 0 0,-1-1 0 0 0,1 1 0 0 0,0 0 0 0 0,0 0 0 0 0,-1 0 0 0 0,1 0 0 0 0,0 0 0 0 0,0 0 0 0 0,0 0 0 0 0,0-1 0 0 0,0 1 0 0 0,0 0 0 0 0,0 0 0 0 0,1 0 0 0 0,-1 0 0 0 0,0 0 0 0 0,0 0 0 0 0,1 0 0 0 0,-1 0 0 0 0,1-1 0 0 0,-1 1 0 0 0,1 1 0 0 0,0-1 0 0 0,-1 0 0 0 0,1 0 0 0 0,0 0 0 0 0,0 0 0 0 0,-1 0 0 0 0,1 1 0 0 0,0-1 0 0 0,0 0 0 0 0,0 1 0 0 0,0-1 0 0 0,1 0 0 0 0,7-5 770 0 0,0 1 0 0 0,0 0-1 0 0,18-7 1 0 0,-18 8-669 0 0,34-13 257 0 0,1 2 0 0 0,1 2 1 0 0,1 2-1 0 0,0 2 0 0 0,0 1 1 0 0,80-1-1 0 0,282 29 1964 0 0,-161-2-1666 0 0,296-17-69 0 0,-24-2-210 0 0,322 89 1200 0 0,-818-84-1684 0 0,445 70 556 0 0,3-28-391 0 0,130-42-192 0 0,37-10 517 0 0,-574 7-444 0 0,218 23 230 0 0,-142-7-267 0 0,-115-16-321 0 0,-1 0-1 0 0,1-1 1 0 0,0-2 0 0 0,36-6-1 0 0,-29 2-3416 0 0,40-15 0 0 0,-32 6-2263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5065 0 0,'-2'2'200'0'0,"-1"0"0"0"0,0 0-1 0 0,0 0 1 0 0,1 0 0 0 0,0 1 0 0 0,-1-1-1 0 0,1 0 1 0 0,0 1 0 0 0,0 0-1 0 0,0-1 1 0 0,0 1 0 0 0,1 0 0 0 0,-1 0-1 0 0,1 0 1 0 0,0 0 0 0 0,0 1 0 0 0,0-1-1 0 0,0 0 1 0 0,0 0 0 0 0,1 1 0 0 0,-1 3-1 0 0,0 5-52 0 0,0-1 0 0 0,0 1-1 0 0,1-1 1 0 0,0 1-1 0 0,1-1 1 0 0,1 1-1 0 0,-1-1 1 0 0,2 1 0 0 0,0-1-1 0 0,0 0 1 0 0,1 0-1 0 0,0-1 1 0 0,1 1 0 0 0,0-1-1 0 0,9 13 1 0 0,-3-6 209 0 0,1-2 0 0 0,0 1 1 0 0,1-2-1 0 0,1 0 0 0 0,0 0 0 0 0,1-1 1 0 0,1-1-1 0 0,22 14 0 0 0,-35-24-226 0 0,1 0 0 0 0,-1 0 0 0 0,1 0-1 0 0,0-1 1 0 0,0 1 0 0 0,0-1 0 0 0,0 0-1 0 0,0 0 1 0 0,0 0 0 0 0,0-1 0 0 0,0 1 0 0 0,0-1-1 0 0,0 0 1 0 0,0 0 0 0 0,0-1 0 0 0,0 1-1 0 0,0-1 1 0 0,8-2 0 0 0,-7 1 16 0 0,0 0 0 0 0,0-1 0 0 0,-1 1 1 0 0,1-1-1 0 0,-1 0 0 0 0,0-1 0 0 0,1 1 0 0 0,-2-1 0 0 0,1 1 1 0 0,0-1-1 0 0,-1 0 0 0 0,1-1 0 0 0,2-5 0 0 0,-2 6-49 0 0,-1-1 0 0 0,0-1 0 0 0,-1 1 0 0 0,1 0 0 0 0,-1-1 0 0 0,0 1 0 0 0,-1-1-1 0 0,1 1 1 0 0,-1-1 0 0 0,0 0 0 0 0,0 0 0 0 0,-1 0 0 0 0,0 0 0 0 0,0 1 0 0 0,0-1 0 0 0,-1 0 0 0 0,0 0 0 0 0,0 0 0 0 0,0 1-1 0 0,-1-1 1 0 0,1 0 0 0 0,-2 1 0 0 0,1 0 0 0 0,0-1 0 0 0,-1 1 0 0 0,0 0 0 0 0,-4-5 0 0 0,2 5-65 0 0,-1 0-1 0 0,0 0 1 0 0,0 0 0 0 0,-1 0 0 0 0,1 1 0 0 0,-1 0 0 0 0,0 1 0 0 0,0-1-1 0 0,0 1 1 0 0,-1 1 0 0 0,1-1 0 0 0,-1 1 0 0 0,1 1 0 0 0,-1-1 0 0 0,0 1-1 0 0,-11 0 1 0 0,-8 1-414 0 0,0 2-1 0 0,0 0 0 0 0,-35 8 0 0 0,25-4-1004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25 467 5065 0 0,'-1'0'78'0'0,"0"0"0"0"0,0 0 1 0 0,-1 0-1 0 0,1 0 0 0 0,0 1 0 0 0,0-1 0 0 0,0 1 0 0 0,0-1 1 0 0,0 0-1 0 0,0 1 0 0 0,0 0 0 0 0,0-1 0 0 0,0 1 0 0 0,0 0 0 0 0,0-1 1 0 0,1 1-1 0 0,-1 0 0 0 0,0 0 0 0 0,0 0 0 0 0,1 0 0 0 0,-1-1 1 0 0,0 1-1 0 0,1 0 0 0 0,-1 0 0 0 0,1 0 0 0 0,-1 1 0 0 0,1 0 1 0 0,0 1 148 0 0,1 0 0 0 0,-1 0 1 0 0,1 0-1 0 0,0 0 1 0 0,0 0-1 0 0,0 0 1 0 0,0 0-1 0 0,1-1 1 0 0,1 4-1 0 0,0 0-348 0 0,5 10 277 0 0,1-1-1 0 0,1 1 0 0 0,0-1 1 0 0,1-1-1 0 0,1 0 0 0 0,0-1 0 0 0,1 0 1 0 0,0-1-1 0 0,16 12 0 0 0,-8-10-138 0 0,1-1 0 0 0,0 0 0 0 0,1-2-1 0 0,1-1 1 0 0,47 15 0 0 0,16-2 257 0 0,2-4-1 0 0,1-4 1 0 0,105 4 0 0 0,-188-18-125 0 0,0-1-1 0 0,0 0 1 0 0,0-1 0 0 0,0 1-1 0 0,0-1 1 0 0,0-1 0 0 0,0 1-1 0 0,0-1 1 0 0,-1 0 0 0 0,1-1-1 0 0,11-6 1 0 0,-14 7 46 0 0,-1 0 0 0 0,1-1 0 0 0,-1 0 0 0 0,0 0 1 0 0,0 0-1 0 0,0 0 0 0 0,0 0 0 0 0,0-1 0 0 0,-1 1 0 0 0,0-1 0 0 0,1 1 0 0 0,-2-1 0 0 0,1 0 0 0 0,0 0 1 0 0,-1 0-1 0 0,1 0 0 0 0,-1 0 0 0 0,0-1 0 0 0,-1 1 0 0 0,1-7 0 0 0,1-15 244 0 0,-2-1-1 0 0,-1 0 1 0 0,-2 0-1 0 0,-6-33 0 0 0,-34-104 494 0 0,-1-8-768 0 0,40 146-185 0 0,0 1 0 0 0,2-1-1 0 0,0 0 1 0 0,5-47 0 0 0,0 52-1054 0 0,3 1-3832 0 0,0 2-1640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8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2304 0 0,'-3'0'173'0'0,"-1"0"0"0"0,1 0-1 0 0,0 0 1 0 0,-1 1 0 0 0,1-1-1 0 0,0 1 1 0 0,0 0 0 0 0,0 0-1 0 0,0 0 1 0 0,0 0-1 0 0,0 1 1 0 0,0-1 0 0 0,0 1-1 0 0,0 0 1 0 0,1 0 0 0 0,-1 0-1 0 0,1 0 1 0 0,-1 0 0 0 0,1 0-1 0 0,0 1 1 0 0,0-1-1 0 0,0 1 1 0 0,0 0 0 0 0,0 0-1 0 0,1-1 1 0 0,-1 1 0 0 0,1 0-1 0 0,0 0 1 0 0,0 0-1 0 0,-2 6 1 0 0,2-3 137 0 0,0 2 0 0 0,0-1 1 0 0,0 0-1 0 0,1 0 0 0 0,0 0 0 0 0,1 0 0 0 0,-1 0 1 0 0,1 0-1 0 0,1 0 0 0 0,-1 0 0 0 0,1 0 0 0 0,0 0 0 0 0,4 8 1 0 0,-2-8-286 0 0,1 0 0 0 0,-1 0 0 0 0,1 0 1 0 0,0-1-1 0 0,1 0 0 0 0,-1 0 0 0 0,1 0 1 0 0,0 0-1 0 0,1-1 0 0 0,-1 0 1 0 0,1-1-1 0 0,0 1 0 0 0,0-1 0 0 0,12 4 1 0 0,27 18 144 0 0,-41-22-76 0 0,1 0 0 0 0,-1 0 0 0 0,-1 0 0 0 0,1 0 0 0 0,-1 1 0 0 0,1 0 1 0 0,-1 0-1 0 0,-1 0 0 0 0,1 0 0 0 0,-1 0 0 0 0,0 1 0 0 0,0 0 0 0 0,0 0 0 0 0,1 6 0 0 0,-1-3 132 0 0,-1 1 0 0 0,0 0 0 0 0,-1 0 0 0 0,0 0 0 0 0,0 0 0 0 0,-1 0 0 0 0,-1 0 0 0 0,-1 13 0 0 0,-2-3 167 0 0,0-1 0 0 0,-1 0 0 0 0,-1 0 0 0 0,-1-1 0 0 0,-1 0 0 0 0,0 0 0 0 0,-1-1 0 0 0,-20 28 0 0 0,17-29-1530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2761 0 0,'-7'0'10490'0'0,"12"4"-9349"0"0,22 16 363 0 0,-2 1 0 0 0,26 27 0 0 0,-34-30-1310 0 0,0 1-1 0 0,-2 1 1 0 0,0 1 0 0 0,-1 0 0 0 0,-2 1 0 0 0,15 32-1 0 0,-18-33-259 0 0,10 23 146 0 0,21 72 0 0 0,-37-104-188 0 0,0 1 0 0 0,0 0-1 0 0,-2 0 1 0 0,1 0 0 0 0,-2 0-1 0 0,0 1 1 0 0,0-1 0 0 0,-1 0-1 0 0,-1 0 1 0 0,-5 21 0 0 0,6-32-108 0 0,1 1 1 0 0,-1-1 0 0 0,0 0-1 0 0,0 1 1 0 0,0-1 0 0 0,0 0 0 0 0,-1 0-1 0 0,1 0 1 0 0,0 0 0 0 0,-3 2-1 0 0,-1-1-1207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3225 0 0,'-1'-6'-78'0'0,"1"1"0"0"0,0-1 0 0 0,0 0 0 0 0,1 0 1 0 0,0 0-1 0 0,0 0 0 0 0,0 1 0 0 0,1-1 0 0 0,0 1 1 0 0,0-1-1 0 0,0 1 0 0 0,0-1 0 0 0,1 1 0 0 0,0 0 1 0 0,5-6-1 0 0,1-2 1000 0 0,0 1 0 0 0,1 0 0 0 0,1 1-1 0 0,18-17 1 0 0,-27 27-725 0 0,0-1 0 0 0,0 1 0 0 0,0-1 0 0 0,0 1 0 0 0,0 0 0 0 0,1 0 0 0 0,-1 0 0 0 0,0 0 0 0 0,0 0 0 0 0,1 0 0 0 0,-1 1 0 0 0,0-1 0 0 0,1 1 0 0 0,-1 0 0 0 0,1-1 0 0 0,-1 1 0 0 0,1 0 0 0 0,-1 1 0 0 0,0-1 0 0 0,1 0 0 0 0,3 1 0 0 0,-2 1-55 0 0,0 0 1 0 0,0 0-1 0 0,0 0 0 0 0,-1 0 0 0 0,1 0 0 0 0,0 1 1 0 0,-1 0-1 0 0,0 0 0 0 0,1 0 0 0 0,-1 0 0 0 0,3 4 1 0 0,0 1-149 0 0,0 0 0 0 0,-1 0-1 0 0,0 0 1 0 0,0 1 0 0 0,-1 0 0 0 0,0 0 0 0 0,-1 0 0 0 0,0 0 0 0 0,0 1 0 0 0,2 11 0 0 0,-5-9-44 0 0,0 0 0 0 0,-1 0 1 0 0,0 0-1 0 0,-1-1 0 0 0,0 1 1 0 0,-1 0-1 0 0,-5 15 1 0 0,-38 80 604 0 0,13-36 1895 0 0,33-71-2344 0 0,0 1-1 0 0,-1-1 1 0 0,1 0-1 0 0,0 1 1 0 0,0-1-1 0 0,0 0 1 0 0,0 1-1 0 0,-1-1 1 0 0,1 1-1 0 0,0-1 1 0 0,0 0-1 0 0,0 1 1 0 0,0-1-1 0 0,0 1 1 0 0,0-1-1 0 0,0 0 1 0 0,0 1-1 0 0,0-1 1 0 0,0 1-1 0 0,0-1 1 0 0,0 1-1 0 0,0-1 1 0 0,1 0-1 0 0,-1 1 1 0 0,0-1-1 0 0,0 1 1 0 0,0-1-1 0 0,1 1 1 0 0,11-3 1306 0 0,27-22-1002 0 0,-21 12-11 0 0,15-6-137 0 0,1 1-1 0 0,39-12 1 0 0,-56 23-584 0 0,1 2 0 0 0,-1 0 0 0 0,1 1 0 0 0,0 0 0 0 0,0 2 0 0 0,29 0 0 0 0,-28 2-6514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274 153 1376 0 0,'-136'23'3615'0'0,"-2"-6"3294"0"0,324-33-1705 0 0,11 2-3300 0 0,344-31-1060 0 0,-536 44-835 0 0,916-96 1113 0 0,3 78-75 0 0,-900 20-1019 0 0,79 3-64 0 0,194 34 0 0 0,-291-36-1760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7 3209 0 0,'-8'-2'184'0'0,"0"1"0"0"0,0 0-1 0 0,0 0 1 0 0,0 0 0 0 0,0 1 0 0 0,0 0 0 0 0,-1 1 0 0 0,1 0 0 0 0,-14 3 0 0 0,7-1 908 0 0,1 1 0 0 0,0 1 0 0 0,0 0 0 0 0,-20 12 0 0 0,31-16-842 0 0,1 0 0 0 0,-1 1 1 0 0,1-1-1 0 0,-1 1 1 0 0,1 0-1 0 0,-1 0 0 0 0,1 0 1 0 0,0 0-1 0 0,0 0 1 0 0,0 0-1 0 0,0 1 0 0 0,1-1 1 0 0,-1 1-1 0 0,1-1 1 0 0,-1 1-1 0 0,1 0 0 0 0,0-1 1 0 0,0 1-1 0 0,0 0 1 0 0,0 0-1 0 0,0 0 0 0 0,0 4 1 0 0,2-1-32 0 0,-1-1-1 0 0,1 1 1 0 0,0-1 0 0 0,0 1 0 0 0,0-1-1 0 0,1 0 1 0 0,0 0 0 0 0,0 0 0 0 0,0 0-1 0 0,1 0 1 0 0,4 7 0 0 0,7 9 88 0 0,1 0 0 0 0,1-1 1 0 0,1-1-1 0 0,1 0 0 0 0,21 16 0 0 0,107 77 204 0 0,-62-51-360 0 0,-26-20 81 0 0,98 50 0 0 0,-90-55 81 0 0,-64-35-312 0 0,0 0-1 0 0,0 0 1 0 0,0 0 0 0 0,0 1-1 0 0,0-1 1 0 0,0 1 0 0 0,0-1-1 0 0,-1 1 1 0 0,1 0-1 0 0,0 0 1 0 0,-1 0 0 0 0,0 0-1 0 0,1 0 1 0 0,-1 0 0 0 0,0 0-1 0 0,0 0 1 0 0,0 0 0 0 0,0 1-1 0 0,0-1 1 0 0,-1 0-1 0 0,1 1 1 0 0,-1-1 0 0 0,1 0-1 0 0,-1 4 1 0 0,-1-1-1 0 0,0 1 0 0 0,0-1 0 0 0,0 1 0 0 0,-1-1-1 0 0,1 1 1 0 0,-1-1 0 0 0,-1 0 0 0 0,1 0 0 0 0,-5 7 0 0 0,-11 17 51 0 0,-2-2 1 0 0,0 0-1 0 0,-2-1 1 0 0,-1-2-1 0 0,0 0 1 0 0,-2-1-1 0 0,-1-2 1 0 0,-1 0-1 0 0,-52 30 1 0 0,20-25-1988 0 0,41-21-5517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28 3225 0 0,'1'0'85'0'0,"-1"-1"1"0"0,0 0 0 0 0,0 0 0 0 0,0 0-1 0 0,1 0 1 0 0,-1 0 0 0 0,0 0 0 0 0,0 0-1 0 0,-1 1 1 0 0,1-1 0 0 0,0 0-1 0 0,0 0 1 0 0,0 0 0 0 0,-1 0 0 0 0,1 0-1 0 0,0 0 1 0 0,-1 1 0 0 0,1-1 0 0 0,0 0-1 0 0,-1 0 1 0 0,1 1 0 0 0,-1-1-1 0 0,0 0 1 0 0,1 1 0 0 0,-1-1 0 0 0,1 0-1 0 0,-1 1 1 0 0,0-1 0 0 0,0 1 0 0 0,1-1-1 0 0,-1 1 1 0 0,0-1 0 0 0,0 1 0 0 0,0 0-1 0 0,1-1 1 0 0,-1 1 0 0 0,0 0-1 0 0,0 0 1 0 0,0-1 0 0 0,0 1 0 0 0,0 0-1 0 0,0 0 1 0 0,1 0 0 0 0,-3 0 0 0 0,0 0 249 0 0,-1 0 0 0 0,1 0 0 0 0,-1 0 0 0 0,1 0 0 0 0,-1 0 0 0 0,1 1 0 0 0,-1-1 1 0 0,1 1-1 0 0,0 0 0 0 0,-7 3 0 0 0,-4 6 442 0 0,0 0 0 0 0,1 1 1 0 0,1 1-1 0 0,0 0 0 0 0,-15 20 0 0 0,-19 19 130 0 0,-22 11-161 0 0,-47 49-156 0 0,96-92-480 0 0,2 2 0 0 0,0 1 1 0 0,-24 40-1 0 0,36-53-59 0 0,0 0 1 0 0,1 0-1 0 0,0 0 1 0 0,1 1-1 0 0,-4 19 1 0 0,6-27-34 0 0,1 0 0 0 0,-1 0 0 0 0,1 0 0 0 0,0 0 0 0 0,0 0 0 0 0,0 0 0 0 0,0 0 0 0 0,0 0 0 0 0,0 0 0 0 0,1-1 0 0 0,-1 1 0 0 0,1 0 0 0 0,-1 0 0 0 0,1 0 0 0 0,0 0-1 0 0,0 0 1 0 0,0-1 0 0 0,0 1 0 0 0,0 0 0 0 0,0-1 0 0 0,0 1 0 0 0,0-1 0 0 0,1 1 0 0 0,-1-1 0 0 0,1 1 0 0 0,-1-1 0 0 0,1 0 0 0 0,-1 0 0 0 0,1 0 0 0 0,0 0 0 0 0,-1 0 0 0 0,1 0 0 0 0,0 0 0 0 0,0-1 0 0 0,0 1 0 0 0,0-1 0 0 0,2 1 0 0 0,32 4 341 0 0,1-1 0 0 0,-1-2-1 0 0,53-4 1 0 0,8 0 248 0 0,253 31 944 0 0,-252-14-3027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8 307 3209 0 0,'19'-91'720'0'0,"-13"68"274"0"0,-1-1 1 0 0,-1 1-1 0 0,0-1 0 0 0,-1-47 1 0 0,-3 69-502 0 0,-1-1 1 0 0,1 1 0 0 0,-1-1-1 0 0,1 1 1 0 0,-1-1 0 0 0,0 1-1 0 0,0 0 1 0 0,-1-1 0 0 0,1 1-1 0 0,0 0 1 0 0,-1 0 0 0 0,1 0-1 0 0,-1 0 1 0 0,1 0 0 0 0,-1 0-1 0 0,0 1 1 0 0,0-1 0 0 0,0 0-1 0 0,0 1 1 0 0,0 0 0 0 0,0-1-1 0 0,-1 1 1 0 0,1 0 0 0 0,0 0-1 0 0,-1 0 1 0 0,1 0 0 0 0,-5 0 674 0 0,21 472-1289 0 0,-6-375 24 0 0,6-1 0 0 0,45 173 0 0 0,-6-101-18 0 0,25 86 264 0 0,-62-188 71 0 0,15 131 0 0 0,-18 286 605 0 0,-13-399-857 0 0,0-77-45 0 0,0 12-219 0 0,0-1-1 0 0,-1 1 1 0 0,-5 22-1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1084 172 6913 0 0,'-9'-20'1468'0'0,"-1"1"0"0"0,0 1 0 0 0,-2 0-1 0 0,-27-33 1 0 0,35 47-1261 0 0,0 0 0 0 0,0 0 0 0 0,-1 0 0 0 0,0 0 0 0 0,0 1 0 0 0,0 0 0 0 0,0 0 0 0 0,0 0 0 0 0,-1 1 0 0 0,1 0 0 0 0,-1 0 0 0 0,1 0 0 0 0,-1 0 0 0 0,0 1 0 0 0,0 0 0 0 0,0 1 0 0 0,1-1 0 0 0,-1 1 0 0 0,0 0 0 0 0,0 0 0 0 0,0 1 0 0 0,-10 2 0 0 0,-14 5 168 0 0,1 1 0 0 0,1 1 0 0 0,0 2-1 0 0,-53 30 1 0 0,-99 77 126 0 0,148-96-396 0 0,-10 6-18 0 0,2 3 0 0 0,1 1 0 0 0,2 2 0 0 0,-36 43 0 0 0,51-51-43 0 0,1 1 0 0 0,2 1 0 0 0,1 2-1 0 0,1-1 1 0 0,1 2 0 0 0,-21 61 0 0 0,15-18-58 0 0,-24 140 0 0 0,39-166 26 0 0,3 0 0 0 0,2 1 0 0 0,1-1 0 0 0,8 52 0 0 0,-4-78-146 0 0,2 1 0 0 0,0-1-1 0 0,2 0 1 0 0,0-1-1 0 0,1 0 1 0 0,2 0-1 0 0,0 0 1 0 0,1-1-1 0 0,17 23 1 0 0,-9-19-3 0 0,1-1-1 0 0,0-1 1 0 0,2 0-1 0 0,1-1 1 0 0,1-2-1 0 0,35 24 1 0 0,-12-15-110 0 0,0-2 1 0 0,2-2-1 0 0,1-3 0 0 0,1-1 1 0 0,1-3-1 0 0,0-3 0 0 0,95 17 1 0 0,-104-26 288 0 0,1-1 1 0 0,0-3 0 0 0,0-1-1 0 0,1-3 1 0 0,-1-1-1 0 0,0-2 1 0 0,-1-2 0 0 0,0-3-1 0 0,0 0 1 0 0,-1-3-1 0 0,0-2 1 0 0,-1-1-1 0 0,-1-2 1 0 0,50-31 0 0 0,-25 8 1279 0 0,107-89 1 0 0,-139 100-1080 0 0,-1 0-1 0 0,-2-2 1 0 0,-1-1 0 0 0,40-60 0 0 0,-58 72-186 0 0,0 0 0 0 0,-1-1 0 0 0,-1 0 0 0 0,-1-1 0 0 0,-1 0 1 0 0,-1 0-1 0 0,-2 0 0 0 0,0 0 0 0 0,-1-1 0 0 0,-1 0 0 0 0,-1 0 0 0 0,-2 1 0 0 0,-2-25 0 0 0,-3 3 47 0 0,-1 1 0 0 0,-3 0 0 0 0,-1 0 0 0 0,-3 1 0 0 0,-36-81 0 0 0,30 85-65 0 0,-2 2 1 0 0,-1 0-1 0 0,-1 1 0 0 0,-2 2 0 0 0,-2 0 1 0 0,-1 2-1 0 0,-2 2 0 0 0,0 0 0 0 0,-2 2 1 0 0,-2 2-1 0 0,0 1 0 0 0,-1 1 0 0 0,-41-19 1 0 0,-145-58-446 0 0,123 58-1896 0 0,75 32-5526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24 10594 0 0,'-17'-22'3156'0'0,"17"21"-2980"0"0,0 1 1 0 0,-1 0-1 0 0,1 0 0 0 0,-1 0 1 0 0,1 0-1 0 0,-1 0 1 0 0,1 0-1 0 0,0 0 1 0 0,-1 0-1 0 0,1-1 0 0 0,-1 2 1 0 0,1-1-1 0 0,-1 0 1 0 0,1 0-1 0 0,-1 0 1 0 0,0 0-1 0 0,1 1 103 0 0,-1-1 0 0 0,0 1 0 0 0,0 0 1 0 0,0-1-1 0 0,1 1 0 0 0,-1 0 0 0 0,1 0 0 0 0,-1-1 0 0 0,0 1 1 0 0,1 0-1 0 0,-1 0 0 0 0,1 0 0 0 0,0 0 0 0 0,-1 0 0 0 0,1 0 1 0 0,-1 1-1 0 0,-3 18-271 0 0,1 33 819 0 0,6 91 0 0 0,1-16-686 0 0,-8-9-135 0 0,1 113 77 0 0,5-181-157 0 0,2-1 0 0 0,16 77 0 0 0,-1-63-37 0 0,-17-58 40 0 0,0-1 0 0 0,0 0 0 0 0,1 0-1 0 0,0-1 1 0 0,0 1 0 0 0,0-1 0 0 0,0 1 0 0 0,1-1-1 0 0,8 7 1 0 0,-12-10-1 0 0,1-1-1 0 0,0 1 1 0 0,-1-1-1 0 0,1 1 1 0 0,-1-1-1 0 0,1 0 1 0 0,0 1 0 0 0,-1-1-1 0 0,1 0 1 0 0,0 0-1 0 0,0 1 1 0 0,-1-1-1 0 0,1 0 1 0 0,0 0 0 0 0,0 0-1 0 0,-1 0 1 0 0,1 0-1 0 0,0 0 1 0 0,0 0-1 0 0,-1 0 1 0 0,1 0-1 0 0,0-1 1 0 0,-1 1 0 0 0,1 0-1 0 0,0 0 1 0 0,0-1-1 0 0,-1 1 1 0 0,1 0-1 0 0,-1-1 1 0 0,1 1 0 0 0,0 0-1 0 0,-1-1 1 0 0,1 1-1 0 0,-1-1 1 0 0,1 1-1 0 0,-1-1 1 0 0,1 0-1 0 0,-1 1 1 0 0,1-1 0 0 0,-1 1-1 0 0,1-1 1 0 0,-1 0-1 0 0,0 1 1 0 0,0-1-1 0 0,1 0 1 0 0,-1 0 0 0 0,0 1-1 0 0,0-2 1 0 0,10-37-3921 0 0,-8 10 2204 0 0,-2-5 1085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73 2040 0 0,'-1'-1'31'0'0,"0"0"-1"0"0,0 0 0 0 0,0 0 0 0 0,0 0 0 0 0,0 0 0 0 0,0 0 0 0 0,-1 1 1 0 0,1-1-1 0 0,0 0 0 0 0,0 1 0 0 0,-1-1 0 0 0,1 1 0 0 0,0-1 0 0 0,-1 1 1 0 0,1 0-1 0 0,0 0 0 0 0,-1-1 0 0 0,1 1 0 0 0,0 0 0 0 0,-1 0 0 0 0,1 0 1 0 0,-1 1-1 0 0,1-1 0 0 0,0 0 0 0 0,-1 0 0 0 0,1 1 0 0 0,0-1 0 0 0,-3 2 1 0 0,-41 19 1455 0 0,34-15-1149 0 0,-12 8 246 0 0,1 0-1 0 0,0 2 1 0 0,1 0 0 0 0,0 1-1 0 0,2 2 1 0 0,0 0-1 0 0,1 0 1 0 0,1 2-1 0 0,1 0 1 0 0,-24 42-1 0 0,39-61-501 0 0,0 0-1 0 0,0 0 1 0 0,0 0-1 0 0,0 0 1 0 0,0 0-1 0 0,1 0 0 0 0,-1 1 1 0 0,1-1-1 0 0,0 0 1 0 0,-1 3-1 0 0,6 0 617 0 0,8-13-264 0 0,-1-4-208 0 0,-1 0-1 0 0,-1 0 0 0 0,0-1 0 0 0,-1 0 0 0 0,0 0 0 0 0,7-19 0 0 0,38-92 968 0 0,-41 90-1060 0 0,-6 15 21 0 0,-5 13-35 0 0,0 0 1 0 0,0 0 0 0 0,0 1-1 0 0,1-1 1 0 0,-1 0-1 0 0,1 1 1 0 0,1 0 0 0 0,-1 0-1 0 0,1 0 1 0 0,5-5 0 0 0,-8 9 18 0 0,1 0 0 0 0,0 1 1 0 0,-1-1-1 0 0,1 1 1 0 0,0-1-1 0 0,0 1 0 0 0,-1 0 1 0 0,1 0-1 0 0,0 0 0 0 0,0 0 1 0 0,-1 0-1 0 0,1 0 0 0 0,0 0 1 0 0,0 1-1 0 0,0-1 0 0 0,-1 0 1 0 0,1 1-1 0 0,0 0 0 0 0,-1-1 1 0 0,1 1-1 0 0,-1 0 1 0 0,1 0-1 0 0,-1 0 0 0 0,1 0 1 0 0,-1 0-1 0 0,1 0 0 0 0,1 2 1 0 0,36 35 729 0 0,-17-8-1104 0 0,-1 2 0 0 0,-2 0 0 0 0,-1 1 0 0 0,19 47 0 0 0,-30-66-481 0 0,5 14-6609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53 165 1840 0 0,'4'-26'2422'0'0,"-2"-1"0"0"0,-1 1 0 0 0,-3-43 0 0 0,-2 54-43 0 0,-3 13 84 0 0,6 4-2333 0 0,0-1 0 0 0,0 0 0 0 0,0 0 0 0 0,0 0 0 0 0,0 1 0 0 0,0-1 0 0 0,0 1-1 0 0,1-1 1 0 0,-1 1 0 0 0,0-1 0 0 0,1 1 0 0 0,0-1 0 0 0,-1 1 0 0 0,1 2 0 0 0,-5 48 1017 0 0,2 57 0 0 0,0-13-625 0 0,20 784 537 0 0,3-442-1056 0 0,-50 402 176 0 0,-1-184-190 0 0,30-565 21 0 0,3 517 114 0 0,45-5 1030 0 0,-43-576-1075 0 0,-3-11-16 0 0,1-1 0 0 0,1 0 0 0 0,0 0 0 0 0,1 0-1 0 0,11 28 1 0 0,-15-43-79 0 0,0 1-1 0 0,0-1 1 0 0,0 1-1 0 0,0-1 1 0 0,0 1-1 0 0,1-1 1 0 0,-1 1-1 0 0,0-1 1 0 0,0 0-1 0 0,0 1 1 0 0,0-1-1 0 0,1 1 1 0 0,-1-1-1 0 0,0 0 1 0 0,0 1-1 0 0,1-1 1 0 0,-1 1-1 0 0,0-1 1 0 0,1 0-1 0 0,-1 0 1 0 0,1 1-1 0 0,-1-1 1 0 0,0 0-1 0 0,1 0 1 0 0,-1 1-1 0 0,1-1 1 0 0,-1 0-1 0 0,0 0 1 0 0,1 0-1 0 0,-1 0 1 0 0,1 1-1 0 0,-1-1 1 0 0,1 0-1 0 0,-1 0 1 0 0,1 0-1 0 0,-1 0 1 0 0,0 0-1 0 0,1 0 1 0 0,-1 0-1 0 0,1-1 1 0 0,-1 1-1 0 0,1 0 1 0 0,-1 0-1 0 0,1 0 1 0 0,-1 0-1 0 0,0 0 1 0 0,1-1-1 0 0,-1 1 1 0 0,1 0-1 0 0,-1 0 1 0 0,0-1-1 0 0,1 1 1 0 0,-1 0-1 0 0,0-1 1 0 0,1 1-1 0 0,-1 0 1 0 0,0-1-1 0 0,1 1 1 0 0,-1-1-1 0 0,0 1 1 0 0,0 0-1 0 0,0-1 1 0 0,1 1-1 0 0,-1-1 1 0 0,0 1-1 0 0,0-1 1 0 0,0 0-1 0 0,13-40-1703 0 0,-10 28 1409 0 0,8-18 379 0 0,1 1 0 0 0,1 1-1 0 0,2 0 1 0 0,1 0-1 0 0,1 2 1 0 0,2 0-1 0 0,28-32 1 0 0,-31 40-244 0 0,2 2 0 0 0,0 0 0 0 0,1 1 1 0 0,1 1-1 0 0,0 1 0 0 0,1 1 0 0 0,1 0 0 0 0,0 2 0 0 0,0 0 1 0 0,28-8-1 0 0,148-37-2661 0 0,-150 42-3215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2761 0 0,'-1'1'88'0'0,"0"0"1"0"0,0 0 0 0 0,1 0 0 0 0,-1 1 0 0 0,0-1 0 0 0,0 0-1 0 0,0 0 1 0 0,1 0 0 0 0,-1 0 0 0 0,1 1 0 0 0,-1-1-1 0 0,1 0 1 0 0,-1 1 0 0 0,1-1 0 0 0,0 0 0 0 0,0 1 0 0 0,-1-1-1 0 0,1 0 1 0 0,0 1 0 0 0,0-1 0 0 0,0 1 0 0 0,1-1 0 0 0,-1 0-1 0 0,0 1 1 0 0,0-1 0 0 0,1 0 0 0 0,-1 1 0 0 0,1-1 0 0 0,-1 0-1 0 0,1 0 1 0 0,0 1 0 0 0,-1-1 0 0 0,1 0 0 0 0,0 0-1 0 0,0 0 1 0 0,0 0 0 0 0,0 0 0 0 0,0 0 0 0 0,0 0 0 0 0,0 0-1 0 0,2 1 1 0 0,1 1 117 0 0,0 0 0 0 0,1 0 0 0 0,-1-1 0 0 0,1 1 1 0 0,-1-1-1 0 0,1 0 0 0 0,0 0 0 0 0,0-1 0 0 0,0 1 0 0 0,8 0 0 0 0,73 2 580 0 0,109-9 0 0 0,-135 3-478 0 0,115-8 614 0 0,241-3 866 0 0,124 10 428 0 0,-246-2-1376 0 0,-140 3-672 0 0,221 3-16 0 0,-150 7-256 0 0,302 28 44 0 0,-461-26 35 0 0,362 66 1156 0 0,-410-71-7459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23 3681 0 0,'-43'-23'13734'0'0,"43"24"-13492"0"0,-1 0-125 0 0,0 0 0 0 0,1 1 1 0 0,-1-1-1 0 0,1 0 0 0 0,0 1 0 0 0,-1-1 0 0 0,1 0 0 0 0,0 1 1 0 0,0-1-1 0 0,0 0 0 0 0,0 1 0 0 0,0-1 0 0 0,0 1 1 0 0,0 1-1 0 0,0 351 2303 0 0,-5-190-1754 0 0,2 15-659 0 0,15 494 50 0 0,25-318-128 0 0,52 798-612 0 0,-88-1117 417 0 0,0-9-1074 0 0,-1 0 0 0 0,0 0 0 0 0,-7 33 0 0 0,1-36-370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0 5065 0 0,'-3'3'540'0'0,"-1"-1"0"0"0,1 1-1 0 0,0 0 1 0 0,0-1 0 0 0,0 2 0 0 0,0-1-1 0 0,0 0 1 0 0,1 0 0 0 0,-5 7 0 0 0,3-3 258 0 0,-10 9 861 0 0,9-11-1222 0 0,1 0 1 0 0,-1 0 0 0 0,1 0-1 0 0,0 0 1 0 0,1 1 0 0 0,-1 0-1 0 0,1 0 1 0 0,0 0 0 0 0,1 0-1 0 0,-1 0 1 0 0,-2 12 0 0 0,6-15-246 0 0,-1 0 0 0 0,1 0 0 0 0,0 0 1 0 0,0-1-1 0 0,0 1 0 0 0,0 0 0 0 0,0-1 0 0 0,1 1 0 0 0,-1-1 1 0 0,1 1-1 0 0,0-1 0 0 0,-1 0 0 0 0,3 3 0 0 0,32 30 597 0 0,-28-28-738 0 0,7 7-104 0 0,1-2 0 0 0,1 0 0 0 0,0 0 0 0 0,0-2 0 0 0,1 0 0 0 0,0-1 0 0 0,1 0 0 0 0,0-2 0 0 0,35 9 1 0 0,-82 8 233 0 0,-36 21-294 0 0,-107 82-732 0 0,151-110 750 0 0,1 1 0 0 0,1 1 0 0 0,1 0 0 0 0,1 2 0 0 0,0 0 0 0 0,-13 25 0 0 0,27-43 72 0 0,0 0 0 0 0,0 0 0 0 0,1 0 0 0 0,0 1 0 0 0,-1-1 0 0 0,1 0 0 0 0,0 1 0 0 0,1-1 0 0 0,-1 1 0 0 0,1-1 0 0 0,-1 1 0 0 0,1-1 0 0 0,0 1 0 0 0,0-1 0 0 0,1 1 0 0 0,0 5 0 0 0,0-7-27 0 0,0 1 0 0 0,1-1 1 0 0,-1 0-1 0 0,0 0 0 0 0,1 0 1 0 0,-1 0-1 0 0,1 0 0 0 0,0-1 0 0 0,-1 1 1 0 0,1 0-1 0 0,0-1 0 0 0,0 1 1 0 0,0-1-1 0 0,0 0 0 0 0,1 0 1 0 0,-1 1-1 0 0,0-2 0 0 0,0 1 0 0 0,1 0 1 0 0,-1 0-1 0 0,0-1 0 0 0,1 1 1 0 0,-1-1-1 0 0,4 1 0 0 0,40 2 32 0 0,-34-3 27 0 0,0 0 0 0 0,0 1 0 0 0,0 1-1 0 0,0 0 1 0 0,20 7 0 0 0,-29-8-8 0 0,0 0 1 0 0,-1 0 0 0 0,1 0-1 0 0,-1 1 1 0 0,0-1-1 0 0,1 1 1 0 0,-1 0 0 0 0,0 0-1 0 0,0 0 1 0 0,0 0-1 0 0,0 0 1 0 0,0 0 0 0 0,-1 1-1 0 0,1-1 1 0 0,-1 0-1 0 0,1 1 1 0 0,-1-1 0 0 0,0 1-1 0 0,0 0 1 0 0,0-1-1 0 0,0 1 1 0 0,-1 0 0 0 0,1 0-1 0 0,-1-1 1 0 0,0 1-1 0 0,1 0 1 0 0,-1 0 0 0 0,-1 0-1 0 0,1 5 1 0 0,-2-2-8 0 0,1 1 0 0 0,-1-1-1 0 0,0 1 1 0 0,0-1 0 0 0,0 0 0 0 0,-1 0 0 0 0,0 0-1 0 0,0 0 1 0 0,-8 9 0 0 0,-43 52-113 0 0,37-48 83 0 0,-17 20-156 0 0,-37 45 33 0 0,62-72 184 0 0,1 0 0 0 0,0 1 1 0 0,1 0-1 0 0,0 0 0 0 0,-5 17 1 0 0,11-29-21 0 0,1-1 0 0 0,0 1 1 0 0,-1 0-1 0 0,1 0 0 0 0,0-1 1 0 0,-1 1-1 0 0,1 0 0 0 0,0 0 1 0 0,0 0-1 0 0,0-1 0 0 0,0 1 1 0 0,-1 0-1 0 0,1 0 0 0 0,0 0 1 0 0,1 0-1 0 0,-1-1 0 0 0,0 1 1 0 0,0 0-1 0 0,0 0 0 0 0,0 0 1 0 0,1-1-1 0 0,-1 1 0 0 0,0 0 1 0 0,1 0-1 0 0,-1-1 0 0 0,0 1 1 0 0,1 0-1 0 0,-1 0 0 0 0,1-1 1 0 0,-1 1-1 0 0,1-1 0 0 0,0 1 1 0 0,-1 0-1 0 0,1-1 0 0 0,0 1 1 0 0,-1-1-1 0 0,1 0 0 0 0,0 1 1 0 0,-1-1-1 0 0,1 1 0 0 0,0-1 1 0 0,0 0-1 0 0,0 0 0 0 0,-1 1 1 0 0,1-1-1 0 0,0 0 0 0 0,0 0 1 0 0,0 0-1 0 0,0 0 0 0 0,-1 0 1 0 0,1 0-1 0 0,0 0 0 0 0,0 0 1 0 0,0 0-1 0 0,1-1 0 0 0,7 0 80 0 0,1-1 0 0 0,-1 0 1 0 0,17-7-1 0 0,-18 7-68 0 0,19-8-166 0 0,-6 3-285 0 0,0 1 1 0 0,26-5 0 0 0,-42 10 376 0 0,0 0 0 0 0,0 0 0 0 0,0 1 0 0 0,0 0 0 0 0,0 0 0 0 0,0 0 0 0 0,0 1 0 0 0,0 0 0 0 0,0 0 0 0 0,0 0 0 0 0,0 0 0 0 0,0 1 0 0 0,0 0 0 0 0,-1 0 0 0 0,5 3 0 0 0,-8-4 43 0 0,0-1-1 0 0,0 1 1 0 0,0 0-1 0 0,-1 0 1 0 0,1 0-1 0 0,0 0 0 0 0,-1 0 1 0 0,1 0-1 0 0,-1 0 1 0 0,1 1-1 0 0,-1-1 1 0 0,0 0-1 0 0,1 0 1 0 0,-1 0-1 0 0,0 0 0 0 0,0 1 1 0 0,0-1-1 0 0,0 0 1 0 0,0 0-1 0 0,0 0 1 0 0,0 1-1 0 0,0-1 0 0 0,0 0 1 0 0,0 0-1 0 0,-1 0 1 0 0,1 0-1 0 0,-1 0 1 0 0,1 1-1 0 0,-1-1 1 0 0,1 0-1 0 0,-1 0 0 0 0,-1 2 1 0 0,-26 38-840 0 0,22-34 672 0 0,-21 28-1042 0 0,9-13 506 0 0,2 0 1 0 0,0 1-1 0 0,1 0 0 0 0,-17 40 0 0 0,31-62 737 0 0,1-1 0 0 0,-1 1 1 0 0,1 0-1 0 0,0 0 0 0 0,0 0 0 0 0,-1 0 0 0 0,1 0 1 0 0,0 0-1 0 0,0 0 0 0 0,0 0 0 0 0,0 0 0 0 0,0 0 0 0 0,0 0 1 0 0,0 0-1 0 0,0 0 0 0 0,1 0 0 0 0,-1-1 0 0 0,0 1 1 0 0,1 0-1 0 0,-1 0 0 0 0,0 0 0 0 0,1 0 0 0 0,-1 0 0 0 0,1-1 1 0 0,-1 1-1 0 0,2 1 0 0 0,0 0-96 0 0,-1-1 1 0 0,1 0-1 0 0,-1 0 0 0 0,1-1 1 0 0,0 1-1 0 0,-1 0 0 0 0,1-1 1 0 0,0 1-1 0 0,0 0 0 0 0,-1-1 1 0 0,1 0-1 0 0,4 1 0 0 0,4-1-3269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3209 0 0,'-8'16'879'0'0,"1"1"1"0"0,0 0 0 0 0,2 0-1 0 0,0 1 1 0 0,1 0 0 0 0,0 0-1 0 0,2 0 1 0 0,0 0 0 0 0,1 0-1 0 0,0 0 1 0 0,2 1 0 0 0,0-1-1 0 0,1 0 1 0 0,9 33 0 0 0,-2-11 109 0 0,40 197 2780 0 0,-41-180-3268 0 0,-2 0 1 0 0,-1 70-1 0 0,-21 286-397 0 0,-2 93 67 0 0,43 0-83 0 0,-6-339-88 0 0,49 382 0 0 0,54 200 0 0 0,-106-624 0 0 0,-2 153 0 0 0,-12-262-1696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200 160 3681 0 0,'-19'1'-14'0'0,"0"0"0"0"0,0-1 0 0 0,-37-5 0 0 0,4 0-442 0 0,41 5-493 0 0,-12-9 7700 0 0,40-1-4376 0 0,29-9-399 0 0,0 2 0 0 0,80-20-1 0 0,-79 25-1726 0 0,14-3-192 0 0,0 3 0 0 0,0 3-1 0 0,105-2 1 0 0,-53 12-27 0 0,128 19 0 0 0,216 4 1949 0 0,-123-12-329 0 0,-182 6-990 0 0,152 37 0 0 0,-59-7-208 0 0,-198-42-299 0 0,1-1-1 0 0,0-3 0 0 0,0-1 0 0 0,0-3 0 0 0,0-2 1 0 0,61-12-1 0 0,-75 9-108 0 0,1 2 0 0 0,1 1 0 0 0,-1 2 0 0 0,0 1 0 0 0,1 2 0 0 0,36 6 0 0 0,-29-4 63 0 0,0-1 0 0 0,0-2 0 0 0,63-8 1 0 0,-68 3-103 0 0,1 2 0 0 0,-1 2-1 0 0,1 2 1 0 0,63 8 0 0 0,-50 3-5 0 0,-28-6 0 0 0,0-1 0 0 0,1-1 0 0 0,-1-1 0 0 0,39-1 0 0 0,177-29 0 0 0,29-2 0 0 0,18 37 0 0 0,-1 1 0 0 0,65-7-93 0 0,-350-2 49 0 0,0 0 0 0 0,0 0 1 0 0,0 0-1 0 0,0 0 0 0 0,0 0 0 0 0,0 0 0 0 0,0 0 0 0 0,1-1 1 0 0,-1 1-1 0 0,0 0 0 0 0,0 0 0 0 0,0-1 0 0 0,0 1 1 0 0,0-1-1 0 0,0 1 0 0 0,0-1 0 0 0,0 1 0 0 0,-1-1 0 0 0,1 0 1 0 0,1-1-1 0 0,-1-3-559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88 8754 0 0,'-2'5'564'0'0,"0"0"0"0"0,0 0-1 0 0,1 0 1 0 0,0 0 0 0 0,0 0 0 0 0,0 0 0 0 0,0 6 0 0 0,-2 14 1014 0 0,0-13-1441 0 0,-3 9 543 0 0,1 0-1 0 0,1 0 1 0 0,0 1-1 0 0,1 37 1 0 0,3-54-570 0 0,0 1-1 0 0,1 0 1 0 0,0 0 0 0 0,0 0-1 0 0,1 0 1 0 0,0-1 0 0 0,0 1-1 0 0,0 0 1 0 0,0-1 0 0 0,1 0-1 0 0,0 0 1 0 0,0 1 0 0 0,0-2-1 0 0,1 1 1 0 0,0 0 0 0 0,0-1-1 0 0,0 0 1 0 0,0 0 0 0 0,1 0-1 0 0,0 0 1 0 0,-1-1 0 0 0,7 4-1 0 0,-3-3-65 0 0,-1 0 0 0 0,1-1-1 0 0,0 0 1 0 0,0 0 0 0 0,1-1-1 0 0,-1 0 1 0 0,0-1-1 0 0,1 0 1 0 0,-1 0 0 0 0,1 0-1 0 0,-1-1 1 0 0,1-1 0 0 0,-1 1-1 0 0,1-1 1 0 0,-1-1 0 0 0,1 0-1 0 0,-1 0 1 0 0,0 0-1 0 0,0-1 1 0 0,15-7 0 0 0,-10 3 40 0 0,0-1 0 0 0,0 0 1 0 0,-1 0-1 0 0,0-1 0 0 0,0-1 1 0 0,-1 0-1 0 0,-1-1 0 0 0,1 0 1 0 0,-2 0-1 0 0,1-1 1 0 0,8-15-1 0 0,-15 22-33 0 0,-1 0-1 0 0,1 0 1 0 0,-1 0 0 0 0,0-1-1 0 0,0 1 1 0 0,0 0 0 0 0,-1-1 0 0 0,0 0-1 0 0,0 1 1 0 0,0-1 0 0 0,-1 1-1 0 0,0-1 1 0 0,0 0 0 0 0,0 0-1 0 0,-1 1 1 0 0,0-1 0 0 0,0 1 0 0 0,0-1-1 0 0,-1 1 1 0 0,0-1 0 0 0,0 1-1 0 0,0 0 1 0 0,0 0 0 0 0,-1 0-1 0 0,0 0 1 0 0,-7-9 0 0 0,2 4-25 0 0,-1 1 1 0 0,0 0 0 0 0,0 1-1 0 0,-1 0 1 0 0,0 0 0 0 0,-1 1-1 0 0,1 0 1 0 0,-1 1-1 0 0,0 0 1 0 0,-1 1 0 0 0,-14-5-1 0 0,-25-5-442 0 0,-1 2 0 0 0,-72-8 0 0 0,78 16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73 191 6913 0 0,'-42'29'1181'0'0,"39"-27"-921"0"0,0 1 1 0 0,0-1-1 0 0,0 1 0 0 0,0 0 0 0 0,0 0 0 0 0,1 0 0 0 0,0 1 0 0 0,-1-1 0 0 0,1 1 1 0 0,-2 4-1 0 0,4-7-206 0 0,0-1 1 0 0,0 1 0 0 0,0-1 0 0 0,0 1 0 0 0,0-1 0 0 0,0 0-1 0 0,1 1 1 0 0,-1-1 0 0 0,0 1 0 0 0,0-1 0 0 0,0 1-1 0 0,0-1 1 0 0,1 1 0 0 0,-1-1 0 0 0,0 0 0 0 0,0 1 0 0 0,1-1-1 0 0,-1 0 1 0 0,0 1 0 0 0,1-1 0 0 0,-1 0 0 0 0,0 1-1 0 0,1-1 1 0 0,-1 0 0 0 0,1 0 0 0 0,-1 1 0 0 0,1-1 0 0 0,-1 0-1 0 0,0 0 1 0 0,1 0 0 0 0,-1 1 0 0 0,1-1 0 0 0,-1 0-1 0 0,1 0 1 0 0,-1 0 0 0 0,1 0 0 0 0,-1 0 0 0 0,1 0 0 0 0,-1 0-1 0 0,1 0 1 0 0,-1 0 0 0 0,0 0 0 0 0,1-1 0 0 0,-1 1-1 0 0,1 0 1 0 0,-1 0 0 0 0,1 0 0 0 0,0-1 0 0 0,28-4 1008 0 0,-29 5-1005 0 0,254-81 3019 0 0,-45 11-2204 0 0,-160 57-736 0 0,0 2 0 0 0,73-6 0 0 0,372-15-121 0 0,131-5 1147 0 0,-574 36-1152 0 0,-1 1 1 0 0,0 3-1 0 0,81 16 0 0 0,-126-19-86 0 0,0 1 1 0 0,-1-1-1 0 0,1 1 0 0 0,0-2 0 0 0,0 1 0 0 0,6-1 0 0 0,2-3-497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47 145 6913 0 0,'-3'2'327'0'0,"-1"0"-1"0"0,1 1 0 0 0,0-1 0 0 0,-1 1 0 0 0,1-1 1 0 0,0 1-1 0 0,0 0 0 0 0,1 0 0 0 0,-1 1 0 0 0,1-1 1 0 0,0 0-1 0 0,-1 1 0 0 0,-2 6 0 0 0,4-7-33 0 0,1 1-1 0 0,-1-1 1 0 0,0 0-1 0 0,1 0 1 0 0,0 1-1 0 0,0-1 1 0 0,0 1-1 0 0,0-1 1 0 0,1 0-1 0 0,-1 1 1 0 0,1-1-1 0 0,0 0 0 0 0,0 0 1 0 0,0 0-1 0 0,0 1 1 0 0,0-1-1 0 0,4 5 1 0 0,0 1-155 0 0,0 0 0 0 0,1-1 0 0 0,1 1 0 0 0,0-1 0 0 0,0 0 1 0 0,0-1-1 0 0,1 1 0 0 0,0-2 0 0 0,0 1 0 0 0,1-1 0 0 0,0 0 0 0 0,0-1 0 0 0,1 0 0 0 0,-1 0 1 0 0,1-1-1 0 0,0-1 0 0 0,0 1 0 0 0,0-2 0 0 0,1 1 0 0 0,-1-1 0 0 0,0-1 0 0 0,1 0 1 0 0,0-1-1 0 0,-1 0 0 0 0,1 0 0 0 0,-1-1 0 0 0,1 0 0 0 0,-1-1 0 0 0,1 0 0 0 0,-1-1 0 0 0,18-7 1 0 0,-10 1 11 0 0,0-1 0 0 0,-1-1 0 0 0,0-1 0 0 0,-1 0 0 0 0,-1-1 0 0 0,0 0 0 0 0,0-1 0 0 0,-1-1 0 0 0,-1-1 0 0 0,-1 0 0 0 0,14-22 0 0 0,-25 35-121 0 0,1 0 0 0 0,-1 0-1 0 0,1 0 1 0 0,-1-1 0 0 0,0 1 0 0 0,0 0 0 0 0,-1 0-1 0 0,1-1 1 0 0,-1 1 0 0 0,0-1 0 0 0,1 1 0 0 0,-1 0-1 0 0,-1-1 1 0 0,1 1 0 0 0,-1-1 0 0 0,1 1 0 0 0,-3-6-1 0 0,2 5-7 0 0,-2-1 0 0 0,1 1-1 0 0,-1 0 1 0 0,1 0-1 0 0,-1 0 1 0 0,0 0 0 0 0,0 0-1 0 0,-1 1 1 0 0,1-1-1 0 0,-1 1 1 0 0,-4-3 0 0 0,-6-3-71 0 0,1 1 1 0 0,-2 0 0 0 0,1 1-1 0 0,-1 1 1 0 0,0 0-1 0 0,-21-5 1 0 0,-5 2-1707 0 0,-4 3-6022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37 1376 0 0,'-4'-4'860'0'0,"-1"1"0"0"0,0-1 1 0 0,0 1-1 0 0,0-1 0 0 0,-1 2 0 0 0,1-1 0 0 0,-11-3 0 0 0,-21-1 7062 0 0,36 7-7763 0 0,1 0 0 0 0,-1 1 1 0 0,1-1-1 0 0,0 1 0 0 0,-1-1 0 0 0,1 1 0 0 0,0-1 0 0 0,-1 1 0 0 0,1-1 0 0 0,0 1 0 0 0,0-1 0 0 0,0 1 0 0 0,-1-1 0 0 0,1 1 0 0 0,0 0 0 0 0,0-1 0 0 0,0 1 0 0 0,0-1 0 0 0,0 1 0 0 0,0-1 0 0 0,0 1 0 0 0,0 0 0 0 0,0-1 0 0 0,0 1 0 0 0,1 0 0 0 0,2 23 547 0 0,-3-18-404 0 0,47 262 1295 0 0,-31-188-1415 0 0,46 138 82 0 0,-25-99-323 0 0,-35-97-288 0 0,-4-14-2690 0 0,-1-13 1391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13 217 3049 0 0,'0'0'205'0'0,"-1"0"1"0"0,1 0-1 0 0,-1 0 1 0 0,0-1-1 0 0,1 1 1 0 0,-1 0-1 0 0,1 0 1 0 0,-1-1-1 0 0,0 1 1 0 0,1 0-1 0 0,-1-1 1 0 0,1 1 0 0 0,-2-2 410 0 0,2 2-410 0 0,0 0-1 0 0,-1-1 1 0 0,1 0-1 0 0,-1 1 1 0 0,1-1-1 0 0,0 1 1 0 0,0-1-1 0 0,-1 1 1 0 0,1-1-1 0 0,0 0 1 0 0,0 1-1 0 0,0-1 1 0 0,-1 0-1 0 0,1 1 1 0 0,0-1 0 0 0,0 0-1 0 0,0 1 1 0 0,0-1-1 0 0,0 1 1 0 0,1-1-1 0 0,-1 0 1 0 0,0 1-1 0 0,0-1 1 0 0,0 0-1 0 0,0 1 1 0 0,1-1-1 0 0,-1 1 1 0 0,0-1-1 0 0,1 0 1 0 0,-1 1-1 0 0,0-1 1 0 0,1 1-1 0 0,-1-1 1 0 0,1 0 0 0 0,31-21 6521 0 0,-22 16-7561 0 0,142-87 2251 0 0,-128 80-1202 0 0,0 1 1 0 0,1 2-1 0 0,0 1 0 0 0,43-11 0 0 0,-61 18-325 0 0,1 1 0 0 0,1 0 0 0 0,-1 0 0 0 0,0 0 0 0 0,0 1 0 0 0,0 1 0 0 0,0-1 0 0 0,0 1 0 0 0,0 0 0 0 0,0 1 0 0 0,0 0 0 0 0,10 4 0 0 0,-3 2-1053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6913 0 0,'7'-2'523'0'0,"-1"1"-1"0"0,1-1 0 0 0,-1 0 0 0 0,0-1 0 0 0,0 1 0 0 0,0-1 0 0 0,9-6 0 0 0,7-2 1276 0 0,15-7 1249 0 0,-25 11-3016 0 0,1 0-1 0 0,0 1 1 0 0,1 1-1 0 0,-1 0 1 0 0,1 1-1 0 0,0 0 1 0 0,16-1-1 0 0,-17 5-30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5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27 2761 0 0,'43'-27'5828'0'0,"-63"45"-3439"0"0,4-2-1253 0 0,0 1-1 0 0,1 0 0 0 0,0 1 1 0 0,1 0-1 0 0,1 1 0 0 0,-15 31 0 0 0,27-49-1106 0 0,1 0-1 0 0,0 0 0 0 0,-1 1 0 0 0,1-1 0 0 0,0 0 0 0 0,0 0 1 0 0,0 0-1 0 0,0 0 0 0 0,0 0 0 0 0,0 0 0 0 0,0 0 0 0 0,1 1 1 0 0,-1-1-1 0 0,0 0 0 0 0,0 0 0 0 0,1 0 0 0 0,-1 0 1 0 0,1 0-1 0 0,-1 0 0 0 0,1 0 0 0 0,0 0 0 0 0,-1 0 0 0 0,1 0 1 0 0,0-1-1 0 0,-1 1 0 0 0,1 0 0 0 0,0 0 0 0 0,0-1 0 0 0,0 1 1 0 0,0 0-1 0 0,0-1 0 0 0,0 1 0 0 0,0-1 0 0 0,1 1 0 0 0,45 20-222 0 0,-26-13 83 0 0,87 55-328 0 0,-73-41 163 0 0,47 23 0 0 0,-81-44 285 0 0,0-1 0 0 0,0 0 0 0 0,-1 0 0 0 0,1 1-1 0 0,0-1 1 0 0,-1 0 0 0 0,1 1 0 0 0,0-1 0 0 0,-1 1 0 0 0,1-1 0 0 0,0 1 0 0 0,-1-1 0 0 0,1 1 0 0 0,-1-1 0 0 0,1 1 0 0 0,-1 0 0 0 0,1-1 0 0 0,-1 1 0 0 0,1 0 0 0 0,-1 0 0 0 0,0-1 0 0 0,1 1 0 0 0,-1 0 0 0 0,0 0 0 0 0,0-1 0 0 0,0 1 0 0 0,1 0 0 0 0,-1 0 0 0 0,0 0 0 0 0,0 1 0 0 0,-1-1 35 0 0,0 1 0 0 0,1 0 0 0 0,-1 0 0 0 0,0-1 0 0 0,0 1 0 0 0,0 0 0 0 0,0-1-1 0 0,0 1 1 0 0,-1-1 0 0 0,1 0 0 0 0,0 1 0 0 0,-3 1 0 0 0,-7 5 226 0 0,0-1-1 0 0,-21 11 1 0 0,31-17-272 0 0,-42 23 255 0 0,18-10-662 0 0,-1-1-1 0 0,-28 10 1 0 0,35-17-6508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0,'3'0'363'0'0,"0"1"-1"0"0,1-1 0 0 0,-1 1 0 0 0,0 0 1 0 0,0 0-1 0 0,0 1 0 0 0,0-1 0 0 0,0 0 1 0 0,0 1-1 0 0,0 0 0 0 0,-1 0 1 0 0,1 0-1 0 0,-1 0 0 0 0,1 0 0 0 0,-1 0 1 0 0,0 1-1 0 0,1-1 0 0 0,-1 1 1 0 0,0-1-1 0 0,-1 1 0 0 0,1 0 0 0 0,0 0 1 0 0,-1 0-1 0 0,1 3 0 0 0,7 13 248 0 0,-2 1 1 0 0,9 36-1 0 0,-8-26-217 0 0,49 193 47 0 0,12 40-22 0 0,-65-249-453 0 0,1 1 1 0 0,0-1 0 0 0,1 0-1 0 0,1 0 1 0 0,0-1 0 0 0,1 0-1 0 0,0 0 1 0 0,11 12-1 0 0,-18-24-122 0 0,-1-1-1 0 0,1 1 0 0 0,-1-1 1 0 0,1 1-1 0 0,-1-1 0 0 0,1 1 1 0 0,0-1-1 0 0,-1 1 0 0 0,1-1 1 0 0,-1 0-1 0 0,1 1 0 0 0,0-1 1 0 0,0 0-1 0 0,-1 0 0 0 0,1 1 0 0 0,0-1 1 0 0,-1 0-1 0 0,1 0 0 0 0,0 0 1 0 0,0 0-1 0 0,-1 0 0 0 0,1 0 1 0 0,0 0-1 0 0,1 0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6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0 198 6913 0 0,'7'-19'1490'0'0,"0"1"0"0"0,1-1 0 0 0,0 1 0 0 0,2 1 0 0 0,13-20 0 0 0,-17 30-1257 0 0,0 1 1 0 0,0 0 0 0 0,0 1 0 0 0,1 0-1 0 0,0 0 1 0 0,0 0 0 0 0,0 1-1 0 0,0-1 1 0 0,1 2 0 0 0,-1-1-1 0 0,1 1 1 0 0,0 1 0 0 0,0-1-1 0 0,1 1 1 0 0,-1 1 0 0 0,15-2 0 0 0,-22 3-233 0 0,1 0 0 0 0,-1 1 1 0 0,1-1-1 0 0,-1 0 1 0 0,0 1-1 0 0,1-1 0 0 0,-1 1 1 0 0,0 0-1 0 0,1-1 1 0 0,-1 1-1 0 0,0 0 0 0 0,0 0 1 0 0,0-1-1 0 0,0 1 1 0 0,1 0-1 0 0,-1 0 0 0 0,-1 1 1 0 0,1-1-1 0 0,0 0 1 0 0,0 0-1 0 0,0 0 0 0 0,0 1 1 0 0,-1-1-1 0 0,1 0 1 0 0,-1 1-1 0 0,1-1 0 0 0,-1 0 1 0 0,1 1-1 0 0,-1-1 1 0 0,0 1-1 0 0,0-1 1 0 0,0 0-1 0 0,0 1 0 0 0,0-1 1 0 0,0 4-1 0 0,0 6 14 0 0,-1 0-1 0 0,1 0 0 0 0,-5 15 1 0 0,5-24-9 0 0,-6 22-40 0 0,-1-1-1 0 0,-2 0 0 0 0,0-1 1 0 0,-18 33-1 0 0,-15 35-836 0 0,30-59 725 0 0,-9 40-1 0 0,19-61 222 0 0,0 0 0 0 0,1 0 0 0 0,0 0-1 0 0,0 0 1 0 0,1 1 0 0 0,0-1 0 0 0,1 0-1 0 0,2 14 1 0 0,-2-23-37 0 0,-1 0 0 0 0,1 0 1 0 0,-1 1-1 0 0,1-2 0 0 0,-1 1 0 0 0,1 0 0 0 0,0 0 0 0 0,0 0 0 0 0,-1 0 0 0 0,1 0 1 0 0,0 0-1 0 0,0-1 0 0 0,0 1 0 0 0,0 0 0 0 0,0-1 0 0 0,0 1 0 0 0,0-1 0 0 0,0 1 1 0 0,0-1-1 0 0,0 1 0 0 0,0-1 0 0 0,0 0 0 0 0,1 0 0 0 0,-1 1 0 0 0,0-1 1 0 0,0 0-1 0 0,0 0 0 0 0,0 0 0 0 0,0 0 0 0 0,1 0 0 0 0,-1-1 0 0 0,0 1 0 0 0,0 0 1 0 0,1-1-1 0 0,45-13 907 0 0,-38 11-792 0 0,33-9 52 0 0,0 1 0 0 0,1 2 1 0 0,0 3-1 0 0,0 1 1 0 0,85 1-1 0 0,-119 4-435 0 0,-1 0-1 0 0,1-1 1 0 0,-1 0 0 0 0,0 0-1 0 0,1-1 1 0 0,11-3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3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236 304 6913 0 0,'-11'-68'2077'0'0,"7"35"-730"0"0,-2 0-1 0 0,-1 1 0 0 0,-1-1 1 0 0,-15-32-1 0 0,23 62-1216 0 0,-1 1 0 0 0,0 0 0 0 0,0 0 0 0 0,0 0 0 0 0,0 0 0 0 0,0 0 0 0 0,0 0 0 0 0,-1 0 0 0 0,1 0 0 0 0,-1 0 0 0 0,1 1 0 0 0,-1-1 0 0 0,0 0 0 0 0,1 1-1 0 0,-1 0 1 0 0,0-1 0 0 0,0 1 0 0 0,0 0 0 0 0,0 0 0 0 0,0 0 0 0 0,0 0 0 0 0,-1 0 0 0 0,1 1 0 0 0,0-1 0 0 0,-5 0 0 0 0,4 2-30 0 0,0-1-1 0 0,1 1 1 0 0,-1 0-1 0 0,0 0 1 0 0,0 0-1 0 0,1 0 1 0 0,-1 1-1 0 0,0-1 1 0 0,1 1-1 0 0,-1 0 1 0 0,1-1-1 0 0,0 1 1 0 0,0 0-1 0 0,0 0 1 0 0,0 1-1 0 0,0-1 1 0 0,0 0-1 0 0,0 1 1 0 0,-2 4-1 0 0,-6 10 38 0 0,1 1-1 0 0,0 0 1 0 0,2 0-1 0 0,0 1 0 0 0,0 0 1 0 0,2 1-1 0 0,-4 24 1 0 0,-7 144-121 0 0,15-162 3 0 0,10 406 116 0 0,-1-280-139 0 0,21 358-91 0 0,5 142 102 0 0,-25-392 21 0 0,10 383 160 0 0,-52 21 772 0 0,18-571-1000 0 0,3-54-6657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274 234 456 0 0,'-22'-1'1212'0'0,"0"1"-1"0"0,0 0 0 0 0,0 1 1 0 0,-38 8-1 0 0,59-9-1211 0 0,-28 6 1258 0 0,20-3-605 0 0,0-1-1 0 0,0 0 1 0 0,0-1 0 0 0,-1 0 0 0 0,1-1 0 0 0,0 0 0 0 0,-16-1-1 0 0,25 1-593 0 0,-1 0 0 0 0,1 0-1 0 0,0 0 1 0 0,0 0 0 0 0,0 0-1 0 0,-1 0 1 0 0,1 0-1 0 0,0 0 1 0 0,0 0 0 0 0,0 0-1 0 0,-1 0 1 0 0,1 0 0 0 0,0-1-1 0 0,0 1 1 0 0,-1 0-1 0 0,1 0 1 0 0,0 0 0 0 0,0 0-1 0 0,0 0 1 0 0,0 0 0 0 0,-1 0-1 0 0,1-1 1 0 0,0 1-1 0 0,0 0 1 0 0,0 0 0 0 0,0 0-1 0 0,0 0 1 0 0,-1-1 0 0 0,1 1-1 0 0,0 0 1 0 0,0 0-1 0 0,0 0 1 0 0,0-1 0 0 0,0 1-1 0 0,0 0 1 0 0,0 0 0 0 0,0 0-1 0 0,0-1 1 0 0,0 1-1 0 0,0 0 1 0 0,0 0 0 0 0,0 0-1 0 0,0-1 1 0 0,0 1-1 0 0,0 0 1 0 0,0 0 0 0 0,0-1-1 0 0,0 1 1 0 0,12-9 1088 0 0,20-4-558 0 0,-32 12-533 0 0,27-7 202 0 0,-1 1 0 0 0,1 1-1 0 0,0 1 1 0 0,33-2 0 0 0,113 4 458 0 0,-129 3-455 0 0,-2 0-89 0 0,736-25 2350 0 0,-655 10-2352 0 0,231-58-1 0 0,-299 57-169 0 0,147-33 3 0 0,-175 44-6 0 0,0 1 1 0 0,0 2-1 0 0,0 1 0 0 0,1 1 0 0 0,39 5 1 0 0,-57-4-171 0 0,-1 1 1 0 0,0 1 0 0 0,1-1-1 0 0,13 8 1 0 0,-5 0-697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221 128 4265 0 0,'-44'8'1265'0'0,"1"2"0"0"0,1 2 0 0 0,-49 20 0 0 0,119-45 4470 0 0,99-45-864 0 0,-95 47-4253 0 0,173-59 1298 0 0,-168 59-2030 0 0,1 2 1 0 0,0 2 0 0 0,60-3-1 0 0,-94 10-225 0 0,0-1-1 0 0,0 1 0 0 0,1 1 0 0 0,-1-1 0 0 0,0 0 0 0 0,0 1 0 0 0,0 0 1 0 0,0 0-1 0 0,0 0 0 0 0,-1 1 0 0 0,8 2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0 5529 0 0,'-3'1'262'0'0,"-1"0"0"0"0,1 0 1 0 0,0 1-1 0 0,0-1 0 0 0,0 0 0 0 0,0 1 0 0 0,1 0 0 0 0,-1 0 0 0 0,0 0 1 0 0,1 0-1 0 0,-1 0 0 0 0,1 0 0 0 0,0 0 0 0 0,0 1 0 0 0,0 0 0 0 0,0-1 1 0 0,0 1-1 0 0,0 0 0 0 0,1 0 0 0 0,-1 0 0 0 0,1 0 0 0 0,0 0 0 0 0,0 0 1 0 0,0 0-1 0 0,0 0 0 0 0,1 0 0 0 0,-1 1 0 0 0,1 5 0 0 0,-1 9 305 0 0,2 0 1 0 0,0 0-1 0 0,1-1 0 0 0,6 24 0 0 0,-3-14-563 0 0,84 405 1583 0 0,-37-194-1269 0 0,121 695 1397 0 0,-141-382-721 0 0,-29-415-5877 0 0,-1-104-1865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4609 0 0,'-1'-1'83'0'0,"1"1"0"0"0,0 0 0 0 0,0-1 1 0 0,0 1-1 0 0,-1 0 0 0 0,1-1 0 0 0,0 1 0 0 0,0-1 0 0 0,0 1 0 0 0,0 0 1 0 0,0-1-1 0 0,0 1 0 0 0,0-1 0 0 0,0 1 0 0 0,0 0 0 0 0,0-1 0 0 0,0 1 1 0 0,0-1-1 0 0,0 1 0 0 0,0 0 0 0 0,0-1 0 0 0,0 1 0 0 0,0-1 0 0 0,0 1 1 0 0,1 0-1 0 0,-1-1 0 0 0,0 1 0 0 0,0-1 0 0 0,0 1 0 0 0,1 0 1 0 0,-1-1-1 0 0,0 1 0 0 0,1 0 0 0 0,-1 0 0 0 0,0-1 0 0 0,0 1 0 0 0,1 0 1 0 0,-1 0-1 0 0,1-1 0 0 0,-1 1 0 0 0,0 0 0 0 0,1 0 0 0 0,-1 0 0 0 0,0 0 1 0 0,1-1-1 0 0,0 1 0 0 0,18-7 1876 0 0,13 2-1217 0 0,1 2 1 0 0,-1 1-1 0 0,0 2 1 0 0,0 1 0 0 0,48 7-1 0 0,159 43 503 0 0,-190-39-993 0 0,282 74-2 0 0,367 75-78 0 0,-252-112 1666 0 0,-180-25-1246 0 0,-186-11-1012 0 0,-29 3-5844 0 0,-35-9 830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1 421 1376 0 0,'5'-2'241'0'0,"0"-1"-1"0"0,1 1 1 0 0,-1-1-1 0 0,0 0 1 0 0,-1 0-1 0 0,1 0 1 0 0,-1 0-1 0 0,1-1 1 0 0,-1 0 0 0 0,0 0-1 0 0,4-6 1 0 0,2 1 105 0 0,4-6 8 0 0,0-1-1 0 0,0 0 1 0 0,-2-1 0 0 0,0 0 0 0 0,-1-1-1 0 0,10-21 1 0 0,44-120 1880 0 0,-48 113-1123 0 0,-17 44-1013 0 0,0 1 1 0 0,1-1-1 0 0,-1 1 0 0 0,1-1 0 0 0,-1 1 0 0 0,1 0 0 0 0,0-1 1 0 0,-1 1-1 0 0,1 0 0 0 0,0-1 0 0 0,0 1 0 0 0,0 0 0 0 0,0 0 1 0 0,0 0-1 0 0,0 0 0 0 0,1 0 0 0 0,1-2 0 0 0,-2 4-28 0 0,0-1 0 0 0,0 1-1 0 0,0 0 1 0 0,0-1 0 0 0,-1 1-1 0 0,1 0 1 0 0,0 0 0 0 0,0-1-1 0 0,-1 1 1 0 0,1 0 0 0 0,0 0-1 0 0,-1 0 1 0 0,1 0-1 0 0,-1 0 1 0 0,0 0 0 0 0,1 0-1 0 0,-1 0 1 0 0,0 0 0 0 0,1 0-1 0 0,-1 0 1 0 0,0 0 0 0 0,0 0-1 0 0,0 0 1 0 0,0 0 0 0 0,0 2-1 0 0,13 131 954 0 0,-10-86-1012 0 0,10 56 1 0 0,-10-90-13 0 0,0 0 1 0 0,1-1 0 0 0,0 0 0 0 0,1 0-1 0 0,1 0 1 0 0,0 0 0 0 0,0-1-1 0 0,14 19 1 0 0,-19-30-6 0 0,0 1 0 0 0,1 0 0 0 0,-1-1 0 0 0,0 1 1 0 0,1-1-1 0 0,-1 1 0 0 0,1-1 0 0 0,0 0 0 0 0,-1 1 0 0 0,1-1 0 0 0,0 0 0 0 0,0 0 0 0 0,0 0 0 0 0,0 0 0 0 0,0-1 0 0 0,0 1 0 0 0,0 0 0 0 0,0-1 1 0 0,0 0-1 0 0,0 1 0 0 0,0-1 0 0 0,2 0 0 0 0,-1-1-16 0 0,0 1 0 0 0,0-1 0 0 0,0 0 0 0 0,0 0 0 0 0,0-1 0 0 0,0 1 0 0 0,-1 0 0 0 0,1-1 0 0 0,-1 0 0 0 0,1 0-1 0 0,-1 1 1 0 0,1-1 0 0 0,2-4 0 0 0,7-8-83 0 0,-1 0-1 0 0,0-1 1 0 0,-1-1-1 0 0,8-17 1 0 0,-13 23 93 0 0,28-54 25 0 0,-23 42-4 0 0,1 0-1 0 0,0 1 1 0 0,2 1-1 0 0,0 0 1 0 0,23-26-1 0 0,-34 44 13 0 0,-1 0-1 0 0,1 1 1 0 0,-1-1 0 0 0,1 0-1 0 0,0 1 1 0 0,0 0 0 0 0,0-1-1 0 0,-1 1 1 0 0,1 0 0 0 0,1 0-1 0 0,-1 0 1 0 0,0 0-1 0 0,0 0 1 0 0,0 1 0 0 0,0-1-1 0 0,0 0 1 0 0,1 1 0 0 0,-1 0-1 0 0,0 0 1 0 0,1-1 0 0 0,-1 1-1 0 0,0 1 1 0 0,0-1 0 0 0,1 0-1 0 0,-1 0 1 0 0,0 1 0 0 0,0 0-1 0 0,1-1 1 0 0,-1 1 0 0 0,3 1-1 0 0,-1 1 42 0 0,0 0 0 0 0,-1 0-1 0 0,1 1 1 0 0,-1-1 0 0 0,1 1 0 0 0,-1 0-1 0 0,0-1 1 0 0,-1 1 0 0 0,1 1-1 0 0,-1-1 1 0 0,1 0 0 0 0,-1 1 0 0 0,2 5-1 0 0,4 16 398 0 0,-2 0 1 0 0,6 41-1 0 0,-9-47-186 0 0,0-1 0 0 0,1 1 0 0 0,0-1 0 0 0,2 0 0 0 0,0-1 0 0 0,15 30 0 0 0,-20-46-325 0 0,1 1-1 0 0,0 0 1 0 0,-1-1 0 0 0,1 1-1 0 0,0-1 1 0 0,0 1 0 0 0,0-1 0 0 0,1 0-1 0 0,-1 0 1 0 0,0 0 0 0 0,1 0-1 0 0,-1 0 1 0 0,1-1 0 0 0,0 1-1 0 0,0-1 1 0 0,-1 0 0 0 0,1 0-1 0 0,0 0 1 0 0,6 1 0 0 0,-5-1-113 0 0,-1-1 0 0 0,1-1 1 0 0,0 1-1 0 0,0-1 0 0 0,0 1 1 0 0,0-1-1 0 0,0 0 0 0 0,-1 0 1 0 0,1-1-1 0 0,0 1 0 0 0,-1-1 1 0 0,1 0-1 0 0,4-3 0 0 0,5-5-319 0 0,0 0 0 0 0,-1-1 0 0 0,0 0-1 0 0,-1-1 1 0 0,0 0 0 0 0,11-18 0 0 0,61-109 702 0 0,-64 102-51 0 0,2 0-1 0 0,2 1 0 0 0,50-60 1 0 0,-69 93-152 0 0,-1-1 1 0 0,1 1-1 0 0,0-1 1 0 0,0 1-1 0 0,0 0 1 0 0,0 1-1 0 0,1-1 1 0 0,-1 1-1 0 0,1 0 1 0 0,5-2-1 0 0,-9 4 17 0 0,0-1-1 0 0,0 1 0 0 0,0 0 1 0 0,0 0-1 0 0,0 0 0 0 0,1 0 1 0 0,-1 0-1 0 0,0 0 0 0 0,0 0 1 0 0,0 0-1 0 0,0 1 0 0 0,0-1 1 0 0,0 0-1 0 0,0 1 0 0 0,0-1 1 0 0,0 0-1 0 0,0 1 0 0 0,0-1 1 0 0,2 2-1 0 0,-2 0 60 0 0,0-1 1 0 0,0 1-1 0 0,0-1 1 0 0,0 1-1 0 0,0 0 1 0 0,0-1-1 0 0,0 1 1 0 0,0 0-1 0 0,0 0 1 0 0,-1 0-1 0 0,1 0 0 0 0,-1-1 1 0 0,0 1-1 0 0,1 0 1 0 0,-1 3-1 0 0,1 23 736 0 0,-2 1 0 0 0,-1-1-1 0 0,-10 56 1 0 0,6-46-502 0 0,-3 54 0 0 0,9-80-314 0 0,0 0 0 0 0,1 0 0 0 0,0 0 0 0 0,1 0 1 0 0,1-1-1 0 0,-1 1 0 0 0,2 0 0 0 0,7 17 0 0 0,-9-25-55 0 0,0 0 0 0 0,0-1 0 0 0,0 1 0 0 0,1-1 0 0 0,0 0 0 0 0,-1 1 0 0 0,1-1 1 0 0,0 0-1 0 0,0-1 0 0 0,6 5 0 0 0,-7-6-232 0 0,0 0 1 0 0,0 0 0 0 0,0 0-1 0 0,0 0 1 0 0,0 0-1 0 0,1-1 1 0 0,-1 1 0 0 0,0 0-1 0 0,0-1 1 0 0,1 0-1 0 0,-1 1 1 0 0,4-1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2 119 1376 0 0,'-1'4'107'0'0,"12"-3"4358"0"0,11-2-2125 0 0,15-8 628 0 0,70-26-1 0 0,-67 20-1846 0 0,49-11 1 0 0,-14 12-273 0 0,1 3 0 0 0,103-1 0 0 0,156 21-222 0 0,-302-7-604 0 0,502 44 1078 0 0,-420-31-837 0 0,209 1 1 0 0,-317-16-302 0 0,3-1-250 0 0,-1 1-1 0 0,1 0 1 0 0,-1 1-1 0 0,0-1 1 0 0,1 2 0 0 0,8 2-1 0 0,-10-2-440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136 278 7834 0 0,'-10'2'286'0'0,"0"-1"1"0"0,0 1 0 0 0,-1 1 0 0 0,2 0-1 0 0,-1 0 1 0 0,-15 8 0 0 0,22-10-192 0 0,-1 1 0 0 0,1 0 0 0 0,0 0 0 0 0,0 0 0 0 0,0 0 0 0 0,0 1 1 0 0,1-1-1 0 0,-1 1 0 0 0,0-1 0 0 0,1 1 0 0 0,0 0 0 0 0,0 0 0 0 0,0 0 0 0 0,0 0 0 0 0,0 1 0 0 0,1-1 0 0 0,-1 0 0 0 0,1 1 1 0 0,0-1-1 0 0,0 1 0 0 0,0 0 0 0 0,0 3 0 0 0,1-3-87 0 0,1 0 1 0 0,-1 0-1 0 0,1 0 0 0 0,0 0 1 0 0,0 0-1 0 0,1 0 1 0 0,-1 0-1 0 0,1-1 0 0 0,0 1 1 0 0,0 0-1 0 0,0-1 0 0 0,0 0 1 0 0,1 1-1 0 0,0-1 1 0 0,-1 0-1 0 0,1 0 0 0 0,0-1 1 0 0,0 1-1 0 0,7 4 0 0 0,5 4 142 0 0,0-2 0 0 0,1 0 0 0 0,17 8 0 0 0,-22-12 153 0 0,0-1-1 0 0,1-1 1 0 0,0 0 0 0 0,-1 0 0 0 0,1-1 0 0 0,0 0-1 0 0,0-1 1 0 0,0-1 0 0 0,0 0 0 0 0,0 0-1 0 0,16-4 1 0 0,-11 1-113 0 0,-1 0 0 0 0,0-1 0 0 0,-1-1-1 0 0,1-1 1 0 0,-1 0 0 0 0,0-1 0 0 0,0-1-1 0 0,16-11 1 0 0,-21 12-109 0 0,1-1-1 0 0,-1 0 1 0 0,0-1-1 0 0,-1 0 1 0 0,0-1-1 0 0,-1 0 1 0 0,0 0 0 0 0,0-1-1 0 0,-1 0 1 0 0,8-16-1 0 0,-11 18-7 0 0,-1 0 0 0 0,0 1 0 0 0,0-1 0 0 0,-1-1 0 0 0,0 1 0 0 0,-1 0 0 0 0,0 0 0 0 0,0-1 0 0 0,-1 1 0 0 0,0 0 0 0 0,-1-1 0 0 0,0 1 0 0 0,0 0 0 0 0,-1-1 0 0 0,-4-11 0 0 0,2 12-3 0 0,0 0 0 0 0,0 0 0 0 0,-1 0 1 0 0,0 0-1 0 0,-1 1 0 0 0,0 0 0 0 0,0 0 1 0 0,-1 0-1 0 0,0 1 0 0 0,0 0 0 0 0,-1 1 0 0 0,0-1 1 0 0,-10-5-1 0 0,6 4-121 0 0,0 1-1 0 0,0 1 1 0 0,-1 0-1 0 0,1 1 1 0 0,-2 0 0 0 0,1 1-1 0 0,0 0 1 0 0,-1 1-1 0 0,-14-1 1 0 0,-11 3-588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5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2761 0 0,'-11'31'2284'0'0,"-8"59"-515"0"0,4 1 0 0 0,5 0 0 0 0,3 1 1 0 0,6 123-1 0 0,54 366 1242 0 0,-52-571-2925 0 0,14 127 638 0 0,33 206 1216 0 0,-45-328-1797 0 0,17 64 568 0 0,-18-71-723 0 0,1 0 0 0 0,0 0 1 0 0,1 0-1 0 0,0 0 0 0 0,0-1 1 0 0,1 1-1 0 0,5 6 0 0 0,-10-14-46 0 0,0 1-1 0 0,1-1 0 0 0,-1 1 1 0 0,0-1-1 0 0,1 1 0 0 0,-1-1 0 0 0,1 0 1 0 0,-1 1-1 0 0,0-1 0 0 0,1 1 1 0 0,-1-1-1 0 0,1 0 0 0 0,-1 1 1 0 0,1-1-1 0 0,-1 0 0 0 0,1 0 0 0 0,-1 0 1 0 0,1 1-1 0 0,0-1 0 0 0,-1 0 1 0 0,1 0-1 0 0,-1 0 0 0 0,1 0 0 0 0,-1 0 1 0 0,1 0-1 0 0,-1 0 0 0 0,1 0 1 0 0,0 0-1 0 0,-1 0 0 0 0,1 0 1 0 0,0-1-1 0 0,0 1-135 0 0,0-1 0 0 0,0 0 0 0 0,0 0 0 0 0,-1 0 0 0 0,1 0 0 0 0,0 0 1 0 0,-1 0-1 0 0,1 0 0 0 0,-1 0 0 0 0,1 0 0 0 0,-1 0 0 0 0,1-1 0 0 0,0-1 0 0 0,3-39-3933 0 0,-6 21 3445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10 159 1376 0 0,'-1'-1'134'0'0,"0"0"0"0"0,1 0 0 0 0,-1 0 0 0 0,0 0 0 0 0,1 0 0 0 0,-1 1 0 0 0,0-1 0 0 0,1 0 0 0 0,-1 0 0 0 0,1 0 0 0 0,-1-1 0 0 0,1 1 0 0 0,0 0 0 0 0,0 0 0 0 0,-1 0 0 0 0,1 0 0 0 0,0 0 0 0 0,0 0 0 0 0,0 0 0 0 0,0-1 0 0 0,0 1 0 0 0,0 0 0 0 0,0 0 0 0 0,1 0 0 0 0,-1 0 0 0 0,0 0 0 0 0,0 0 0 0 0,1 0 0 0 0,-1 0 0 0 0,1-1 0 0 0,-1 1 0 0 0,1 1 0 0 0,0-1 0 0 0,-1 0 0 0 0,1 0 0 0 0,0 0 0 0 0,0 0 0 0 0,-1 0 0 0 0,1 1 0 0 0,0-1 0 0 0,0 0 0 0 0,0 1 0 0 0,0-1 0 0 0,1 0 0 0 0,7-5 770 0 0,0 1 0 0 0,0 0-1 0 0,18-7 1 0 0,-18 8-669 0 0,34-13 257 0 0,1 2 0 0 0,1 2 1 0 0,1 2-1 0 0,0 2 0 0 0,0 1 1 0 0,80-1-1 0 0,282 29 1964 0 0,-161-2-1666 0 0,296-17-69 0 0,-24-2-210 0 0,322 89 1200 0 0,-818-84-1684 0 0,445 70 556 0 0,3-28-391 0 0,130-42-192 0 0,37-10 517 0 0,-574 7-444 0 0,218 23 230 0 0,-142-7-267 0 0,-115-16-321 0 0,-1 0-1 0 0,1-1 1 0 0,0-2 0 0 0,36-6-1 0 0,-29 2-3416 0 0,40-15 0 0 0,-32 6-2263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5065 0 0,'-2'2'200'0'0,"-1"0"0"0"0,0 0-1 0 0,0 0 1 0 0,1 0 0 0 0,0 1 0 0 0,-1-1-1 0 0,1 0 1 0 0,0 1 0 0 0,0 0-1 0 0,0-1 1 0 0,0 1 0 0 0,1 0 0 0 0,-1 0-1 0 0,1 0 1 0 0,0 0 0 0 0,0 1 0 0 0,0-1-1 0 0,0 0 1 0 0,0 0 0 0 0,1 1 0 0 0,-1 3-1 0 0,0 5-52 0 0,0-1 0 0 0,0 1-1 0 0,1-1 1 0 0,0 1-1 0 0,1-1 1 0 0,1 1-1 0 0,-1-1 1 0 0,2 1 0 0 0,0-1-1 0 0,0 0 1 0 0,1 0-1 0 0,0-1 1 0 0,1 1 0 0 0,0-1-1 0 0,9 13 1 0 0,-3-6 209 0 0,1-2 0 0 0,0 1 1 0 0,1-2-1 0 0,1 0 0 0 0,0 0 0 0 0,1-1 1 0 0,1-1-1 0 0,22 14 0 0 0,-35-24-226 0 0,1 0 0 0 0,-1 0 0 0 0,1 0-1 0 0,0-1 1 0 0,0 1 0 0 0,0-1 0 0 0,0 0-1 0 0,0 0 1 0 0,0 0 0 0 0,0-1 0 0 0,0 1 0 0 0,0-1-1 0 0,0 0 1 0 0,0 0 0 0 0,0-1 0 0 0,0 1-1 0 0,0-1 1 0 0,8-2 0 0 0,-7 1 16 0 0,0 0 0 0 0,0-1 0 0 0,-1 1 1 0 0,1-1-1 0 0,-1 0 0 0 0,0-1 0 0 0,1 1 0 0 0,-2-1 0 0 0,1 1 1 0 0,0-1-1 0 0,-1 0 0 0 0,1-1 0 0 0,2-5 0 0 0,-2 6-49 0 0,-1-1 0 0 0,0-1 0 0 0,-1 1 0 0 0,1 0 0 0 0,-1-1 0 0 0,0 1 0 0 0,-1-1-1 0 0,1 1 1 0 0,-1-1 0 0 0,0 0 0 0 0,0 0 0 0 0,-1 0 0 0 0,0 0 0 0 0,0 1 0 0 0,0-1 0 0 0,-1 0 0 0 0,0 0 0 0 0,0 0 0 0 0,0 1-1 0 0,-1-1 1 0 0,1 0 0 0 0,-2 1 0 0 0,1 0 0 0 0,0-1 0 0 0,-1 1 0 0 0,0 0 0 0 0,-4-5 0 0 0,2 5-65 0 0,-1 0-1 0 0,0 0 1 0 0,0 0 0 0 0,-1 0 0 0 0,1 1 0 0 0,-1 0 0 0 0,0 1 0 0 0,0-1-1 0 0,0 1 1 0 0,-1 1 0 0 0,1-1 0 0 0,-1 1 0 0 0,1 1 0 0 0,-1-1 0 0 0,0 1-1 0 0,-11 0 1 0 0,-8 1-414 0 0,0 2-1 0 0,0 0 0 0 0,-35 8 0 0 0,25-4-1004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25 467 5065 0 0,'-1'0'78'0'0,"0"0"0"0"0,0 0 1 0 0,-1 0-1 0 0,1 0 0 0 0,0 1 0 0 0,0-1 0 0 0,0 1 0 0 0,0-1 1 0 0,0 0-1 0 0,0 1 0 0 0,0 0 0 0 0,0-1 0 0 0,0 1 0 0 0,0 0 0 0 0,0-1 1 0 0,1 1-1 0 0,-1 0 0 0 0,0 0 0 0 0,0 0 0 0 0,1 0 0 0 0,-1-1 1 0 0,0 1-1 0 0,1 0 0 0 0,-1 0 0 0 0,1 0 0 0 0,-1 1 0 0 0,1 0 1 0 0,0 1 148 0 0,1 0 0 0 0,-1 0 1 0 0,1 0-1 0 0,0 0 1 0 0,0 0-1 0 0,0 0 1 0 0,0 0-1 0 0,1-1 1 0 0,1 4-1 0 0,0 0-348 0 0,5 10 277 0 0,1-1-1 0 0,1 1 0 0 0,0-1 1 0 0,1-1-1 0 0,1 0 0 0 0,0-1 0 0 0,1 0 1 0 0,0-1-1 0 0,16 12 0 0 0,-8-10-138 0 0,1-1 0 0 0,0 0 0 0 0,1-2-1 0 0,1-1 1 0 0,47 15 0 0 0,16-2 257 0 0,2-4-1 0 0,1-4 1 0 0,105 4 0 0 0,-188-18-125 0 0,0-1-1 0 0,0 0 1 0 0,0-1 0 0 0,0 1-1 0 0,0-1 1 0 0,0-1 0 0 0,0 1-1 0 0,0-1 1 0 0,-1 0 0 0 0,1-1-1 0 0,11-6 1 0 0,-14 7 46 0 0,-1 0 0 0 0,1-1 0 0 0,-1 0 0 0 0,0 0 1 0 0,0 0-1 0 0,0 0 0 0 0,0 0 0 0 0,0-1 0 0 0,-1 1 0 0 0,0-1 0 0 0,1 1 0 0 0,-2-1 0 0 0,1 0 0 0 0,0 0 1 0 0,-1 0-1 0 0,1 0 0 0 0,-1 0 0 0 0,0-1 0 0 0,-1 1 0 0 0,1-7 0 0 0,1-15 244 0 0,-2-1-1 0 0,-1 0 1 0 0,-2 0-1 0 0,-6-33 0 0 0,-34-104 494 0 0,-1-8-768 0 0,40 146-185 0 0,0 1 0 0 0,2-1-1 0 0,0 0 1 0 0,5-47 0 0 0,0 52-1054 0 0,3 1-3832 0 0,0 2-1640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8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2304 0 0,'-3'0'173'0'0,"-1"0"0"0"0,1 0-1 0 0,0 0 1 0 0,-1 1 0 0 0,1-1-1 0 0,0 1 1 0 0,0 0 0 0 0,0 0-1 0 0,0 0 1 0 0,0 0-1 0 0,0 1 1 0 0,0-1 0 0 0,0 1-1 0 0,0 0 1 0 0,1 0 0 0 0,-1 0-1 0 0,1 0 1 0 0,-1 0 0 0 0,1 0-1 0 0,0 1 1 0 0,0-1-1 0 0,0 1 1 0 0,0 0 0 0 0,0 0-1 0 0,1-1 1 0 0,-1 1 0 0 0,1 0-1 0 0,0 0 1 0 0,0 0-1 0 0,-2 6 1 0 0,2-3 137 0 0,0 2 0 0 0,0-1 1 0 0,0 0-1 0 0,1 0 0 0 0,0 0 0 0 0,1 0 0 0 0,-1 0 1 0 0,1 0-1 0 0,1 0 0 0 0,-1 0 0 0 0,1 0 0 0 0,0 0 0 0 0,4 8 1 0 0,-2-8-286 0 0,1 0 0 0 0,-1 0 0 0 0,1 0 1 0 0,0-1-1 0 0,1 0 0 0 0,-1 0 0 0 0,1 0 1 0 0,0 0-1 0 0,1-1 0 0 0,-1 0 1 0 0,1-1-1 0 0,0 1 0 0 0,0-1 0 0 0,12 4 1 0 0,27 18 144 0 0,-41-22-76 0 0,1 0 0 0 0,-1 0 0 0 0,-1 0 0 0 0,1 0 0 0 0,-1 1 0 0 0,1 0 1 0 0,-1 0-1 0 0,-1 0 0 0 0,1 0 0 0 0,-1 0 0 0 0,0 1 0 0 0,0 0 0 0 0,0 0 0 0 0,1 6 0 0 0,-1-3 132 0 0,-1 1 0 0 0,0 0 0 0 0,-1 0 0 0 0,0 0 0 0 0,0 0 0 0 0,-1 0 0 0 0,-1 0 0 0 0,-1 13 0 0 0,-2-3 167 0 0,0-1 0 0 0,-1 0 0 0 0,-1 0 0 0 0,-1-1 0 0 0,-1 0 0 0 0,0 0 0 0 0,-1-1 0 0 0,-20 28 0 0 0,17-29-1530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2761 0 0,'-7'0'10490'0'0,"12"4"-9349"0"0,22 16 363 0 0,-2 1 0 0 0,26 27 0 0 0,-34-30-1310 0 0,0 1-1 0 0,-2 1 1 0 0,0 1 0 0 0,-1 0 0 0 0,-2 1 0 0 0,15 32-1 0 0,-18-33-259 0 0,10 23 146 0 0,21 72 0 0 0,-37-104-188 0 0,0 1 0 0 0,0 0-1 0 0,-2 0 1 0 0,1 0 0 0 0,-2 0-1 0 0,0 1 1 0 0,0-1 0 0 0,-1 0-1 0 0,-1 0 1 0 0,-5 21 0 0 0,6-32-108 0 0,1 1 1 0 0,-1-1 0 0 0,0 0-1 0 0,0 1 1 0 0,0-1 0 0 0,0 0 0 0 0,-1 0-1 0 0,1 0 1 0 0,0 0 0 0 0,-3 2-1 0 0,-1-1-1207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3225 0 0,'-1'-6'-78'0'0,"1"1"0"0"0,0-1 0 0 0,0 0 0 0 0,1 0 1 0 0,0 0-1 0 0,0 0 0 0 0,0 1 0 0 0,1-1 0 0 0,0 1 1 0 0,0-1-1 0 0,0 1 0 0 0,0-1 0 0 0,1 1 0 0 0,0 0 1 0 0,5-6-1 0 0,1-2 1000 0 0,0 1 0 0 0,1 0 0 0 0,1 1-1 0 0,18-17 1 0 0,-27 27-725 0 0,0-1 0 0 0,0 1 0 0 0,0-1 0 0 0,0 1 0 0 0,0 0 0 0 0,1 0 0 0 0,-1 0 0 0 0,0 0 0 0 0,0 0 0 0 0,1 0 0 0 0,-1 1 0 0 0,0-1 0 0 0,1 1 0 0 0,-1 0 0 0 0,1-1 0 0 0,-1 1 0 0 0,1 0 0 0 0,-1 1 0 0 0,0-1 0 0 0,1 0 0 0 0,3 1 0 0 0,-2 1-55 0 0,0 0 1 0 0,0 0-1 0 0,0 0 0 0 0,-1 0 0 0 0,1 0 0 0 0,0 1 1 0 0,-1 0-1 0 0,0 0 0 0 0,1 0 0 0 0,-1 0 0 0 0,3 4 1 0 0,0 1-149 0 0,0 0 0 0 0,-1 0-1 0 0,0 0 1 0 0,0 1 0 0 0,-1 0 0 0 0,0 0 0 0 0,-1 0 0 0 0,0 0 0 0 0,0 1 0 0 0,2 11 0 0 0,-5-9-44 0 0,0 0 0 0 0,-1 0 1 0 0,0 0-1 0 0,-1-1 0 0 0,0 1 1 0 0,-1 0-1 0 0,-5 15 1 0 0,-38 80 604 0 0,13-36 1895 0 0,33-71-2344 0 0,0 1-1 0 0,-1-1 1 0 0,1 0-1 0 0,0 1 1 0 0,0-1-1 0 0,0 0 1 0 0,0 1-1 0 0,-1-1 1 0 0,1 1-1 0 0,0-1 1 0 0,0 0-1 0 0,0 1 1 0 0,0-1-1 0 0,0 1 1 0 0,0-1-1 0 0,0 0 1 0 0,0 1-1 0 0,0-1 1 0 0,0 1-1 0 0,0-1 1 0 0,0 1-1 0 0,0-1 1 0 0,1 0-1 0 0,-1 1 1 0 0,0-1-1 0 0,0 1 1 0 0,0-1-1 0 0,1 1 1 0 0,11-3 1306 0 0,27-22-1002 0 0,-21 12-11 0 0,15-6-137 0 0,1 1-1 0 0,39-12 1 0 0,-56 23-584 0 0,1 2 0 0 0,-1 0 0 0 0,1 1 0 0 0,0 0 0 0 0,0 2 0 0 0,29 0 0 0 0,-28 2-6514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274 153 1376 0 0,'-136'23'3615'0'0,"-2"-6"3294"0"0,324-33-1705 0 0,11 2-3300 0 0,344-31-1060 0 0,-536 44-835 0 0,916-96 1113 0 0,3 78-75 0 0,-900 20-1019 0 0,79 3-64 0 0,194 34 0 0 0,-291-36-1760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7 3209 0 0,'-8'-2'184'0'0,"0"1"0"0"0,0 0-1 0 0,0 0 1 0 0,0 0 0 0 0,0 1 0 0 0,0 0 0 0 0,-1 1 0 0 0,1 0 0 0 0,-14 3 0 0 0,7-1 908 0 0,1 1 0 0 0,0 1 0 0 0,0 0 0 0 0,-20 12 0 0 0,31-16-842 0 0,1 0 0 0 0,-1 1 1 0 0,1-1-1 0 0,-1 1 1 0 0,1 0-1 0 0,-1 0 0 0 0,1 0 1 0 0,0 0-1 0 0,0 0 1 0 0,0 0-1 0 0,0 1 0 0 0,1-1 1 0 0,-1 1-1 0 0,1-1 1 0 0,-1 1-1 0 0,1 0 0 0 0,0-1 1 0 0,0 1-1 0 0,0 0 1 0 0,0 0-1 0 0,0 0 0 0 0,0 4 1 0 0,2-1-32 0 0,-1-1-1 0 0,1 1 1 0 0,0-1 0 0 0,0 1 0 0 0,0-1-1 0 0,1 0 1 0 0,0 0 0 0 0,0 0 0 0 0,0 0-1 0 0,1 0 1 0 0,4 7 0 0 0,7 9 88 0 0,1 0 0 0 0,1-1 1 0 0,1-1-1 0 0,1 0 0 0 0,21 16 0 0 0,107 77 204 0 0,-62-51-360 0 0,-26-20 81 0 0,98 50 0 0 0,-90-55 81 0 0,-64-35-312 0 0,0 0-1 0 0,0 0 1 0 0,0 0 0 0 0,0 1-1 0 0,0-1 1 0 0,0 1 0 0 0,0-1-1 0 0,-1 1 1 0 0,1 0-1 0 0,0 0 1 0 0,-1 0 0 0 0,0 0-1 0 0,1 0 1 0 0,-1 0 0 0 0,0 0-1 0 0,0 0 1 0 0,0 0 0 0 0,0 1-1 0 0,0-1 1 0 0,-1 0-1 0 0,1 1 1 0 0,-1-1 0 0 0,1 0-1 0 0,-1 4 1 0 0,-1-1-1 0 0,0 1 0 0 0,0-1 0 0 0,0 1 0 0 0,-1-1-1 0 0,1 1 1 0 0,-1-1 0 0 0,-1 0 0 0 0,1 0 0 0 0,-5 7 0 0 0,-11 17 51 0 0,-2-2 1 0 0,0 0-1 0 0,-2-1 1 0 0,-1-2-1 0 0,0 0 1 0 0,-2-1-1 0 0,-1-2 1 0 0,-1 0-1 0 0,-52 30 1 0 0,20-25-1988 0 0,41-21-5517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28 3225 0 0,'1'0'85'0'0,"-1"-1"1"0"0,0 0 0 0 0,0 0 0 0 0,0 0-1 0 0,1 0 1 0 0,-1 0 0 0 0,0 0 0 0 0,0 0-1 0 0,-1 1 1 0 0,1-1 0 0 0,0 0-1 0 0,0 0 1 0 0,0 0 0 0 0,-1 0 0 0 0,1 0-1 0 0,0 0 1 0 0,-1 1 0 0 0,1-1 0 0 0,0 0-1 0 0,-1 0 1 0 0,1 1 0 0 0,-1-1-1 0 0,0 0 1 0 0,1 1 0 0 0,-1-1 0 0 0,1 0-1 0 0,-1 1 1 0 0,0-1 0 0 0,0 1 0 0 0,1-1-1 0 0,-1 1 1 0 0,0-1 0 0 0,0 1 0 0 0,0 0-1 0 0,1-1 1 0 0,-1 1 0 0 0,0 0-1 0 0,0 0 1 0 0,0-1 0 0 0,0 1 0 0 0,0 0-1 0 0,0 0 1 0 0,1 0 0 0 0,-3 0 0 0 0,0 0 249 0 0,-1 0 0 0 0,1 0 0 0 0,-1 0 0 0 0,1 0 0 0 0,-1 0 0 0 0,1 1 0 0 0,-1-1 1 0 0,1 1-1 0 0,0 0 0 0 0,-7 3 0 0 0,-4 6 442 0 0,0 0 0 0 0,1 1 1 0 0,1 1-1 0 0,0 0 0 0 0,-15 20 0 0 0,-19 19 130 0 0,-22 11-161 0 0,-47 49-156 0 0,96-92-480 0 0,2 2 0 0 0,0 1 1 0 0,-24 40-1 0 0,36-53-59 0 0,0 0 1 0 0,1 0-1 0 0,0 0 1 0 0,1 1-1 0 0,-4 19 1 0 0,6-27-34 0 0,1 0 0 0 0,-1 0 0 0 0,1 0 0 0 0,0 0 0 0 0,0 0 0 0 0,0 0 0 0 0,0 0 0 0 0,0 0 0 0 0,0 0 0 0 0,1-1 0 0 0,-1 1 0 0 0,1 0 0 0 0,-1 0 0 0 0,1 0 0 0 0,0 0-1 0 0,0 0 1 0 0,0-1 0 0 0,0 1 0 0 0,0 0 0 0 0,0-1 0 0 0,0 1 0 0 0,0-1 0 0 0,1 1 0 0 0,-1-1 0 0 0,1 1 0 0 0,-1-1 0 0 0,1 0 0 0 0,-1 0 0 0 0,1 0 0 0 0,0 0 0 0 0,-1 0 0 0 0,1 0 0 0 0,0 0 0 0 0,0-1 0 0 0,0 1 0 0 0,0-1 0 0 0,2 1 0 0 0,32 4 341 0 0,1-1 0 0 0,-1-2-1 0 0,53-4 1 0 0,8 0 248 0 0,253 31 944 0 0,-252-14-3027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8 307 3209 0 0,'19'-91'720'0'0,"-13"68"274"0"0,-1-1 1 0 0,-1 1-1 0 0,0-1 0 0 0,-1-47 1 0 0,-3 69-502 0 0,-1-1 1 0 0,1 1 0 0 0,-1-1-1 0 0,1 1 1 0 0,-1-1 0 0 0,0 1-1 0 0,0 0 1 0 0,-1-1 0 0 0,1 1-1 0 0,0 0 1 0 0,-1 0 0 0 0,1 0-1 0 0,-1 0 1 0 0,1 0 0 0 0,-1 0-1 0 0,0 1 1 0 0,0-1 0 0 0,0 0-1 0 0,0 1 1 0 0,0 0 0 0 0,0-1-1 0 0,-1 1 1 0 0,1 0 0 0 0,0 0-1 0 0,-1 0 1 0 0,1 0 0 0 0,-5 0 674 0 0,21 472-1289 0 0,-6-375 24 0 0,6-1 0 0 0,45 173 0 0 0,-6-101-18 0 0,25 86 264 0 0,-62-188 71 0 0,15 131 0 0 0,-18 286 605 0 0,-13-399-857 0 0,0-77-45 0 0,0 12-219 0 0,0-1-1 0 0,-1 1 1 0 0,-5 22-1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1084 172 6913 0 0,'-9'-20'1468'0'0,"-1"1"0"0"0,0 1 0 0 0,-2 0-1 0 0,-27-33 1 0 0,35 47-1261 0 0,0 0 0 0 0,0 0 0 0 0,-1 0 0 0 0,0 0 0 0 0,0 1 0 0 0,0 0 0 0 0,0 0 0 0 0,0 0 0 0 0,-1 1 0 0 0,1 0 0 0 0,-1 0 0 0 0,1 0 0 0 0,-1 0 0 0 0,0 1 0 0 0,0 0 0 0 0,0 1 0 0 0,1-1 0 0 0,-1 1 0 0 0,0 0 0 0 0,0 0 0 0 0,0 1 0 0 0,-10 2 0 0 0,-14 5 168 0 0,1 1 0 0 0,1 1 0 0 0,0 2-1 0 0,-53 30 1 0 0,-99 77 126 0 0,148-96-396 0 0,-10 6-18 0 0,2 3 0 0 0,1 1 0 0 0,2 2 0 0 0,-36 43 0 0 0,51-51-43 0 0,1 1 0 0 0,2 1 0 0 0,1 2-1 0 0,1-1 1 0 0,1 2 0 0 0,-21 61 0 0 0,15-18-58 0 0,-24 140 0 0 0,39-166 26 0 0,3 0 0 0 0,2 1 0 0 0,1-1 0 0 0,8 52 0 0 0,-4-78-146 0 0,2 1 0 0 0,0-1-1 0 0,2 0 1 0 0,0-1-1 0 0,1 0 1 0 0,2 0-1 0 0,0 0 1 0 0,1-1-1 0 0,17 23 1 0 0,-9-19-3 0 0,1-1-1 0 0,0-1 1 0 0,2 0-1 0 0,1-1 1 0 0,1-2-1 0 0,35 24 1 0 0,-12-15-110 0 0,0-2 1 0 0,2-2-1 0 0,1-3 0 0 0,1-1 1 0 0,1-3-1 0 0,0-3 0 0 0,95 17 1 0 0,-104-26 288 0 0,1-1 1 0 0,0-3 0 0 0,0-1-1 0 0,1-3 1 0 0,-1-1-1 0 0,0-2 1 0 0,-1-2 0 0 0,0-3-1 0 0,0 0 1 0 0,-1-3-1 0 0,0-2 1 0 0,-1-1-1 0 0,-1-2 1 0 0,50-31 0 0 0,-25 8 1279 0 0,107-89 1 0 0,-139 100-1080 0 0,-1 0-1 0 0,-2-2 1 0 0,-1-1 0 0 0,40-60 0 0 0,-58 72-186 0 0,0 0 0 0 0,-1-1 0 0 0,-1 0 0 0 0,-1-1 0 0 0,-1 0 1 0 0,-1 0-1 0 0,-2 0 0 0 0,0 0 0 0 0,-1-1 0 0 0,-1 0 0 0 0,-1 0 0 0 0,-2 1 0 0 0,-2-25 0 0 0,-3 3 47 0 0,-1 1 0 0 0,-3 0 0 0 0,-1 0 0 0 0,-3 1 0 0 0,-36-81 0 0 0,30 85-65 0 0,-2 2 1 0 0,-1 0-1 0 0,-1 1 0 0 0,-2 2 0 0 0,-2 0 1 0 0,-1 2-1 0 0,-2 2 0 0 0,0 0 0 0 0,-2 2 1 0 0,-2 2-1 0 0,0 1 0 0 0,-1 1 0 0 0,-41-19 1 0 0,-145-58-446 0 0,123 58-1896 0 0,75 32-5526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24 10594 0 0,'-17'-22'3156'0'0,"17"21"-2980"0"0,0 1 1 0 0,-1 0-1 0 0,1 0 0 0 0,-1 0 1 0 0,1 0-1 0 0,-1 0 1 0 0,1 0-1 0 0,0 0 1 0 0,-1 0-1 0 0,1-1 0 0 0,-1 2 1 0 0,1-1-1 0 0,-1 0 1 0 0,1 0-1 0 0,-1 0 1 0 0,0 0-1 0 0,1 1 103 0 0,-1-1 0 0 0,0 1 0 0 0,0 0 1 0 0,0-1-1 0 0,1 1 0 0 0,-1 0 0 0 0,1 0 0 0 0,-1-1 0 0 0,0 1 1 0 0,1 0-1 0 0,-1 0 0 0 0,1 0 0 0 0,0 0 0 0 0,-1 0 0 0 0,1 0 1 0 0,-1 1-1 0 0,-3 18-271 0 0,1 33 819 0 0,6 91 0 0 0,1-16-686 0 0,-8-9-135 0 0,1 113 77 0 0,5-181-157 0 0,2-1 0 0 0,16 77 0 0 0,-1-63-37 0 0,-17-58 40 0 0,0-1 0 0 0,0 0 0 0 0,1 0-1 0 0,0-1 1 0 0,0 1 0 0 0,0-1 0 0 0,0 1 0 0 0,1-1-1 0 0,8 7 1 0 0,-12-10-1 0 0,1-1-1 0 0,0 1 1 0 0,-1-1-1 0 0,1 1 1 0 0,-1-1-1 0 0,1 0 1 0 0,0 1 0 0 0,-1-1-1 0 0,1 0 1 0 0,0 0-1 0 0,0 1 1 0 0,-1-1-1 0 0,1 0 1 0 0,0 0 0 0 0,0 0-1 0 0,-1 0 1 0 0,1 0-1 0 0,0 0 1 0 0,0 0-1 0 0,-1 0 1 0 0,1 0-1 0 0,0-1 1 0 0,-1 1 0 0 0,1 0-1 0 0,0 0 1 0 0,0-1-1 0 0,-1 1 1 0 0,1 0-1 0 0,-1-1 1 0 0,1 1 0 0 0,0 0-1 0 0,-1-1 1 0 0,1 1-1 0 0,-1-1 1 0 0,1 1-1 0 0,-1-1 1 0 0,1 0-1 0 0,-1 1 1 0 0,1-1 0 0 0,-1 1-1 0 0,1-1 1 0 0,-1 0-1 0 0,0 1 1 0 0,0-1-1 0 0,1 0 1 0 0,-1 0 0 0 0,0 1-1 0 0,0-2 1 0 0,10-37-3921 0 0,-8 10 2204 0 0,-2-5 1085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73 2040 0 0,'-1'-1'31'0'0,"0"0"-1"0"0,0 0 0 0 0,0 0 0 0 0,0 0 0 0 0,0 0 0 0 0,0 0 0 0 0,-1 1 1 0 0,1-1-1 0 0,0 0 0 0 0,0 1 0 0 0,-1-1 0 0 0,1 1 0 0 0,0-1 0 0 0,-1 1 1 0 0,1 0-1 0 0,0 0 0 0 0,-1-1 0 0 0,1 1 0 0 0,0 0 0 0 0,-1 0 0 0 0,1 0 1 0 0,-1 1-1 0 0,1-1 0 0 0,0 0 0 0 0,-1 0 0 0 0,1 1 0 0 0,0-1 0 0 0,-3 2 1 0 0,-41 19 1455 0 0,34-15-1149 0 0,-12 8 246 0 0,1 0-1 0 0,0 2 1 0 0,1 0 0 0 0,0 1-1 0 0,2 2 1 0 0,0 0-1 0 0,1 0 1 0 0,1 2-1 0 0,1 0 1 0 0,-24 42-1 0 0,39-61-501 0 0,0 0-1 0 0,0 0 1 0 0,0 0-1 0 0,0 0 1 0 0,0 0-1 0 0,1 0 0 0 0,-1 1 1 0 0,1-1-1 0 0,0 0 1 0 0,-1 3-1 0 0,6 0 617 0 0,8-13-264 0 0,-1-4-208 0 0,-1 0-1 0 0,-1 0 0 0 0,0-1 0 0 0,-1 0 0 0 0,0 0 0 0 0,7-19 0 0 0,38-92 968 0 0,-41 90-1060 0 0,-6 15 21 0 0,-5 13-35 0 0,0 0 1 0 0,0 0 0 0 0,0 1-1 0 0,1-1 1 0 0,-1 0-1 0 0,1 1 1 0 0,1 0 0 0 0,-1 0-1 0 0,1 0 1 0 0,5-5 0 0 0,-8 9 18 0 0,1 0 0 0 0,0 1 1 0 0,-1-1-1 0 0,1 1 1 0 0,0-1-1 0 0,0 1 0 0 0,-1 0 1 0 0,1 0-1 0 0,0 0 0 0 0,0 0 1 0 0,-1 0-1 0 0,1 0 0 0 0,0 0 1 0 0,0 1-1 0 0,0-1 0 0 0,-1 0 1 0 0,1 1-1 0 0,0 0 0 0 0,-1-1 1 0 0,1 1-1 0 0,-1 0 1 0 0,1 0-1 0 0,-1 0 0 0 0,1 0 1 0 0,-1 0-1 0 0,1 0 0 0 0,1 2 1 0 0,36 35 729 0 0,-17-8-1104 0 0,-1 2 0 0 0,-2 0 0 0 0,-1 1 0 0 0,19 47 0 0 0,-30-66-481 0 0,5 14-6609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53 165 1840 0 0,'4'-26'2422'0'0,"-2"-1"0"0"0,-1 1 0 0 0,-3-43 0 0 0,-2 54-43 0 0,-3 13 84 0 0,6 4-2333 0 0,0-1 0 0 0,0 0 0 0 0,0 0 0 0 0,0 0 0 0 0,0 1 0 0 0,0-1 0 0 0,0 1-1 0 0,1-1 1 0 0,-1 1 0 0 0,0-1 0 0 0,1 1 0 0 0,0-1 0 0 0,-1 1 0 0 0,1 2 0 0 0,-5 48 1017 0 0,2 57 0 0 0,0-13-625 0 0,20 784 537 0 0,3-442-1056 0 0,-50 402 176 0 0,-1-184-190 0 0,30-565 21 0 0,3 517 114 0 0,45-5 1030 0 0,-43-576-1075 0 0,-3-11-16 0 0,1-1 0 0 0,1 0 0 0 0,0 0 0 0 0,1 0-1 0 0,11 28 1 0 0,-15-43-79 0 0,0 1-1 0 0,0-1 1 0 0,0 1-1 0 0,0-1 1 0 0,0 1-1 0 0,1-1 1 0 0,-1 1-1 0 0,0-1 1 0 0,0 0-1 0 0,0 1 1 0 0,0-1-1 0 0,1 1 1 0 0,-1-1-1 0 0,0 0 1 0 0,0 1-1 0 0,1-1 1 0 0,-1 1-1 0 0,0-1 1 0 0,1 0-1 0 0,-1 0 1 0 0,1 1-1 0 0,-1-1 1 0 0,0 0-1 0 0,1 0 1 0 0,-1 1-1 0 0,1-1 1 0 0,-1 0-1 0 0,0 0 1 0 0,1 0-1 0 0,-1 0 1 0 0,1 1-1 0 0,-1-1 1 0 0,1 0-1 0 0,-1 0 1 0 0,1 0-1 0 0,-1 0 1 0 0,0 0-1 0 0,1 0 1 0 0,-1 0-1 0 0,1-1 1 0 0,-1 1-1 0 0,1 0 1 0 0,-1 0-1 0 0,1 0 1 0 0,-1 0-1 0 0,0 0 1 0 0,1-1-1 0 0,-1 1 1 0 0,1 0-1 0 0,-1 0 1 0 0,0-1-1 0 0,1 1 1 0 0,-1 0-1 0 0,0-1 1 0 0,1 1-1 0 0,-1 0 1 0 0,0-1-1 0 0,1 1 1 0 0,-1-1-1 0 0,0 1 1 0 0,0 0-1 0 0,0-1 1 0 0,1 1-1 0 0,-1-1 1 0 0,0 1-1 0 0,0-1 1 0 0,0 0-1 0 0,13-40-1703 0 0,-10 28 1409 0 0,8-18 379 0 0,1 1 0 0 0,1 1-1 0 0,2 0 1 0 0,1 0-1 0 0,1 2 1 0 0,2 0-1 0 0,28-32 1 0 0,-31 40-244 0 0,2 2 0 0 0,0 0 0 0 0,1 1 1 0 0,1 1-1 0 0,0 1 0 0 0,1 1 0 0 0,1 0 0 0 0,0 2 0 0 0,0 0 1 0 0,28-8-1 0 0,148-37-2661 0 0,-150 42-3215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2761 0 0,'-1'1'88'0'0,"0"0"1"0"0,0 0 0 0 0,1 0 0 0 0,-1 1 0 0 0,0-1 0 0 0,0 0-1 0 0,0 0 1 0 0,1 0 0 0 0,-1 0 0 0 0,1 1 0 0 0,-1-1-1 0 0,1 0 1 0 0,-1 1 0 0 0,1-1 0 0 0,0 0 0 0 0,0 1 0 0 0,-1-1-1 0 0,1 0 1 0 0,0 1 0 0 0,0-1 0 0 0,0 1 0 0 0,1-1 0 0 0,-1 0-1 0 0,0 1 1 0 0,0-1 0 0 0,1 0 0 0 0,-1 1 0 0 0,1-1 0 0 0,-1 0-1 0 0,1 0 1 0 0,0 1 0 0 0,-1-1 0 0 0,1 0 0 0 0,0 0-1 0 0,0 0 1 0 0,0 0 0 0 0,0 0 0 0 0,0 0 0 0 0,0 0 0 0 0,0 0-1 0 0,2 1 1 0 0,1 1 117 0 0,0 0 0 0 0,1 0 0 0 0,-1-1 0 0 0,1 1 1 0 0,-1-1-1 0 0,1 0 0 0 0,0 0 0 0 0,0-1 0 0 0,0 1 0 0 0,8 0 0 0 0,73 2 580 0 0,109-9 0 0 0,-135 3-478 0 0,115-8 614 0 0,241-3 866 0 0,124 10 428 0 0,-246-2-1376 0 0,-140 3-672 0 0,221 3-16 0 0,-150 7-256 0 0,302 28 44 0 0,-461-26 35 0 0,362 66 1156 0 0,-410-71-7459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23 3681 0 0,'-43'-23'13734'0'0,"43"24"-13492"0"0,-1 0-125 0 0,0 0 0 0 0,1 1 1 0 0,-1-1-1 0 0,1 0 0 0 0,0 1 0 0 0,-1-1 0 0 0,1 0 0 0 0,0 1 1 0 0,0-1-1 0 0,0 0 0 0 0,0 1 0 0 0,0-1 0 0 0,0 1 1 0 0,0 1-1 0 0,0 351 2303 0 0,-5-190-1754 0 0,2 15-659 0 0,15 494 50 0 0,25-318-128 0 0,52 798-612 0 0,-88-1117 417 0 0,0-9-1074 0 0,-1 0 0 0 0,0 0 0 0 0,-7 33 0 0 0,1-36-370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0 5065 0 0,'-3'3'540'0'0,"-1"-1"0"0"0,1 1-1 0 0,0 0 1 0 0,0-1 0 0 0,0 2 0 0 0,0-1-1 0 0,0 0 1 0 0,1 0 0 0 0,-5 7 0 0 0,3-3 258 0 0,-10 9 861 0 0,9-11-1222 0 0,1 0 1 0 0,-1 0 0 0 0,1 0-1 0 0,0 0 1 0 0,1 1 0 0 0,-1 0-1 0 0,1 0 1 0 0,0 0 0 0 0,1 0-1 0 0,-1 0 1 0 0,-2 12 0 0 0,6-15-246 0 0,-1 0 0 0 0,1 0 0 0 0,0 0 1 0 0,0-1-1 0 0,0 1 0 0 0,0 0 0 0 0,0-1 0 0 0,1 1 0 0 0,-1-1 1 0 0,1 1-1 0 0,0-1 0 0 0,-1 0 0 0 0,3 3 0 0 0,32 30 597 0 0,-28-28-738 0 0,7 7-104 0 0,1-2 0 0 0,1 0 0 0 0,0 0 0 0 0,0-2 0 0 0,1 0 0 0 0,0-1 0 0 0,1 0 0 0 0,0-2 0 0 0,35 9 1 0 0,-82 8 233 0 0,-36 21-294 0 0,-107 82-732 0 0,151-110 750 0 0,1 1 0 0 0,1 1 0 0 0,1 0 0 0 0,1 2 0 0 0,0 0 0 0 0,-13 25 0 0 0,27-43 72 0 0,0 0 0 0 0,0 0 0 0 0,1 0 0 0 0,0 1 0 0 0,-1-1 0 0 0,1 0 0 0 0,0 1 0 0 0,1-1 0 0 0,-1 1 0 0 0,1-1 0 0 0,-1 1 0 0 0,1-1 0 0 0,0 1 0 0 0,0-1 0 0 0,1 1 0 0 0,0 5 0 0 0,0-7-27 0 0,0 1 0 0 0,1-1 1 0 0,-1 0-1 0 0,0 0 0 0 0,1 0 1 0 0,-1 0-1 0 0,1 0 0 0 0,0-1 0 0 0,-1 1 1 0 0,1 0-1 0 0,0-1 0 0 0,0 1 1 0 0,0-1-1 0 0,0 0 0 0 0,1 0 1 0 0,-1 1-1 0 0,0-2 0 0 0,0 1 0 0 0,1 0 1 0 0,-1 0-1 0 0,0-1 0 0 0,1 1 1 0 0,-1-1-1 0 0,4 1 0 0 0,40 2 32 0 0,-34-3 27 0 0,0 0 0 0 0,0 1 0 0 0,0 1-1 0 0,0 0 1 0 0,20 7 0 0 0,-29-8-8 0 0,0 0 1 0 0,-1 0 0 0 0,1 0-1 0 0,-1 1 1 0 0,0-1-1 0 0,1 1 1 0 0,-1 0 0 0 0,0 0-1 0 0,0 0 1 0 0,0 0-1 0 0,0 0 1 0 0,0 0 0 0 0,-1 1-1 0 0,1-1 1 0 0,-1 0-1 0 0,1 1 1 0 0,-1-1 0 0 0,0 1-1 0 0,0 0 1 0 0,0-1-1 0 0,0 1 1 0 0,-1 0 0 0 0,1 0-1 0 0,-1-1 1 0 0,0 1-1 0 0,1 0 1 0 0,-1 0 0 0 0,-1 0-1 0 0,1 5 1 0 0,-2-2-8 0 0,1 1 0 0 0,-1-1-1 0 0,0 1 1 0 0,0-1 0 0 0,0 0 0 0 0,-1 0 0 0 0,0 0-1 0 0,0 0 1 0 0,-8 9 0 0 0,-43 52-113 0 0,37-48 83 0 0,-17 20-156 0 0,-37 45 33 0 0,62-72 184 0 0,1 0 0 0 0,0 1 1 0 0,1 0-1 0 0,0 0 0 0 0,-5 17 1 0 0,11-29-21 0 0,1-1 0 0 0,0 1 1 0 0,-1 0-1 0 0,1 0 0 0 0,0-1 1 0 0,-1 1-1 0 0,1 0 0 0 0,0 0 1 0 0,0 0-1 0 0,0-1 0 0 0,0 1 1 0 0,-1 0-1 0 0,1 0 0 0 0,0 0 1 0 0,1 0-1 0 0,-1-1 0 0 0,0 1 1 0 0,0 0-1 0 0,0 0 0 0 0,0 0 1 0 0,1-1-1 0 0,-1 1 0 0 0,0 0 1 0 0,1 0-1 0 0,-1-1 0 0 0,0 1 1 0 0,1 0-1 0 0,-1 0 0 0 0,1-1 1 0 0,-1 1-1 0 0,1-1 0 0 0,0 1 1 0 0,-1 0-1 0 0,1-1 0 0 0,0 1 1 0 0,-1-1-1 0 0,1 0 0 0 0,0 1 1 0 0,-1-1-1 0 0,1 1 0 0 0,0-1 1 0 0,0 0-1 0 0,0 0 0 0 0,-1 1 1 0 0,1-1-1 0 0,0 0 0 0 0,0 0 1 0 0,0 0-1 0 0,0 0 0 0 0,-1 0 1 0 0,1 0-1 0 0,0 0 0 0 0,0 0 1 0 0,0 0-1 0 0,1-1 0 0 0,7 0 80 0 0,1-1 0 0 0,-1 0 1 0 0,17-7-1 0 0,-18 7-68 0 0,19-8-166 0 0,-6 3-285 0 0,0 1 1 0 0,26-5 0 0 0,-42 10 376 0 0,0 0 0 0 0,0 0 0 0 0,0 1 0 0 0,0 0 0 0 0,0 0 0 0 0,0 0 0 0 0,0 1 0 0 0,0 0 0 0 0,0 0 0 0 0,0 0 0 0 0,0 0 0 0 0,0 1 0 0 0,0 0 0 0 0,-1 0 0 0 0,5 3 0 0 0,-8-4 43 0 0,0-1-1 0 0,0 1 1 0 0,0 0-1 0 0,-1 0 1 0 0,1 0-1 0 0,0 0 0 0 0,-1 0 1 0 0,1 0-1 0 0,-1 0 1 0 0,1 1-1 0 0,-1-1 1 0 0,0 0-1 0 0,1 0 1 0 0,-1 0-1 0 0,0 0 0 0 0,0 1 1 0 0,0-1-1 0 0,0 0 1 0 0,0 0-1 0 0,0 0 1 0 0,0 1-1 0 0,0-1 0 0 0,0 0 1 0 0,0 0-1 0 0,-1 0 1 0 0,1 0-1 0 0,-1 0 1 0 0,1 1-1 0 0,-1-1 1 0 0,1 0-1 0 0,-1 0 0 0 0,-1 2 1 0 0,-26 38-840 0 0,22-34 672 0 0,-21 28-1042 0 0,9-13 506 0 0,2 0 1 0 0,0 1-1 0 0,1 0 0 0 0,-17 40 0 0 0,31-62 737 0 0,1-1 0 0 0,-1 1 1 0 0,1 0-1 0 0,0 0 0 0 0,0 0 0 0 0,-1 0 0 0 0,1 0 1 0 0,0 0-1 0 0,0 0 0 0 0,0 0 0 0 0,0 0 0 0 0,0 0 0 0 0,0 0 1 0 0,0 0-1 0 0,0 0 0 0 0,1 0 0 0 0,-1-1 0 0 0,0 1 1 0 0,1 0-1 0 0,-1 0 0 0 0,0 0 0 0 0,1 0 0 0 0,-1 0 0 0 0,1-1 1 0 0,-1 1-1 0 0,2 1 0 0 0,0 0-96 0 0,-1-1 1 0 0,1 0-1 0 0,-1 0 0 0 0,1-1 1 0 0,0 1-1 0 0,-1 0 0 0 0,1-1 1 0 0,0 1-1 0 0,0 0 0 0 0,-1-1 1 0 0,1 0-1 0 0,4 1 0 0 0,4-1-3269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3209 0 0,'-8'16'879'0'0,"1"1"1"0"0,0 0 0 0 0,2 0-1 0 0,0 1 1 0 0,1 0 0 0 0,0 0-1 0 0,2 0 1 0 0,0 0 0 0 0,1 0-1 0 0,0 0 1 0 0,2 1 0 0 0,0-1-1 0 0,1 0 1 0 0,9 33 0 0 0,-2-11 109 0 0,40 197 2780 0 0,-41-180-3268 0 0,-2 0 1 0 0,-1 70-1 0 0,-21 286-397 0 0,-2 93 67 0 0,43 0-83 0 0,-6-339-88 0 0,49 382 0 0 0,54 200 0 0 0,-106-624 0 0 0,-2 153 0 0 0,-12-262-1696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200 160 3681 0 0,'-19'1'-14'0'0,"0"0"0"0"0,0-1 0 0 0,-37-5 0 0 0,4 0-442 0 0,41 5-493 0 0,-12-9 7700 0 0,40-1-4376 0 0,29-9-399 0 0,0 2 0 0 0,80-20-1 0 0,-79 25-1726 0 0,14-3-192 0 0,0 3 0 0 0,0 3-1 0 0,105-2 1 0 0,-53 12-27 0 0,128 19 0 0 0,216 4 1949 0 0,-123-12-329 0 0,-182 6-990 0 0,152 37 0 0 0,-59-7-208 0 0,-198-42-299 0 0,1-1-1 0 0,0-3 0 0 0,0-1 0 0 0,0-3 0 0 0,0-2 1 0 0,61-12-1 0 0,-75 9-108 0 0,1 2 0 0 0,1 1 0 0 0,-1 2 0 0 0,0 1 0 0 0,1 2 0 0 0,36 6 0 0 0,-29-4 63 0 0,0-1 0 0 0,0-2 0 0 0,63-8 1 0 0,-68 3-103 0 0,1 2 0 0 0,-1 2-1 0 0,1 2 1 0 0,63 8 0 0 0,-50 3-5 0 0,-28-6 0 0 0,0-1 0 0 0,1-1 0 0 0,-1-1 0 0 0,39-1 0 0 0,177-29 0 0 0,29-2 0 0 0,18 37 0 0 0,-1 1 0 0 0,65-7-93 0 0,-350-2 49 0 0,0 0 0 0 0,0 0 1 0 0,0 0-1 0 0,0 0 0 0 0,0 0 0 0 0,0 0 0 0 0,0 0 0 0 0,1-1 1 0 0,-1 1-1 0 0,0 0 0 0 0,0 0 0 0 0,0-1 0 0 0,0 1 1 0 0,0-1-1 0 0,0 1 0 0 0,0-1 0 0 0,0 1 0 0 0,-1-1 0 0 0,1 0 1 0 0,1-1-1 0 0,-1-3-559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88 8754 0 0,'-2'5'564'0'0,"0"0"0"0"0,0 0-1 0 0,1 0 1 0 0,0 0 0 0 0,0 0 0 0 0,0 0 0 0 0,0 6 0 0 0,-2 14 1014 0 0,0-13-1441 0 0,-3 9 543 0 0,1 0-1 0 0,1 0 1 0 0,0 1-1 0 0,1 37 1 0 0,3-54-570 0 0,0 1-1 0 0,1 0 1 0 0,0 0 0 0 0,0 0-1 0 0,1 0 1 0 0,0-1 0 0 0,0 1-1 0 0,0 0 1 0 0,0-1 0 0 0,1 0-1 0 0,0 0 1 0 0,0 1 0 0 0,0-2-1 0 0,1 1 1 0 0,0 0 0 0 0,0-1-1 0 0,0 0 1 0 0,0 0 0 0 0,1 0-1 0 0,0 0 1 0 0,-1-1 0 0 0,7 4-1 0 0,-3-3-65 0 0,-1 0 0 0 0,1-1-1 0 0,0 0 1 0 0,0 0 0 0 0,1-1-1 0 0,-1 0 1 0 0,0-1-1 0 0,1 0 1 0 0,-1 0 0 0 0,1 0-1 0 0,-1-1 1 0 0,1-1 0 0 0,-1 1-1 0 0,1-1 1 0 0,-1-1 0 0 0,1 0-1 0 0,-1 0 1 0 0,0 0-1 0 0,0-1 1 0 0,15-7 0 0 0,-10 3 40 0 0,0-1 0 0 0,0 0 1 0 0,-1 0-1 0 0,0-1 0 0 0,0-1 1 0 0,-1 0-1 0 0,-1-1 0 0 0,1 0 1 0 0,-2 0-1 0 0,1-1 1 0 0,8-15-1 0 0,-15 22-33 0 0,-1 0-1 0 0,1 0 1 0 0,-1 0 0 0 0,0-1-1 0 0,0 1 1 0 0,0 0 0 0 0,-1-1 0 0 0,0 0-1 0 0,0 1 1 0 0,0-1 0 0 0,-1 1-1 0 0,0-1 1 0 0,0 0 0 0 0,0 0-1 0 0,-1 1 1 0 0,0-1 0 0 0,0 1 0 0 0,0-1-1 0 0,-1 1 1 0 0,0-1 0 0 0,0 1-1 0 0,0 0 1 0 0,0 0 0 0 0,-1 0-1 0 0,0 0 1 0 0,-7-9 0 0 0,2 4-25 0 0,-1 1 1 0 0,0 0 0 0 0,0 1-1 0 0,-1 0 1 0 0,0 0 0 0 0,-1 1-1 0 0,1 0 1 0 0,-1 1-1 0 0,0 0 1 0 0,-1 1 0 0 0,-14-5-1 0 0,-25-5-442 0 0,-1 2 0 0 0,-72-8 0 0 0,78 16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73 191 6913 0 0,'-42'29'1181'0'0,"39"-27"-921"0"0,0 1 1 0 0,0-1-1 0 0,0 1 0 0 0,0 0 0 0 0,0 0 0 0 0,1 0 0 0 0,0 1 0 0 0,-1-1 0 0 0,1 1 1 0 0,-2 4-1 0 0,4-7-206 0 0,0-1 1 0 0,0 1 0 0 0,0-1 0 0 0,0 1 0 0 0,0-1 0 0 0,0 0-1 0 0,1 1 1 0 0,-1-1 0 0 0,0 1 0 0 0,0-1 0 0 0,0 1-1 0 0,0-1 1 0 0,1 1 0 0 0,-1-1 0 0 0,0 0 0 0 0,0 1 0 0 0,1-1-1 0 0,-1 0 1 0 0,0 1 0 0 0,1-1 0 0 0,-1 0 0 0 0,0 1-1 0 0,1-1 1 0 0,-1 0 0 0 0,1 0 0 0 0,-1 1 0 0 0,1-1 0 0 0,-1 0-1 0 0,0 0 1 0 0,1 0 0 0 0,-1 1 0 0 0,1-1 0 0 0,-1 0-1 0 0,1 0 1 0 0,-1 0 0 0 0,1 0 0 0 0,-1 0 0 0 0,1 0 0 0 0,-1 0-1 0 0,1 0 1 0 0,-1 0 0 0 0,0 0 0 0 0,1-1 0 0 0,-1 1-1 0 0,1 0 1 0 0,-1 0 0 0 0,1 0 0 0 0,0-1 0 0 0,28-4 1008 0 0,-29 5-1005 0 0,254-81 3019 0 0,-45 11-2204 0 0,-160 57-736 0 0,0 2 0 0 0,73-6 0 0 0,372-15-121 0 0,131-5 1147 0 0,-574 36-1152 0 0,-1 1 1 0 0,0 3-1 0 0,81 16 0 0 0,-126-19-86 0 0,0 1 1 0 0,-1-1-1 0 0,1 1 0 0 0,0-2 0 0 0,0 1 0 0 0,6-1 0 0 0,2-3-497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47 145 6913 0 0,'-3'2'327'0'0,"-1"0"-1"0"0,1 1 0 0 0,0-1 0 0 0,-1 1 0 0 0,1-1 1 0 0,0 1-1 0 0,0 0 0 0 0,1 0 0 0 0,-1 1 0 0 0,1-1 1 0 0,0 0-1 0 0,-1 1 0 0 0,-2 6 0 0 0,4-7-33 0 0,1 1-1 0 0,-1-1 1 0 0,0 0-1 0 0,1 0 1 0 0,0 1-1 0 0,0-1 1 0 0,0 1-1 0 0,0-1 1 0 0,1 0-1 0 0,-1 1 1 0 0,1-1-1 0 0,0 0 0 0 0,0 0 1 0 0,0 0-1 0 0,0 1 1 0 0,0-1-1 0 0,4 5 1 0 0,0 1-155 0 0,0 0 0 0 0,1-1 0 0 0,1 1 0 0 0,0-1 0 0 0,0 0 1 0 0,0-1-1 0 0,1 1 0 0 0,0-2 0 0 0,0 1 0 0 0,1-1 0 0 0,0 0 0 0 0,0-1 0 0 0,1 0 0 0 0,-1 0 1 0 0,1-1-1 0 0,0-1 0 0 0,0 1 0 0 0,0-2 0 0 0,1 1 0 0 0,-1-1 0 0 0,0-1 0 0 0,1 0 1 0 0,0-1-1 0 0,-1 0 0 0 0,1 0 0 0 0,-1-1 0 0 0,1 0 0 0 0,-1-1 0 0 0,1 0 0 0 0,-1-1 0 0 0,18-7 1 0 0,-10 1 11 0 0,0-1 0 0 0,-1-1 0 0 0,0-1 0 0 0,-1 0 0 0 0,-1-1 0 0 0,0 0 0 0 0,0-1 0 0 0,-1-1 0 0 0,-1-1 0 0 0,-1 0 0 0 0,14-22 0 0 0,-25 35-121 0 0,1 0 0 0 0,-1 0-1 0 0,1 0 1 0 0,-1-1 0 0 0,0 1 0 0 0,0 0 0 0 0,-1 0-1 0 0,1-1 1 0 0,-1 1 0 0 0,0-1 0 0 0,1 1 0 0 0,-1 0-1 0 0,-1-1 1 0 0,1 1 0 0 0,-1-1 0 0 0,1 1 0 0 0,-3-6-1 0 0,2 5-7 0 0,-2-1 0 0 0,1 1-1 0 0,-1 0 1 0 0,1 0-1 0 0,-1 0 1 0 0,0 0 0 0 0,0 0-1 0 0,-1 1 1 0 0,1-1-1 0 0,-1 1 1 0 0,-4-3 0 0 0,-6-3-71 0 0,1 1 1 0 0,-2 0 0 0 0,1 1-1 0 0,-1 1 1 0 0,0 0-1 0 0,-21-5 1 0 0,-5 2-1707 0 0,-4 3-6022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37 1376 0 0,'-4'-4'860'0'0,"-1"1"0"0"0,0-1 1 0 0,0 1-1 0 0,0-1 0 0 0,-1 2 0 0 0,1-1 0 0 0,-11-3 0 0 0,-21-1 7062 0 0,36 7-7763 0 0,1 0 0 0 0,-1 1 1 0 0,1-1-1 0 0,0 1 0 0 0,-1-1 0 0 0,1 1 0 0 0,0-1 0 0 0,-1 1 0 0 0,1-1 0 0 0,0 1 0 0 0,0-1 0 0 0,0 1 0 0 0,-1-1 0 0 0,1 1 0 0 0,0 0 0 0 0,0-1 0 0 0,0 1 0 0 0,0-1 0 0 0,0 1 0 0 0,0-1 0 0 0,0 1 0 0 0,0 0 0 0 0,0-1 0 0 0,0 1 0 0 0,1 0 0 0 0,2 23 547 0 0,-3-18-404 0 0,47 262 1295 0 0,-31-188-1415 0 0,46 138 82 0 0,-25-99-323 0 0,-35-97-288 0 0,-4-14-2690 0 0,-1-13 1391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13 217 3049 0 0,'0'0'205'0'0,"-1"0"1"0"0,1 0-1 0 0,-1 0 1 0 0,0-1-1 0 0,1 1 1 0 0,-1 0-1 0 0,1 0 1 0 0,-1-1-1 0 0,0 1 1 0 0,1 0-1 0 0,-1-1 1 0 0,1 1 0 0 0,-2-2 410 0 0,2 2-410 0 0,0 0-1 0 0,-1-1 1 0 0,1 0-1 0 0,-1 1 1 0 0,1-1-1 0 0,0 1 1 0 0,0-1-1 0 0,-1 1 1 0 0,1-1-1 0 0,0 0 1 0 0,0 1-1 0 0,0-1 1 0 0,-1 0-1 0 0,1 1 1 0 0,0-1 0 0 0,0 0-1 0 0,0 1 1 0 0,0-1-1 0 0,0 1 1 0 0,1-1-1 0 0,-1 0 1 0 0,0 1-1 0 0,0-1 1 0 0,0 0-1 0 0,0 1 1 0 0,1-1-1 0 0,-1 1 1 0 0,0-1-1 0 0,1 0 1 0 0,-1 1-1 0 0,0-1 1 0 0,1 1-1 0 0,-1-1 1 0 0,1 0 0 0 0,31-21 6521 0 0,-22 16-7561 0 0,142-87 2251 0 0,-128 80-1202 0 0,0 1 1 0 0,1 2-1 0 0,0 1 0 0 0,43-11 0 0 0,-61 18-325 0 0,1 1 0 0 0,1 0 0 0 0,-1 0 0 0 0,0 0 0 0 0,0 1 0 0 0,0 1 0 0 0,0-1 0 0 0,0 1 0 0 0,0 0 0 0 0,0 1 0 0 0,0 0 0 0 0,10 4 0 0 0,-3 2-1053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6913 0 0,'7'-2'523'0'0,"-1"1"-1"0"0,1-1 0 0 0,-1 0 0 0 0,0-1 0 0 0,0 1 0 0 0,0-1 0 0 0,9-6 0 0 0,7-2 1276 0 0,15-7 1249 0 0,-25 11-3016 0 0,1 0-1 0 0,0 1 1 0 0,1 1-1 0 0,-1 0 1 0 0,1 1-1 0 0,0 0 1 0 0,16-1-1 0 0,-17 5-30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5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27 2761 0 0,'43'-27'5828'0'0,"-63"45"-3439"0"0,4-2-1253 0 0,0 1-1 0 0,1 0 0 0 0,0 1 1 0 0,1 0-1 0 0,1 1 0 0 0,-15 31 0 0 0,27-49-1106 0 0,1 0-1 0 0,0 0 0 0 0,-1 1 0 0 0,1-1 0 0 0,0 0 0 0 0,0 0 1 0 0,0 0-1 0 0,0 0 0 0 0,0 0 0 0 0,0 0 0 0 0,0 0 0 0 0,1 1 1 0 0,-1-1-1 0 0,0 0 0 0 0,0 0 0 0 0,1 0 0 0 0,-1 0 1 0 0,1 0-1 0 0,-1 0 0 0 0,1 0 0 0 0,0 0 0 0 0,-1 0 0 0 0,1 0 1 0 0,0-1-1 0 0,-1 1 0 0 0,1 0 0 0 0,0 0 0 0 0,0-1 0 0 0,0 1 1 0 0,0 0-1 0 0,0-1 0 0 0,0 1 0 0 0,0-1 0 0 0,1 1 0 0 0,45 20-222 0 0,-26-13 83 0 0,87 55-328 0 0,-73-41 163 0 0,47 23 0 0 0,-81-44 285 0 0,0-1 0 0 0,0 0 0 0 0,-1 0 0 0 0,1 1-1 0 0,0-1 1 0 0,-1 0 0 0 0,1 1 0 0 0,0-1 0 0 0,-1 1 0 0 0,1-1 0 0 0,0 1 0 0 0,-1-1 0 0 0,1 1 0 0 0,-1-1 0 0 0,1 1 0 0 0,-1 0 0 0 0,1-1 0 0 0,-1 1 0 0 0,1 0 0 0 0,-1 0 0 0 0,0-1 0 0 0,1 1 0 0 0,-1 0 0 0 0,0 0 0 0 0,0-1 0 0 0,0 1 0 0 0,1 0 0 0 0,-1 0 0 0 0,0 0 0 0 0,0 1 0 0 0,-1-1 35 0 0,0 1 0 0 0,1 0 0 0 0,-1 0 0 0 0,0-1 0 0 0,0 1 0 0 0,0 0 0 0 0,0-1-1 0 0,0 1 1 0 0,-1-1 0 0 0,1 0 0 0 0,0 1 0 0 0,-3 1 0 0 0,-7 5 226 0 0,0-1-1 0 0,-21 11 1 0 0,31-17-272 0 0,-42 23 255 0 0,18-10-662 0 0,-1-1-1 0 0,-28 10 1 0 0,35-17-6508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0,'3'0'363'0'0,"0"1"-1"0"0,1-1 0 0 0,-1 1 0 0 0,0 0 1 0 0,0 0-1 0 0,0 1 0 0 0,0-1 0 0 0,0 0 1 0 0,0 1-1 0 0,0 0 0 0 0,-1 0 1 0 0,1 0-1 0 0,-1 0 0 0 0,1 0 0 0 0,-1 0 1 0 0,0 1-1 0 0,1-1 0 0 0,-1 1 1 0 0,0-1-1 0 0,-1 1 0 0 0,1 0 0 0 0,0 0 1 0 0,-1 0-1 0 0,1 3 0 0 0,7 13 248 0 0,-2 1 1 0 0,9 36-1 0 0,-8-26-217 0 0,49 193 47 0 0,12 40-22 0 0,-65-249-453 0 0,1 1 1 0 0,0-1 0 0 0,1 0-1 0 0,1 0 1 0 0,0-1 0 0 0,1 0-1 0 0,0 0 1 0 0,11 12-1 0 0,-18-24-122 0 0,-1-1-1 0 0,1 1 0 0 0,-1-1 1 0 0,1 1-1 0 0,-1-1 0 0 0,1 1 1 0 0,0-1-1 0 0,-1 1 0 0 0,1-1 1 0 0,-1 0-1 0 0,1 1 0 0 0,0-1 1 0 0,0 0-1 0 0,-1 0 0 0 0,1 1 0 0 0,0-1 1 0 0,-1 0-1 0 0,1 0 0 0 0,0 0 1 0 0,0 0-1 0 0,-1 0 0 0 0,1 0 1 0 0,0 0-1 0 0,1 0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6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0 198 6913 0 0,'7'-19'1490'0'0,"0"1"0"0"0,1-1 0 0 0,0 1 0 0 0,2 1 0 0 0,13-20 0 0 0,-17 30-1257 0 0,0 1 1 0 0,0 0 0 0 0,0 1 0 0 0,1 0-1 0 0,0 0 1 0 0,0 0 0 0 0,0 1-1 0 0,0-1 1 0 0,1 2 0 0 0,-1-1-1 0 0,1 1 1 0 0,0 1 0 0 0,0-1-1 0 0,1 1 1 0 0,-1 1 0 0 0,15-2 0 0 0,-22 3-233 0 0,1 0 0 0 0,-1 1 1 0 0,1-1-1 0 0,-1 0 1 0 0,0 1-1 0 0,1-1 0 0 0,-1 1 1 0 0,0 0-1 0 0,1-1 1 0 0,-1 1-1 0 0,0 0 0 0 0,0 0 1 0 0,0-1-1 0 0,0 1 1 0 0,1 0-1 0 0,-1 0 0 0 0,-1 1 1 0 0,1-1-1 0 0,0 0 1 0 0,0 0-1 0 0,0 0 0 0 0,0 1 1 0 0,-1-1-1 0 0,1 0 1 0 0,-1 1-1 0 0,1-1 0 0 0,-1 0 1 0 0,1 1-1 0 0,-1-1 1 0 0,0 1-1 0 0,0-1 1 0 0,0 0-1 0 0,0 1 0 0 0,0-1 1 0 0,0 4-1 0 0,0 6 14 0 0,-1 0-1 0 0,1 0 0 0 0,-5 15 1 0 0,5-24-9 0 0,-6 22-40 0 0,-1-1-1 0 0,-2 0 0 0 0,0-1 1 0 0,-18 33-1 0 0,-15 35-836 0 0,30-59 725 0 0,-9 40-1 0 0,19-61 222 0 0,0 0 0 0 0,1 0 0 0 0,0 0-1 0 0,0 0 1 0 0,1 1 0 0 0,0-1 0 0 0,1 0-1 0 0,2 14 1 0 0,-2-23-37 0 0,-1 0 0 0 0,1 0 1 0 0,-1 1-1 0 0,1-2 0 0 0,-1 1 0 0 0,1 0 0 0 0,0 0 0 0 0,0 0 0 0 0,-1 0 0 0 0,1 0 1 0 0,0 0-1 0 0,0-1 0 0 0,0 1 0 0 0,0 0 0 0 0,0-1 0 0 0,0 1 0 0 0,0-1 0 0 0,0 1 1 0 0,0-1-1 0 0,0 1 0 0 0,0-1 0 0 0,0 0 0 0 0,1 0 0 0 0,-1 1 0 0 0,0-1 1 0 0,0 0-1 0 0,0 0 0 0 0,0 0 0 0 0,0 0 0 0 0,1 0 0 0 0,-1-1 0 0 0,0 1 0 0 0,0 0 1 0 0,1-1-1 0 0,45-13 907 0 0,-38 11-792 0 0,33-9 52 0 0,0 1 0 0 0,1 2 1 0 0,0 3-1 0 0,0 1 1 0 0,85 1-1 0 0,-119 4-435 0 0,-1 0-1 0 0,1-1 1 0 0,-1 0 0 0 0,0 0-1 0 0,1-1 1 0 0,11-3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1.6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77 279 4609 0 0,'-12'-9'162'0'0,"6"4"611"0"0,0 1 0 0 0,0-2 0 0 0,0 1 0 0 0,-6-8 1 0 0,11 11-429 0 0,0 1-1 0 0,0-1 1 0 0,-1 1 0 0 0,1-1 0 0 0,-1 1 0 0 0,1 0 0 0 0,-1-1 0 0 0,1 1 0 0 0,-1 0 0 0 0,0 0 0 0 0,1 0 0 0 0,-11 3 4518 0 0,12-1-4789 0 0,13 16 981 0 0,65 72-474 0 0,-3 3 0 0 0,-5 4 0 0 0,89 158 1 0 0,-142-228-563 0 0,0 0 0 0 0,2-2 0 0 0,1 0 0 0 0,0-1 0 0 0,38 31 0 0 0,-51-48-16 0 0,38 38 1116 0 0,-47-50-946 0 0,-1 0 1 0 0,1 0-1 0 0,0 0 1 0 0,-1-12-1 0 0,-1 1-39 0 0,-17-75 75 0 0,4-1-1 0 0,4-1 1 0 0,4 0-1 0 0,4 0 1 0 0,13-163-1 0 0,-7 248-223 0 0,2-14-49 0 0,-2-1 0 0 0,0 0-1 0 0,-1 0 1 0 0,-2 0 0 0 0,-8-44 0 0 0,5 54-165 0 0,4 14 150 0 0,1 0 0 0 0,0-1 0 0 0,0 1 1 0 0,0 0-1 0 0,0 0 0 0 0,0-1 0 0 0,0 1 0 0 0,0 0 1 0 0,0 0-1 0 0,-1-1 0 0 0,1 1 0 0 0,0 0 1 0 0,0 0-1 0 0,0-1 0 0 0,-1 1 0 0 0,1 0 0 0 0,0 0 1 0 0,0-1-1 0 0,-1 1 0 0 0,1 0 0 0 0,0 0 0 0 0,0 0 1 0 0,-1 0-1 0 0,1 0 0 0 0,0 0 0 0 0,0-1 0 0 0,-1 1 1 0 0,1 0-1 0 0,0 0 0 0 0,-1 0 0 0 0,1 0 1 0 0,0 0-1 0 0,-1 0 0 0 0,1 0 0 0 0,0 0 0 0 0,0 0 1 0 0,-1 0-1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2.2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140 1 2761 0 0,'-1'1'206'0'0,"-1"0"1"0"0,0 0-1 0 0,1 0 1 0 0,-1 1 0 0 0,0-1-1 0 0,1 0 1 0 0,0 1-1 0 0,-1-1 1 0 0,1 1-1 0 0,0 0 1 0 0,0-1 0 0 0,0 1-1 0 0,0 0 1 0 0,0 0-1 0 0,0 0 1 0 0,-1 2 0 0 0,-3 7 261 0 0,-19 24 895 0 0,-31 51 1385 0 0,50-76-2366 0 0,0 0 1 0 0,0 0 0 0 0,1 1 0 0 0,1 0-1 0 0,-1 0 1 0 0,-2 18 0 0 0,6-27-360 0 0,0 0-1 0 0,-1 0 1 0 0,1 0 0 0 0,0 0-1 0 0,0 0 1 0 0,1 0-1 0 0,-1 0 1 0 0,0 0 0 0 0,1 0-1 0 0,-1 0 1 0 0,1 0 0 0 0,-1 0-1 0 0,1 0 1 0 0,0 0 0 0 0,0-1-1 0 0,0 1 1 0 0,0 0 0 0 0,0 0-1 0 0,0-1 1 0 0,1 1 0 0 0,-1-1-1 0 0,2 2 1 0 0,0-1 43 0 0,0 0 0 0 0,0-1-1 0 0,0 1 1 0 0,0-1 0 0 0,0 1 0 0 0,0-1-1 0 0,1 0 1 0 0,-1-1 0 0 0,0 1 0 0 0,1 0 0 0 0,-1-1-1 0 0,4 0 1 0 0,8 0 165 0 0,0-1-1 0 0,0 0 1 0 0,0-2-1 0 0,25-6 0 0 0,-26 5-249 0 0,1 1 0 0 0,-1 0 0 0 0,1 0 0 0 0,0 2-1 0 0,0 0 1 0 0,19 1 0 0 0,-28 0 15 0 0,-1 1 1 0 0,0 0-1 0 0,1 0 0 0 0,-1 1 1 0 0,0 0-1 0 0,0 0 1 0 0,0 0-1 0 0,0 0 0 0 0,-1 1 1 0 0,1-1-1 0 0,0 1 0 0 0,-1 0 1 0 0,0 1-1 0 0,0-1 0 0 0,0 1 1 0 0,0 0-1 0 0,0 0 0 0 0,-1 0 1 0 0,0 0-1 0 0,0 1 0 0 0,3 4 1 0 0,-2 1 120 0 0,0 0 1 0 0,0 1-1 0 0,-1-1 1 0 0,0 1-1 0 0,-1-1 1 0 0,0 1 0 0 0,-1 0-1 0 0,0 0 1 0 0,0 0-1 0 0,-2 0 1 0 0,1-1-1 0 0,-1 1 1 0 0,-1 0-1 0 0,-4 15 1 0 0,-2 8 268 0 0,-3-1 0 0 0,0 0 0 0 0,-19 37 0 0 0,19-46-598 0 0,-1-1 0 0 0,-1 0-1 0 0,-1-1 1 0 0,-1-1 0 0 0,-1 0 0 0 0,0-1 0 0 0,-30 28-1 0 0,26-33-6079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2.9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65 2761 0 0,'2'-33'2499'0'0,"0"1"6220"0"0,-7 49-5905 0 0,-6 32-2254 0 0,2 0-1 0 0,2 1 1 0 0,2 0 0 0 0,3 0 0 0 0,6 93-1 0 0,55 251-685 0 0,-36-270 265 0 0,11 68-112 0 0,88 536 372 0 0,-106-630 392 0 0,2 150 1 0 0,-17-232-872 0 0,-1 0 0 0 0,-1-1 0 0 0,-1 1 0 0 0,0-1 1 0 0,-1 1-1 0 0,-7 18 0 0 0,8-33-755 0 0,0-7 352 0 0,1-8-806 0 0,1-4-186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3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292 156 3817 0 0,'-13'16'144'0'0,"1"-1"-1"0"0,1 2 1 0 0,-19 33 0 0 0,11-16 252 0 0,8-17-145 0 0,-21 38 837 0 0,-2-2 1 0 0,-2-2-1 0 0,-57 62 1 0 0,110-154 224 0 0,82-156 1769 0 0,-9 17 448 0 0,-73 152-2577 0 0,1 1 0 0 0,2 1 0 0 0,45-47 0 0 0,-64 73-930 0 0,-1-1 1 0 0,0 1-1 0 0,1 0 0 0 0,-1-1 1 0 0,1 1-1 0 0,-1 0 1 0 0,1-1-1 0 0,-1 1 0 0 0,1 0 1 0 0,-1 0-1 0 0,1 0 1 0 0,-1-1-1 0 0,1 1 1 0 0,-1 0-1 0 0,1 0 0 0 0,0 0 1 0 0,-1 0-1 0 0,1 0 1 0 0,-1 0-1 0 0,1 0 0 0 0,-1 0 1 0 0,1 0-1 0 0,-1 0 1 0 0,1 0-1 0 0,0 1 0 0 0,-1-1 1 0 0,2 0-1 0 0,15 15 277 0 0,13 30-178 0 0,-23-32-44 0 0,194 318 431 0 0,-146-237-442 0 0,25 29-2710 0 0,-37-59-1085 0 0,-27-41-3360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4.4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5529 0 0,'5'-49'4629'0'0,"-1"32"-1926"0"0,-1 29 1998 0 0,7 333-1755 0 0,-9-184-2563 0 0,32 294-188 0 0,-3-80-84 0 0,6 219 854 0 0,-36-375-577 0 0,4 59-66 0 0,-2-261-401 0 0,0 0 1 0 0,2 0 0 0 0,0-1 0 0 0,1 0 0 0 0,0 0 0 0 0,9 16 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4.8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1 3889 0 0,'-13'3'1081'0'0,"1"2"1"0"0,0 0-1 0 0,-20 11 0 0 0,11-5 2516 0 0,23-11-3282 0 0,0 0 1 0 0,-1 0 0 0 0,1 1 0 0 0,0-1 0 0 0,-1 1-1 0 0,1-1 1 0 0,-1 1 0 0 0,1 0 0 0 0,-1 0 0 0 0,0-1 0 0 0,1 1-1 0 0,-1 0 1 0 0,0 0 0 0 0,1 1 0 0 0,-1-1 0 0 0,0 0 0 0 0,1 2-1 0 0,24 24 32 0 0,-18-17-333 0 0,14 17 229 0 0,0 0 0 0 0,2-2-1 0 0,35 29 1 0 0,-51-48-191 0 0,1 0 0 0 0,0 0 0 0 0,0 0 0 0 0,1-1 0 0 0,-1 0 0 0 0,1-1 0 0 0,0 0 1 0 0,1-1-1 0 0,-1 0 0 0 0,0-1 0 0 0,1 0 0 0 0,0 0 0 0 0,-1-1 0 0 0,1 0 0 0 0,12-2 0 0 0,6-1 161 0 0,1-2 0 0 0,51-14 0 0 0,-67 15-130 0 0,-1-1-1 0 0,0-1 1 0 0,-1-1-1 0 0,1 0 1 0 0,-1 0-1 0 0,-1-1 1 0 0,1-1-1 0 0,14-12 1 0 0,-22 17-25 0 0,-1 0 0 0 0,0-1 1 0 0,0 0-1 0 0,-1 0 0 0 0,1 0 0 0 0,-1 0 0 0 0,1 0 1 0 0,-1 0-1 0 0,-1-1 0 0 0,1 1 0 0 0,-1-1 1 0 0,1 1-1 0 0,0-6 0 0 0,0-5-251 0 0,-1 0-1 0 0,-1-26 0 0 0,0 19-843 0 0,0 3-6215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9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304 348 456 0 0,'-33'-32'586'0'0,"29"27"-395"0"0,1 1 0 0 0,-1 0 0 0 0,0-1 0 0 0,-1 2 0 0 0,1-1 0 0 0,-1 0 0 0 0,1 1 0 0 0,-1 0 0 0 0,0 0 0 0 0,0 0 0 0 0,0 1 0 0 0,-1-1 0 0 0,1 1 0 0 0,-1 1 0 0 0,1-1 0 0 0,-8 0 0 0 0,11 1-150 0 0,-15-1 1092 0 0,0 1 1 0 0,0 0-1 0 0,0 1 0 0 0,0 1 1 0 0,0 1-1 0 0,0 0 0 0 0,0 1 0 0 0,-23 7 1 0 0,40-10-1081 0 0,0 1 1 0 0,-1-1 0 0 0,1 0-1 0 0,0 0 1 0 0,-1 0 0 0 0,1 1-1 0 0,0-1 1 0 0,0 0 0 0 0,-1 0-1 0 0,1 1 1 0 0,0-1-1 0 0,0 0 1 0 0,0 1 0 0 0,-1-1-1 0 0,1 0 1 0 0,0 1 0 0 0,0-1-1 0 0,0 0 1 0 0,0 1 0 0 0,-1-1-1 0 0,1 0 1 0 0,0 1-1 0 0,0-1 1 0 0,0 0 0 0 0,0 1-1 0 0,0-1 1 0 0,0 0 0 0 0,0 1-1 0 0,0-1 1 0 0,0 1 0 0 0,5 5 2685 0 0,-1-3-2435 0 0,14 16 60 0 0,0 2 1 0 0,-1-1-1 0 0,-1 2 0 0 0,18 34 1 0 0,25 48-355 0 0,-35-58-10 0 0,2-1 0 0 0,45 59 0 0 0,-62-93 1 0 0,0 1-1 0 0,1-2 1 0 0,1 0 0 0 0,0 0 0 0 0,0-1 0 0 0,0 0 0 0 0,1-1-1 0 0,1 0 1 0 0,0-1 0 0 0,0 0 0 0 0,0-1 0 0 0,0-1-1 0 0,19 5 1 0 0,-28-9 32 0 0,-1 0 0 0 0,1 0 0 0 0,0-1 0 0 0,0 1 0 0 0,-1-1-1 0 0,1 0 1 0 0,0 0 0 0 0,0 0 0 0 0,0-1 0 0 0,-1 1 0 0 0,1-1 0 0 0,0 0 0 0 0,-1 0 0 0 0,1 0-1 0 0,-1 0 1 0 0,1-1 0 0 0,-1 0 0 0 0,1 1 0 0 0,4-5 0 0 0,-4 3 21 0 0,0-1 0 0 0,0-1 1 0 0,-1 1-1 0 0,1 0 0 0 0,-1-1 1 0 0,0 0-1 0 0,0 0 0 0 0,-1 0 1 0 0,1 0-1 0 0,-1 0 0 0 0,3-10 1 0 0,0-10 86 0 0,-1 1 1 0 0,-1-1 0 0 0,-1 0 0 0 0,-1-42 0 0 0,-5-42 123 0 0,1-123 39 0 0,5 203-322 0 0,1 1 1 0 0,1-1-1 0 0,2 1 0 0 0,0 0 1 0 0,20-50-1 0 0,-24 72-22 0 0,1 1-1 0 0,0 0 1 0 0,0 1-1 0 0,0-1 1 0 0,0 0-1 0 0,6-4 1 0 0,-9 8-50 0 0,1 0 1 0 0,-1 1 0 0 0,1-1 0 0 0,0 0-1 0 0,-1 1 1 0 0,1-1 0 0 0,0 1 0 0 0,0-1 0 0 0,-1 0-1 0 0,1 1 1 0 0,0 0 0 0 0,0-1 0 0 0,0 1-1 0 0,0 0 1 0 0,0-1 0 0 0,-1 1 0 0 0,1 0 0 0 0,0 0-1 0 0,0 0 1 0 0,0-1 0 0 0,0 1 0 0 0,0 0-1 0 0,0 1 1 0 0,0-1 0 0 0,0 0 0 0 0,0 0 0 0 0,0 0-1 0 0,0 0 1 0 0,0 1 0 0 0,-1-1 0 0 0,1 0 0 0 0,0 1-1 0 0,0-1 1 0 0,0 1 0 0 0,0-1 0 0 0,-1 1-1 0 0,1-1 1 0 0,0 1 0 0 0,-1 0 0 0 0,1-1 0 0 0,0 1-1 0 0,-1 0 1 0 0,1-1 0 0 0,-1 1 0 0 0,2 1-1 0 0,7 16-6952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0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75 2761 0 0,'-47'41'5203'0'0,"80"-64"121"0"0,21-14-2570 0 0,-30 22-3215 0 0,39-19-1 0 0,-47 27-542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0.5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1 150 9674 0 0,'7'-3'424'0'0,"-4"-1"96"0"0,2 1-416 0 0,1-1-104 0 0,-3 3 0 0 0,-1-1 0 0 0,1 0 456 0 0,3-3 73 0 0,4-4 15 0 0,4-3 0 0 0,0 0-192 0 0,0-2-32 0 0,-2 2 0 0 0,-1-2-8 0 0,3 1-888 0 0,-4-1-168 0 0,2 2-40 0 0,-1-2-9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1.8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30 6913 0 0,'-2'-29'6612'0'0,"4"46"-2142"0"0,0-5-4396 0 0,1 0 0 0 0,1 0 0 0 0,-1 0 1 0 0,2 0-1 0 0,0-1 0 0 0,7 13 0 0 0,45 65 606 0 0,-10-18-414 0 0,-20-23-569 0 0,-1 2-1 0 0,-3 1 0 0 0,-3 1 1 0 0,-1 1-1 0 0,-3 0 1 0 0,-2 1-1 0 0,10 85 1 0 0,-17-88-2159 0 0,-7-31-2898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2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32 3225 0 0,'-1'1'240'0'0,"0"0"-100"0"0,1 1 197 0 0,1 0 0 0 0,-1 0 0 0 0,1-1 0 0 0,-1 1 0 0 0,1 0 0 0 0,-1 0 0 0 0,1 0 0 0 0,0-1 0 0 0,0 1 0 0 0,0 0 0 0 0,0-1 0 0 0,2 3 0 0 0,0 0-183 0 0,1 0 0 0 0,-1-1 0 0 0,1 0 0 0 0,-1 0 0 0 0,1 0 0 0 0,0 0 0 0 0,6 3 0 0 0,-9-6-239 0 0,-3 1-160 0 0,0-1 1 0 0,-1 1-1 0 0,1 0 1 0 0,0-1 0 0 0,0 1-1 0 0,0 0 1 0 0,0 0 0 0 0,0 1-1 0 0,0-1 1 0 0,0 0-1 0 0,0 1 1 0 0,0-1 0 0 0,1 1-1 0 0,-3 1 1 0 0,-24 30-238 0 0,20-23 227 0 0,-4 3 207 0 0,9-10 296 0 0,-1 0 1 0 0,1 1-1 0 0,0-1 0 0 0,0 1 0 0 0,0 0 1 0 0,-4 8-1 0 0,26-27 5795 0 0,1 0-4463 0 0,1-5-513 0 0,76-65 794 0 0,-27 37-5126 0 0,-51 37-1799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2.5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19 149 7370 0 0,'-18'9'3270'0'0,"40"-27"2311"0"0,4-3-4373 0 0,8-12-70 0 0,-22 19-1300 0 0,1 1 1 0 0,1 1-1 0 0,0 0 0 0 0,23-15 0 0 0,-22 20-1008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65 7370 0 0,'-9'-26'1329'0'0,"9"22"-979"0"0,-1 1 0 0 0,0 0-1 0 0,0-1 1 0 0,0 1 0 0 0,0 0-1 0 0,-1 0 1 0 0,1-1 0 0 0,-4-3-1 0 0,4 6-285 0 0,1 1-1 0 0,0-1 1 0 0,-1 1-1 0 0,1 0 1 0 0,-1 0-1 0 0,1-1 1 0 0,-1 1-1 0 0,1 0 1 0 0,-1 0-1 0 0,1-1 1 0 0,-1 1-1 0 0,1 0 1 0 0,-1 0-1 0 0,1 0 1 0 0,-1 0-1 0 0,1 0 1 0 0,-1 0-1 0 0,1 0 1 0 0,-1 0-1 0 0,0 0 1 0 0,1 0-1 0 0,-1 0 1 0 0,0 0-1 0 0,-19 14 1065 0 0,9 0-706 0 0,0 1 1 0 0,0 0 0 0 0,2 1-1 0 0,0 0 1 0 0,0 0 0 0 0,2 1-1 0 0,0 0 1 0 0,1 0-1 0 0,1 0 1 0 0,-5 28 0 0 0,10-43-391 0 0,0 1 0 0 0,0-1 1 0 0,0 1-1 0 0,0 0 0 0 0,0-1 1 0 0,1 1-1 0 0,-1-1 0 0 0,1 1 0 0 0,-1-1 1 0 0,1 1-1 0 0,0-1 0 0 0,0 1 1 0 0,0-1-1 0 0,1 0 0 0 0,-1 0 1 0 0,1 0-1 0 0,-1 1 0 0 0,1-1 1 0 0,-1-1-1 0 0,1 1 0 0 0,0 0 0 0 0,0 0 1 0 0,0-1-1 0 0,0 1 0 0 0,0-1 1 0 0,1 1-1 0 0,2 0 0 0 0,7 4-185 0 0,1 0 1 0 0,1-1-1 0 0,25 7 0 0 0,-9-4-444 0 0,-25-6 535 0 0,1 0 1 0 0,0 1-1 0 0,-1-1 1 0 0,1 1-1 0 0,-1 0 1 0 0,0 1-1 0 0,0-1 1 0 0,0 1-1 0 0,-1 0 1 0 0,1 0-1 0 0,-1 0 1 0 0,0 1-1 0 0,5 6 1 0 0,-7-7 127 0 0,1 0-1 0 0,-1 1 1 0 0,0 0 0 0 0,-1 0 0 0 0,1-1 0 0 0,-1 1 0 0 0,0 0 0 0 0,0 0 0 0 0,0 0 0 0 0,-1 0 0 0 0,0 1 0 0 0,0-1 0 0 0,0 0 0 0 0,0 0 0 0 0,-1 0 0 0 0,-1 6 0 0 0,-3 7 229 0 0,0-1 1 0 0,0 0 0 0 0,-2-1-1 0 0,0 1 1 0 0,-16 26 0 0 0,16-32-490 0 0,0 0 1 0 0,-1-1-1 0 0,0 0 1 0 0,-1 0 0 0 0,0-1-1 0 0,0 0 1 0 0,-1-1-1 0 0,-17 13 1 0 0,14-16-1713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3.5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8 6449 0 0,'-27'-7'12302'0'0,"37"18"-10007"0"0,4 4-1956 0 0,0 1 0 0 0,-1 0 0 0 0,-1 1-1 0 0,-1 0 1 0 0,16 33 0 0 0,31 99 55 0 0,-42-104-630 0 0,1-1 0 0 0,31 57 0 0 0,-44-93-72 0 0,-4-7 51 0 0,1 1 1 0 0,-1-1 0 0 0,1 1-1 0 0,0-1 1 0 0,0 1-1 0 0,0-1 1 0 0,0 1 0 0 0,0-1-1 0 0,0 1 1 0 0,0-1 0 0 0,0 0-1 0 0,0 0 1 0 0,1 0-1 0 0,-1 0 1 0 0,2 2 0 0 0,-20-25-5208 0 0,8 10 5464 0 0,-2 3-64 0 0,0-1 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3.8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16 417 6193 0 0,'-3'-7'302'0'0,"1"1"0"0"0,0 0-1 0 0,0-1 1 0 0,0 0-1 0 0,0 1 1 0 0,1-1 0 0 0,0 0-1 0 0,1 0 1 0 0,0 1 0 0 0,0-1-1 0 0,1-7 1 0 0,0 1 286 0 0,2 1 0 0 0,0-1 0 0 0,0 1-1 0 0,1 0 1 0 0,8-17 0 0 0,2 2 493 0 0,1 1-1 0 0,1 1 0 0 0,1 0 0 0 0,26-28 0 0 0,-33 41-728 0 0,1-1 180 0 0,0 1 1 0 0,16-14-1 0 0,-25 24-464 0 0,0 0 0 0 0,0 0 0 0 0,0 0 0 0 0,1 1 0 0 0,-1-1 0 0 0,0 1 1 0 0,1 0-1 0 0,-1-1 0 0 0,1 1 0 0 0,-1 0 0 0 0,1 1 0 0 0,0-1 1 0 0,-1 0-1 0 0,1 1 0 0 0,0-1 0 0 0,0 1 0 0 0,-1 0 0 0 0,1 0 0 0 0,0 0 1 0 0,5 1-1 0 0,-6 0-79 0 0,0 0 0 0 0,1 1 1 0 0,-1-1-1 0 0,0 0 1 0 0,0 1-1 0 0,-1 0 0 0 0,1-1 1 0 0,0 1-1 0 0,0 0 1 0 0,-1 0-1 0 0,1 0 0 0 0,-1 0 1 0 0,0 0-1 0 0,1 0 0 0 0,-1 0 1 0 0,0 0-1 0 0,0 1 1 0 0,0-1-1 0 0,-1 0 0 0 0,1 1 1 0 0,-1-1-1 0 0,1 1 1 0 0,-1-1-1 0 0,0 0 0 0 0,0 1 1 0 0,0 2-1 0 0,0 9-256 0 0,0 0 0 0 0,-1 0 0 0 0,-4 16 0 0 0,4-25 191 0 0,-6 28-399 0 0,-2 1 0 0 0,-2-2-1 0 0,-23 52 1 0 0,-9 22 454 0 0,43-105 42 0 0,0-1-1 0 0,-1 1 1 0 0,1-1-1 0 0,0 1 1 0 0,-1-1 0 0 0,1 1-1 0 0,0 0 1 0 0,0-1-1 0 0,0 1 1 0 0,0 0 0 0 0,0-1-1 0 0,0 1 1 0 0,0 0-1 0 0,0-1 1 0 0,0 1 0 0 0,0-1-1 0 0,0 1 1 0 0,0 0-1 0 0,0-1 1 0 0,0 1 0 0 0,1 0-1 0 0,-1-1 1 0 0,0 1-1 0 0,0-1 1 0 0,1 1 0 0 0,-1 0-1 0 0,0-1 1 0 0,1 1-1 0 0,-1-1 1 0 0,1 1 0 0 0,-1-1-1 0 0,0 1 1 0 0,1-1-1 0 0,0 1 1 0 0,1-1 25 0 0,0 1 0 0 0,-1-1 0 0 0,1 0 0 0 0,0 0 0 0 0,0 0 0 0 0,0 0 0 0 0,-1 0 0 0 0,1 0 0 0 0,0 0 0 0 0,0 0 0 0 0,0-1 0 0 0,2 0 0 0 0,48-21 642 0 0,157-100 172 0 0,-122 67-7217 0 0,-65 41-215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5.2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 79 6913 0 0,'-44'-48'2579'0'0,"14"17"5418"0"0,35 47-4906 0 0,-19 182-1674 0 0,54 465-1359 0 0,-2-151-36 0 0,-2-27 38 0 0,-29-408-56 0 0,-1 49 104 0 0,-6 1 1 0 0,-18 155-1 0 0,14-248-179 0 0,-4 106-3 0 0,8-123 8 0 0,0 0 0 0 0,2-1 0 0 0,0 1 0 0 0,1-1 0 0 0,0 1 0 0 0,8 18 0 0 0,-6-25-1187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5.8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133 307 1376 0 0,'-3'3'360'0'0,"1"-1"0"0"0,-1 1 1 0 0,1 0-1 0 0,0 0 0 0 0,0 0 0 0 0,0 0 0 0 0,0 0 0 0 0,-1 4 0 0 0,-4 5 272 0 0,-31 41 924 0 0,-28 44 1242 0 0,147-213 1386 0 0,-46 56-3331 0 0,-4 3-104 0 0,3 1 0 0 0,2 1 0 0 0,50-56 0 0 0,-81 106-510 0 0,-1 0 0 0 0,2 1 0 0 0,-1-1 0 0 0,0 1 1 0 0,1 0-1 0 0,0 1 0 0 0,9-5 0 0 0,-14 7-184 0 0,1 0 0 0 0,0 1 0 0 0,-1-1 0 0 0,1 0 1 0 0,-1 1-1 0 0,1 0 0 0 0,0-1 0 0 0,-1 1 0 0 0,1 0 0 0 0,0 0 0 0 0,-1 0 0 0 0,1 0 0 0 0,0 0 0 0 0,-1 0 0 0 0,1 0 0 0 0,0 1 0 0 0,-1-1 0 0 0,1 1 1 0 0,0-1-1 0 0,-1 1 0 0 0,1 0 0 0 0,-1-1 0 0 0,1 1 0 0 0,-1 0 0 0 0,1 0 0 0 0,-1 0 0 0 0,0 0 0 0 0,1 0 0 0 0,-1 0 0 0 0,0 1 0 0 0,0-1 0 0 0,0 0 0 0 0,0 1 1 0 0,1 1-1 0 0,51 96 701 0 0,-30-52-589 0 0,38 55 1 0 0,-51-88-192 0 0,1 0 0 0 0,0 0 1 0 0,1-1-1 0 0,1-1 0 0 0,0 0 0 0 0,0-1 1 0 0,27 17-1 0 0,24 13-2878 0 0,-46-26 1814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6.7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8 8954 0 0,'-18'-8'11840'0'0,"2"156"-10353"0"0,8-54-1295 0 0,3-31-147 0 0,2 0 0 0 0,8 100-1 0 0,-7 308 35 0 0,-5-82-32 0 0,4 469 193 0 0,-1-814-313 0 0,0 47-318 0 0,4-82 340 0 0,0-1-1 0 0,1 1 1 0 0,0 0-1 0 0,1-1 1 0 0,0 1 0 0 0,0-1-1 0 0,6 15 1 0 0,-5-20-362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7.1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8 6353 0 0,'-35'-8'9732'0'0,"37"11"-9470"0"0,0 0 0 0 0,0 0-1 0 0,0 0 1 0 0,0 0 0 0 0,0 1 0 0 0,-1-1 0 0 0,1 0 0 0 0,-1 1 0 0 0,0-1 0 0 0,1 8-1 0 0,0-2-90 0 0,8 17 7 0 0,1 0 0 0 0,2-1 0 0 0,0 0 0 0 0,1-1 0 0 0,28 34 0 0 0,-33-45-59 0 0,1-1 1 0 0,0 0-1 0 0,0-1 0 0 0,2 0 0 0 0,-1-1 0 0 0,26 17 0 0 0,-31-23-39 0 0,1-1-1 0 0,-1 0 0 0 0,1 0 0 0 0,0 0 0 0 0,0-1 1 0 0,0 0-1 0 0,0 0 0 0 0,0-1 0 0 0,0 0 0 0 0,0 0 1 0 0,0-1-1 0 0,1 1 0 0 0,-1-2 0 0 0,0 1 0 0 0,0-1 1 0 0,14-3-1 0 0,-10 1 2 0 0,0 0 0 0 0,1-1 1 0 0,-1-1-1 0 0,-1 1 0 0 0,1-2 0 0 0,-1 0 1 0 0,0 0-1 0 0,0 0 0 0 0,-1-1 0 0 0,1-1 1 0 0,10-11-1 0 0,-12 10-265 0 0,-1 0 1 0 0,0-1-1 0 0,-1 1 1 0 0,8-16-1 0 0,-6 9-1826 0 0,-2 0 0 0 0,9-29 0 0 0,-8 19-5048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9.6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42 165 9042 0 0,'-25'-49'1819'0'0,"8"20"6480"0"0,22 42-6896 0 0,61 77-1245 0 0,-3 3 1 0 0,-5 2-1 0 0,47 107 1 0 0,-19-35-395 0 0,-50-102 454 0 0,39 98 0 0 0,-74-161-233 0 0,-1 1 1 0 0,1-1 0 0 0,0 0-1 0 0,0 1 1 0 0,1-1 0 0 0,-1 0 0 0 0,0 0-1 0 0,1 0 1 0 0,-1 0 0 0 0,1 0 0 0 0,3 3-1 0 0,-4-5 21 0 0,-1 1-1 0 0,0-1 1 0 0,1 0-1 0 0,-1 0 0 0 0,0 0 1 0 0,1 0-1 0 0,-1 0 1 0 0,0 0-1 0 0,1 0 1 0 0,-1 0-1 0 0,0 0 1 0 0,1 0-1 0 0,-1 0 0 0 0,1 0 1 0 0,-1 0-1 0 0,0 0 1 0 0,1 0-1 0 0,-1 0 1 0 0,0 0-1 0 0,1 0 1 0 0,-1-1-1 0 0,0 1 0 0 0,1 0 1 0 0,-1 0-1 0 0,0 0 1 0 0,0 0-1 0 0,1-1 1 0 0,-1 1-1 0 0,1-1 1 0 0,9-18 123 0 0,-2-8-92 0 0,-2-1-1 0 0,0-1 1 0 0,-2 1-1 0 0,1-46 1 0 0,-10-118 451 0 0,-8 49-363 0 0,-3-64-44 0 0,15 178-99 0 0,2 0 1 0 0,2 0-1 0 0,0 1 0 0 0,2-1 0 0 0,8-28 1 0 0,10 3-3109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0.1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114 1 7370 0 0,'-9'12'663'0'0,"0"0"0"0"0,0 1 0 0 0,2 0 0 0 0,-1 1 0 0 0,2-1 0 0 0,-7 18 0 0 0,5-10-143 0 0,1-6-118 0 0,-21 54 1043 0 0,26-62-1283 0 0,0 0 1 0 0,0 0-1 0 0,1 0 1 0 0,0 1-1 0 0,0-1 1 0 0,1 0-1 0 0,0 15 1 0 0,1-20-133 0 0,-1 0 0 0 0,1 0 0 0 0,0 0 0 0 0,0 0 0 0 0,0 0 0 0 0,0 0 0 0 0,0-1 0 0 0,0 1 0 0 0,0 0 0 0 0,0 0 0 0 0,1-1 0 0 0,-1 1 0 0 0,1 0-1 0 0,0-1 1 0 0,-1 0 0 0 0,1 1 0 0 0,0-1 0 0 0,0 0 0 0 0,-1 0 0 0 0,1 0 0 0 0,0 0 0 0 0,0 0 0 0 0,4 0 0 0 0,7 3 45 0 0,0 0 0 0 0,26 2 1 0 0,2 2-190 0 0,-33-6 40 0 0,0 1 1 0 0,-1 0-1 0 0,1 0 0 0 0,-1 1 1 0 0,0 0-1 0 0,0 0 0 0 0,0 1 1 0 0,0-1-1 0 0,-1 2 0 0 0,0-1 1 0 0,0 1-1 0 0,0 0 1 0 0,5 7-1 0 0,-8-9 77 0 0,0 1 0 0 0,-1 0 0 0 0,1 1 0 0 0,-1-1 0 0 0,0 0 0 0 0,-1 1 0 0 0,1-1 0 0 0,-1 1 1 0 0,0 0-1 0 0,0-1 0 0 0,-1 1 0 0 0,1 0 0 0 0,-1 0 0 0 0,-1-1 0 0 0,1 1 0 0 0,-1 0 0 0 0,0-1 0 0 0,0 1 0 0 0,-3 7 0 0 0,0-1 248 0 0,0 0 0 0 0,-1-1-1 0 0,0 0 1 0 0,-1 0-1 0 0,0 0 1 0 0,-1-1 0 0 0,-13 17-1 0 0,18-24-227 0 0,0-1 0 0 0,-1 1 0 0 0,1-1 0 0 0,-1 0 0 0 0,1 1 0 0 0,-1-1 0 0 0,0 0 0 0 0,1-1 0 0 0,-1 1 0 0 0,0 0 0 0 0,0-1-1 0 0,0 0 1 0 0,-1 0 0 0 0,1 0 0 0 0,0 0 0 0 0,0 0 0 0 0,-1 0 0 0 0,1-1 0 0 0,0 0 0 0 0,-1 1 0 0 0,1-1 0 0 0,0-1 0 0 0,-1 1 0 0 0,1 0 0 0 0,0-1 0 0 0,-1 0 0 0 0,1 0 0 0 0,0 0-1 0 0,0 0 1 0 0,0 0 0 0 0,0 0 0 0 0,-6-4 0 0 0,8 4-208 0 0,0 0 0 0 0,-1 0-1 0 0,1 0 1 0 0,0 0-1 0 0,0 0 1 0 0,0 0 0 0 0,0 0-1 0 0,0-1 1 0 0,0 1 0 0 0,0 0-1 0 0,0-1 1 0 0,0 1-1 0 0,0-1 1 0 0,1 1 0 0 0,-1-1-1 0 0,1 1 1 0 0,-1-1 0 0 0,1-1-1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0.5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12 102 5065 0 0,'-1'0'70'0'0,"1"0"0"0"0,0 0-1 0 0,-1 0 1 0 0,1 0 0 0 0,-1 0 0 0 0,1 0-1 0 0,0 0 1 0 0,-1 0 0 0 0,1 0 0 0 0,-1 0 0 0 0,1 0-1 0 0,0 0 1 0 0,-1 0 0 0 0,1 0 0 0 0,-1 0-1 0 0,1 0 1 0 0,0-1 0 0 0,-1 1 0 0 0,1 0 0 0 0,0 0-1 0 0,-1 0 1 0 0,1-1 0 0 0,0 1 0 0 0,-1 0-1 0 0,1 0 1 0 0,0-1 0 0 0,0 1 0 0 0,-1 0 0 0 0,1-1-1 0 0,0 1 1 0 0,0-1 0 0 0,6-9 3211 0 0,17-7-285 0 0,-4 3-2526 0 0,-1 2 528 0 0,26-14-1 0 0,-37 23-1490 0 0,0 0 1 0 0,1 0-1 0 0,-1 1 0 0 0,1 0 1 0 0,11-2-1 0 0,-3 3-4333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0.7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0 200 6449 0 0,'0'0'499'0'0,"20"-21"3945"0"0,47-53-149 0 0,-44 52-4910 0 0,1 0 1 0 0,45-29-1 0 0,-55 42 615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1.2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45 6449 0 0,'-25'-17'2351'0'0,"21"14"-1740"0"0,1 0 0 0 0,-1 0 0 0 0,1 0 0 0 0,-1 1 0 0 0,0 0 1 0 0,0 0-1 0 0,0 0 0 0 0,-1 0 0 0 0,1 0 0 0 0,0 1 0 0 0,-7-2 0 0 0,11 6-349 0 0,-1-1 0 0 0,1 1 0 0 0,0-1 1 0 0,1 0-1 0 0,-1 1 0 0 0,0-1 0 0 0,1 1 1 0 0,-1-1-1 0 0,1 0 0 0 0,0 1 0 0 0,-1-1 0 0 0,3 4 1 0 0,0 1 79 0 0,38 170 674 0 0,33 345 1 0 0,-51-302-1100 0 0,10 161-250 0 0,-33-372 76 0 0,1 17-625 0 0,-6-13-2996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1.4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15 124 6913 0 0,'-1'-1'69'0'0,"0"1"-1"0"0,1-1 0 0 0,-1 1 0 0 0,0 0 0 0 0,0-1 1 0 0,0 0-1 0 0,1 1 0 0 0,-1-1 0 0 0,0 1 0 0 0,1-1 0 0 0,-1 0 1 0 0,0 0-1 0 0,1 1 0 0 0,-1-1 0 0 0,1 0 0 0 0,-1 0 1 0 0,1 0-1 0 0,-1 0 0 0 0,1 0 0 0 0,0 1 0 0 0,-1-1 0 0 0,1 0 1 0 0,0 0-1 0 0,0 0 0 0 0,0 0 0 0 0,0-1 0 0 0,0 0 111 0 0,0 0-1 0 0,1 0 1 0 0,-1 0-1 0 0,1 0 1 0 0,0 0 0 0 0,0 0-1 0 0,-1 0 1 0 0,1 0-1 0 0,1 1 1 0 0,-1-1-1 0 0,2-3 1 0 0,2 0 267 0 0,-1 1 0 0 0,0-1 1 0 0,1 1-1 0 0,0 0 0 0 0,0 0 1 0 0,0 1-1 0 0,9-5 0 0 0,8-1 173 0 0,0 2 0 0 0,0 1 0 0 0,1 0-1 0 0,0 2 1 0 0,39-3 0 0 0,-40 6-1951 0 0,0 1 0 0 0,0 1 0 0 0,29 5 0 0 0,-17 2-4198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1.8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23 217 4145 0 0,'0'0'58'0'0,"-1"0"1"0"0,0 1 0 0 0,0-1-1 0 0,1 0 1 0 0,-1 0-1 0 0,0 0 1 0 0,0 0 0 0 0,1 0-1 0 0,-1 0 1 0 0,0 0-1 0 0,0 0 1 0 0,1 0 0 0 0,-1 0-1 0 0,0 0 1 0 0,1-1-1 0 0,-1 1 1 0 0,0 0 0 0 0,0 0-1 0 0,1-1 1 0 0,-1 1-1 0 0,1 0 1 0 0,-1-1 0 0 0,0 1-1 0 0,1-1 1 0 0,-1 1-1 0 0,1-1 1 0 0,-1 1 0 0 0,0-2-1 0 0,0 1 67 0 0,1-1-1 0 0,-1 1 1 0 0,1 0 0 0 0,0-1-1 0 0,0 1 1 0 0,0-1 0 0 0,0 1-1 0 0,0 0 1 0 0,0-1-1 0 0,0 1 1 0 0,0-1 0 0 0,0 1-1 0 0,1 0 1 0 0,-1-2 0 0 0,2-3 256 0 0,0 1 0 0 0,0 0 0 0 0,0 0 0 0 0,0 1 0 0 0,1-1 0 0 0,0 0 0 0 0,6-7 0 0 0,2 3 15 0 0,0 1 0 0 0,1 1 0 0 0,-1 0 0 0 0,1 0 0 0 0,1 1 0 0 0,-1 1 0 0 0,1 0-1 0 0,15-4 1 0 0,34-14 426 0 0,54-28-2167 0 0,-103 46 698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2.2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200 1 2761 0 0,'-7'0'560'0'0,"1"0"1"0"0,0 0 0 0 0,-1 1 0 0 0,1 0 0 0 0,0 0 0 0 0,0 0-1 0 0,0 1 1 0 0,0 0 0 0 0,0 0 0 0 0,0 0 0 0 0,0 1 0 0 0,0 0 0 0 0,1 0-1 0 0,0 0 1 0 0,-1 1 0 0 0,1 0 0 0 0,1 0 0 0 0,-1 0 0 0 0,0 1-1 0 0,1-1 1 0 0,-4 7 0 0 0,4-5-293 0 0,0 0-1 0 0,1 1 0 0 0,0-1 1 0 0,0 1-1 0 0,1 0 1 0 0,-1 0-1 0 0,0 8 0 0 0,2-10-218 0 0,0 0 0 0 0,0 0-1 0 0,0 0 1 0 0,1 1-1 0 0,0-1 1 0 0,0 0 0 0 0,0 0-1 0 0,1 0 1 0 0,0 0 0 0 0,0 1-1 0 0,0-1 1 0 0,0 0-1 0 0,1 0 1 0 0,3 6 0 0 0,-3-8-52 0 0,0 0 0 0 0,0 0 1 0 0,1 0-1 0 0,-1-1 0 0 0,1 1 0 0 0,-1 0 1 0 0,1-1-1 0 0,0 0 0 0 0,0 0 0 0 0,0 0 1 0 0,1 0-1 0 0,-1 0 0 0 0,0-1 1 0 0,1 1-1 0 0,-1-1 0 0 0,1 0 0 0 0,-1 0 1 0 0,1 0-1 0 0,0 0 0 0 0,-1-1 1 0 0,5 1-1 0 0,56 0-644 0 0,-50-2 187 0 0,0 1 0 0 0,0 0 0 0 0,0 1 0 0 0,1 1 0 0 0,-1 0 0 0 0,-1 1-1 0 0,25 8 1 0 0,-36-11 429 0 0,-1 1 0 0 0,1 0-1 0 0,-1 0 1 0 0,0 0 0 0 0,1-1-1 0 0,-1 1 1 0 0,0 0 0 0 0,1 1-1 0 0,-1-1 1 0 0,0 0 0 0 0,0 0-1 0 0,0 0 1 0 0,0 1 0 0 0,0-1-1 0 0,0 1 1 0 0,0-1 0 0 0,-1 0-1 0 0,1 1 1 0 0,0 0 0 0 0,-1-1 0 0 0,1 1-1 0 0,-1-1 1 0 0,0 1 0 0 0,1 1-1 0 0,-1 1 86 0 0,0-1 0 0 0,-1 1 1 0 0,1-1-1 0 0,-1 1 0 0 0,0-1 0 0 0,0 1 0 0 0,0-1 0 0 0,0 0 0 0 0,-1 1 0 0 0,-3 5 1 0 0,-1 0 321 0 0,0 1 1 0 0,-1-1-1 0 0,0 0 1 0 0,-1-1 0 0 0,0 0-1 0 0,-11 9 1 0 0,7-9-225 0 0,1-1 1 0 0,-1 0 0 0 0,-1-1 0 0 0,1-1-1 0 0,-1 0 1 0 0,0 0 0 0 0,-23 4 0 0 0,8-4-1224 0 0,1-1 0 0 0,-52 0 0 0 0,67-4-230 0 0,3-3-10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2.7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2 7370 0 0,'-5'-1'394'0'0,"0"1"1"0"0,0-1 0 0 0,1 1 0 0 0,-1 0-1 0 0,0 1 1 0 0,1-1 0 0 0,-1 1-1 0 0,-6 2 1 0 0,10-3-205 0 0,0 0-1 0 0,0 1 0 0 0,0-1 1 0 0,1 0-1 0 0,-1 1 1 0 0,0-1-1 0 0,0 1 0 0 0,1-1 1 0 0,-1 1-1 0 0,0 0 0 0 0,1-1 1 0 0,-1 1-1 0 0,1 0 1 0 0,-1 0-1 0 0,1-1 0 0 0,-1 1 1 0 0,1 0-1 0 0,-1 0 1 0 0,0 1-1 0 0,1 0 23 0 0,0-1-1 0 0,0 1 1 0 0,0-1-1 0 0,0 1 1 0 0,0 0-1 0 0,0-1 1 0 0,0 1 0 0 0,1 0-1 0 0,-1-1 1 0 0,1 1-1 0 0,-1-1 1 0 0,1 1 0 0 0,-1-1-1 0 0,3 4 1 0 0,18 35 1562 0 0,-7-15-1151 0 0,-2 0 0 0 0,13 39 0 0 0,1 35-139 0 0,23 185 0 0 0,-21-95-315 0 0,-5-99-148 0 0,-15-64-1387 0 0,-2 0 1 0 0,6 42-1 0 0,-12-67 1173 0 0,0 0-1 0 0,1-1 1 0 0,-1 1-1 0 0,0 0 1 0 0,0 0 0 0 0,0-1-1 0 0,0 1 1 0 0,0 0 0 0 0,0-1-1 0 0,0 1 1 0 0,-1 0-1 0 0,1-1 1 0 0,0 1 0 0 0,0 0-1 0 0,-1-1 1 0 0,1 1 0 0 0,0 0-1 0 0,0-1 1 0 0,-1 1-1 0 0,1 0 1 0 0,-1-1 0 0 0,1 1-1 0 0,-1-1 1 0 0,0 2 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3.1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42 401 1376 0 0,'-18'-75'983'0'0,"12"56"145"0"0,1 0-1 0 0,1 0 0 0 0,0 0 0 0 0,2-1 1 0 0,0 0-1 0 0,2-28 0 0 0,1 40-813 0 0,1-1 0 0 0,1 1 0 0 0,-1 0-1 0 0,2 0 1 0 0,-1 0 0 0 0,1 1 0 0 0,0-1 0 0 0,0 1 0 0 0,1 0-1 0 0,0 0 1 0 0,1 1 0 0 0,-1-1 0 0 0,1 1 0 0 0,0 0-1 0 0,1 0 1 0 0,-1 1 0 0 0,1 0 0 0 0,0 0 0 0 0,14-6-1 0 0,-16 8-248 0 0,1 0-1 0 0,-1 1 0 0 0,0 0 1 0 0,1 0-1 0 0,-1 0 0 0 0,1 0 1 0 0,0 1-1 0 0,-1 0 0 0 0,1 1 1 0 0,0-1-1 0 0,0 1 0 0 0,-1 0 1 0 0,1 0-1 0 0,0 1 0 0 0,0-1 1 0 0,-1 1-1 0 0,1 1 0 0 0,0-1 0 0 0,-1 1 1 0 0,1 0-1 0 0,-1 0 0 0 0,0 1 1 0 0,0-1-1 0 0,0 1 0 0 0,0 1 1 0 0,0-1-1 0 0,0 0 0 0 0,-1 1 1 0 0,6 6-1 0 0,0 3-135 0 0,0 1 0 0 0,-1 1 0 0 0,0-1-1 0 0,-2 1 1 0 0,0 1 0 0 0,0-1 0 0 0,-1 1 0 0 0,-1 1 0 0 0,4 22 0 0 0,-2 1-160 0 0,-1-1 0 0 0,0 75 0 0 0,-8-90 45 0 0,0-1 1 0 0,-1 0 0 0 0,-2 0-1 0 0,0-1 1 0 0,-10 24 0 0 0,-7 34-296 0 0,21-77 492 0 0,1 0-1 0 0,-1 0 0 0 0,0 0 1 0 0,1 1-1 0 0,0-1 1 0 0,0 0-1 0 0,0 0 0 0 0,0 0 1 0 0,0 0-1 0 0,1 1 0 0 0,0-1 1 0 0,-1 0-1 0 0,1 0 1 0 0,0 0-1 0 0,0 0 0 0 0,3 4 1 0 0,-3-6 72 0 0,0 0 0 0 0,0 0 0 0 0,1 0 1 0 0,-1 1-1 0 0,1-1 0 0 0,-1 0 0 0 0,1-1 0 0 0,0 1 1 0 0,-1 0-1 0 0,1 0 0 0 0,0-1 0 0 0,-1 1 0 0 0,1-1 1 0 0,0 1-1 0 0,0-1 0 0 0,-1 0 0 0 0,1 0 0 0 0,0 0 1 0 0,0 0-1 0 0,0 0 0 0 0,0 0 0 0 0,-1 0 0 0 0,1-1 1 0 0,0 1-1 0 0,0 0 0 0 0,-1-1 0 0 0,1 0 0 0 0,0 1 1 0 0,2-2-1 0 0,16-7 524 0 0,1-1 1 0 0,-1-1 0 0 0,27-20-1 0 0,-23 16-373 0 0,44-23-1 0 0,-61 34-417 0 0,1 1 0 0 0,0 0 0 0 0,0 1 0 0 0,0 0 0 0 0,0 0 0 0 0,1 1-1 0 0,-1 0 1 0 0,0 0 0 0 0,1 1 0 0 0,9 1 0 0 0,-2 0-912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4.0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0 2304 0 0,'-19'8'1247'0'0,"2"-11"4183"0"0,-2 0 2779 0 0,94 7-4969 0 0,-25 8-9796 0 0,-32-5 580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4.2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1 111 10138 0 0,'0'2'1533'0'0,"5"-4"-290"0"0,18-12 481 0 0,24-21-556 0 0,21-15-2483 0 0,-54 39 1299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5.6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214 69 3225 0 0,'-17'0'168'0'0,"6"1"-165"0"0,0-1 1 0 0,-1 0-1 0 0,1 0 0 0 0,0-2 1 0 0,-1 1-1 0 0,1-1 0 0 0,0-1 0 0 0,0 0 1 0 0,-10-5-1 0 0,-6-14-199 0 0,25 20 633 0 0,-1-1 0 0 0,0 0 0 0 0,0 1 0 0 0,0-1 0 0 0,0 1-1 0 0,0 0 1 0 0,-24-9 11546 0 0,34 22-11784 0 0,1 0 1 0 0,0-1 0 0 0,1 0 0 0 0,0 0 0 0 0,0-1 0 0 0,13 9 0 0 0,73 52 710 0 0,-75-55-791 0 0,18 8-18 0 0,0-2-1 0 0,1-2 1 0 0,65 24-1 0 0,-64-28-31 0 0,-1 1 1 0 0,0 2-1 0 0,62 40 0 0 0,-93-52-21 0 0,0 1 0 0 0,-1 0 0 0 0,11 13 0 0 0,3 3 484 0 0,-22-22-489 0 0,1 0 0 0 0,0 0 0 0 0,0 0 0 0 0,0 0 0 0 0,0 0 0 0 0,-1 0 0 0 0,1-1-1 0 0,0 1 1 0 0,-1 0 0 0 0,1 0 0 0 0,-1 0 0 0 0,1 0 0 0 0,-1-1 0 0 0,1 1 0 0 0,-1 0 0 0 0,0 0 0 0 0,1-1 0 0 0,-1 1 0 0 0,0 0 0 0 0,1-1-1 0 0,-1 1 1 0 0,0-1 0 0 0,-1 1 0 0 0,-31 24 3 0 0,23-17 0 0 0,-113 85-41 0 0,58-45 170 0 0,-118 110-1 0 0,90-76-3 0 0,99-82-2443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7.1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0 11522 0 0,'-3'0'6295'0'0,"0"15"-3397"0"0,4 298-709 0 0,0-212-2125 0 0,20 354 197 0 0,-26-232 93 0 0,0-128-4332 0 0,3-57 216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7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95 3225 0 0,'0'0'49'0'0,"-1"-1"0"0"0,1 1 1 0 0,0-1-1 0 0,-1 1 1 0 0,1-1-1 0 0,0 0 0 0 0,-1 1 1 0 0,1-1-1 0 0,0 1 1 0 0,0-1-1 0 0,-1 0 0 0 0,1 1 1 0 0,0-1-1 0 0,0 1 1 0 0,0-1-1 0 0,0 0 0 0 0,0 1 1 0 0,0-1-1 0 0,0 0 0 0 0,0 1 1 0 0,0-1-1 0 0,0 0 1 0 0,0 1-1 0 0,0-1 0 0 0,0 0 1 0 0,1 1-1 0 0,-1-2 1 0 0,16-17 2392 0 0,26-9 1565 0 0,-28 22-3247 0 0,1 1 0 0 0,1 0 0 0 0,-1 1-1 0 0,0 1 1 0 0,1 0 0 0 0,0 1 0 0 0,0 1 0 0 0,31 1-1 0 0,-30 1-1747 0 0,0 1-1 0 0,1 0 0 0 0,-1 2 0 0 0,26 8 0 0 0,-16-2-4568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7.6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1 319 12443 0 0,'34'-35'1544'0'0,"13"-14"239"0"0,3 3-1 0 0,66-49 0 0 0,-95 81-2211 0 0,0 1-1 0 0,0 1 1 0 0,40-16 0 0 0,-44 22-626 0 0,1 1 0 0 0,0 0 0 0 0,0 1 0 0 0,0 1 1 0 0,33-1-1 0 0,-12 5-1271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8.4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296 1 6913 0 0,'-12'7'902'0'0,"1"0"0"0"0,0 1 0 0 0,0 1 0 0 0,1 0 0 0 0,0 0 0 0 0,0 1 0 0 0,1 0-1 0 0,1 1 1 0 0,-11 15 0 0 0,7-7-367 0 0,0 0 0 0 0,2 1 0 0 0,0 1 0 0 0,-13 40 0 0 0,21-55-505 0 0,1 0 1 0 0,-1-1 0 0 0,1 1-1 0 0,1 0 1 0 0,-1 0 0 0 0,1 0 0 0 0,0 0-1 0 0,0 0 1 0 0,1 0 0 0 0,-1 0-1 0 0,2 0 1 0 0,-1-1 0 0 0,0 1 0 0 0,1 0-1 0 0,0-1 1 0 0,0 1 0 0 0,1-1-1 0 0,0 0 1 0 0,0 1 0 0 0,6 7-1 0 0,-2-6-68 0 0,-1 0 1 0 0,2 0-1 0 0,-1-1 0 0 0,1 0 0 0 0,0 0 0 0 0,0-1 0 0 0,0 0 0 0 0,1 0 0 0 0,-1-1 0 0 0,1 0 0 0 0,19 5 0 0 0,4-2-244 0 0,-24-6 159 0 0,-1 1 1 0 0,1 0-1 0 0,-1 0 0 0 0,0 0 0 0 0,1 1 0 0 0,-1 0 0 0 0,-1 0 0 0 0,1 0 0 0 0,7 6 0 0 0,-13-8 123 0 0,0 0 1 0 0,0 0-1 0 0,0 1 1 0 0,0-1-1 0 0,-1 0 1 0 0,1 0-1 0 0,0 0 1 0 0,-1 1-1 0 0,1-1 0 0 0,-1 0 1 0 0,0 1-1 0 0,1-1 1 0 0,-1 0-1 0 0,0 1 1 0 0,0-1-1 0 0,0 1 1 0 0,0-1-1 0 0,0 0 0 0 0,0 1 1 0 0,0-1-1 0 0,0 1 1 0 0,-1-1-1 0 0,1 0 1 0 0,0 1-1 0 0,-1-1 1 0 0,1 0-1 0 0,-1 0 0 0 0,1 1 1 0 0,-1-1-1 0 0,0 0 1 0 0,0 0-1 0 0,0 0 1 0 0,1 0-1 0 0,-1 1 0 0 0,0-1 1 0 0,-2 1-1 0 0,-4 5 14 0 0,0 0 0 0 0,0 0-1 0 0,-14 9 1 0 0,-1 0-76 0 0,0-2 0 0 0,-1 0 0 0 0,0-2 0 0 0,-28 11 0 0 0,38-19-123 0 0,1 0 0 0 0,-1 0 0 0 0,0-1 0 0 0,1 0 0 0 0,-1-1 0 0 0,-1-1 0 0 0,1 0 0 0 0,0-1 0 0 0,0 0 0 0 0,-17-3 0 0 0,11-2-5264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8.7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16 12899 0 0,'-4'8'1455'0'0,"14"-10"134"0"0,0-1-878 0 0,22-6 1410 0 0,7-1-687 0 0,-12 12-3943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8.9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72 6449 0 0,'50'-6'6192'0'0,"-30"0"-6256"0"0,1-2-1 0 0,0 0 0 0 0,-2-1 0 0 0,24-15 0 0 0,-39 22 63 0 0,12-7 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9.7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29 271 9218 0 0,'-28'-6'8829'0'0,"34"19"-7024"0"0,3 5-1275 0 0,0 1-1 0 0,-1-1 0 0 0,9 37 0 0 0,5 9-205 0 0,-7-26-294 0 0,3 0-1 0 0,1-1 1 0 0,2-1 0 0 0,29 40 0 0 0,-39-60-51 0 0,2-1 1 0 0,0 0-1 0 0,1-1 1 0 0,1 0-1 0 0,0-1 0 0 0,0 0 1 0 0,1-2-1 0 0,1 0 1 0 0,0 0-1 0 0,34 14 0 0 0,-50-25 36 0 0,-1 0-1 0 0,1 0 1 0 0,0 0-1 0 0,-1 0 1 0 0,1 0-1 0 0,0 0 1 0 0,-1 0-1 0 0,1 0 0 0 0,0 0 1 0 0,-1 0-1 0 0,1 0 1 0 0,0 0-1 0 0,-1 0 1 0 0,1 0-1 0 0,-1-1 1 0 0,1 1-1 0 0,0 0 0 0 0,-1-1 1 0 0,1 1-1 0 0,-1 0 1 0 0,1-1-1 0 0,-1 1 1 0 0,1 0-1 0 0,-1-1 1 0 0,1 1-1 0 0,-1-1 0 0 0,1 1 1 0 0,-1-1-1 0 0,0 1 1 0 0,1-1-1 0 0,-1 0 1 0 0,0 1-1 0 0,1-1 1 0 0,-1 1-1 0 0,0-1 0 0 0,0 0 1 0 0,0 1-1 0 0,0-1 1 0 0,1 0-1 0 0,-1 1 1 0 0,0-2-1 0 0,4-33 279 0 0,-4 27-227 0 0,77-594 697 0 0,-75 582-802 0 0,1 1-50 0 0,-2 6-31 0 0,0 1-1 0 0,1 0 1 0 0,1 0 0 0 0,0 0-1 0 0,0 0 1 0 0,1 0 0 0 0,1 1-1 0 0,9-18 1 0 0,-4 20-1176 0 0,-6 7 167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31.0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150 18 456 0 0,'-21'-16'10636'0'0,"16"14"-9733"0"0,-11 3-739 0 0,8 4 184 0 0,1 0 0 0 0,0 0 0 0 0,0 1 0 0 0,0 0 0 0 0,1 0 0 0 0,0 1 0 0 0,0-1 0 0 0,0 1 0 0 0,1 1 0 0 0,0-1 0 0 0,0 1 0 0 0,1 0 1 0 0,0 0-1 0 0,1 0 0 0 0,-1 0 0 0 0,2 1 0 0 0,-1-1 0 0 0,-1 12 0 0 0,4-17-346 0 0,1 1 1 0 0,-1 0-1 0 0,1 0 0 0 0,0 0 0 0 0,0 0 1 0 0,0 0-1 0 0,1 0 0 0 0,-1-1 1 0 0,1 1-1 0 0,0-1 0 0 0,0 1 1 0 0,0-1-1 0 0,1 0 0 0 0,-1 0 0 0 0,1 0 1 0 0,0 0-1 0 0,-1 0 0 0 0,1 0 1 0 0,1-1-1 0 0,-1 1 0 0 0,0-1 1 0 0,7 4-1 0 0,10 5-22 0 0,0-1 0 0 0,37 14 0 0 0,-49-21 19 0 0,-4-1-2 0 0,1 0 1 0 0,-1 0-1 0 0,0 0 1 0 0,1 0-1 0 0,-1 1 1 0 0,-1-1-1 0 0,1 1 0 0 0,0 0 1 0 0,-1 1-1 0 0,1-1 1 0 0,-1 0-1 0 0,0 1 1 0 0,4 5-1 0 0,-6-6 2 0 0,0-1-1 0 0,0 0 1 0 0,0 1 0 0 0,-1-1-1 0 0,1 1 1 0 0,-1-1 0 0 0,1 0-1 0 0,-1 1 1 0 0,0 0 0 0 0,0-1-1 0 0,0 1 1 0 0,0-1 0 0 0,0 1-1 0 0,0-1 1 0 0,-1 1 0 0 0,0-1-1 0 0,1 1 1 0 0,-1-1 0 0 0,0 0-1 0 0,0 1 1 0 0,0-1 0 0 0,0 0-1 0 0,-1 0 1 0 0,1 0 0 0 0,-1 0-1 0 0,-2 4 1 0 0,-2 1 34 0 0,-1 0 1 0 0,1 0-1 0 0,-1-1 0 0 0,0 0 1 0 0,-1 0-1 0 0,1-1 0 0 0,-1 1 1 0 0,0-2-1 0 0,-17 8 0 0 0,20-10-173 0 0,-1 0 0 0 0,0 0 0 0 0,1-1 0 0 0,-1 1-1 0 0,0-1 1 0 0,0-1 0 0 0,1 1 0 0 0,-1-1 0 0 0,0 0 0 0 0,0 0-1 0 0,0-1 1 0 0,0 1 0 0 0,0-1 0 0 0,1-1 0 0 0,-1 1-1 0 0,-10-5 1 0 0,0-3-5884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31.5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171 119 5529 0 0,'-11'2'699'0'0,"-1"0"-1"0"0,1-1 1 0 0,-1-1 0 0 0,-13 0-1 0 0,14-1-120 0 0,0 1 0 0 0,0 0 0 0 0,1 1 0 0 0,-1 0-1 0 0,-14 4 1 0 0,24-5-520 0 0,0 0-1 0 0,0 0 1 0 0,0 0 0 0 0,0 1-1 0 0,0-1 1 0 0,1 0-1 0 0,-1 1 1 0 0,0-1-1 0 0,0 0 1 0 0,0 1-1 0 0,1-1 1 0 0,-1 1 0 0 0,0-1-1 0 0,0 1 1 0 0,1-1-1 0 0,-1 1 1 0 0,0 0-1 0 0,1-1 1 0 0,-1 1-1 0 0,1 0 1 0 0,-1 0 0 0 0,1-1-1 0 0,-1 1 1 0 0,1 0-1 0 0,0 0 1 0 0,-1 0-1 0 0,1 0 1 0 0,0-1-1 0 0,-1 1 1 0 0,1 0 0 0 0,0 0-1 0 0,0 0 1 0 0,0 0-1 0 0,0 0 1 0 0,0 1-1 0 0,1-1 48 0 0,-1 0-1 0 0,1 0 1 0 0,0 0-1 0 0,-1 0 0 0 0,1 1 1 0 0,0-1-1 0 0,0 0 1 0 0,0-1-1 0 0,0 1 0 0 0,0 0 1 0 0,0 0-1 0 0,0 0 1 0 0,0 0-1 0 0,0-1 1 0 0,0 1-1 0 0,0-1 0 0 0,1 1 1 0 0,-1-1-1 0 0,0 1 1 0 0,0-1-1 0 0,1 0 0 0 0,-1 1 1 0 0,0-1-1 0 0,2 0 1 0 0,39 3 1318 0 0,81-3 0 0 0,-42-2-445 0 0,664-25 986 0 0,-556 9-1886 0 0,362-84 1 0 0,-511 95-250 0 0,-29 5-29 0 0,0 0-1 0 0,-1 0 1 0 0,1-1-1 0 0,15-6 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31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7834 0 0,'0'1'323'0'0,"-1"-1"0"0"0,1 1 0 0 0,0 0 1 0 0,0 0-1 0 0,0 0 0 0 0,-1 0 0 0 0,1 0 0 0 0,0 0 1 0 0,0-1-1 0 0,0 1 0 0 0,1 0 0 0 0,-1 0 1 0 0,0 0-1 0 0,0 0 0 0 0,0 0 0 0 0,1-1 0 0 0,-1 1 1 0 0,0 0-1 0 0,1 0 0 0 0,0 1 0 0 0,13 26 3363 0 0,-2-3-1999 0 0,-6 7-1212 0 0,-1 0 0 0 0,-1 1 0 0 0,-2 0 0 0 0,-1 0 0 0 0,-4 44 1 0 0,0 9-444 0 0,3-49-154 0 0,0 25 180 0 0,0-22-3001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32.4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1 188 2761 0 0,'1'-6'396'0'0,"-1"1"0"0"0,2-1 0 0 0,-1 1 0 0 0,1 0 0 0 0,-1-1 0 0 0,1 1 0 0 0,1 0 0 0 0,-1 0 0 0 0,6-8 0 0 0,33-43 3171 0 0,-38 51-3165 0 0,2-2 195 0 0,0 1 0 0 0,1 0 0 0 0,-1 0 0 0 0,1 1 0 0 0,1-1 0 0 0,-1 1 0 0 0,1 0 0 0 0,7-3 0 0 0,-10 5-270 0 0,1 2 0 0 0,-1-1 0 0 0,1 0 0 0 0,0 1 0 0 0,0 0 1 0 0,0 0-1 0 0,-1 1 0 0 0,1-1 0 0 0,0 1 0 0 0,0 0 0 0 0,0 0 0 0 0,0 1 1 0 0,0 0-1 0 0,7 1 0 0 0,-3 0-227 0 0,-1 0 0 0 0,0 0 0 0 0,0 0 1 0 0,0 1-1 0 0,0 0 0 0 0,-1 1 0 0 0,9 5 0 0 0,-14-7-102 0 0,0-1-1 0 0,0 1 1 0 0,0 0-1 0 0,-1 0 1 0 0,1 0-1 0 0,-1 0 1 0 0,1 0-1 0 0,-1 0 1 0 0,0 1-1 0 0,0-1 1 0 0,0 0-1 0 0,0 1 0 0 0,0-1 1 0 0,-1 1-1 0 0,1-1 1 0 0,-1 1-1 0 0,1-1 1 0 0,-1 1-1 0 0,0-1 1 0 0,0 1-1 0 0,0-1 1 0 0,0 1-1 0 0,0-1 1 0 0,-1 1-1 0 0,1-1 1 0 0,-1 1-1 0 0,0-1 0 0 0,-1 4 1 0 0,-11 30-325 0 0,-1-1-1 0 0,-19 35 1 0 0,4-10 391 0 0,28-57-44 0 0,-1 0 0 0 0,1 0 0 0 0,0 0 0 0 0,0 1-1 0 0,0-1 1 0 0,0 0 0 0 0,1 1 0 0 0,-1-1 0 0 0,1 0 0 0 0,0 1-1 0 0,0-1 1 0 0,0 1 0 0 0,0-1 0 0 0,1 0 0 0 0,-1 1-1 0 0,1-1 1 0 0,0 0 0 0 0,0 1 0 0 0,0-1 0 0 0,0 0-1 0 0,1 0 1 0 0,2 4 0 0 0,0-2 85 0 0,0 0 0 0 0,0-1 0 0 0,1 1 0 0 0,-1-1 0 0 0,1 0 0 0 0,0 0 0 0 0,0-1 1 0 0,1 0-1 0 0,-1 0 0 0 0,1 0 0 0 0,10 3 0 0 0,30 10 129 0 0,86 17-1 0 0,-22-8 505 0 0,-104-23-657 0 0,0-1 0 0 0,-1 1 0 0 0,1 0 0 0 0,-1 0 0 0 0,1 1 0 0 0,-1 0 0 0 0,0-1 0 0 0,0 2 0 0 0,0-1 0 0 0,0 1 0 0 0,0 0 0 0 0,-1 0 0 0 0,0 0-1 0 0,0 0 1 0 0,7 10 0 0 0,-10-13-288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181 476 456 0 0,'-2'2'77'0'0,"0"-1"-1"0"0,0 0 1 0 0,0 0 0 0 0,0 0-1 0 0,0 0 1 0 0,0 0 0 0 0,0 0 0 0 0,0 0-1 0 0,0 0 1 0 0,-1-1 0 0 0,1 1-1 0 0,0-1 1 0 0,0 0 0 0 0,-1 0-1 0 0,1 0 1 0 0,0 0 0 0 0,0 0-1 0 0,-1 0 1 0 0,1-1 0 0 0,0 1-1 0 0,-3-2 1 0 0,0 0 415 0 0,0-1 0 0 0,1 1 0 0 0,-1-2 0 0 0,1 1 0 0 0,0 0 0 0 0,0-1 0 0 0,-4-4 0 0 0,-13-12 1661 0 0,19 19-2063 0 0,0 0-1 0 0,0 0 0 0 0,0 0 1 0 0,-1 0-1 0 0,1 1 0 0 0,0-1 0 0 0,0 0 1 0 0,0 1-1 0 0,-1 0 0 0 0,1 0 1 0 0,0 0-1 0 0,-1 0 0 0 0,1 0 0 0 0,0 0 1 0 0,0 0-1 0 0,-1 1 0 0 0,1-1 1 0 0,0 1-1 0 0,-4 1 0 0 0,-16 9 3400 0 0,57-17-1830 0 0,62-22 0 0 0,-2 0-970 0 0,285-42 289 0 0,-245 56-999 0 0,146 3 0 0 0,-17 3 2 0 0,7-5 732 0 0,137-11 923 0 0,1685-107 701 0 0,-1952 130-2180 0 0,-1-6 1 0 0,-1-6-1 0 0,155-35 0 0 0,-249 37-161 0 0,3 0-84 0 0,62-8-1 0 0,-110 19-10 0 0,1 0 0 0 0,0 0 0 0 0,-1 0 0 0 0,1 0 1 0 0,0-1-1 0 0,-1 1 0 0 0,1 0 0 0 0,0 0 0 0 0,-1 0 0 0 0,1 0 0 0 0,0 0 0 0 0,-1 1 0 0 0,1-1 0 0 0,0 0 0 0 0,-1 0 1 0 0,1 0-1 0 0,0 1 0 0 0,-1-1 0 0 0,1 0 0 0 0,0 1 0 0 0,-1-1 0 0 0,1 0 0 0 0,-1 1 0 0 0,1-1 0 0 0,-1 1 1 0 0,1-1-1 0 0,-1 1 0 0 0,1-1 0 0 0,-1 1 0 0 0,0-1 0 0 0,1 1 0 0 0,-1-1 0 0 0,0 1 0 0 0,1 0 0 0 0,-1-1 0 0 0,1 2 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0 525 4609 0 0,'2'-13'1050'0'0,"1"1"0"0"0,0 1 0 0 0,0-1-1 0 0,1 0 1 0 0,1 1 0 0 0,0 0 0 0 0,0 0 0 0 0,8-11 0 0 0,4-10 221 0 0,-8 13-645 0 0,109-203 3246 0 0,-117 220-3820 0 0,0 0 1 0 0,1 0-1 0 0,-1 0 0 0 0,1 0 0 0 0,-1 0 1 0 0,1 0-1 0 0,0 0 0 0 0,0 1 1 0 0,-1-1-1 0 0,1 0 0 0 0,1 1 0 0 0,-1 0 1 0 0,0-1-1 0 0,0 1 0 0 0,0 0 1 0 0,1 0-1 0 0,-1 0 0 0 0,0 0 1 0 0,1 1-1 0 0,-1-1 0 0 0,1 1 0 0 0,-1-1 1 0 0,1 1-1 0 0,-1 0 0 0 0,1 0 1 0 0,-1 0-1 0 0,4 1 0 0 0,-1 0-53 0 0,-1 1-1 0 0,1 0 0 0 0,-1 0 1 0 0,1 0-1 0 0,-1 0 0 0 0,0 1 1 0 0,0-1-1 0 0,0 1 1 0 0,0 0-1 0 0,0 1 0 0 0,-1-1 1 0 0,1 1-1 0 0,3 5 1 0 0,38 53-159 0 0,-3 1-1 0 0,42 86 1 0 0,-83-146 155 0 0,1-1-1 0 0,-1 0 0 0 0,0 0 0 0 0,1 1 1 0 0,0-1-1 0 0,-1 0 0 0 0,1-1 0 0 0,0 1 1 0 0,0 0-1 0 0,3 2 0 0 0,-4-4 20 0 0,-1 1 1 0 0,1-1-1 0 0,0 0 0 0 0,0 1 0 0 0,0-1 0 0 0,0 0 0 0 0,-1 0 0 0 0,1 1 1 0 0,0-1-1 0 0,0 0 0 0 0,0 0 0 0 0,0 0 0 0 0,0 0 0 0 0,-1 0 1 0 0,1 0-1 0 0,0-1 0 0 0,0 1 0 0 0,0 0 0 0 0,0 0 0 0 0,0 0 0 0 0,0-1 1 0 0,2-1 36 0 0,0 0 0 0 0,-1 0 0 0 0,0-1 0 0 0,1 1 1 0 0,-1-1-1 0 0,0 1 0 0 0,0-1 0 0 0,0 0 0 0 0,-1 1 1 0 0,1-1-1 0 0,-1 0 0 0 0,1 0 0 0 0,-1 0 0 0 0,1-6 1 0 0,52-135 819 0 0,-43 121-809 0 0,1-1 0 0 0,0 1 1 0 0,30-39-1 0 0,-40 60-56 0 0,-1 0-1 0 0,0 1 1 0 0,1-1 0 0 0,-1 0 0 0 0,1 1-1 0 0,0-1 1 0 0,0 1 0 0 0,-1-1 0 0 0,1 1-1 0 0,0 0 1 0 0,0-1 0 0 0,0 1 0 0 0,0 0-1 0 0,0 1 1 0 0,1-1 0 0 0,-1 0-1 0 0,0 1 1 0 0,0-1 0 0 0,0 1 0 0 0,1-1-1 0 0,-1 1 1 0 0,0 0 0 0 0,1 0 0 0 0,-1 0-1 0 0,0 0 1 0 0,0 1 0 0 0,1-1 0 0 0,-1 1-1 0 0,0-1 1 0 0,0 1 0 0 0,1 0 0 0 0,-1 0-1 0 0,0 0 1 0 0,0 0 0 0 0,0 0-1 0 0,0 0 1 0 0,3 3 0 0 0,6 5 45 0 0,-1 1 1 0 0,1 0-1 0 0,-2 1 1 0 0,18 23-1 0 0,-12-15-30 0 0,6 8-21 0 0,-6-7-1 0 0,30 30-1 0 0,-40-45 1 0 0,0-1 0 0 0,0 1-1 0 0,0-1 1 0 0,1 0-1 0 0,0-1 1 0 0,0 1-1 0 0,0-1 1 0 0,0 0-1 0 0,1-1 1 0 0,12 4-1 0 0,-18-6 3 0 0,-1 0 0 0 0,1 0-1 0 0,0 0 1 0 0,0 0-1 0 0,-1 0 1 0 0,1-1 0 0 0,0 1-1 0 0,0 0 1 0 0,-1 0 0 0 0,1-1-1 0 0,0 1 1 0 0,-1 0-1 0 0,1-1 1 0 0,0 1 0 0 0,-1-1-1 0 0,1 1 1 0 0,0-1-1 0 0,-1 1 1 0 0,1-1 0 0 0,-1 1-1 0 0,1-1 1 0 0,-1 1 0 0 0,1-1-1 0 0,-1 0 1 0 0,0 1-1 0 0,1-1 1 0 0,-1 0 0 0 0,0 0-1 0 0,1 1 1 0 0,-1-1-1 0 0,0 0 1 0 0,0-1 0 0 0,8-34-48 0 0,-4 15 20 0 0,9-21 57 0 0,22-51 0 0 0,-27 77-29 0 0,0 0-1 0 0,0 1 1 0 0,2-1-1 0 0,0 2 1 0 0,1-1-1 0 0,13-13 1 0 0,-23 26 0 0 0,0 1 0 0 0,1-1 0 0 0,-1 1-1 0 0,1 0 1 0 0,-1-1 0 0 0,1 1 0 0 0,0 0 0 0 0,-1 0 0 0 0,1 0 0 0 0,0 0-1 0 0,0 0 1 0 0,0 0 0 0 0,-1 0 0 0 0,1 1 0 0 0,0-1 0 0 0,0 1-1 0 0,0-1 1 0 0,0 1 0 0 0,0 0 0 0 0,0 0 0 0 0,0 0 0 0 0,0 0 0 0 0,0 0-1 0 0,0 0 1 0 0,0 1 0 0 0,0-1 0 0 0,3 2 0 0 0,-1 0-4 0 0,0 0-1 0 0,0 1 1 0 0,-1 0 0 0 0,1 0 0 0 0,-1 0 0 0 0,0 0-1 0 0,0 0 1 0 0,0 1 0 0 0,0 0 0 0 0,-1-1 0 0 0,4 6-1 0 0,7 12-334 0 0,1 0-1 0 0,2-2 0 0 0,0 1 0 0 0,26 23 1 0 0,-26-29-2735 0 0,1-1 0 0 0,38 23 1 0 0,-37-26-2325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119 138 1376 0 0,'-18'10'441'0'0,"-1"0"0"0"0,-20 17 0 0 0,31-20 874 0 0,0 0-1 0 0,0 0 0 0 0,-11 21 5852 0 0,20-28-7062 0 0,16-2 2010 0 0,20-10-776 0 0,-37 12-1328 0 0,77-28 1761 0 0,1 4-1 0 0,134-23 0 0 0,-44 27-1412 0 0,245 4-1 0 0,23-1-216 0 0,-346 12-380 0 0,37-5 803 0 0,-111 8-1471 0 0,1-1 1 0 0,0-1-1 0 0,-1-1 1 0 0,0-1-1 0 0,21-9 1 0 0,-30 12-1482 0 0,0 1 0 0 0,0 0 0 0 0,0 0 1 0 0,13-1-1 0 0,-7 0 1252 0 0,1 0 889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3681 0 0,'0'-1'212'0'0,"-1"0"0"0"0,1 0 0 0 0,0 0 0 0 0,-1 0 0 0 0,1 0 0 0 0,-1 0 0 0 0,1 0 1 0 0,-1 0-1 0 0,1 0 0 0 0,-1 0 0 0 0,0 1 0 0 0,0-1 0 0 0,1 0 0 0 0,-1 0 0 0 0,0 1 0 0 0,0-1 0 0 0,0 0 1 0 0,0 1-1 0 0,1-1 0 0 0,-1 1 0 0 0,0-1 0 0 0,0 1 0 0 0,-2-1 0 0 0,2 1-130 0 0,1 0-1 0 0,-1-1 1 0 0,1 1-1 0 0,-1 0 1 0 0,1 0-1 0 0,-1 0 1 0 0,1 0-1 0 0,-1 0 1 0 0,1 0 0 0 0,-1 0-1 0 0,1 0 1 0 0,-1 0-1 0 0,1 0 1 0 0,0 0-1 0 0,-1 0 1 0 0,1 1-1 0 0,-1-1 1 0 0,1 0-1 0 0,-1 0 1 0 0,1 0 0 0 0,-1 1-1 0 0,1-1 1 0 0,-1 0-1 0 0,1 0 1 0 0,0 1-1 0 0,-1-1 1 0 0,1 0-1 0 0,0 1 1 0 0,-1-1-1 0 0,1 1 1 0 0,0-1 0 0 0,-1 0-1 0 0,1 1 1 0 0,0-1-1 0 0,0 1 1 0 0,-1-1-1 0 0,1 1 1 0 0,0-1-1 0 0,0 1 1 0 0,0-1-1 0 0,0 1 1 0 0,0-1-1 0 0,0 1 1 0 0,0-1 0 0 0,0 1-1 0 0,0-1 1 0 0,0 1-1 0 0,0-1 1 0 0,0 1-1 0 0,0-1 1 0 0,0 1-1 0 0,0-1 1 0 0,0 0-1 0 0,1 1 1 0 0,-1 0 0 0 0,10 101 2980 0 0,-3 111 1 0 0,4 61-2250 0 0,40 66-268 0 0,-5-53 138 0 0,-36-197-332 0 0,-2 111-1 0 0,-9-133-205 0 0,3 200 46 0 0,2-227-124 0 0,1-1 0 0 0,1 0 0 0 0,3-1 0 0 0,20 62 0 0 0,-7-45 55 0 0,-10-30-25 0 0,-2 0 0 0 0,0 1 0 0 0,-2 0 1 0 0,-2 1-1 0 0,6 41 0 0 0,-12-59-63 0 0,-1 0 0 0 0,-1 1 0 0 0,0-1 0 0 0,0 0 0 0 0,-1 0 0 0 0,-1 0 0 0 0,1 0 0 0 0,-1 0 0 0 0,-1-1 0 0 0,0 1 0 0 0,-7 9 0 0 0,8-15-116 0 0,5-6-835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0,'14'6'11941'0'0,"-2"28"-10023"0"0,-7-18-1270 0 0,0 0 0 0 0,1 0 0 0 0,1-1 0 0 0,16 26 0 0 0,-11-22-636 0 0,0 1 0 0 0,-2 0 0 0 0,0 1-1 0 0,-1 0 1 0 0,-1 0 0 0 0,-1 1 0 0 0,5 24-1 0 0,16 160 1008 0 0,-26-179-731 0 0,7 7 148 0 0,-1 6 109 0 0,-8-39-598 0 0,0-2 27 0 0,0 1 1 0 0,0 0-1 0 0,0 0 1 0 0,0 0-1 0 0,0-1 1 0 0,0 1-1 0 0,0 0 1 0 0,-1 0-1 0 0,1-1 1 0 0,0 1-1 0 0,0 0 1 0 0,0 0-1 0 0,0 0 1 0 0,-1 0-1 0 0,1-1 1 0 0,0 1-1 0 0,0 0 1 0 0,0 0-1 0 0,-1 0 1 0 0,1 0-1 0 0,0 0 1 0 0,0 0-1 0 0,-1 0 1 0 0,1-1-1 0 0,0 1 1 0 0,0 0-1 0 0,-1 0 1 0 0,1 0-1 0 0,0 0 1 0 0,0 0-1 0 0,-1 0 1 0 0,1 0-1 0 0,0 0 1 0 0,-1 0-1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268 150 1840 0 0,'-160'15'3692'0'0,"53"-13"8506"0"0,139 0-9764 0 0,123 8-1499 0 0,0-7 0 0 0,174-20 0 0 0,-262 11-812 0 0,55-6 266 0 0,209-46 0 0 0,-291 47-341 0 0,48-14-3 0 0,1 5-1 0 0,103-11 1 0 0,-189 30-226 0 0,22 1-287 0 0,-24 0 293 0 0,0 0 0 0 0,1 0-1 0 0,-1 0 1 0 0,0 0 0 0 0,0 0-1 0 0,0 0 1 0 0,0 1 0 0 0,0-1-1 0 0,-1 0 1 0 0,1 1 0 0 0,0-1 0 0 0,0 1-1 0 0,0-1 1 0 0,0 1 0 0 0,0-1-1 0 0,0 1 1 0 0,-1 0 0 0 0,1-1-1 0 0,0 1 1 0 0,1 1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44 920 0 0,'-7'-4'12104'0'0,"12"5"-10657"0"0,19-2 26 0 0,0-1-1 0 0,-1 0 1 0 0,1-2 0 0 0,26-7-1 0 0,-28 5-1570 0 0,0 1-1 0 0,1 1 0 0 0,-1 1 0 0 0,1 1 1 0 0,39 2-1 0 0,-57 0-294 0 0,-1 1 0 0 0,1 0 0 0 0,0 0 0 0 0,-1 1-1 0 0,1-1 1 0 0,-1 1 0 0 0,5 2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0 3225 0 0,'6'19'11066'0'0,"-7"-18"-10782"0"0,-9 26 2635 0 0,5-14-2443 0 0,-1 1-1 0 0,2-1 1 0 0,0 1-1 0 0,0 0 1 0 0,2 0 0 0 0,-1 0-1 0 0,2 0 1 0 0,0 20-1 0 0,2 15-394 0 0,9 54 1 0 0,0-7 444 0 0,-3 68-614 0 0,-8 1-1 0 0,-29 217 0 0 0,23-314-82 0 0,4 118 0 0 0,21 68-68 0 0,-16-228 254 0 0,3 93 391 0 0,-15 178 0 0 0,2-183-389 0 0,13 209 0 0 0,57 161-10 0 0,-42-375-35 0 0,6-1 0 0 0,52 145-1 0 0,-48-176-62 0 0,157 393-1898 0 0,-186-468 1988 0 0,19 44-156 0 0,48 83 0 0 0,-67-128 165 0 0,0 1 0 0 0,0 0-1 0 0,0 0 1 0 0,0-1-1 0 0,0 1 1 0 0,1 0 0 0 0,-1-1-1 0 0,1 1 1 0 0,-1-1 0 0 0,1 0-1 0 0,-1 1 1 0 0,1-1 0 0 0,0 0-1 0 0,-1 0 1 0 0,1 0-1 0 0,0 0 1 0 0,0-1 0 0 0,0 1-1 0 0,0 0 1 0 0,0-1 0 0 0,0 1-1 0 0,0-1 1 0 0,0 0-1 0 0,0 1 1 0 0,0-1 0 0 0,0 0-1 0 0,0 0 1 0 0,0-1 0 0 0,0 1-1 0 0,0 0 1 0 0,0-1 0 0 0,0 1-1 0 0,0-1 1 0 0,0 1-1 0 0,0-1 1 0 0,-1 0 0 0 0,5-2-1 0 0,-3 1 62 0 0,0-1-1 0 0,-1 1 1 0 0,1-1-1 0 0,0 0 1 0 0,-1 0-1 0 0,1 1 1 0 0,-1-2-1 0 0,0 1 1 0 0,0 0-1 0 0,0 0 1 0 0,-1-1-1 0 0,1 1 1 0 0,-1-1 0 0 0,0 1-1 0 0,0-1 1 0 0,0 0-1 0 0,0 0 1 0 0,-1 1-1 0 0,1-7 1 0 0,-9-21 488 0 0,1 20-225 0 0,6 11-329 0 0,1 0 1 0 0,0 0 0 0 0,-1 0 0 0 0,1 0-1 0 0,0 0 1 0 0,0 0 0 0 0,-1 0 0 0 0,1 0 0 0 0,0 0-1 0 0,-1 0 1 0 0,1 0 0 0 0,0 0 0 0 0,-1 0-1 0 0,1 1 1 0 0,0-1 0 0 0,0 0 0 0 0,-1 0 0 0 0,1 0-1 0 0,0 0 1 0 0,0 0 0 0 0,-1 1 0 0 0,1-1-1 0 0,0 0 1 0 0,0 0 0 0 0,-1 0 0 0 0,1 1 0 0 0,0-1-1 0 0,0 0 1 0 0,0 0 0 0 0,0 1 0 0 0,-1-1-1 0 0,1 0 1 0 0,0 1 0 0 0,0-1 0 0 0,0 0 0 0 0,0 0-1 0 0,0 1 1 0 0,0-1 0 0 0,-1 2 508 0 0,1 1-499 0 0,-1 0 1 0 0,0-1-1 0 0,-1 1 1 0 0,1 0-1 0 0,0-1 1 0 0,-1 1-1 0 0,1-1 1 0 0,-1 1-1 0 0,0-1 1 0 0,0 0-1 0 0,0 0 1 0 0,0 0-1 0 0,0 0 1 0 0,-1 0-1 0 0,1 0 1 0 0,-1 0-1 0 0,1-1 1 0 0,-4 2-1 0 0,2 0 12 0 0,-1 0 0 0 0,0 0 0 0 0,-1-1 0 0 0,1 0-1 0 0,0 0 1 0 0,-1 0 0 0 0,1 0 0 0 0,-11 1 0 0 0,0-4 24 0 0,0-1-1 0 0,1 0 1 0 0,-21-7 0 0 0,-24-3 92 0 0,39 9-129 0 0,1-2-1 0 0,0 0 1 0 0,1-1-1 0 0,-1-1 1 0 0,1-1 0 0 0,1-1-1 0 0,-20-12 1 0 0,28 16-12 0 0,-6-3-39 0 0,0 2 0 0 0,0 0 0 0 0,0 1 0 0 0,0 0 0 0 0,-1 2 0 0 0,-26-3 0 0 0,-107 1 21 0 0,41 3 69 0 0,44-6-7 0 0,-100-23-1 0 0,-27-5-130 0 0,157 34 41 0 0,-37 2 0 0 0,44 1-24 0 0,0-1 0 0 0,-46-6 0 0 0,68 4-106 0 0,0 1 0 0 0,1-1 0 0 0,-1-1 0 0 0,1 1 0 0 0,0-1 0 0 0,0 0 1 0 0,0 0-1 0 0,-8-6 0 0 0,-1-2-3389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803 336 6449 0 0,'-1'0'93'0'0,"1"-1"0"0"0,-1 1-1 0 0,0-1 1 0 0,1 1-1 0 0,-1-1 1 0 0,0 1-1 0 0,1-1 1 0 0,-1 1 0 0 0,0-1-1 0 0,1 1 1 0 0,-1 0-1 0 0,0 0 1 0 0,0-1-1 0 0,0 1 1 0 0,1 0 0 0 0,-1 0-1 0 0,0 0 1 0 0,0 0-1 0 0,0 0 1 0 0,1 0-1 0 0,-1 0 1 0 0,0 0 0 0 0,-1 0-1 0 0,1 1-67 0 0,0-1 1 0 0,0 0-1 0 0,0 0 0 0 0,0 0 0 0 0,0 0 1 0 0,0 0-1 0 0,0 0 0 0 0,0 0 0 0 0,0 0 1 0 0,0 0-1 0 0,0 0 0 0 0,0-1 0 0 0,1 1 1 0 0,-1 0-1 0 0,0-1 0 0 0,0 1 0 0 0,0 0 1 0 0,0-1-1 0 0,0 1 0 0 0,1-1 0 0 0,-1 0 1 0 0,0 1-1 0 0,0-1 0 0 0,1 0 0 0 0,-1 1 1 0 0,1-1-1 0 0,-2-1 0 0 0,2 1 98 0 0,0 0-1 0 0,0 0 1 0 0,0 0-1 0 0,0 0 1 0 0,-1 0 0 0 0,1 0-1 0 0,0 0 1 0 0,0 0-1 0 0,-1 1 1 0 0,1-1-1 0 0,-1 0 1 0 0,1 0 0 0 0,-1 0-1 0 0,1 0 1 0 0,-1 1-1 0 0,1-1 1 0 0,-1 0 0 0 0,0 1-1 0 0,1-1 1 0 0,-1 0-1 0 0,0 1 1 0 0,0-1-1 0 0,1 1 1 0 0,-2-1 0 0 0,-1-1 65 0 0,0 1 0 0 0,0 0 0 0 0,0 1 1 0 0,0-1-1 0 0,0 0 0 0 0,0 1 1 0 0,-5-1-1 0 0,-3 1 216 0 0,1 0 0 0 0,-1 1 0 0 0,-15 4 0 0 0,5-1-82 0 0,0 0 0 0 0,1-1 0 0 0,-2-1 0 0 0,1-1 0 0 0,0-1 1 0 0,-28-4-1 0 0,49 4-294 0 0,-1 0 1 0 0,1 0-1 0 0,0 0 1 0 0,0 0-1 0 0,-1 0 1 0 0,1-1-1 0 0,0 1 1 0 0,-1 0-1 0 0,1 0 1 0 0,0 0 0 0 0,0-1-1 0 0,-1 1 1 0 0,1 0-1 0 0,0-1 1 0 0,0 1-1 0 0,0 0 1 0 0,-1 0-1 0 0,1-1 1 0 0,0 1-1 0 0,0 0 1 0 0,0-1-1 0 0,0 1 1 0 0,0 0-1 0 0,0-1 1 0 0,0 1-1 0 0,0 0 1 0 0,0-1-1 0 0,0 1 1 0 0,0 0-1 0 0,0-1 1 0 0,0 1-1 0 0,0 0 1 0 0,0-1 0 0 0,0 1-1 0 0,0 0 1 0 0,0-1-1 0 0,0 1 1 0 0,0 0-1 0 0,0-1 1 0 0,1 1-1 0 0,8-22 829 0 0,0-3 29 0 0,-10 22-844 0 0,1 1 1 0 0,-1-1-1 0 0,1 0 0 0 0,-1 1 0 0 0,0-1 0 0 0,0 0 0 0 0,-1 1 0 0 0,1-1 0 0 0,0 1 0 0 0,-1 0 0 0 0,0-1 0 0 0,1 1 0 0 0,-1 0 0 0 0,0 0 0 0 0,-2-2 0 0 0,-37-30 327 0 0,32 28-273 0 0,-24-20 212 0 0,-47-34 118 0 0,70 54-417 0 0,0 0 1 0 0,0 0-1 0 0,-1 2 0 0 0,0-1 0 0 0,0 1 1 0 0,-15-4-1 0 0,6 6 43 0 0,1 0 1 0 0,-29 1-1 0 0,35 1-18 0 0,0 1 1 0 0,0-2-1 0 0,1 0 0 0 0,-1-1 1 0 0,0 0-1 0 0,0 0 1 0 0,-19-8-1 0 0,31 10-84 0 0,0 0-1 0 0,1 0 1 0 0,-1 0 0 0 0,0-1 0 0 0,1 1-1 0 0,-1 0 1 0 0,0 0 0 0 0,1-1-1 0 0,-1 1 1 0 0,0 0 0 0 0,1-1 0 0 0,-1 1-1 0 0,1 0 1 0 0,-1-1 0 0 0,1 1-1 0 0,-1-1 1 0 0,1 1 0 0 0,-1-1 0 0 0,1 1-1 0 0,-1-1 1 0 0,1 0 0 0 0,-1 1-1 0 0,1-1 1 0 0,0 1 0 0 0,0-1 0 0 0,-1 0-1 0 0,1 1 1 0 0,0-1 0 0 0,0 0-1 0 0,0 0 1 0 0,-1 1 0 0 0,1-1 0 0 0,0 0-1 0 0,0 1 1 0 0,0-1 0 0 0,0 0-1 0 0,0 1 1 0 0,1-1 0 0 0,-1 0 0 0 0,0 0-1 0 0,0 1 1 0 0,0-1 0 0 0,1 0-1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10 286 456 0 0,'-5'-18'4867'0'0,"1"-5"2991"0"0,11 6-8308 0 0,22-19 2425 0 0,56-53 0 0 0,-70 75-1607 0 0,0 1 0 0 0,1 1 0 0 0,1 1 0 0 0,-1 0 0 0 0,2 1 0 0 0,26-11 0 0 0,-40 19-320 0 0,0 0 0 0 0,0 1 0 0 0,0-1 0 0 0,1 1 0 0 0,-1 0 0 0 0,1 1-1 0 0,-1-1 1 0 0,0 1 0 0 0,1 0 0 0 0,-1 0 0 0 0,1 0 0 0 0,-1 0-1 0 0,1 1 1 0 0,-1 0 0 0 0,0 0 0 0 0,1 0 0 0 0,-1 0 0 0 0,0 1-1 0 0,0 0 1 0 0,0 0 0 0 0,0 0 0 0 0,0 0 0 0 0,0 0 0 0 0,-1 1 0 0 0,1 0-1 0 0,-1 0 1 0 0,0 0 0 0 0,0 0 0 0 0,0 0 0 0 0,0 1 0 0 0,0-1-1 0 0,-1 1 1 0 0,1 0 0 0 0,-1-1 0 0 0,0 1 0 0 0,0 0 0 0 0,-1 1 0 0 0,1-1-1 0 0,-1 0 1 0 0,0 0 0 0 0,0 1 0 0 0,0-1 0 0 0,0 1 0 0 0,-1-1-1 0 0,0 0 1 0 0,0 1 0 0 0,-1 7 0 0 0,-1 3 55 0 0,0 0 0 0 0,-1-1 0 0 0,-1 0-1 0 0,-8 21 1 0 0,7-21-30 0 0,0 1 0 0 0,1 0 0 0 0,-4 28-1 0 0,8-42-72 0 0,0 1 0 0 0,0 0 0 0 0,0 0 0 0 0,0-1 0 0 0,1 1 0 0 0,-1 0 0 0 0,1-1 0 0 0,-1 1 0 0 0,1 0 0 0 0,-1-1 0 0 0,1 1 0 0 0,0-1 0 0 0,0 1 0 0 0,0-1 0 0 0,0 1 0 0 0,0-1 0 0 0,0 0 0 0 0,0 1 0 0 0,0-1 0 0 0,1 0 0 0 0,-1 0-1 0 0,0 0 1 0 0,1 0 0 0 0,-1 0 0 0 0,1 0 0 0 0,-1 0 0 0 0,1 0 0 0 0,-1-1 0 0 0,1 1 0 0 0,0-1 0 0 0,3 1 0 0 0,6 2-6 0 0,0-1 1 0 0,1 0-1 0 0,21 0 1 0 0,-15-1 2 0 0,-5 0-8 0 0,-1 0 1 0 0,1 1 0 0 0,0 1 0 0 0,-1 0-1 0 0,1 1 1 0 0,20 9 0 0 0,-27-9 4 0 0,1 0 1 0 0,0 0-1 0 0,-1 1 1 0 0,0-1-1 0 0,0 2 1 0 0,0-1-1 0 0,-1 0 0 0 0,1 1 1 0 0,-1 0-1 0 0,-1 1 1 0 0,1-1-1 0 0,5 12 1 0 0,-7-12 4 0 0,0 1 0 0 0,0 1 0 0 0,0-1 0 0 0,-1 0 0 0 0,0 0 0 0 0,0 1 0 0 0,-1-1 0 0 0,0 1 0 0 0,-1 0 0 0 0,1-1 0 0 0,-1 1 0 0 0,-1 0 0 0 0,-1 9 0 0 0,0-6 48 0 0,-1 1 0 0 0,-1-1 0 0 0,0 0 0 0 0,0 0 1 0 0,-1 0-1 0 0,-1 0 0 0 0,-11 16 0 0 0,-6 3-157 0 0,-1-2 1 0 0,-1-1-1 0 0,-1-1 0 0 0,-42 32 0 0 0,59-50-1682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0 504 6449 0 0,'23'-4'3925'0'0,"52"-19"3001"0"0,-57 16-6258 0 0,0 1-1 0 0,0 1 1 0 0,1 0 0 0 0,0 2-1 0 0,36-3 1 0 0,-55 6-666 0 0,1 0-1 0 0,0-1 1 0 0,-1 1-1 0 0,1 0 1 0 0,0 0 0 0 0,-1 0-1 0 0,1 0 1 0 0,-1-1-1 0 0,1 1 1 0 0,-1 0 0 0 0,1-1-1 0 0,-1 1 1 0 0,1 0 0 0 0,-1-1-1 0 0,1 1 1 0 0,-1 0-1 0 0,1-1 1 0 0,-1 1 0 0 0,1-1-1 0 0,-1 1 1 0 0,0-1-1 0 0,1 1 1 0 0,-1-1 0 0 0,0 1-1 0 0,0-1 1 0 0,1 0 0 0 0,-1 1-1 0 0,0-1 1 0 0,0 0-1 0 0,3-27 91 0 0,-14-38 67 0 0,9 56-151 0 0,-3-13 106 0 0,2 0 0 0 0,0-1 0 0 0,1 1 0 0 0,3-40 0 0 0,-1 56-84 0 0,1 0 0 0 0,0 0 1 0 0,0-1-1 0 0,1 1 0 0 0,0 0 1 0 0,0 0-1 0 0,1 1 0 0 0,-1-1 0 0 0,2 0 1 0 0,-1 1-1 0 0,1 0 0 0 0,0-1 1 0 0,0 2-1 0 0,1-1 0 0 0,-1 0 1 0 0,1 1-1 0 0,0 0 0 0 0,1 0 1 0 0,8-6-1 0 0,1 4 14 0 0,1 0 0 0 0,0 2 0 0 0,0-1 0 0 0,0 2 0 0 0,1 0 0 0 0,31-3 0 0 0,-45 7-40 0 0,0-1 1 0 0,0 1-1 0 0,-1 0 0 0 0,1 0 1 0 0,0 1-1 0 0,-1-1 0 0 0,1 0 1 0 0,0 1-1 0 0,-1 0 0 0 0,1-1 1 0 0,0 1-1 0 0,-1 0 0 0 0,1 1 0 0 0,-1-1 1 0 0,0 0-1 0 0,1 1 0 0 0,-1-1 1 0 0,0 1-1 0 0,0 0 0 0 0,0-1 1 0 0,0 1-1 0 0,0 0 0 0 0,0 0 1 0 0,-1 0-1 0 0,1 1 0 0 0,-1-1 1 0 0,1 0-1 0 0,-1 1 0 0 0,0-1 1 0 0,0 1-1 0 0,0-1 0 0 0,0 1 1 0 0,1 4-1 0 0,2 10-13 0 0,-1 0 0 0 0,-1 1-1 0 0,0-1 1 0 0,-2 23 0 0 0,1-10-20 0 0,0-2-15 0 0,0-8 0 0 0,4 38 1 0 0,-4-54 44 0 0,0 0 0 0 0,0 0-1 0 0,0 0 1 0 0,0 0 0 0 0,0 0 0 0 0,1 0-1 0 0,0 0 1 0 0,0-1 0 0 0,0 1 0 0 0,0-1-1 0 0,0 1 1 0 0,1-1 0 0 0,0 0 0 0 0,-1 0-1 0 0,5 4 1 0 0,-4-6 23 0 0,0 0-1 0 0,0 0 0 0 0,0 0 1 0 0,-1 0-1 0 0,1 0 1 0 0,0 0-1 0 0,0-1 0 0 0,0 0 1 0 0,0 1-1 0 0,0-1 1 0 0,0 0-1 0 0,0 0 0 0 0,0-1 1 0 0,0 1-1 0 0,0-1 1 0 0,0 0-1 0 0,0 1 0 0 0,0-1 1 0 0,0 0-1 0 0,0-1 1 0 0,0 1-1 0 0,-1 0 0 0 0,3-3 1 0 0,10-4 90 0 0,0-2 1 0 0,23-18-1 0 0,-32 23-72 0 0,73-66 137 0 0,-55 47-818 0 0,2 1 0 0 0,0 2 1 0 0,38-24-1 0 0,-43 33-7155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10594 0 0,'0'-5'1143'0'0,"0"-1"-1"0"0,0 1 0 0 0,-1-1 1 0 0,0 1-1 0 0,0-1 0 0 0,0 1 0 0 0,0 0 1 0 0,-3-6-1 0 0,15 59 1242 0 0,-3-8-2251 0 0,100 480 231 0 0,-55-227-235 0 0,-45-257-1342 0 0,2 0 1 0 0,2-1-1 0 0,1 0 0 0 0,21 39 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2385 0 0,'0'-6'528'0'0,"0"-1"0"0"0,0 1 0 0 0,0-1 0 0 0,1 1 0 0 0,0-1 1 0 0,0 1-1 0 0,0 0 0 0 0,1 0 0 0 0,0-1 0 0 0,0 1 1 0 0,1 0-1 0 0,-1 1 0 0 0,5-8 0 0 0,2-2 1429 0 0,1 0 0 0 0,0 0 1 0 0,20-20-1 0 0,-20 24-1390 0 0,1 0 0 0 0,1 1 0 0 0,0 1-1 0 0,0 0 1 0 0,14-8 0 0 0,-20 14-507 0 0,-1 0-1 0 0,0 1 0 0 0,1-1 1 0 0,0 1-1 0 0,-1 0 1 0 0,1 0-1 0 0,0 1 0 0 0,0 0 1 0 0,0 0-1 0 0,0 0 0 0 0,0 1 1 0 0,0 0-1 0 0,1 0 1 0 0,-1 0-1 0 0,8 2 0 0 0,-11 0-56 0 0,0-1 0 0 0,0 1 0 0 0,-1 0 0 0 0,1 0 0 0 0,0 0 0 0 0,-1 0-1 0 0,1 0 1 0 0,-1 0 0 0 0,0 1 0 0 0,1-1 0 0 0,-1 1 0 0 0,0 0 0 0 0,-1-1-1 0 0,1 1 1 0 0,0 0 0 0 0,-1 0 0 0 0,0 0 0 0 0,1 0 0 0 0,-1 1 0 0 0,-1-1-1 0 0,1 0 1 0 0,0 0 0 0 0,-1 1 0 0 0,1 5 0 0 0,1 9-52 0 0,-1 0-1 0 0,-1 0 1 0 0,-2 19 0 0 0,-3-3-224 0 0,0-1 0 0 0,-18 53 0 0 0,12-46 249 0 0,-8 47 0 0 0,19-86 66 0 0,-1 0 0 0 0,1 1 0 0 0,0-1 0 0 0,-1 0 0 0 0,1 1 0 0 0,0-1 0 0 0,0 1 0 0 0,0-1 0 0 0,0 0 0 0 0,0 1 0 0 0,0-1 0 0 0,0 0 0 0 0,1 1-1 0 0,-1-1 1 0 0,0 1 0 0 0,1-1 0 0 0,-1 0 0 0 0,1 0 0 0 0,-1 1 0 0 0,1-1 0 0 0,0 0 0 0 0,0 0 0 0 0,-1 0 0 0 0,1 0 0 0 0,0 0 0 0 0,0 0 0 0 0,0 0 0 0 0,0 0 0 0 0,0 0 0 0 0,0 0 0 0 0,2 1 0 0 0,1-2 12 0 0,-1 1 0 0 0,1-1-1 0 0,0 1 1 0 0,-1-1 0 0 0,1 0 0 0 0,-1-1 0 0 0,1 1 0 0 0,0-1 0 0 0,-1 1 0 0 0,1-1 0 0 0,4-2 0 0 0,57-19-98 0 0,14-3-1315 0 0,-25 17-5282 0 0,-33 7 210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0,'1'0'288'0'0,"1"0"-288"0"0,0 0 0 0 0,0 0-112 0 0,-1 0-80 0 0,3 0-8 0 0,1 0-8 0 0,0 2 208 0 0,2 0-64 0 0,2 0 64 0 0,-2 1 0 0 0,-2-1 0 0 0,1-2-72 0 0,-3 0 72 0 0,-1 0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130 224 6449 0 0,'-3'-3'233'0'0,"-1"0"1"0"0,1 0-1 0 0,-1 0 0 0 0,0 0 0 0 0,0 1 0 0 0,-1 0 0 0 0,1 0 0 0 0,0 0 0 0 0,-1 0 0 0 0,1 1 1 0 0,-10-2-1 0 0,-1 1 2392 0 0,-1 0 1 0 0,-25 4 2582 0 0,41-2-5141 0 0,0 0 1 0 0,0 1 0 0 0,0-1-1 0 0,1 2 813 0 0,-1-2-812 0 0,8 13 1180 0 0,14 9-740 0 0,137 119 273 0 0,-140-125-763 0 0,0-2-1 0 0,0 0 1 0 0,1-1 0 0 0,1-1-1 0 0,1-1 1 0 0,-1 0 0 0 0,35 10-1 0 0,-54-25 110 0 0,0 1 0 0 0,0-1 0 0 0,0 0 0 0 0,0 0-1 0 0,-1 0 1 0 0,0 1 0 0 0,0-1 0 0 0,2-8 0 0 0,-3 10-76 0 0,22-106 833 0 0,13-49 580 0 0,-10 82-3701 0 0,10 3-3834 0 0,-18 44-2026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4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253 88 1840 0 0,'-4'-2'327'0'0,"0"-1"-1"0"0,0 1 0 0 0,0-1 0 0 0,0 1 1 0 0,0 0-1 0 0,-1 1 0 0 0,-7-3 0 0 0,11 3-137 0 0,-1 1-1 0 0,0-1 0 0 0,0 0 1 0 0,0 1-1 0 0,1 0 0 0 0,-1-1 1 0 0,0 1-1 0 0,0 0 0 0 0,0 0 1 0 0,0 0-1 0 0,1 0 0 0 0,-1 0 1 0 0,0 1-1 0 0,0-1 0 0 0,0 1 1 0 0,1-1-1 0 0,-1 1 0 0 0,0-1 1 0 0,0 1-1 0 0,1 0 1 0 0,-3 1-1 0 0,3 0 28 0 0,0 0 1 0 0,0 0-1 0 0,0-1 0 0 0,1 1 1 0 0,-1 0-1 0 0,1 0 0 0 0,0 0 1 0 0,-1 0-1 0 0,1-1 0 0 0,0 1 1 0 0,0 0-1 0 0,0 0 0 0 0,0 0 1 0 0,0 0-1 0 0,1 0 0 0 0,0 3 1 0 0,11 34 1371 0 0,-8-25-980 0 0,-4-13-581 0 0,18 47 663 0 0,-16-45-679 0 0,-1 0 0 0 0,1 0 1 0 0,0 0-1 0 0,0 0 0 0 0,0 0 0 0 0,0-1 1 0 0,0 1-1 0 0,1-1 0 0 0,0 1 1 0 0,-1-1-1 0 0,1 0 0 0 0,5 3 0 0 0,-8-5-10 0 0,1 0 0 0 0,-1 0 0 0 0,1 0 0 0 0,-1 0 0 0 0,1 0 0 0 0,-1 0 0 0 0,1 0 0 0 0,-1 0 0 0 0,0 0 0 0 0,1-1 0 0 0,-1 1 0 0 0,1 0 0 0 0,-1 0 0 0 0,0 0 0 0 0,1 0 0 0 0,-1-1 0 0 0,1 1 0 0 0,-1 0 0 0 0,0-1 0 0 0,1 1 0 0 0,-1 0 0 0 0,0 0 0 0 0,0-1 0 0 0,1 1 0 0 0,-1-1 0 0 0,0 1 0 0 0,0 0 0 0 0,1-1 0 0 0,-1 1 0 0 0,0-1 0 0 0,0 1 0 0 0,0 0 0 0 0,0-1 0 0 0,1 1 0 0 0,-1-1 0 0 0,0 1 0 0 0,0-1 0 0 0,0 1 0 0 0,0 0 0 0 0,0-1 0 0 0,0 1 0 0 0,0-1 0 0 0,-1 1 0 0 0,1-1 0 0 0,0 0 0 0 0,1-22 224 0 0,-2 9-112 0 0,-1-1-1 0 0,-1 0 1 0 0,0 1-1 0 0,0 0 1 0 0,-1 0 0 0 0,-9-19-1 0 0,11 27-83 0 0,-1 0 1 0 0,0 0-1 0 0,-1 0 0 0 0,0 0 0 0 0,1 1 0 0 0,-2-1 0 0 0,1 1 1 0 0,-1 0-1 0 0,1 0 0 0 0,-1 1 0 0 0,-1-1 0 0 0,1 1 0 0 0,-1 0 1 0 0,1 1-1 0 0,-13-6 0 0 0,16 8-16 0 0,0 0 0 0 0,-1 0 1 0 0,1 1-1 0 0,-1 0 0 0 0,1-1 0 0 0,0 1 0 0 0,-1 0 1 0 0,1 0-1 0 0,-1 0 0 0 0,1 0 0 0 0,0 0 0 0 0,-1 1 0 0 0,1-1 1 0 0,-1 1-1 0 0,1 0 0 0 0,0 0 0 0 0,0-1 0 0 0,-3 3 1 0 0,0 0 45 0 0,1 0 0 0 0,0 0 0 0 0,0 0 0 0 0,0 0 0 0 0,1 1 0 0 0,-1 0-1 0 0,1-1 1 0 0,-4 7 0 0 0,-1 2 69 0 0,2 0 0 0 0,-1 0-1 0 0,1 0 1 0 0,1 1-1 0 0,-6 22 1 0 0,9-27-163 0 0,0 0 1 0 0,1 0-1 0 0,0 0 0 0 0,0 0 1 0 0,1 0-1 0 0,-1 0 0 0 0,2 0 1 0 0,-1 0-1 0 0,4 15 0 0 0,-3-20 23 0 0,0 0 1 0 0,0-1-1 0 0,1 1 0 0 0,-1 0 1 0 0,1-1-1 0 0,-1 1 0 0 0,1-1 1 0 0,0 1-1 0 0,0-1 0 0 0,0 0 0 0 0,0 0 1 0 0,0 0-1 0 0,0 0 0 0 0,1 0 1 0 0,-1 0-1 0 0,1-1 0 0 0,-1 1 1 0 0,1-1-1 0 0,0 0 0 0 0,-1 0 0 0 0,1 0 1 0 0,0 0-1 0 0,0 0 0 0 0,0 0 1 0 0,0-1-1 0 0,0 0 0 0 0,0 1 1 0 0,0-1-1 0 0,0 0 0 0 0,3-1 0 0 0,-3 2-5 0 0,1-1-1 0 0,-1-1 1 0 0,1 1-1 0 0,-1 0 1 0 0,1-1-1 0 0,-1 0 1 0 0,1 1-1 0 0,-1-2 1 0 0,1 1-1 0 0,-1 0 0 0 0,0-1 1 0 0,0 1-1 0 0,0-1 1 0 0,0 0-1 0 0,0 0 1 0 0,0 0-1 0 0,0 0 1 0 0,0-1-1 0 0,-1 1 1 0 0,1-1-1 0 0,2-3 1 0 0,-3 2 44 0 0,0-1 1 0 0,0 1-1 0 0,0 0 1 0 0,0 0 0 0 0,-1-1-1 0 0,0 1 1 0 0,0-1-1 0 0,0 1 1 0 0,0-1-1 0 0,-1 0 1 0 0,0 1 0 0 0,0-1-1 0 0,0 1 1 0 0,-2-9-1 0 0,1 7 29 0 0,0-1 0 0 0,-1 1 0 0 0,0 0 0 0 0,0 0 0 0 0,0 0 0 0 0,-1 0 0 0 0,0 0 0 0 0,0 1 0 0 0,-1-1 0 0 0,-6-8 0 0 0,7 11-44 0 0,0 0 0 0 0,0 0 0 0 0,0 0 0 0 0,0 1 0 0 0,0-1 0 0 0,0 1 1 0 0,-1 0-1 0 0,1 0 0 0 0,-1 0 0 0 0,1 0 0 0 0,-1 1 0 0 0,0-1 0 0 0,0 1 0 0 0,0 0 1 0 0,0 0-1 0 0,1 1 0 0 0,-9-1 0 0 0,11 0-17 0 0,0 1 0 0 0,0 0 0 0 0,0 0 0 0 0,0 0 0 0 0,-1 0 0 0 0,1 0 0 0 0,0 0 0 0 0,0 0 0 0 0,0 1 0 0 0,0-1 0 0 0,0 0 0 0 0,0 0 0 0 0,0 1 0 0 0,-1-1 0 0 0,1 1 0 0 0,0-1 0 0 0,0 1 0 0 0,0 0 0 0 0,1-1 0 0 0,-1 1 0 0 0,0 0 0 0 0,0-1 0 0 0,0 1 0 0 0,0 0 0 0 0,1 0 0 0 0,-1 0 0 0 0,0 0 0 0 0,1 0 0 0 0,-1 0 0 0 0,1 0 0 0 0,-1 0 0 0 0,1 0 1 0 0,-1 0-1 0 0,1 0 0 0 0,0 0 0 0 0,-1 0 0 0 0,1 0 0 0 0,0 1 0 0 0,0-1 0 0 0,0 0 0 0 0,0 0 0 0 0,0 0 0 0 0,0 0 0 0 0,0 0 0 0 0,1 1 0 0 0,-1-1 0 0 0,0 0 0 0 0,0 0 0 0 0,1 0 0 0 0,-1 0 0 0 0,1 1 0 0 0,1 3-37 0 0,0 0 1 0 0,1 0-1 0 0,-1-1 1 0 0,1 1-1 0 0,-1-1 1 0 0,1 0-1 0 0,1 1 0 0 0,-1-2 1 0 0,1 1-1 0 0,4 5 1 0 0,1-4 31 0 0,-1 0 0 0 0,1-1 1 0 0,0 1-1 0 0,0-2 0 0 0,0 1 0 0 0,1-1 1 0 0,15 3-1 0 0,-18-5 13 0 0,0 0 1 0 0,-1 0 0 0 0,1 0-1 0 0,0-1 1 0 0,-1 0-1 0 0,1-1 1 0 0,0 1-1 0 0,0-1 1 0 0,-1 0-1 0 0,1-1 1 0 0,-1 0-1 0 0,7-2 1 0 0,-12 4 10 0 0,-1-1 1 0 0,1 1 0 0 0,-1 0-1 0 0,1 0 1 0 0,-1-1 0 0 0,0 1-1 0 0,1 0 1 0 0,-1-1-1 0 0,1 1 1 0 0,-1 0 0 0 0,0-1-1 0 0,1 1 1 0 0,-1 0 0 0 0,0-1-1 0 0,0 1 1 0 0,1-1-1 0 0,-1 1 1 0 0,0-1 0 0 0,0 1-1 0 0,0-1 1 0 0,0 1 0 0 0,1-1-1 0 0,-1 1 1 0 0,0-1-1 0 0,0 1 1 0 0,0-1 0 0 0,0 1-1 0 0,0-1 1 0 0,0 1 0 0 0,0-1-1 0 0,0 1 1 0 0,-1-1-1 0 0,1 0 1 0 0,-12-19 299 0 0,-24-10 4 0 0,32 27-287 0 0,0 1-1 0 0,0 0 1 0 0,0 0-1 0 0,-1 0 0 0 0,1 0 1 0 0,0 0-1 0 0,-1 1 1 0 0,0 0-1 0 0,1 0 0 0 0,-1 0 1 0 0,0 0-1 0 0,1 1 1 0 0,-11 0-1 0 0,13 1-8 0 0,0-1 0 0 0,0 1 0 0 0,0 0 0 0 0,-1 0 0 0 0,1 0-1 0 0,0 0 1 0 0,0 0 0 0 0,0 0 0 0 0,0 0 0 0 0,1 1 0 0 0,-1-1 0 0 0,0 1 0 0 0,0-1 0 0 0,1 1 0 0 0,-1 0 0 0 0,1 0 0 0 0,0 0-1 0 0,-1-1 1 0 0,1 1 0 0 0,0 0 0 0 0,0 1 0 0 0,0-1 0 0 0,0 0 0 0 0,1 0 0 0 0,-1 0 0 0 0,1 1 0 0 0,-1-1 0 0 0,1 0 0 0 0,0 0-1 0 0,-1 1 1 0 0,1 2 0 0 0,0-4-89 0 0,0 1 0 0 0,0-1-1 0 0,0 1 1 0 0,0 0-1 0 0,1-1 1 0 0,-1 1 0 0 0,0-1-1 0 0,1 1 1 0 0,-1 0-1 0 0,1-1 1 0 0,-1 1 0 0 0,1-1-1 0 0,0 1 1 0 0,-1-1 0 0 0,1 0-1 0 0,1 2 1 0 0,-1-2-107 0 0,0 0 1 0 0,-1-1-1 0 0,1 1 1 0 0,0-1-1 0 0,-1 1 1 0 0,1-1-1 0 0,0 0 1 0 0,0 1-1 0 0,-1-1 1 0 0,1 0-1 0 0,0 1 1 0 0,0-1-1 0 0,0 0 1 0 0,-1 0-1 0 0,1 0 1 0 0,0 0-1 0 0,0 0 1 0 0,0 0-1 0 0,0 0 1 0 0,0 0 0 0 0,-1 0-1 0 0,2 0 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4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89 105 6913 0 0,'-3'-3'146'0'0,"1"1"-1"0"0,0-1 0 0 0,-1 1 1 0 0,0 0-1 0 0,1 0 0 0 0,-1 1 1 0 0,0-1-1 0 0,0 0 0 0 0,0 1 0 0 0,0 0 1 0 0,-4-2-1 0 0,6 3-22 0 0,-1 0 0 0 0,1 0-1 0 0,-1 0 1 0 0,0 0 0 0 0,1 0 0 0 0,-1 1-1 0 0,1-1 1 0 0,-1 0 0 0 0,1 1 0 0 0,-1-1 0 0 0,1 1-1 0 0,-1-1 1 0 0,1 1 0 0 0,-1 0 0 0 0,1 0-1 0 0,0 0 1 0 0,-1-1 0 0 0,1 1 0 0 0,0 0 0 0 0,0 1-1 0 0,0-1 1 0 0,0 0 0 0 0,0 0 0 0 0,0 0-1 0 0,-2 3 1 0 0,1-1-25 0 0,1-1-1 0 0,-1 1 1 0 0,1 0 0 0 0,-1 0-1 0 0,1-1 1 0 0,0 1-1 0 0,0 0 1 0 0,0 0 0 0 0,0 0-1 0 0,1 0 1 0 0,-1 0-1 0 0,1 0 1 0 0,0 1 0 0 0,0-1-1 0 0,0 0 1 0 0,0 0 0 0 0,1 0-1 0 0,-1 0 1 0 0,1 0-1 0 0,1 5 1 0 0,0-3-23 0 0,0 0 0 0 0,1 0 0 0 0,-1-1 1 0 0,1 1-1 0 0,0-1 0 0 0,0 0 0 0 0,0 0 0 0 0,1 0 0 0 0,0 0 0 0 0,-1-1 1 0 0,9 7-1 0 0,-7-7-35 0 0,-1 0 0 0 0,1-1 1 0 0,-1 1-1 0 0,1-1 0 0 0,0 0 0 0 0,0 0 0 0 0,0 0 1 0 0,0-1-1 0 0,0 0 0 0 0,0 0 0 0 0,10 1 1 0 0,-12-2-4 0 0,0 0 1 0 0,0-1 0 0 0,0 1 0 0 0,0 0 0 0 0,0-1-1 0 0,0 0 1 0 0,0 0 0 0 0,0 0 0 0 0,0 0-1 0 0,-1 0 1 0 0,1 0 0 0 0,0-1 0 0 0,-1 1-1 0 0,1-1 1 0 0,-1 0 0 0 0,1 0 0 0 0,-1 0-1 0 0,0 0 1 0 0,0 0 0 0 0,4-5 0 0 0,-4 2 9 0 0,1 0 1 0 0,-1 1-1 0 0,0-1 0 0 0,-1 0 1 0 0,1 0-1 0 0,-1 0 0 0 0,0-1 1 0 0,0 1-1 0 0,0 0 1 0 0,-1 0-1 0 0,0-1 0 0 0,0 1 1 0 0,0 0-1 0 0,-1 0 0 0 0,0 0 1 0 0,0-1-1 0 0,-3-9 1 0 0,1 4 59 0 0,-1 0 1 0 0,0 0 0 0 0,-1 0 0 0 0,0 1-1 0 0,-1 0 1 0 0,0 0 0 0 0,-8-10 0 0 0,13 19-57 0 0,0-1 0 0 0,0 1 1 0 0,0-1-1 0 0,0 1 0 0 0,-1-1 1 0 0,1 1-1 0 0,0 0 0 0 0,-1 0 1 0 0,1 0-1 0 0,-1-1 0 0 0,0 1 0 0 0,1 1 1 0 0,-1-1-1 0 0,0 0 0 0 0,1 0 1 0 0,-1 1-1 0 0,0-1 0 0 0,0 1 1 0 0,0-1-1 0 0,-3 1 0 0 0,4 0 11 0 0,-1 1-1 0 0,1-1 1 0 0,0 1 0 0 0,-1-1-1 0 0,1 1 1 0 0,0 0-1 0 0,-1 0 1 0 0,1-1 0 0 0,0 1-1 0 0,0 0 1 0 0,0 0 0 0 0,0 0-1 0 0,0 1 1 0 0,0-1-1 0 0,0 0 1 0 0,0 0 0 0 0,0 0-1 0 0,1 1 1 0 0,-2 2-1 0 0,-2 5 97 0 0,1 0 0 0 0,0 1 0 0 0,0-1 0 0 0,1 1 0 0 0,0 0 0 0 0,0 11 0 0 0,2 45 476 0 0,8-34-1559 0 0,8-5-4684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5.4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7 6913 0 0,'-14'-6'4215'0'0,"12"18"771"0"0,2-4-6105 0 0,11 153 4329 0 0,0-43-2579 0 0,-4 277 183 0 0,2-291-1194 0 0,-6-88-6111 0 0,-3-29 4922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5.7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5985 0 0,'0'-1'4403'0'0,"6"0"-3502"0"0,2 2-525 0 0,-1-1-1 0 0,1 1 1 0 0,0 0 0 0 0,-1 0-1 0 0,1 1 1 0 0,-1 0 0 0 0,1 0-1 0 0,-1 1 1 0 0,0 0-1 0 0,0 0 1 0 0,0 1 0 0 0,0 0-1 0 0,-1 0 1 0 0,1 1 0 0 0,10 9-1 0 0,11 12 566 0 0,-2 0 0 0 0,26 34 0 0 0,-23-26-507 0 0,70 97 430 0 0,-26-30-1576 0 0,-70-98 412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5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3 156 10594 0 0,'-1'0'13'0'0,"1"-1"0"0"0,0 1 0 0 0,0 0 0 0 0,0 0 0 0 0,0 0 0 0 0,0 0 0 0 0,-1 0 0 0 0,1 0 0 0 0,0-1 0 0 0,0 1 0 0 0,0 0 0 0 0,0 0 0 0 0,0 0 0 0 0,0 0 0 0 0,0 0 0 0 0,-1-1 0 0 0,1 1 0 0 0,0 0 0 0 0,0 0 0 0 0,0 0 0 0 0,0-1 0 0 0,0 1 0 0 0,0 0 0 0 0,0 0 0 0 0,0 0 0 0 0,0-1 0 0 0,0 1 0 0 0,0 0 0 0 0,0 0 0 0 0,0 0 0 0 0,0-1 0 0 0,0 1 0 0 0,0 0 0 0 0,0 0 0 0 0,1 0 0 0 0,-1 0 0 0 0,0-1 0 0 0,0 1 0 0 0,0 0 0 0 0,0 0 0 0 0,9-11-556 0 0,16-8-188 0 0,-22 17 1098 0 0,14-10 442 0 0,14-11-426 0 0,2 1 0 0 0,57-28 1 0 0,-70 41-384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7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14 157 3225 0 0,'-14'-22'6142'0'0,"19"35"-3827"0"0,-1-4-2178 0 0,5 13 900 0 0,19 34 0 0 0,-26-52-950 0 0,1 0 0 0 0,-1-1 0 0 0,1 1 0 0 0,-1 0 0 0 0,1-1 0 0 0,0 0 0 0 0,0 1 0 0 0,1-1 0 0 0,-1-1 0 0 0,1 1 0 0 0,-1 0 0 0 0,1-1 0 0 0,0 0-1 0 0,0 1 1 0 0,0-2 0 0 0,5 3 0 0 0,-7-4-46 0 0,1 0 0 0 0,0 0 0 0 0,0-1-1 0 0,0 1 1 0 0,-1 0 0 0 0,1-1 0 0 0,0 0 0 0 0,0 0-1 0 0,-1 0 1 0 0,1 0 0 0 0,-1 0 0 0 0,1 0-1 0 0,-1 0 1 0 0,1-1 0 0 0,-1 0 0 0 0,0 1 0 0 0,0-1-1 0 0,0 0 1 0 0,0 0 0 0 0,0 0 0 0 0,0 0-1 0 0,0 0 1 0 0,-1-1 0 0 0,1 1 0 0 0,1-5 0 0 0,3-2 142 0 0,-1 0 0 0 0,-1 0 1 0 0,0 0-1 0 0,0-1 0 0 0,3-17 1 0 0,-5 19-177 0 0,-1-1 1 0 0,-1 1-1 0 0,1 0 1 0 0,-1-1-1 0 0,-1 1 1 0 0,0-1-1 0 0,-3-12 1 0 0,4 18-8 0 0,-1 0 1 0 0,1 1 0 0 0,-1-1 0 0 0,0 1-1 0 0,0-1 1 0 0,0 1 0 0 0,0-1-1 0 0,0 1 1 0 0,-1-1 0 0 0,1 1 0 0 0,-1 0-1 0 0,1 0 1 0 0,-1 0 0 0 0,0 0-1 0 0,0 0 1 0 0,0 0 0 0 0,0 0 0 0 0,0 1-1 0 0,0-1 1 0 0,-1 1 0 0 0,1-1-1 0 0,0 1 1 0 0,-1 0 0 0 0,1 0 0 0 0,-1 0-1 0 0,0 0 1 0 0,-3 0 0 0 0,4 1 14 0 0,-1 0-1 0 0,1 1 1 0 0,-1-1 0 0 0,1 1 0 0 0,0 0-1 0 0,-1-1 1 0 0,1 1 0 0 0,0 0 0 0 0,-1 1-1 0 0,1-1 1 0 0,0 0 0 0 0,0 1 0 0 0,0-1 0 0 0,0 1-1 0 0,0-1 1 0 0,0 1 0 0 0,1 0 0 0 0,-1 0-1 0 0,0 0 1 0 0,1 0 0 0 0,0 0 0 0 0,-1 0 0 0 0,1 0-1 0 0,0 1 1 0 0,-1 3 0 0 0,-3 4 57 0 0,1 1 0 0 0,0 0 0 0 0,0 0 0 0 0,-1 14 0 0 0,4-17-100 0 0,0 1 1 0 0,0 0-1 0 0,1-1 1 0 0,0 1-1 0 0,1 0 1 0 0,0-1-1 0 0,0 1 1 0 0,1-1-1 0 0,0 1 1 0 0,1-1-1 0 0,3 9 1 0 0,-5-14 25 0 0,0 0 1 0 0,1-1-1 0 0,-1 1 0 0 0,1 0 1 0 0,-1 0-1 0 0,1-1 1 0 0,0 1-1 0 0,0-1 1 0 0,0 0-1 0 0,0 1 0 0 0,1-1 1 0 0,-1 0-1 0 0,1 0 1 0 0,-1-1-1 0 0,1 1 0 0 0,0 0 1 0 0,-1-1-1 0 0,1 0 1 0 0,0 1-1 0 0,0-1 0 0 0,0 0 1 0 0,0-1-1 0 0,0 1 1 0 0,0 0-1 0 0,0-1 1 0 0,1 0-1 0 0,-1 0 0 0 0,0 0 1 0 0,0 0-1 0 0,0 0 1 0 0,0-1-1 0 0,0 1 0 0 0,5-2 1 0 0,-6 1-9 0 0,1 1 0 0 0,-1-1 0 0 0,1 0 1 0 0,-1 0-1 0 0,0 0 0 0 0,1 0 0 0 0,-1 0 0 0 0,0-1 0 0 0,0 1 1 0 0,0-1-1 0 0,0 0 0 0 0,0 1 0 0 0,0-1 0 0 0,0 0 0 0 0,-1 0 1 0 0,1 0-1 0 0,-1 0 0 0 0,1 0 0 0 0,-1-1 0 0 0,1-2 0 0 0,0 2-2 0 0,-1-1-1 0 0,0-1 0 0 0,-1 1 0 0 0,1 0 0 0 0,-1 0 1 0 0,1 0-1 0 0,-1 0 0 0 0,-1 0 0 0 0,1 0 0 0 0,0-1 1 0 0,-3-5-1 0 0,1-1 48 0 0,-2 1 1 0 0,1-1 0 0 0,-2 1-1 0 0,1 0 1 0 0,-1 0-1 0 0,-1 0 1 0 0,0 1-1 0 0,-11-14 1 0 0,13 19-16 0 0,0 0 0 0 0,-1 0 0 0 0,1 0 0 0 0,-1 0 0 0 0,0 0 0 0 0,0 1 0 0 0,0 0 0 0 0,-1 0 0 0 0,1 1 0 0 0,-1-1 0 0 0,-10-2 0 0 0,14 5-12 0 0,0-1 1 0 0,0 1-1 0 0,1 0 1 0 0,-1 0-1 0 0,0 0 1 0 0,0 0-1 0 0,0 0 1 0 0,0 0-1 0 0,0 1 1 0 0,0-1-1 0 0,0 1 1 0 0,0-1-1 0 0,0 1 0 0 0,1 0 1 0 0,-1-1-1 0 0,-2 3 1 0 0,2-2-5 0 0,0 1 0 0 0,0 0 0 0 0,0 0 0 0 0,0 0 0 0 0,1 0 0 0 0,-1 0 0 0 0,1 0 0 0 0,0 1 0 0 0,0-1 0 0 0,-1 0 0 0 0,1 1 0 0 0,1-1 0 0 0,-1 1 0 0 0,0-1 0 0 0,0 5 0 0 0,0-5-7 0 0,1 0-1 0 0,-1 0 1 0 0,0 0-1 0 0,1 1 1 0 0,0-1 0 0 0,0 0-1 0 0,0 0 1 0 0,0 0 0 0 0,0 0-1 0 0,0 0 1 0 0,0 1-1 0 0,0-1 1 0 0,1 0 0 0 0,-1 0-1 0 0,1 0 1 0 0,0 0 0 0 0,0 0-1 0 0,0 0 1 0 0,0 0-1 0 0,0 0 1 0 0,0-1 0 0 0,0 1-1 0 0,0 0 1 0 0,1 0 0 0 0,-1-1-1 0 0,1 1 1 0 0,-1-1-1 0 0,1 0 1 0 0,0 1 0 0 0,-1-1-1 0 0,5 2 1 0 0,-3-2-3 0 0,1 0 0 0 0,0 0 0 0 0,-1-1 0 0 0,1 1 0 0 0,-1-1 0 0 0,1 0 0 0 0,0 0 0 0 0,0 0 0 0 0,-1-1 0 0 0,1 1 0 0 0,-1-1 0 0 0,1 0 0 0 0,0 0 0 0 0,-1 0 0 0 0,0 0 0 0 0,1-1 0 0 0,5-3 0 0 0,-2 1 37 0 0,-1-1-1 0 0,0 0 1 0 0,0 0 0 0 0,0 0-1 0 0,-1-1 1 0 0,1 0 0 0 0,-1 0-1 0 0,-1 0 1 0 0,1-1 0 0 0,-1 0-1 0 0,3-7 1 0 0,-5 12-6 0 0,-1 0-1 0 0,0-1 1 0 0,0 1-1 0 0,0 0 1 0 0,0 0 0 0 0,0-1-1 0 0,-1 1 1 0 0,1-1 0 0 0,-1 1-1 0 0,0-1 1 0 0,1 1-1 0 0,-1-1 1 0 0,0 1 0 0 0,0-1-1 0 0,-1 1 1 0 0,1-1 0 0 0,0 1-1 0 0,-1-1 1 0 0,0 1-1 0 0,1 0 1 0 0,-1-1 0 0 0,0 1-1 0 0,0 0 1 0 0,-1-1-1 0 0,1 1 1 0 0,0 0 0 0 0,-1 0-1 0 0,1 0 1 0 0,-1 0 0 0 0,0 0-1 0 0,1 1 1 0 0,-1-1-1 0 0,0 0 1 0 0,0 1 0 0 0,0-1-1 0 0,0 1 1 0 0,0 0 0 0 0,-4-2-1 0 0,2 2-24 0 0,0 0 0 0 0,1 0 0 0 0,-2 0 0 0 0,1 0-1 0 0,0 1 1 0 0,0 0 0 0 0,0-1 0 0 0,0 1 0 0 0,0 1 0 0 0,0-1 0 0 0,0 1 0 0 0,0-1-1 0 0,0 1 1 0 0,0 1 0 0 0,0-1 0 0 0,0 0 0 0 0,0 1 0 0 0,1 0 0 0 0,-1 0-1 0 0,0 0 1 0 0,1 0 0 0 0,-5 5 0 0 0,-1-1-364 0 0,0 2 0 0 0,1-1 0 0 0,0 1 1 0 0,0 0-1 0 0,1 1 0 0 0,0 0 0 0 0,-6 11 0 0 0,12-19 236 0 0,1 0-1 0 0,-1 0 1 0 0,1 0 0 0 0,-1 0-1 0 0,1-1 1 0 0,-1 1-1 0 0,1 0 1 0 0,0 0-1 0 0,-1 0 1 0 0,1 0 0 0 0,0 0-1 0 0,0 0 1 0 0,0 1-1 0 0,0-1 1 0 0,0 0-1 0 0,0 0 1 0 0,0 0 0 0 0,0 0-1 0 0,0 0 1 0 0,0 0-1 0 0,0 0 1 0 0,1 0-1 0 0,-1 0 1 0 0,1 0 0 0 0,-1 0-1 0 0,0 0 1 0 0,1-1-1 0 0,0 1 1 0 0,-1 0-1 0 0,1 0 1 0 0,-1 0 0 0 0,1 0-1 0 0,0-1 1 0 0,0 1-1 0 0,-1 0 1 0 0,3 0 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7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212 12 5985 0 0,'-3'-2'233'0'0,"-1"0"1"0"0,0 1-1 0 0,1-1 0 0 0,-1 1 0 0 0,0 0 1 0 0,0 0-1 0 0,0 1 0 0 0,0-1 0 0 0,1 1 0 0 0,-1-1 1 0 0,0 1-1 0 0,0 1 0 0 0,0-1 0 0 0,0 0 0 0 0,0 1 1 0 0,0 0-1 0 0,0 0 0 0 0,0 0 0 0 0,1 0 1 0 0,-1 1-1 0 0,0-1 0 0 0,1 1 0 0 0,0 0 0 0 0,-1 0 1 0 0,1 1-1 0 0,0-1 0 0 0,0 1 0 0 0,0-1 0 0 0,-4 5 1 0 0,4-4-109 0 0,0 0 1 0 0,0 0 0 0 0,1-1-1 0 0,-1 1 1 0 0,1 1 0 0 0,0-1 0 0 0,0 0-1 0 0,0 1 1 0 0,0-1 0 0 0,0 1-1 0 0,1-1 1 0 0,0 1 0 0 0,0 0 0 0 0,0 0-1 0 0,0-1 1 0 0,0 1 0 0 0,1 0-1 0 0,0 0 1 0 0,-1 0 0 0 0,2 0 0 0 0,-1 0-1 0 0,0 0 1 0 0,1 0 0 0 0,-1-1-1 0 0,1 1 1 0 0,0 0 0 0 0,1 0 0 0 0,-1-1-1 0 0,4 8 1 0 0,-4-10-71 0 0,0 1 0 0 0,0-1-1 0 0,0 0 1 0 0,0 0 0 0 0,0 0 0 0 0,0 1 0 0 0,0-1-1 0 0,0 0 1 0 0,0 0 0 0 0,1-1 0 0 0,-1 1 0 0 0,0 0-1 0 0,1 0 1 0 0,-1-1 0 0 0,0 1 0 0 0,1 0 0 0 0,-1-1-1 0 0,1 0 1 0 0,-1 1 0 0 0,1-1 0 0 0,-1 0 0 0 0,1 0-1 0 0,-1 0 1 0 0,1 0 0 0 0,0 0 0 0 0,-1 0 0 0 0,1 0-1 0 0,-1 0 1 0 0,1 0 0 0 0,-1-1 0 0 0,1 1 0 0 0,-1-1-1 0 0,1 1 1 0 0,-1-1 0 0 0,0 0 0 0 0,1 0 0 0 0,-1 1-1 0 0,0-1 1 0 0,0 0 0 0 0,1 0 0 0 0,-1 0 0 0 0,0 0-1 0 0,0 0 1 0 0,0-1 0 0 0,0 1 0 0 0,0 0 0 0 0,0 0-1 0 0,-1-1 1 0 0,1 1 0 0 0,0-1 0 0 0,-1 1 0 0 0,1 0-1 0 0,-1-1 1 0 0,1 1 0 0 0,-1-1 0 0 0,0 1 0 0 0,1-1-1 0 0,-1 0 1 0 0,0 1 0 0 0,0-1 0 0 0,0 1 0 0 0,0-1 0 0 0,-1-1-1 0 0,0-2 60 0 0,0 0 0 0 0,-1 0-1 0 0,1 0 1 0 0,-1 0 0 0 0,-1 0-1 0 0,1 1 1 0 0,0-1 0 0 0,-1 1-1 0 0,0 0 1 0 0,0-1-1 0 0,-1 1 1 0 0,1 1 0 0 0,-1-1-1 0 0,-6-5 1 0 0,8 8-106 0 0,1-1 0 0 0,-1 1 0 0 0,0 0 0 0 0,0 0 0 0 0,0 0 0 0 0,0 0 0 0 0,0 1 0 0 0,0-1 0 0 0,0 1 0 0 0,0-1 0 0 0,0 1 0 0 0,0-1-1 0 0,0 1 1 0 0,0 0 0 0 0,-1 0 0 0 0,1 0 0 0 0,0 0 0 0 0,0 1 0 0 0,0-1 0 0 0,0 0 0 0 0,0 1 0 0 0,0 0 0 0 0,0-1 0 0 0,0 1 0 0 0,0 0 0 0 0,0 0 0 0 0,0 0 0 0 0,0 0 0 0 0,0 0 0 0 0,1 1 0 0 0,-1-1 0 0 0,0 0 0 0 0,1 1 0 0 0,-1-1 0 0 0,1 1 0 0 0,0 0 0 0 0,0 0-1 0 0,-2 1 1 0 0,0 3-48 0 0,-1 0 0 0 0,1-1 0 0 0,0 1-1 0 0,1 1 1 0 0,0-1 0 0 0,0 0 0 0 0,0 1 0 0 0,0-1-1 0 0,1 1 1 0 0,-1 12 0 0 0,5 37-3157 0 0,2-30-3652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8.2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8290 0 0,'3'-4'8390'0'0,"-1"8"-7429"0"0,26 54 712 0 0,-2 1 0 0 0,21 75 0 0 0,-29-76-1733 0 0,3 0 1 0 0,3-2-1 0 0,30 54 0 0 0,-53-109-253 0 0,13 20-153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8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80 123 920 0 0,'-7'3'67'0'0,"0"0"0"0"0,-1-1-1 0 0,1 0 1 0 0,-1 0 0 0 0,-35-13 9073 0 0,45 10-8880 0 0,13-18 1319 0 0,-2 8-1080 0 0,0-1-1 0 0,1 2 0 0 0,0 0 1 0 0,0 0-1 0 0,1 2 0 0 0,19-9 1 0 0,-24 12-265 0 0,1 1 0 0 0,-1 0 1 0 0,1 1-1 0 0,0 0 1 0 0,0 1-1 0 0,0 0 0 0 0,0 0 1 0 0,1 1-1 0 0,-1 1 1 0 0,17 1-1 0 0,-25-1-221 0 0,0 1 0 0 0,1 0 1 0 0,-1-1-1 0 0,0 1 0 0 0,0 0 1 0 0,0 0-1 0 0,0 1 0 0 0,0-1 0 0 0,0 1 1 0 0,0-1-1 0 0,0 1 0 0 0,-1 0 0 0 0,1 0 1 0 0,-1 0-1 0 0,1 1 0 0 0,-1-1 0 0 0,0 0 1 0 0,0 1-1 0 0,3 4 0 0 0,-3-2 27 0 0,1 0-1 0 0,-2 0 0 0 0,1 0 1 0 0,0 0-1 0 0,-1 1 0 0 0,0-1 1 0 0,0 0-1 0 0,-1 1 0 0 0,1-1 1 0 0,-2 11-1 0 0,-1 4 58 0 0,-1 1 0 0 0,-1-1 0 0 0,-1 0 0 0 0,-1 0 0 0 0,-10 21 0 0 0,10-25-97 0 0,0-2 0 0 0,23-21 0 0 0,-10 2 4 0 0,1 1-1 0 0,-1 0 0 0 0,1 0 1 0 0,0 1-1 0 0,0 0 0 0 0,0 0 1 0 0,1 1-1 0 0,-1 0 1 0 0,1 0-1 0 0,-1 1 0 0 0,1 0 1 0 0,-1 1-1 0 0,1 0 1 0 0,-1 0-1 0 0,1 1 0 0 0,0 0 1 0 0,-1 0-1 0 0,1 1 0 0 0,-1 0 1 0 0,0 1-1 0 0,0 0 1 0 0,0 0-1 0 0,0 1 0 0 0,0-1 1 0 0,11 9-1 0 0,-17-10 21 0 0,0 0-1 0 0,-1 0 0 0 0,1 0 1 0 0,0 0-1 0 0,-1 0 0 0 0,1 0 1 0 0,-1 0-1 0 0,0 0 1 0 0,0 1-1 0 0,0-1 0 0 0,0 1 1 0 0,0-1-1 0 0,0 1 0 0 0,-1-1 1 0 0,1 1-1 0 0,-1-1 1 0 0,1 1-1 0 0,-1-1 0 0 0,0 1 1 0 0,0 0-1 0 0,0-1 0 0 0,-1 1 1 0 0,1-1-1 0 0,-1 1 1 0 0,1 0-1 0 0,-1-1 0 0 0,0 0 1 0 0,0 1-1 0 0,0-1 0 0 0,0 1 1 0 0,-2 2-1 0 0,-5 9 253 0 0,0 1-1 0 0,-1-1 1 0 0,-19 22 0 0 0,17-22-149 0 0,-8 10 195 0 0,0-1 1 0 0,-24 21-1 0 0,33-35-370 0 0,0-1 0 0 0,0 0 0 0 0,0-1 0 0 0,-1 0 1 0 0,-1 0-1 0 0,1-1 0 0 0,-18 7 0 0 0,11-8-537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2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105 442 8290 0 0,'-20'-17'1118'0'0,"8"8"-241"0"0,0 0-1 0 0,1-2 1 0 0,1 1-1 0 0,-14-18 1 0 0,22 26-792 0 0,1 0 1 0 0,-1-1-1 0 0,0 1 1 0 0,1-1 0 0 0,0 0-1 0 0,0 1 1 0 0,0-1-1 0 0,0 0 1 0 0,0 1 0 0 0,0-1-1 0 0,1 0 1 0 0,-1 0-1 0 0,1 0 1 0 0,0 0 0 0 0,0 0-1 0 0,0 0 1 0 0,0 0-1 0 0,0 0 1 0 0,1 1 0 0 0,-1-1-1 0 0,1 0 1 0 0,0 0-1 0 0,0 0 1 0 0,0 1-1 0 0,0-1 1 0 0,0 0 0 0 0,1 1-1 0 0,2-4 1 0 0,-4 5-26 0 0,0 1 1 0 0,0 0-1 0 0,0-1 1 0 0,1 1-1 0 0,-1 0 1 0 0,0 0-1 0 0,0-1 0 0 0,1 1 1 0 0,-1 0-1 0 0,0 0 1 0 0,1-1-1 0 0,-1 1 1 0 0,0 0-1 0 0,0 0 1 0 0,1 0-1 0 0,-1 0 1 0 0,0 0-1 0 0,1-1 0 0 0,-1 1 1 0 0,0 0-1 0 0,1 0 1 0 0,-1 0-1 0 0,1 0 1 0 0,-1 0-1 0 0,0 0 1 0 0,1 0-1 0 0,-1 0 1 0 0,0 0-1 0 0,1 0 0 0 0,-1 0 1 0 0,0 1-1 0 0,1-1 1 0 0,-1 0-1 0 0,0 0 1 0 0,1 0-1 0 0,12 14 916 0 0,5 21-274 0 0,-17-33-601 0 0,155 324 1486 0 0,-106-235-1512 0 0,92 126 0 0 0,-46-86-99 0 0,-96-130 32 0 0,1 0 1 0 0,0 0 0 0 0,-1 0-1 0 0,1-1 1 0 0,0 1-1 0 0,0 0 1 0 0,-1 0 0 0 0,1-1-1 0 0,0 1 1 0 0,0-1 0 0 0,0 1-1 0 0,0-1 1 0 0,0 1-1 0 0,0-1 1 0 0,0 1 0 0 0,0-1-1 0 0,0 0 1 0 0,0 0 0 0 0,0 1-1 0 0,0-1 1 0 0,0 0-1 0 0,0 0 1 0 0,0 0 0 0 0,0 0-1 0 0,0 0 1 0 0,0 0 0 0 0,0 0-1 0 0,0-1 1 0 0,0 1-1 0 0,0 0 1 0 0,0-1 0 0 0,0 1-1 0 0,0 0 1 0 0,0-1 0 0 0,0 1-1 0 0,0-1 1 0 0,0 0 0 0 0,0 1-1 0 0,-1-1 1 0 0,1 0-1 0 0,0 1 1 0 0,0-1 0 0 0,-1 0-1 0 0,1 0 1 0 0,0 0 0 0 0,-1 0-1 0 0,2-1 1 0 0,3-7 49 0 0,0 1-1 0 0,0-1 1 0 0,-1 0 0 0 0,4-10 0 0 0,-6 14-89 0 0,23-64 225 0 0,17-80-1 0 0,-11 36-92 0 0,138-483-78 0 0,-164 576-526 0 0,10-30 183 0 0,1 20-6558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2.7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32 7834 0 0,'-4'-32'14071'0'0,"2"47"-13719"0"0,1 20-89 0 0,2 1 0 0 0,7 39 0 0 0,0 8-56 0 0,-5 83-4 0 0,-4-85-269 0 0,14 101 0 0 0,-12-176-169 0 0,0 3 8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2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8290 0 0,'1'-3'340'0'0,"-1"0"0"0"0,1 0 0 0 0,0 0 0 0 0,0 0 0 0 0,0 0 0 0 0,0 0 0 0 0,0 0 0 0 0,1 1 0 0 0,-1-1 0 0 0,1 0 1 0 0,0 1-1 0 0,-1-1 0 0 0,1 1 0 0 0,1 0 0 0 0,-1-1 0 0 0,0 1 0 0 0,0 0 0 0 0,1 0 0 0 0,-1 0 0 0 0,1 1 0 0 0,0-1 0 0 0,-1 1 0 0 0,1-1 0 0 0,0 1 1 0 0,0 0-1 0 0,0 0 0 0 0,0 0 0 0 0,0 1 0 0 0,5-1 0 0 0,-2 0-63 0 0,0 1-1 0 0,-1 1 1 0 0,1-1 0 0 0,0 1 0 0 0,0 0 0 0 0,0 1-1 0 0,-1-1 1 0 0,1 1 0 0 0,-1 0 0 0 0,1 1-1 0 0,-1-1 1 0 0,0 1 0 0 0,0 0 0 0 0,9 7 0 0 0,3 4-224 0 0,-2 1 1 0 0,1 0 0 0 0,-2 2-1 0 0,0-1 1 0 0,-1 2 0 0 0,21 37-1 0 0,-13-15-193 0 0,-2 1-1 0 0,18 58 1 0 0,-31-76-2163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3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23 100 10594 0 0,'0'0'95'0'0,"-1"0"1"0"0,0 0-1 0 0,0 0 0 0 0,0 0 0 0 0,0 0 0 0 0,1 0 0 0 0,-1 0 0 0 0,0 0 0 0 0,0 0 0 0 0,0 0 1 0 0,1-1-1 0 0,-1 1 0 0 0,0 0 0 0 0,0-1 0 0 0,1 1 0 0 0,-1 0 0 0 0,0-1 0 0 0,1 1 1 0 0,-1-1-1 0 0,0 1 0 0 0,1-1 0 0 0,-1 0 0 0 0,1 1 0 0 0,-1-1 0 0 0,1 1 0 0 0,-1-1 1 0 0,1 0-1 0 0,-1 0 0 0 0,1 1 0 0 0,0-1 0 0 0,-1 0 0 0 0,1 0 0 0 0,0 1 0 0 0,-1-1 1 0 0,1 0-1 0 0,0 0 0 0 0,0 0 0 0 0,0 1 0 0 0,0-1 0 0 0,0 0 0 0 0,0 0 0 0 0,0 0 0 0 0,0 0 1 0 0,0 1-1 0 0,1-1 0 0 0,-1 0 0 0 0,0 0 0 0 0,0 0 0 0 0,1 1 0 0 0,-1-1 0 0 0,0 0 1 0 0,1 1-1 0 0,-1-1 0 0 0,2-1 0 0 0,0-2 355 0 0,0-1-1 0 0,1 1 1 0 0,-1 0 0 0 0,1 0 0 0 0,0 0-1 0 0,0 1 1 0 0,0-1 0 0 0,7-5 0 0 0,-3 5-408 0 0,0 0 0 0 0,1 1 0 0 0,-1 0 0 0 0,1 0 0 0 0,-1 0 1 0 0,1 1-1 0 0,0 0 0 0 0,0 1 0 0 0,0 0 0 0 0,0 0 0 0 0,1 1 1 0 0,13 0-1 0 0,3 2-860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3.4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0,'1'4'556'0'0,"1"0"0"0"0,0 1 0 0 0,0-1 0 0 0,0 0 0 0 0,1 0 0 0 0,0 0 0 0 0,-1-1 0 0 0,6 6 0 0 0,7 11 842 0 0,-4 0-767 0 0,16 25 897 0 0,32 74 0 0 0,-53-102-1946 0 0,0 1-1 0 0,7 35 0 0 0,-12-42-338 0 0,1 1 1 0 0,-2-1-1 0 0,1 1 0 0 0,-2-1 0 0 0,-2 20 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3.8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12 225 6913 0 0,'-2'-3'161'0'0,"1"-1"0"0"0,-1 1 0 0 0,1 0 0 0 0,-1-1-1 0 0,1 1 1 0 0,1-1 0 0 0,-1 0 0 0 0,0 1 0 0 0,1-1-1 0 0,-1 0 1 0 0,1 1 0 0 0,0-1 0 0 0,1 0 0 0 0,-1 1-1 0 0,1-1 1 0 0,-1 0 0 0 0,1 1 0 0 0,0-1 0 0 0,0 1-1 0 0,1-1 1 0 0,-1 1 0 0 0,1-1 0 0 0,1-2 0 0 0,3-6 536 0 0,1 1 0 0 0,0 1 0 0 0,0-1 0 0 0,1 1 0 0 0,12-13 0 0 0,-13 16-300 0 0,0 1-1 0 0,1 0 0 0 0,-1 0 1 0 0,1 1-1 0 0,0 0 0 0 0,0 0 1 0 0,1 1-1 0 0,-1 0 1 0 0,15-4-1 0 0,-20 7-369 0 0,-1 0 1 0 0,1 1-1 0 0,0-1 1 0 0,-1 1-1 0 0,1 0 0 0 0,0-1 1 0 0,-1 1-1 0 0,1 0 0 0 0,0 1 1 0 0,0-1-1 0 0,-1 0 1 0 0,1 1-1 0 0,-1 0 0 0 0,1 0 1 0 0,0-1-1 0 0,-1 1 1 0 0,1 1-1 0 0,-1-1 0 0 0,0 0 1 0 0,1 1-1 0 0,-1-1 0 0 0,0 1 1 0 0,0 0-1 0 0,0-1 1 0 0,0 1-1 0 0,0 0 0 0 0,0 0 1 0 0,-1 0-1 0 0,1 1 1 0 0,0-1-1 0 0,-1 0 0 0 0,0 1 1 0 0,0-1-1 0 0,0 1 0 0 0,0-1 1 0 0,1 6-1 0 0,1 4-72 0 0,0 0 0 0 0,-1 0 0 0 0,-1 0 0 0 0,0 0 0 0 0,-1 0 0 0 0,-2 23 0 0 0,1-21 94 0 0,0 0-1 0 0,1 0 1 0 0,1 1 0 0 0,3 21-1 0 0,-4-35-16 0 0,1 1-1 0 0,-1-1 0 0 0,1 0 1 0 0,-1 1-1 0 0,1-1 1 0 0,-1 0-1 0 0,1 1 0 0 0,0-1 1 0 0,0 0-1 0 0,-1 0 0 0 0,1 0 1 0 0,0 0-1 0 0,0 1 1 0 0,0-1-1 0 0,1-1 0 0 0,-1 1 1 0 0,0 0-1 0 0,0 0 0 0 0,0 0 1 0 0,1-1-1 0 0,-1 1 1 0 0,0 0-1 0 0,1-1 0 0 0,-1 1 1 0 0,0-1-1 0 0,1 0 1 0 0,2 1-1 0 0,3-1-3 0 0,1 1 0 0 0,0-1 0 0 0,0-1 0 0 0,11-1 0 0 0,26 0-233 0 0,-42 2 201 0 0,0 0 1 0 0,-1 1 0 0 0,1 0-1 0 0,-1 0 1 0 0,1 0-1 0 0,-1 0 1 0 0,0 0 0 0 0,1 0-1 0 0,-1 1 1 0 0,0-1 0 0 0,0 1-1 0 0,0-1 1 0 0,0 1-1 0 0,0 0 1 0 0,0 0 0 0 0,0 0-1 0 0,0 0 1 0 0,-1 0-1 0 0,2 3 1 0 0,0 0 29 0 0,-1 0-1 0 0,0 1 1 0 0,0-1-1 0 0,-1 0 1 0 0,0 1 0 0 0,1-1-1 0 0,-2 1 1 0 0,1 9-1 0 0,-1 7 196 0 0,-2 0-1 0 0,0-1 0 0 0,-8 34 1 0 0,10-54-214 0 0,-4 17 211 0 0,-1 0 1 0 0,-11 27-1 0 0,14-40-516 0 0,0 0 0 0 0,0 0-1 0 0,-1 0 1 0 0,0-1 0 0 0,0 1-1 0 0,0-1 1 0 0,0 0 0 0 0,-1 0-1 0 0,0 0 1 0 0,1 0 0 0 0,-1-1 0 0 0,-1 1-1 0 0,-6 4 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4.1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1 143 6913 0 0,'0'0'529'0'0,"18"-8"4421"0"0,9-6-2032 0 0,43-30 0 0 0,-50 30-2605 0 0,0 1 1 0 0,1 0-1 0 0,0 2 0 0 0,28-10 1 0 0,-46 20-518 0 0,0 0 0 0 0,0 0 0 0 0,-1 0 0 0 0,1 1 0 0 0,0 0 0 0 0,0-1 0 0 0,0 1 0 0 0,0 0 0 0 0,5 1-1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4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0 107 10594 0 0,'0'0'819'0'0,"17"-12"4414"0"0,17-19-3271 0 0,10-8-1626 0 0,-40 36-693 0 0,0 0 1 0 0,1 0-1 0 0,-1 1 0 0 0,1-1 1 0 0,-1 1-1 0 0,1 1 1 0 0,0-1-1 0 0,0 0 1 0 0,5 0-1 0 0,6 0-914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4.9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23 121 10594 0 0,'-1'0'103'0'0,"0"0"-1"0"0,0 0 1 0 0,0 0-1 0 0,0-1 1 0 0,0 1-1 0 0,0 0 1 0 0,0-1-1 0 0,0 1 1 0 0,0-1-1 0 0,0 1 1 0 0,0-1-1 0 0,0 0 1 0 0,0 1-1 0 0,0-1 1 0 0,0 0-1 0 0,1 1 1 0 0,-1-1-1 0 0,0 0 0 0 0,1 0 1 0 0,-1 0-1 0 0,0 0 1 0 0,1 0-1 0 0,-1 0 1 0 0,1 0-1 0 0,-1-1 1 0 0,1 0 134 0 0,0 0 0 0 0,-1 0 0 0 0,1 0 1 0 0,0 0-1 0 0,1 0 0 0 0,-1 0 0 0 0,0 0 0 0 0,0 1 1 0 0,1-1-1 0 0,0 0 0 0 0,-1 0 0 0 0,2-3 0 0 0,1-1 287 0 0,1 0-1 0 0,-1 0 1 0 0,1 1-1 0 0,0-1 0 0 0,0 1 1 0 0,0 0-1 0 0,7-6 1 0 0,-7 8-421 0 0,0 0 0 0 0,0 0 0 0 0,1 1 0 0 0,-1-1 0 0 0,0 1 0 0 0,1 0 0 0 0,-1 1 0 0 0,1-1 0 0 0,0 1 0 0 0,-1 0 0 0 0,1 0 0 0 0,0 0 1 0 0,0 1-1 0 0,0 0 0 0 0,0-1 0 0 0,0 2 0 0 0,-1-1 0 0 0,1 1 0 0 0,0-1 0 0 0,0 1 0 0 0,0 1 0 0 0,5 1 0 0 0,-3 0-63 0 0,0 0 0 0 0,0 1 0 0 0,0-1 0 0 0,-1 2 0 0 0,1-1 0 0 0,-1 1 1 0 0,0 0-1 0 0,0 0 0 0 0,-1 0 0 0 0,1 1 0 0 0,-1 0 0 0 0,0 0 0 0 0,4 8 0 0 0,3 5-100 0 0,-2 1 1 0 0,0 1-1 0 0,-1 0 0 0 0,-1 0 1 0 0,-1 1-1 0 0,8 43 0 0 0,-11-35 67 0 0,-1-1 0 0 0,-2 1-1 0 0,-1 0 1 0 0,-7 54 0 0 0,4-61-82 0 0,-1-3 117 0 0,2-1 0 0 0,0 0 0 0 0,1 1 0 0 0,4 38 0 0 0,-2-54-75 0 0,-1 1 0 0 0,1-1 0 0 0,1 1 0 0 0,-1-1 0 0 0,0 0 1 0 0,1 0-1 0 0,0 0 0 0 0,0 0 0 0 0,0 0 0 0 0,1 0 0 0 0,-1-1 0 0 0,1 1 0 0 0,0-1 1 0 0,0 1-1 0 0,0-1 0 0 0,0 0 0 0 0,1 0 0 0 0,-1 0 0 0 0,1-1 0 0 0,0 0 1 0 0,0 1-1 0 0,0-1 0 0 0,0 0 0 0 0,0-1 0 0 0,0 1 0 0 0,0-1 0 0 0,6 2 0 0 0,1-1-1772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5.0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0 17508 0 0,'-6'15'776'0'0,"3"-9"160"0"0,0 0-744 0 0,2-3-192 0 0,-1-2 0 0 0,2 1 0 0 0,-1-2 0 0 0,1-2 0 0 0,-2 1 0 0 0,1-2 0 0 0,-4-2-64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181 476 456 0 0,'-2'2'77'0'0,"0"-1"-1"0"0,0 0 1 0 0,0 0 0 0 0,0 0-1 0 0,0 0 1 0 0,0 0 0 0 0,0 0 0 0 0,0 0-1 0 0,0 0 1 0 0,-1-1 0 0 0,1 1-1 0 0,0-1 1 0 0,0 0 0 0 0,-1 0-1 0 0,1 0 1 0 0,0 0 0 0 0,0 0-1 0 0,-1 0 1 0 0,1-1 0 0 0,0 1-1 0 0,-3-2 1 0 0,0 0 415 0 0,0-1 0 0 0,1 1 0 0 0,-1-2 0 0 0,1 1 0 0 0,0 0 0 0 0,0-1 0 0 0,-4-4 0 0 0,-13-12 1661 0 0,19 19-2063 0 0,0 0-1 0 0,0 0 0 0 0,0 0 1 0 0,-1 0-1 0 0,1 1 0 0 0,0-1 0 0 0,0 0 1 0 0,0 1-1 0 0,-1 0 0 0 0,1 0 1 0 0,0 0-1 0 0,-1 0 0 0 0,1 0 0 0 0,0 0 1 0 0,0 0-1 0 0,-1 1 0 0 0,1-1 1 0 0,0 1-1 0 0,-4 1 0 0 0,-16 9 3400 0 0,57-17-1830 0 0,62-22 0 0 0,-2 0-970 0 0,285-42 289 0 0,-245 56-999 0 0,146 3 0 0 0,-17 3 2 0 0,7-5 732 0 0,137-11 923 0 0,1685-107 701 0 0,-1952 130-2180 0 0,-1-6 1 0 0,-1-6-1 0 0,155-35 0 0 0,-249 37-161 0 0,3 0-84 0 0,62-8-1 0 0,-110 19-10 0 0,1 0 0 0 0,0 0 0 0 0,-1 0 0 0 0,1 0 1 0 0,0-1-1 0 0,-1 1 0 0 0,1 0 0 0 0,0 0 0 0 0,-1 0 0 0 0,1 0 0 0 0,0 0 0 0 0,-1 1 0 0 0,1-1 0 0 0,0 0 0 0 0,-1 0 1 0 0,1 0-1 0 0,0 1 0 0 0,-1-1 0 0 0,1 0 0 0 0,0 1 0 0 0,-1-1 0 0 0,1 0 0 0 0,-1 1 0 0 0,1-1 0 0 0,-1 1 1 0 0,1-1-1 0 0,-1 1 0 0 0,1-1 0 0 0,-1 1 0 0 0,0-1 0 0 0,1 1 0 0 0,-1-1 0 0 0,0 1 0 0 0,1 0 0 0 0,-1-1 0 0 0,1 2 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0 525 4609 0 0,'2'-13'1050'0'0,"1"1"0"0"0,0 1 0 0 0,0-1-1 0 0,1 0 1 0 0,1 1 0 0 0,0 0 0 0 0,0 0 0 0 0,8-11 0 0 0,4-10 221 0 0,-8 13-645 0 0,109-203 3246 0 0,-117 220-3820 0 0,0 0 1 0 0,1 0-1 0 0,-1 0 0 0 0,1 0 0 0 0,-1 0 1 0 0,1 0-1 0 0,0 0 0 0 0,0 1 1 0 0,-1-1-1 0 0,1 0 0 0 0,1 1 0 0 0,-1 0 1 0 0,0-1-1 0 0,0 1 0 0 0,0 0 1 0 0,1 0-1 0 0,-1 0 0 0 0,0 0 1 0 0,1 1-1 0 0,-1-1 0 0 0,1 1 0 0 0,-1-1 1 0 0,1 1-1 0 0,-1 0 0 0 0,1 0 1 0 0,-1 0-1 0 0,4 1 0 0 0,-1 0-53 0 0,-1 1-1 0 0,1 0 0 0 0,-1 0 1 0 0,1 0-1 0 0,-1 0 0 0 0,0 1 1 0 0,0-1-1 0 0,0 1 1 0 0,0 0-1 0 0,0 1 0 0 0,-1-1 1 0 0,1 1-1 0 0,3 5 1 0 0,38 53-159 0 0,-3 1-1 0 0,42 86 1 0 0,-83-146 155 0 0,1-1-1 0 0,-1 0 0 0 0,0 0 0 0 0,1 1 1 0 0,0-1-1 0 0,-1 0 0 0 0,1-1 0 0 0,0 1 1 0 0,0 0-1 0 0,3 2 0 0 0,-4-4 20 0 0,-1 1 1 0 0,1-1-1 0 0,0 0 0 0 0,0 1 0 0 0,0-1 0 0 0,0 0 0 0 0,-1 0 0 0 0,1 1 1 0 0,0-1-1 0 0,0 0 0 0 0,0 0 0 0 0,0 0 0 0 0,0 0 0 0 0,-1 0 1 0 0,1 0-1 0 0,0-1 0 0 0,0 1 0 0 0,0 0 0 0 0,0 0 0 0 0,0 0 0 0 0,0-1 1 0 0,2-1 36 0 0,0 0 0 0 0,-1 0 0 0 0,0-1 0 0 0,1 1 1 0 0,-1-1-1 0 0,0 1 0 0 0,0-1 0 0 0,0 0 0 0 0,-1 1 1 0 0,1-1-1 0 0,-1 0 0 0 0,1 0 0 0 0,-1 0 0 0 0,1-6 1 0 0,52-135 819 0 0,-43 121-809 0 0,1-1 0 0 0,0 1 1 0 0,30-39-1 0 0,-40 60-56 0 0,-1 0-1 0 0,0 1 1 0 0,1-1 0 0 0,-1 0 0 0 0,1 1-1 0 0,0-1 1 0 0,0 1 0 0 0,-1-1 0 0 0,1 1-1 0 0,0 0 1 0 0,0-1 0 0 0,0 1 0 0 0,0 0-1 0 0,0 1 1 0 0,1-1 0 0 0,-1 0-1 0 0,0 1 1 0 0,0-1 0 0 0,0 1 0 0 0,1-1-1 0 0,-1 1 1 0 0,0 0 0 0 0,1 0 0 0 0,-1 0-1 0 0,0 0 1 0 0,0 1 0 0 0,1-1 0 0 0,-1 1-1 0 0,0-1 1 0 0,0 1 0 0 0,1 0 0 0 0,-1 0-1 0 0,0 0 1 0 0,0 0 0 0 0,0 0-1 0 0,0 0 1 0 0,3 3 0 0 0,6 5 45 0 0,-1 1 1 0 0,1 0-1 0 0,-2 1 1 0 0,18 23-1 0 0,-12-15-30 0 0,6 8-21 0 0,-6-7-1 0 0,30 30-1 0 0,-40-45 1 0 0,0-1 0 0 0,0 1-1 0 0,0-1 1 0 0,1 0-1 0 0,0-1 1 0 0,0 1-1 0 0,0-1 1 0 0,0 0-1 0 0,1-1 1 0 0,12 4-1 0 0,-18-6 3 0 0,-1 0 0 0 0,1 0-1 0 0,0 0 1 0 0,0 0-1 0 0,-1 0 1 0 0,1-1 0 0 0,0 1-1 0 0,0 0 1 0 0,-1 0 0 0 0,1-1-1 0 0,0 1 1 0 0,-1 0-1 0 0,1-1 1 0 0,0 1 0 0 0,-1-1-1 0 0,1 1 1 0 0,0-1-1 0 0,-1 1 1 0 0,1-1 0 0 0,-1 1-1 0 0,1-1 1 0 0,-1 1 0 0 0,1-1-1 0 0,-1 0 1 0 0,0 1-1 0 0,1-1 1 0 0,-1 0 0 0 0,0 0-1 0 0,1 1 1 0 0,-1-1-1 0 0,0 0 1 0 0,0-1 0 0 0,8-34-48 0 0,-4 15 20 0 0,9-21 57 0 0,22-51 0 0 0,-27 77-29 0 0,0 0-1 0 0,0 1 1 0 0,2-1-1 0 0,0 2 1 0 0,1-1-1 0 0,13-13 1 0 0,-23 26 0 0 0,0 1 0 0 0,1-1 0 0 0,-1 1-1 0 0,1 0 1 0 0,-1-1 0 0 0,1 1 0 0 0,0 0 0 0 0,-1 0 0 0 0,1 0 0 0 0,0 0-1 0 0,0 0 1 0 0,0 0 0 0 0,-1 0 0 0 0,1 1 0 0 0,0-1 0 0 0,0 1-1 0 0,0-1 1 0 0,0 1 0 0 0,0 0 0 0 0,0 0 0 0 0,0 0 0 0 0,0 0 0 0 0,0 0-1 0 0,0 0 1 0 0,0 1 0 0 0,0-1 0 0 0,3 2 0 0 0,-1 0-4 0 0,0 0-1 0 0,0 1 1 0 0,-1 0 0 0 0,1 0 0 0 0,-1 0 0 0 0,0 0-1 0 0,0 0 1 0 0,0 1 0 0 0,0 0 0 0 0,-1-1 0 0 0,4 6-1 0 0,7 12-334 0 0,1 0-1 0 0,2-2 0 0 0,0 1 0 0 0,26 23 1 0 0,-26-29-2735 0 0,1-1 0 0 0,38 23 1 0 0,-37-26-2325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119 138 1376 0 0,'-18'10'441'0'0,"-1"0"0"0"0,-20 17 0 0 0,31-20 874 0 0,0 0-1 0 0,0 0 0 0 0,-11 21 5852 0 0,20-28-7062 0 0,16-2 2010 0 0,20-10-776 0 0,-37 12-1328 0 0,77-28 1761 0 0,1 4-1 0 0,134-23 0 0 0,-44 27-1412 0 0,245 4-1 0 0,23-1-216 0 0,-346 12-380 0 0,37-5 803 0 0,-111 8-1471 0 0,1-1 1 0 0,0-1-1 0 0,-1-1 1 0 0,0-1-1 0 0,21-9 1 0 0,-30 12-1482 0 0,0 1 0 0 0,0 0 0 0 0,0 0 1 0 0,13-1-1 0 0,-7 0 1252 0 0,1 0 889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3681 0 0,'0'-1'212'0'0,"-1"0"0"0"0,1 0 0 0 0,0 0 0 0 0,-1 0 0 0 0,1 0 0 0 0,-1 0 0 0 0,1 0 1 0 0,-1 0-1 0 0,1 0 0 0 0,-1 0 0 0 0,0 1 0 0 0,0-1 0 0 0,1 0 0 0 0,-1 0 0 0 0,0 1 0 0 0,0-1 0 0 0,0 0 1 0 0,0 1-1 0 0,1-1 0 0 0,-1 1 0 0 0,0-1 0 0 0,0 1 0 0 0,-2-1 0 0 0,2 1-130 0 0,1 0-1 0 0,-1-1 1 0 0,1 1-1 0 0,-1 0 1 0 0,1 0-1 0 0,-1 0 1 0 0,1 0-1 0 0,-1 0 1 0 0,1 0 0 0 0,-1 0-1 0 0,1 0 1 0 0,-1 0-1 0 0,1 0 1 0 0,0 0-1 0 0,-1 0 1 0 0,1 1-1 0 0,-1-1 1 0 0,1 0-1 0 0,-1 0 1 0 0,1 0 0 0 0,-1 1-1 0 0,1-1 1 0 0,-1 0-1 0 0,1 0 1 0 0,0 1-1 0 0,-1-1 1 0 0,1 0-1 0 0,0 1 1 0 0,-1-1-1 0 0,1 1 1 0 0,0-1 0 0 0,-1 0-1 0 0,1 1 1 0 0,0-1-1 0 0,0 1 1 0 0,-1-1-1 0 0,1 1 1 0 0,0-1-1 0 0,0 1 1 0 0,0-1-1 0 0,0 1 1 0 0,0-1-1 0 0,0 1 1 0 0,0-1 0 0 0,0 1-1 0 0,0-1 1 0 0,0 1-1 0 0,0-1 1 0 0,0 1-1 0 0,0-1 1 0 0,0 1-1 0 0,0-1 1 0 0,0 0-1 0 0,1 1 1 0 0,-1 0 0 0 0,10 101 2980 0 0,-3 111 1 0 0,4 61-2250 0 0,40 66-268 0 0,-5-53 138 0 0,-36-197-332 0 0,-2 111-1 0 0,-9-133-205 0 0,3 200 46 0 0,2-227-124 0 0,1-1 0 0 0,1 0 0 0 0,3-1 0 0 0,20 62 0 0 0,-7-45 55 0 0,-10-30-25 0 0,-2 0 0 0 0,0 1 0 0 0,-2 0 1 0 0,-2 1-1 0 0,6 41 0 0 0,-12-59-63 0 0,-1 0 0 0 0,-1 1 0 0 0,0-1 0 0 0,0 0 0 0 0,-1 0 0 0 0,-1 0 0 0 0,1 0 0 0 0,-1 0 0 0 0,-1-1 0 0 0,0 1 0 0 0,-7 9 0 0 0,8-15-116 0 0,5-6-835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0,'14'6'11941'0'0,"-2"28"-10023"0"0,-7-18-1270 0 0,0 0 0 0 0,1 0 0 0 0,1-1 0 0 0,16 26 0 0 0,-11-22-636 0 0,0 1 0 0 0,-2 0 0 0 0,0 1-1 0 0,-1 0 1 0 0,-1 0 0 0 0,-1 1 0 0 0,5 24-1 0 0,16 160 1008 0 0,-26-179-731 0 0,7 7 148 0 0,-1 6 109 0 0,-8-39-598 0 0,0-2 27 0 0,0 1 1 0 0,0 0-1 0 0,0 0 1 0 0,0 0-1 0 0,0-1 1 0 0,0 1-1 0 0,0 0 1 0 0,-1 0-1 0 0,1-1 1 0 0,0 1-1 0 0,0 0 1 0 0,0 0-1 0 0,0 0 1 0 0,-1 0-1 0 0,1-1 1 0 0,0 1-1 0 0,0 0 1 0 0,0 0-1 0 0,-1 0 1 0 0,1 0-1 0 0,0 0 1 0 0,0 0-1 0 0,-1 0 1 0 0,1-1-1 0 0,0 1 1 0 0,0 0-1 0 0,-1 0 1 0 0,1 0-1 0 0,0 0 1 0 0,0 0-1 0 0,-1 0 1 0 0,1 0-1 0 0,0 0 1 0 0,-1 0-1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268 150 1840 0 0,'-160'15'3692'0'0,"53"-13"8506"0"0,139 0-9764 0 0,123 8-1499 0 0,0-7 0 0 0,174-20 0 0 0,-262 11-812 0 0,55-6 266 0 0,209-46 0 0 0,-291 47-341 0 0,48-14-3 0 0,1 5-1 0 0,103-11 1 0 0,-189 30-226 0 0,22 1-287 0 0,-24 0 293 0 0,0 0 0 0 0,1 0-1 0 0,-1 0 1 0 0,0 0 0 0 0,0 0-1 0 0,0 0 1 0 0,0 1 0 0 0,0-1-1 0 0,-1 0 1 0 0,1 1 0 0 0,0-1 0 0 0,0 1-1 0 0,0-1 1 0 0,0 1 0 0 0,0-1-1 0 0,0 1 1 0 0,-1 0 0 0 0,1-1-1 0 0,0 1 1 0 0,1 1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44 920 0 0,'-7'-4'12104'0'0,"12"5"-10657"0"0,19-2 26 0 0,0-1-1 0 0,-1 0 1 0 0,1-2 0 0 0,26-7-1 0 0,-28 5-1570 0 0,0 1-1 0 0,1 1 0 0 0,-1 1 0 0 0,1 1 1 0 0,39 2-1 0 0,-57 0-294 0 0,-1 1 0 0 0,1 0 0 0 0,0 0 0 0 0,-1 1-1 0 0,1-1 1 0 0,-1 1 0 0 0,5 2 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0 3225 0 0,'6'19'11066'0'0,"-7"-18"-10782"0"0,-9 26 2635 0 0,5-14-2443 0 0,-1 1-1 0 0,2-1 1 0 0,0 1-1 0 0,0 0 1 0 0,2 0 0 0 0,-1 0-1 0 0,2 0 1 0 0,0 20-1 0 0,2 15-394 0 0,9 54 1 0 0,0-7 444 0 0,-3 68-614 0 0,-8 1-1 0 0,-29 217 0 0 0,23-314-82 0 0,4 118 0 0 0,21 68-68 0 0,-16-228 254 0 0,3 93 391 0 0,-15 178 0 0 0,2-183-389 0 0,13 209 0 0 0,57 161-10 0 0,-42-375-35 0 0,6-1 0 0 0,52 145-1 0 0,-48-176-62 0 0,157 393-1898 0 0,-186-468 1988 0 0,19 44-156 0 0,48 83 0 0 0,-67-128 165 0 0,0 1 0 0 0,0 0-1 0 0,0 0 1 0 0,0-1-1 0 0,0 1 1 0 0,1 0 0 0 0,-1-1-1 0 0,1 1 1 0 0,-1-1 0 0 0,1 0-1 0 0,-1 1 1 0 0,1-1 0 0 0,0 0-1 0 0,-1 0 1 0 0,1 0-1 0 0,0 0 1 0 0,0-1 0 0 0,0 1-1 0 0,0 0 1 0 0,0-1 0 0 0,0 1-1 0 0,0-1 1 0 0,0 0-1 0 0,0 1 1 0 0,0-1 0 0 0,0 0-1 0 0,0 0 1 0 0,0-1 0 0 0,0 1-1 0 0,0 0 1 0 0,0-1 0 0 0,0 1-1 0 0,0-1 1 0 0,0 1-1 0 0,0-1 1 0 0,-1 0 0 0 0,5-2-1 0 0,-3 1 62 0 0,0-1-1 0 0,-1 1 1 0 0,1-1-1 0 0,0 0 1 0 0,-1 0-1 0 0,1 1 1 0 0,-1-2-1 0 0,0 1 1 0 0,0 0-1 0 0,0 0 1 0 0,-1-1-1 0 0,1 1 1 0 0,-1-1 0 0 0,0 1-1 0 0,0-1 1 0 0,0 0-1 0 0,0 0 1 0 0,-1 1-1 0 0,1-7 1 0 0,-9-21 488 0 0,1 20-225 0 0,6 11-329 0 0,1 0 1 0 0,0 0 0 0 0,-1 0 0 0 0,1 0-1 0 0,0 0 1 0 0,0 0 0 0 0,-1 0 0 0 0,1 0 0 0 0,0 0-1 0 0,-1 0 1 0 0,1 0 0 0 0,0 0 0 0 0,-1 0-1 0 0,1 1 1 0 0,0-1 0 0 0,0 0 0 0 0,-1 0 0 0 0,1 0-1 0 0,0 0 1 0 0,0 0 0 0 0,-1 1 0 0 0,1-1-1 0 0,0 0 1 0 0,0 0 0 0 0,-1 0 0 0 0,1 1 0 0 0,0-1-1 0 0,0 0 1 0 0,0 0 0 0 0,0 1 0 0 0,-1-1-1 0 0,1 0 1 0 0,0 1 0 0 0,0-1 0 0 0,0 0 0 0 0,0 0-1 0 0,0 1 1 0 0,0-1 0 0 0,-1 2 508 0 0,1 1-499 0 0,-1 0 1 0 0,0-1-1 0 0,-1 1 1 0 0,1 0-1 0 0,0-1 1 0 0,-1 1-1 0 0,1-1 1 0 0,-1 1-1 0 0,0-1 1 0 0,0 0-1 0 0,0 0 1 0 0,0 0-1 0 0,0 0 1 0 0,-1 0-1 0 0,1 0 1 0 0,-1 0-1 0 0,1-1 1 0 0,-4 2-1 0 0,2 0 12 0 0,-1 0 0 0 0,0 0 0 0 0,-1-1 0 0 0,1 0-1 0 0,0 0 1 0 0,-1 0 0 0 0,1 0 0 0 0,-11 1 0 0 0,0-4 24 0 0,0-1-1 0 0,1 0 1 0 0,-21-7 0 0 0,-24-3 92 0 0,39 9-129 0 0,1-2-1 0 0,0 0 1 0 0,1-1-1 0 0,-1-1 1 0 0,1-1 0 0 0,1-1-1 0 0,-20-12 1 0 0,28 16-12 0 0,-6-3-39 0 0,0 2 0 0 0,0 0 0 0 0,0 1 0 0 0,0 0 0 0 0,-1 2 0 0 0,-26-3 0 0 0,-107 1 21 0 0,41 3 69 0 0,44-6-7 0 0,-100-23-1 0 0,-27-5-130 0 0,157 34 41 0 0,-37 2 0 0 0,44 1-24 0 0,0-1 0 0 0,-46-6 0 0 0,68 4-106 0 0,0 1 0 0 0,1-1 0 0 0,-1-1 0 0 0,1 1 0 0 0,0-1 0 0 0,0 0 1 0 0,0 0-1 0 0,-8-6 0 0 0,-1-2-3389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803 336 6449 0 0,'-1'0'93'0'0,"1"-1"0"0"0,-1 1-1 0 0,0-1 1 0 0,1 1-1 0 0,-1-1 1 0 0,0 1-1 0 0,1-1 1 0 0,-1 1 0 0 0,0-1-1 0 0,1 1 1 0 0,-1 0-1 0 0,0 0 1 0 0,0-1-1 0 0,0 1 1 0 0,1 0 0 0 0,-1 0-1 0 0,0 0 1 0 0,0 0-1 0 0,0 0 1 0 0,1 0-1 0 0,-1 0 1 0 0,0 0 0 0 0,-1 0-1 0 0,1 1-67 0 0,0-1 1 0 0,0 0-1 0 0,0 0 0 0 0,0 0 0 0 0,0 0 1 0 0,0 0-1 0 0,0 0 0 0 0,0 0 0 0 0,0 0 1 0 0,0 0-1 0 0,0 0 0 0 0,0-1 0 0 0,1 1 1 0 0,-1 0-1 0 0,0-1 0 0 0,0 1 0 0 0,0 0 1 0 0,0-1-1 0 0,0 1 0 0 0,1-1 0 0 0,-1 0 1 0 0,0 1-1 0 0,0-1 0 0 0,1 0 0 0 0,-1 1 1 0 0,1-1-1 0 0,-2-1 0 0 0,2 1 98 0 0,0 0-1 0 0,0 0 1 0 0,0 0-1 0 0,0 0 1 0 0,-1 0 0 0 0,1 0-1 0 0,0 0 1 0 0,0 0-1 0 0,-1 1 1 0 0,1-1-1 0 0,-1 0 1 0 0,1 0 0 0 0,-1 0-1 0 0,1 0 1 0 0,-1 1-1 0 0,1-1 1 0 0,-1 0 0 0 0,0 1-1 0 0,1-1 1 0 0,-1 0-1 0 0,0 1 1 0 0,0-1-1 0 0,1 1 1 0 0,-2-1 0 0 0,-1-1 65 0 0,0 1 0 0 0,0 0 0 0 0,0 1 1 0 0,0-1-1 0 0,0 0 0 0 0,0 1 1 0 0,-5-1-1 0 0,-3 1 216 0 0,1 0 0 0 0,-1 1 0 0 0,-15 4 0 0 0,5-1-82 0 0,0 0 0 0 0,1-1 0 0 0,-2-1 0 0 0,1-1 0 0 0,0-1 1 0 0,-28-4-1 0 0,49 4-294 0 0,-1 0 1 0 0,1 0-1 0 0,0 0 1 0 0,0 0-1 0 0,-1 0 1 0 0,1-1-1 0 0,0 1 1 0 0,-1 0-1 0 0,1 0 1 0 0,0 0 0 0 0,0-1-1 0 0,-1 1 1 0 0,1 0-1 0 0,0-1 1 0 0,0 1-1 0 0,0 0 1 0 0,-1 0-1 0 0,1-1 1 0 0,0 1-1 0 0,0 0 1 0 0,0-1-1 0 0,0 1 1 0 0,0 0-1 0 0,0-1 1 0 0,0 1-1 0 0,0 0 1 0 0,0-1-1 0 0,0 1 1 0 0,0 0-1 0 0,0-1 1 0 0,0 1-1 0 0,0 0 1 0 0,0-1 0 0 0,0 1-1 0 0,0 0 1 0 0,0-1-1 0 0,0 1 1 0 0,0 0-1 0 0,0-1 1 0 0,1 1-1 0 0,8-22 829 0 0,0-3 29 0 0,-10 22-844 0 0,1 1 1 0 0,-1-1-1 0 0,1 0 0 0 0,-1 1 0 0 0,0-1 0 0 0,0 0 0 0 0,-1 1 0 0 0,1-1 0 0 0,0 1 0 0 0,-1 0 0 0 0,0-1 0 0 0,1 1 0 0 0,-1 0 0 0 0,0 0 0 0 0,-2-2 0 0 0,-37-30 327 0 0,32 28-273 0 0,-24-20 212 0 0,-47-34 118 0 0,70 54-417 0 0,0 0 1 0 0,0 0-1 0 0,-1 2 0 0 0,0-1 0 0 0,0 1 1 0 0,-15-4-1 0 0,6 6 43 0 0,1 0 1 0 0,-29 1-1 0 0,35 1-18 0 0,0 1 1 0 0,0-2-1 0 0,1 0 0 0 0,-1-1 1 0 0,0 0-1 0 0,0 0 1 0 0,-19-8-1 0 0,31 10-84 0 0,0 0-1 0 0,1 0 1 0 0,-1 0 0 0 0,0-1 0 0 0,1 1-1 0 0,-1 0 1 0 0,0 0 0 0 0,1-1-1 0 0,-1 1 1 0 0,0 0 0 0 0,1-1 0 0 0,-1 1-1 0 0,1 0 1 0 0,-1-1 0 0 0,1 1-1 0 0,-1-1 1 0 0,1 1 0 0 0,-1-1 0 0 0,1 1-1 0 0,-1-1 1 0 0,1 0 0 0 0,-1 1-1 0 0,1-1 1 0 0,0 1 0 0 0,0-1 0 0 0,-1 0-1 0 0,1 1 1 0 0,0-1 0 0 0,0 0-1 0 0,0 0 1 0 0,-1 1 0 0 0,1-1 0 0 0,0 0-1 0 0,0 1 1 0 0,0-1 0 0 0,0 0-1 0 0,0 1 1 0 0,1-1 0 0 0,-1 0 0 0 0,0 0-1 0 0,0 1 1 0 0,0-1 0 0 0,1 0-1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10 286 456 0 0,'-5'-18'4867'0'0,"1"-5"2991"0"0,11 6-8308 0 0,22-19 2425 0 0,56-53 0 0 0,-70 75-1607 0 0,0 1 0 0 0,1 1 0 0 0,1 1 0 0 0,-1 0 0 0 0,2 1 0 0 0,26-11 0 0 0,-40 19-320 0 0,0 0 0 0 0,0 1 0 0 0,0-1 0 0 0,1 1 0 0 0,-1 0 0 0 0,1 1-1 0 0,-1-1 1 0 0,0 1 0 0 0,1 0 0 0 0,-1 0 0 0 0,1 0 0 0 0,-1 0-1 0 0,1 1 1 0 0,-1 0 0 0 0,0 0 0 0 0,1 0 0 0 0,-1 0 0 0 0,0 1-1 0 0,0 0 1 0 0,0 0 0 0 0,0 0 0 0 0,0 0 0 0 0,0 0 0 0 0,-1 1 0 0 0,1 0-1 0 0,-1 0 1 0 0,0 0 0 0 0,0 0 0 0 0,0 0 0 0 0,0 1 0 0 0,0-1-1 0 0,-1 1 1 0 0,1 0 0 0 0,-1-1 0 0 0,0 1 0 0 0,0 0 0 0 0,-1 1 0 0 0,1-1-1 0 0,-1 0 1 0 0,0 0 0 0 0,0 1 0 0 0,0-1 0 0 0,0 1 0 0 0,-1-1-1 0 0,0 0 1 0 0,0 1 0 0 0,-1 7 0 0 0,-1 3 55 0 0,0 0 0 0 0,-1-1 0 0 0,-1 0-1 0 0,-8 21 1 0 0,7-21-30 0 0,0 1 0 0 0,1 0 0 0 0,-4 28-1 0 0,8-42-72 0 0,0 1 0 0 0,0 0 0 0 0,0 0 0 0 0,0-1 0 0 0,1 1 0 0 0,-1 0 0 0 0,1-1 0 0 0,-1 1 0 0 0,1 0 0 0 0,-1-1 0 0 0,1 1 0 0 0,0-1 0 0 0,0 1 0 0 0,0-1 0 0 0,0 1 0 0 0,0-1 0 0 0,0 0 0 0 0,0 1 0 0 0,0-1 0 0 0,1 0 0 0 0,-1 0-1 0 0,0 0 1 0 0,1 0 0 0 0,-1 0 0 0 0,1 0 0 0 0,-1 0 0 0 0,1 0 0 0 0,-1-1 0 0 0,1 1 0 0 0,0-1 0 0 0,3 1 0 0 0,6 2-6 0 0,0-1 1 0 0,1 0-1 0 0,21 0 1 0 0,-15-1 2 0 0,-5 0-8 0 0,-1 0 1 0 0,1 1 0 0 0,0 1 0 0 0,-1 0-1 0 0,1 1 1 0 0,20 9 0 0 0,-27-9 4 0 0,1 0 1 0 0,0 0-1 0 0,-1 1 1 0 0,0-1-1 0 0,0 2 1 0 0,0-1-1 0 0,-1 0 0 0 0,1 1 1 0 0,-1 0-1 0 0,-1 1 1 0 0,1-1-1 0 0,5 12 1 0 0,-7-12 4 0 0,0 1 0 0 0,0 1 0 0 0,0-1 0 0 0,-1 0 0 0 0,0 0 0 0 0,0 1 0 0 0,-1-1 0 0 0,0 1 0 0 0,-1 0 0 0 0,1-1 0 0 0,-1 1 0 0 0,-1 0 0 0 0,-1 9 0 0 0,0-6 48 0 0,-1 1 0 0 0,-1-1 0 0 0,0 0 0 0 0,0 0 1 0 0,-1 0-1 0 0,-1 0 0 0 0,-11 16 0 0 0,-6 3-157 0 0,-1-2 1 0 0,-1-1-1 0 0,-1-1 0 0 0,-42 32 0 0 0,59-50-1682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0 504 6449 0 0,'23'-4'3925'0'0,"52"-19"3001"0"0,-57 16-6258 0 0,0 1-1 0 0,0 1 1 0 0,1 0 0 0 0,0 2-1 0 0,36-3 1 0 0,-55 6-666 0 0,1 0-1 0 0,0-1 1 0 0,-1 1-1 0 0,1 0 1 0 0,0 0 0 0 0,-1 0-1 0 0,1 0 1 0 0,-1-1-1 0 0,1 1 1 0 0,-1 0 0 0 0,1-1-1 0 0,-1 1 1 0 0,1 0 0 0 0,-1-1-1 0 0,1 1 1 0 0,-1 0-1 0 0,1-1 1 0 0,-1 1 0 0 0,1-1-1 0 0,-1 1 1 0 0,0-1-1 0 0,1 1 1 0 0,-1-1 0 0 0,0 1-1 0 0,0-1 1 0 0,1 0 0 0 0,-1 1-1 0 0,0-1 1 0 0,0 0-1 0 0,3-27 91 0 0,-14-38 67 0 0,9 56-151 0 0,-3-13 106 0 0,2 0 0 0 0,0-1 0 0 0,1 1 0 0 0,3-40 0 0 0,-1 56-84 0 0,1 0 0 0 0,0 0 1 0 0,0-1-1 0 0,1 1 0 0 0,0 0 1 0 0,0 0-1 0 0,1 1 0 0 0,-1-1 0 0 0,2 0 1 0 0,-1 1-1 0 0,1 0 0 0 0,0-1 1 0 0,0 2-1 0 0,1-1 0 0 0,-1 0 1 0 0,1 1-1 0 0,0 0 0 0 0,1 0 1 0 0,8-6-1 0 0,1 4 14 0 0,1 0 0 0 0,0 2 0 0 0,0-1 0 0 0,0 2 0 0 0,1 0 0 0 0,31-3 0 0 0,-45 7-40 0 0,0-1 1 0 0,0 1-1 0 0,-1 0 0 0 0,1 0 1 0 0,0 1-1 0 0,-1-1 0 0 0,1 0 1 0 0,0 1-1 0 0,-1 0 0 0 0,1-1 1 0 0,0 1-1 0 0,-1 0 0 0 0,1 1 0 0 0,-1-1 1 0 0,0 0-1 0 0,1 1 0 0 0,-1-1 1 0 0,0 1-1 0 0,0 0 0 0 0,0-1 1 0 0,0 1-1 0 0,0 0 0 0 0,0 0 1 0 0,-1 0-1 0 0,1 1 0 0 0,-1-1 1 0 0,1 0-1 0 0,-1 1 0 0 0,0-1 1 0 0,0 1-1 0 0,0-1 0 0 0,0 1 1 0 0,1 4-1 0 0,2 10-13 0 0,-1 0 0 0 0,-1 1-1 0 0,0-1 1 0 0,-2 23 0 0 0,1-10-20 0 0,0-2-15 0 0,0-8 0 0 0,4 38 1 0 0,-4-54 44 0 0,0 0 0 0 0,0 0-1 0 0,0 0 1 0 0,0 0 0 0 0,0 0 0 0 0,1 0-1 0 0,0 0 1 0 0,0-1 0 0 0,0 1 0 0 0,0-1-1 0 0,0 1 1 0 0,1-1 0 0 0,0 0 0 0 0,-1 0-1 0 0,5 4 1 0 0,-4-6 23 0 0,0 0-1 0 0,0 0 0 0 0,0 0 1 0 0,-1 0-1 0 0,1 0 1 0 0,0 0-1 0 0,0-1 0 0 0,0 0 1 0 0,0 1-1 0 0,0-1 1 0 0,0 0-1 0 0,0 0 0 0 0,0-1 1 0 0,0 1-1 0 0,0-1 1 0 0,0 0-1 0 0,0 1 0 0 0,0-1 1 0 0,0 0-1 0 0,0-1 1 0 0,0 1-1 0 0,-1 0 0 0 0,3-3 1 0 0,10-4 90 0 0,0-2 1 0 0,23-18-1 0 0,-32 23-72 0 0,73-66 137 0 0,-55 47-818 0 0,2 1 0 0 0,0 2 1 0 0,38-24-1 0 0,-43 33-7155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10594 0 0,'0'-5'1143'0'0,"0"-1"-1"0"0,0 1 0 0 0,-1-1 1 0 0,0 1-1 0 0,0-1 0 0 0,0 1 0 0 0,0 0 1 0 0,-3-6-1 0 0,15 59 1242 0 0,-3-8-2251 0 0,100 480 231 0 0,-55-227-235 0 0,-45-257-1342 0 0,2 0 1 0 0,2-1-1 0 0,1 0 0 0 0,21 39 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2385 0 0,'0'-6'528'0'0,"0"-1"0"0"0,0 1 0 0 0,0-1 0 0 0,1 1 0 0 0,0-1 1 0 0,0 1-1 0 0,0 0 0 0 0,1 0 0 0 0,0-1 0 0 0,0 1 1 0 0,1 0-1 0 0,-1 1 0 0 0,5-8 0 0 0,2-2 1429 0 0,1 0 0 0 0,0 0 1 0 0,20-20-1 0 0,-20 24-1390 0 0,1 0 0 0 0,1 1 0 0 0,0 1-1 0 0,0 0 1 0 0,14-8 0 0 0,-20 14-507 0 0,-1 0-1 0 0,0 1 0 0 0,1-1 1 0 0,0 1-1 0 0,-1 0 1 0 0,1 0-1 0 0,0 1 0 0 0,0 0 1 0 0,0 0-1 0 0,0 0 0 0 0,0 1 1 0 0,0 0-1 0 0,1 0 1 0 0,-1 0-1 0 0,8 2 0 0 0,-11 0-56 0 0,0-1 0 0 0,0 1 0 0 0,-1 0 0 0 0,1 0 0 0 0,0 0 0 0 0,-1 0-1 0 0,1 0 1 0 0,-1 0 0 0 0,0 1 0 0 0,1-1 0 0 0,-1 1 0 0 0,0 0 0 0 0,-1-1-1 0 0,1 1 1 0 0,0 0 0 0 0,-1 0 0 0 0,0 0 0 0 0,1 0 0 0 0,-1 1 0 0 0,-1-1-1 0 0,1 0 1 0 0,0 0 0 0 0,-1 1 0 0 0,1 5 0 0 0,1 9-52 0 0,-1 0-1 0 0,-1 0 1 0 0,-2 19 0 0 0,-3-3-224 0 0,0-1 0 0 0,-18 53 0 0 0,12-46 249 0 0,-8 47 0 0 0,19-86 66 0 0,-1 0 0 0 0,1 1 0 0 0,0-1 0 0 0,-1 0 0 0 0,1 1 0 0 0,0-1 0 0 0,0 1 0 0 0,0-1 0 0 0,0 0 0 0 0,0 1 0 0 0,0-1 0 0 0,0 0 0 0 0,1 1-1 0 0,-1-1 1 0 0,0 1 0 0 0,1-1 0 0 0,-1 0 0 0 0,1 0 0 0 0,-1 1 0 0 0,1-1 0 0 0,0 0 0 0 0,0 0 0 0 0,-1 0 0 0 0,1 0 0 0 0,0 0 0 0 0,0 0 0 0 0,0 0 0 0 0,0 0 0 0 0,0 0 0 0 0,0 0 0 0 0,2 1 0 0 0,1-2 12 0 0,-1 1 0 0 0,1-1-1 0 0,0 1 1 0 0,-1-1 0 0 0,1 0 0 0 0,-1-1 0 0 0,1 1 0 0 0,0-1 0 0 0,-1 1 0 0 0,1-1 0 0 0,4-2 0 0 0,57-19-98 0 0,14-3-1315 0 0,-25 17-5282 0 0,-33 7 210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0,'1'0'288'0'0,"1"0"-288"0"0,0 0 0 0 0,0 0-112 0 0,-1 0-80 0 0,3 0-8 0 0,1 0-8 0 0,0 2 208 0 0,2 0-64 0 0,2 0 64 0 0,-2 1 0 0 0,-2-1 0 0 0,1-2-72 0 0,-3 0 72 0 0,-1 0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130 224 6449 0 0,'-3'-3'233'0'0,"-1"0"1"0"0,1 0-1 0 0,-1 0 0 0 0,0 0 0 0 0,0 1 0 0 0,-1 0 0 0 0,1 0 0 0 0,0 0 0 0 0,-1 0 0 0 0,1 1 1 0 0,-10-2-1 0 0,-1 1 2392 0 0,-1 0 1 0 0,-25 4 2582 0 0,41-2-5141 0 0,0 0 1 0 0,0 1 0 0 0,0-1-1 0 0,1 2 813 0 0,-1-2-812 0 0,8 13 1180 0 0,14 9-740 0 0,137 119 273 0 0,-140-125-763 0 0,0-2-1 0 0,0 0 1 0 0,1-1 0 0 0,1-1-1 0 0,1-1 1 0 0,-1 0 0 0 0,35 10-1 0 0,-54-25 110 0 0,0 1 0 0 0,0-1 0 0 0,0 0 0 0 0,0 0-1 0 0,-1 0 1 0 0,0 1 0 0 0,0-1 0 0 0,2-8 0 0 0,-3 10-76 0 0,22-106 833 0 0,13-49 580 0 0,-10 82-3701 0 0,10 3-3834 0 0,-18 44-2026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4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253 88 1840 0 0,'-4'-2'327'0'0,"0"-1"-1"0"0,0 1 0 0 0,0-1 0 0 0,0 1 1 0 0,0 0-1 0 0,-1 1 0 0 0,-7-3 0 0 0,11 3-137 0 0,-1 1-1 0 0,0-1 0 0 0,0 0 1 0 0,0 1-1 0 0,1 0 0 0 0,-1-1 1 0 0,0 1-1 0 0,0 0 0 0 0,0 0 1 0 0,0 0-1 0 0,1 0 0 0 0,-1 0 1 0 0,0 1-1 0 0,0-1 0 0 0,0 1 1 0 0,1-1-1 0 0,-1 1 0 0 0,0-1 1 0 0,0 1-1 0 0,1 0 1 0 0,-3 1-1 0 0,3 0 28 0 0,0 0 1 0 0,0 0-1 0 0,0-1 0 0 0,1 1 1 0 0,-1 0-1 0 0,1 0 0 0 0,0 0 1 0 0,-1 0-1 0 0,1-1 0 0 0,0 1 1 0 0,0 0-1 0 0,0 0 0 0 0,0 0 1 0 0,0 0-1 0 0,1 0 0 0 0,0 3 1 0 0,11 34 1371 0 0,-8-25-980 0 0,-4-13-581 0 0,18 47 663 0 0,-16-45-679 0 0,-1 0 0 0 0,1 0 1 0 0,0 0-1 0 0,0 0 0 0 0,0 0 0 0 0,0-1 1 0 0,0 1-1 0 0,1-1 0 0 0,0 1 1 0 0,-1-1-1 0 0,1 0 0 0 0,5 3 0 0 0,-8-5-10 0 0,1 0 0 0 0,-1 0 0 0 0,1 0 0 0 0,-1 0 0 0 0,1 0 0 0 0,-1 0 0 0 0,1 0 0 0 0,-1 0 0 0 0,0 0 0 0 0,1-1 0 0 0,-1 1 0 0 0,1 0 0 0 0,-1 0 0 0 0,0 0 0 0 0,1 0 0 0 0,-1-1 0 0 0,1 1 0 0 0,-1 0 0 0 0,0-1 0 0 0,1 1 0 0 0,-1 0 0 0 0,0 0 0 0 0,0-1 0 0 0,1 1 0 0 0,-1-1 0 0 0,0 1 0 0 0,0 0 0 0 0,1-1 0 0 0,-1 1 0 0 0,0-1 0 0 0,0 1 0 0 0,0 0 0 0 0,0-1 0 0 0,1 1 0 0 0,-1-1 0 0 0,0 1 0 0 0,0-1 0 0 0,0 1 0 0 0,0 0 0 0 0,0-1 0 0 0,0 1 0 0 0,0-1 0 0 0,-1 1 0 0 0,1-1 0 0 0,0 0 0 0 0,1-22 224 0 0,-2 9-112 0 0,-1-1-1 0 0,-1 0 1 0 0,0 1-1 0 0,0 0 1 0 0,-1 0 0 0 0,-9-19-1 0 0,11 27-83 0 0,-1 0 1 0 0,0 0-1 0 0,-1 0 0 0 0,0 0 0 0 0,1 1 0 0 0,-2-1 0 0 0,1 1 1 0 0,-1 0-1 0 0,1 0 0 0 0,-1 1 0 0 0,-1-1 0 0 0,1 1 0 0 0,-1 0 1 0 0,1 1-1 0 0,-13-6 0 0 0,16 8-16 0 0,0 0 0 0 0,-1 0 1 0 0,1 1-1 0 0,-1 0 0 0 0,1-1 0 0 0,0 1 0 0 0,-1 0 1 0 0,1 0-1 0 0,-1 0 0 0 0,1 0 0 0 0,0 0 0 0 0,-1 1 0 0 0,1-1 1 0 0,-1 1-1 0 0,1 0 0 0 0,0 0 0 0 0,0-1 0 0 0,-3 3 1 0 0,0 0 45 0 0,1 0 0 0 0,0 0 0 0 0,0 0 0 0 0,0 0 0 0 0,1 1 0 0 0,-1 0-1 0 0,1-1 1 0 0,-4 7 0 0 0,-1 2 69 0 0,2 0 0 0 0,-1 0-1 0 0,1 0 1 0 0,1 1-1 0 0,-6 22 1 0 0,9-27-163 0 0,0 0 1 0 0,1 0-1 0 0,0 0 0 0 0,0 0 1 0 0,1 0-1 0 0,-1 0 0 0 0,2 0 1 0 0,-1 0-1 0 0,4 15 0 0 0,-3-20 23 0 0,0 0 1 0 0,0-1-1 0 0,1 1 0 0 0,-1 0 1 0 0,1-1-1 0 0,-1 1 0 0 0,1-1 1 0 0,0 1-1 0 0,0-1 0 0 0,0 0 0 0 0,0 0 1 0 0,0 0-1 0 0,0 0 0 0 0,1 0 1 0 0,-1 0-1 0 0,1-1 0 0 0,-1 1 1 0 0,1-1-1 0 0,0 0 0 0 0,-1 0 0 0 0,1 0 1 0 0,0 0-1 0 0,0 0 0 0 0,0 0 1 0 0,0-1-1 0 0,0 0 0 0 0,0 1 1 0 0,0-1-1 0 0,0 0 0 0 0,3-1 0 0 0,-3 2-5 0 0,1-1-1 0 0,-1-1 1 0 0,1 1-1 0 0,-1 0 1 0 0,1-1-1 0 0,-1 0 1 0 0,1 1-1 0 0,-1-2 1 0 0,1 1-1 0 0,-1 0 0 0 0,0-1 1 0 0,0 1-1 0 0,0-1 1 0 0,0 0-1 0 0,0 0 1 0 0,0 0-1 0 0,0 0 1 0 0,0-1-1 0 0,-1 1 1 0 0,1-1-1 0 0,2-3 1 0 0,-3 2 44 0 0,0-1 1 0 0,0 1-1 0 0,0 0 1 0 0,0 0 0 0 0,-1-1-1 0 0,0 1 1 0 0,0-1-1 0 0,0 1 1 0 0,0-1-1 0 0,-1 0 1 0 0,0 1 0 0 0,0-1-1 0 0,0 1 1 0 0,-2-9-1 0 0,1 7 29 0 0,0-1 0 0 0,-1 1 0 0 0,0 0 0 0 0,0 0 0 0 0,0 0 0 0 0,-1 0 0 0 0,0 0 0 0 0,0 1 0 0 0,-1-1 0 0 0,-6-8 0 0 0,7 11-44 0 0,0 0 0 0 0,0 0 0 0 0,0 0 0 0 0,0 1 0 0 0,0-1 0 0 0,0 1 1 0 0,-1 0-1 0 0,1 0 0 0 0,-1 0 0 0 0,1 0 0 0 0,-1 1 0 0 0,0-1 0 0 0,0 1 0 0 0,0 0 1 0 0,0 0-1 0 0,1 1 0 0 0,-9-1 0 0 0,11 0-17 0 0,0 1 0 0 0,0 0 0 0 0,0 0 0 0 0,0 0 0 0 0,-1 0 0 0 0,1 0 0 0 0,0 0 0 0 0,0 0 0 0 0,0 1 0 0 0,0-1 0 0 0,0 0 0 0 0,0 0 0 0 0,0 1 0 0 0,-1-1 0 0 0,1 1 0 0 0,0-1 0 0 0,0 1 0 0 0,0 0 0 0 0,1-1 0 0 0,-1 1 0 0 0,0 0 0 0 0,0-1 0 0 0,0 1 0 0 0,0 0 0 0 0,1 0 0 0 0,-1 0 0 0 0,0 0 0 0 0,1 0 0 0 0,-1 0 0 0 0,1 0 0 0 0,-1 0 0 0 0,1 0 1 0 0,-1 0-1 0 0,1 0 0 0 0,0 0 0 0 0,-1 0 0 0 0,1 0 0 0 0,0 1 0 0 0,0-1 0 0 0,0 0 0 0 0,0 0 0 0 0,0 0 0 0 0,0 0 0 0 0,0 0 0 0 0,1 1 0 0 0,-1-1 0 0 0,0 0 0 0 0,0 0 0 0 0,1 0 0 0 0,-1 0 0 0 0,1 1 0 0 0,1 3-37 0 0,0 0 1 0 0,1 0-1 0 0,-1-1 1 0 0,1 1-1 0 0,-1-1 1 0 0,1 0-1 0 0,1 1 0 0 0,-1-2 1 0 0,1 1-1 0 0,4 5 1 0 0,1-4 31 0 0,-1 0 0 0 0,1-1 1 0 0,0 1-1 0 0,0-2 0 0 0,0 1 0 0 0,1-1 1 0 0,15 3-1 0 0,-18-5 13 0 0,0 0 1 0 0,-1 0 0 0 0,1 0-1 0 0,0-1 1 0 0,-1 0-1 0 0,1-1 1 0 0,0 1-1 0 0,0-1 1 0 0,-1 0-1 0 0,1-1 1 0 0,-1 0-1 0 0,7-2 1 0 0,-12 4 10 0 0,-1-1 1 0 0,1 1 0 0 0,-1 0-1 0 0,1 0 1 0 0,-1-1 0 0 0,0 1-1 0 0,1 0 1 0 0,-1-1-1 0 0,1 1 1 0 0,-1 0 0 0 0,0-1-1 0 0,1 1 1 0 0,-1 0 0 0 0,0-1-1 0 0,0 1 1 0 0,1-1-1 0 0,-1 1 1 0 0,0-1 0 0 0,0 1-1 0 0,0-1 1 0 0,0 1 0 0 0,1-1-1 0 0,-1 1 1 0 0,0-1-1 0 0,0 1 1 0 0,0-1 0 0 0,0 1-1 0 0,0-1 1 0 0,0 1 0 0 0,0-1-1 0 0,0 1 1 0 0,-1-1-1 0 0,1 0 1 0 0,-12-19 299 0 0,-24-10 4 0 0,32 27-287 0 0,0 1-1 0 0,0 0 1 0 0,0 0-1 0 0,-1 0 0 0 0,1 0 1 0 0,0 0-1 0 0,-1 1 1 0 0,0 0-1 0 0,1 0 0 0 0,-1 0 1 0 0,0 0-1 0 0,1 1 1 0 0,-11 0-1 0 0,13 1-8 0 0,0-1 0 0 0,0 1 0 0 0,0 0 0 0 0,-1 0 0 0 0,1 0-1 0 0,0 0 1 0 0,0 0 0 0 0,0 0 0 0 0,0 0 0 0 0,1 1 0 0 0,-1-1 0 0 0,0 1 0 0 0,0-1 0 0 0,1 1 0 0 0,-1 0 0 0 0,1 0 0 0 0,0 0-1 0 0,-1-1 1 0 0,1 1 0 0 0,0 0 0 0 0,0 1 0 0 0,0-1 0 0 0,0 0 0 0 0,1 0 0 0 0,-1 0 0 0 0,1 1 0 0 0,-1-1 0 0 0,1 0 0 0 0,0 0-1 0 0,-1 1 1 0 0,1 2 0 0 0,0-4-89 0 0,0 1 0 0 0,0-1-1 0 0,0 1 1 0 0,0 0-1 0 0,1-1 1 0 0,-1 1 0 0 0,0-1-1 0 0,1 1 1 0 0,-1 0-1 0 0,1-1 1 0 0,-1 1 0 0 0,1-1-1 0 0,0 1 1 0 0,-1-1 0 0 0,1 0-1 0 0,1 2 1 0 0,-1-2-107 0 0,0 0 1 0 0,-1-1-1 0 0,1 1 1 0 0,0-1-1 0 0,-1 1 1 0 0,1-1-1 0 0,0 0 1 0 0,0 1-1 0 0,-1-1 1 0 0,1 0-1 0 0,0 1 1 0 0,0-1-1 0 0,0 0 1 0 0,-1 0-1 0 0,1 0 1 0 0,0 0-1 0 0,0 0 1 0 0,0 0-1 0 0,0 0 1 0 0,0 0 0 0 0,-1 0-1 0 0,2 0 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4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89 105 6913 0 0,'-3'-3'146'0'0,"1"1"-1"0"0,0-1 0 0 0,-1 1 1 0 0,0 0-1 0 0,1 0 0 0 0,-1 1 1 0 0,0-1-1 0 0,0 0 0 0 0,0 1 0 0 0,0 0 1 0 0,-4-2-1 0 0,6 3-22 0 0,-1 0 0 0 0,1 0-1 0 0,-1 0 1 0 0,0 0 0 0 0,1 0 0 0 0,-1 1-1 0 0,1-1 1 0 0,-1 0 0 0 0,1 1 0 0 0,-1-1 0 0 0,1 1-1 0 0,-1-1 1 0 0,1 1 0 0 0,-1 0 0 0 0,1 0-1 0 0,0 0 1 0 0,-1-1 0 0 0,1 1 0 0 0,0 0 0 0 0,0 1-1 0 0,0-1 1 0 0,0 0 0 0 0,0 0 0 0 0,0 0-1 0 0,-2 3 1 0 0,1-1-25 0 0,1-1-1 0 0,-1 1 1 0 0,1 0 0 0 0,-1 0-1 0 0,1-1 1 0 0,0 1-1 0 0,0 0 1 0 0,0 0 0 0 0,0 0-1 0 0,1 0 1 0 0,-1 0-1 0 0,1 0 1 0 0,0 1 0 0 0,0-1-1 0 0,0 0 1 0 0,0 0 0 0 0,1 0-1 0 0,-1 0 1 0 0,1 0-1 0 0,1 5 1 0 0,0-3-23 0 0,0 0 0 0 0,1 0 0 0 0,-1-1 1 0 0,1 1-1 0 0,0-1 0 0 0,0 0 0 0 0,0 0 0 0 0,1 0 0 0 0,0 0 0 0 0,-1-1 1 0 0,9 7-1 0 0,-7-7-35 0 0,-1 0 0 0 0,1-1 1 0 0,-1 1-1 0 0,1-1 0 0 0,0 0 0 0 0,0 0 0 0 0,0 0 1 0 0,0-1-1 0 0,0 0 0 0 0,0 0 0 0 0,10 1 1 0 0,-12-2-4 0 0,0 0 1 0 0,0-1 0 0 0,0 1 0 0 0,0 0 0 0 0,0-1-1 0 0,0 0 1 0 0,0 0 0 0 0,0 0 0 0 0,0 0-1 0 0,-1 0 1 0 0,1 0 0 0 0,0-1 0 0 0,-1 1-1 0 0,1-1 1 0 0,-1 0 0 0 0,1 0 0 0 0,-1 0-1 0 0,0 0 1 0 0,0 0 0 0 0,4-5 0 0 0,-4 2 9 0 0,1 0 1 0 0,-1 1-1 0 0,0-1 0 0 0,-1 0 1 0 0,1 0-1 0 0,-1 0 0 0 0,0-1 1 0 0,0 1-1 0 0,0 0 1 0 0,-1 0-1 0 0,0-1 0 0 0,0 1 1 0 0,0 0-1 0 0,-1 0 0 0 0,0 0 1 0 0,0-1-1 0 0,-3-9 1 0 0,1 4 59 0 0,-1 0 1 0 0,0 0 0 0 0,-1 0 0 0 0,0 1-1 0 0,-1 0 1 0 0,0 0 0 0 0,-8-10 0 0 0,13 19-57 0 0,0-1 0 0 0,0 1 1 0 0,0-1-1 0 0,0 1 0 0 0,-1-1 1 0 0,1 1-1 0 0,0 0 0 0 0,-1 0 1 0 0,1 0-1 0 0,-1-1 0 0 0,0 1 0 0 0,1 1 1 0 0,-1-1-1 0 0,0 0 0 0 0,1 0 1 0 0,-1 1-1 0 0,0-1 0 0 0,0 1 1 0 0,0-1-1 0 0,-3 1 0 0 0,4 0 11 0 0,-1 1-1 0 0,1-1 1 0 0,0 1 0 0 0,-1-1-1 0 0,1 1 1 0 0,0 0-1 0 0,-1 0 1 0 0,1-1 0 0 0,0 1-1 0 0,0 0 1 0 0,0 0 0 0 0,0 0-1 0 0,0 1 1 0 0,0-1-1 0 0,0 0 1 0 0,0 0 0 0 0,0 0-1 0 0,1 1 1 0 0,-2 2-1 0 0,-2 5 97 0 0,1 0 0 0 0,0 1 0 0 0,0-1 0 0 0,1 1 0 0 0,0 0 0 0 0,0 11 0 0 0,2 45 476 0 0,8-34-1559 0 0,8-5-4684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5.4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7 6913 0 0,'-14'-6'4215'0'0,"12"18"771"0"0,2-4-6105 0 0,11 153 4329 0 0,0-43-2579 0 0,-4 277 183 0 0,2-291-1194 0 0,-6-88-6111 0 0,-3-29 4922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5.7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5985 0 0,'0'-1'4403'0'0,"6"0"-3502"0"0,2 2-525 0 0,-1-1-1 0 0,1 1 1 0 0,0 0 0 0 0,-1 0-1 0 0,1 1 1 0 0,-1 0 0 0 0,1 0-1 0 0,-1 1 1 0 0,0 0-1 0 0,0 0 1 0 0,0 1 0 0 0,0 0-1 0 0,-1 0 1 0 0,1 1 0 0 0,10 9-1 0 0,11 12 566 0 0,-2 0 0 0 0,26 34 0 0 0,-23-26-507 0 0,70 97 430 0 0,-26-30-1576 0 0,-70-98 412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5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3 156 10594 0 0,'-1'0'13'0'0,"1"-1"0"0"0,0 1 0 0 0,0 0 0 0 0,0 0 0 0 0,0 0 0 0 0,0 0 0 0 0,-1 0 0 0 0,1 0 0 0 0,0-1 0 0 0,0 1 0 0 0,0 0 0 0 0,0 0 0 0 0,0 0 0 0 0,0 0 0 0 0,0 0 0 0 0,-1-1 0 0 0,1 1 0 0 0,0 0 0 0 0,0 0 0 0 0,0 0 0 0 0,0-1 0 0 0,0 1 0 0 0,0 0 0 0 0,0 0 0 0 0,0 0 0 0 0,0-1 0 0 0,0 1 0 0 0,0 0 0 0 0,0 0 0 0 0,0 0 0 0 0,0-1 0 0 0,0 1 0 0 0,0 0 0 0 0,0 0 0 0 0,1 0 0 0 0,-1 0 0 0 0,0-1 0 0 0,0 1 0 0 0,0 0 0 0 0,0 0 0 0 0,9-11-556 0 0,16-8-188 0 0,-22 17 1098 0 0,14-10 442 0 0,14-11-426 0 0,2 1 0 0 0,57-28 1 0 0,-70 41-384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7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14 157 3225 0 0,'-14'-22'6142'0'0,"19"35"-3827"0"0,-1-4-2178 0 0,5 13 900 0 0,19 34 0 0 0,-26-52-950 0 0,1 0 0 0 0,-1-1 0 0 0,1 1 0 0 0,-1 0 0 0 0,1-1 0 0 0,0 0 0 0 0,0 1 0 0 0,1-1 0 0 0,-1-1 0 0 0,1 1 0 0 0,-1 0 0 0 0,1-1 0 0 0,0 0-1 0 0,0 1 1 0 0,0-2 0 0 0,5 3 0 0 0,-7-4-46 0 0,1 0 0 0 0,0 0 0 0 0,0-1-1 0 0,0 1 1 0 0,-1 0 0 0 0,1-1 0 0 0,0 0 0 0 0,0 0-1 0 0,-1 0 1 0 0,1 0 0 0 0,-1 0 0 0 0,1 0-1 0 0,-1 0 1 0 0,1-1 0 0 0,-1 0 0 0 0,0 1 0 0 0,0-1-1 0 0,0 0 1 0 0,0 0 0 0 0,0 0 0 0 0,0 0-1 0 0,0 0 1 0 0,-1-1 0 0 0,1 1 0 0 0,1-5 0 0 0,3-2 142 0 0,-1 0 0 0 0,-1 0 1 0 0,0 0-1 0 0,0-1 0 0 0,3-17 1 0 0,-5 19-177 0 0,-1-1 1 0 0,-1 1-1 0 0,1 0 1 0 0,-1-1-1 0 0,-1 1 1 0 0,0-1-1 0 0,-3-12 1 0 0,4 18-8 0 0,-1 0 1 0 0,1 1 0 0 0,-1-1 0 0 0,0 1-1 0 0,0-1 1 0 0,0 1 0 0 0,0-1-1 0 0,0 1 1 0 0,-1-1 0 0 0,1 1 0 0 0,-1 0-1 0 0,1 0 1 0 0,-1 0 0 0 0,0 0-1 0 0,0 0 1 0 0,0 0 0 0 0,0 0 0 0 0,0 1-1 0 0,0-1 1 0 0,-1 1 0 0 0,1-1-1 0 0,0 1 1 0 0,-1 0 0 0 0,1 0 0 0 0,-1 0-1 0 0,0 0 1 0 0,-3 0 0 0 0,4 1 14 0 0,-1 0-1 0 0,1 1 1 0 0,-1-1 0 0 0,1 1 0 0 0,0 0-1 0 0,-1-1 1 0 0,1 1 0 0 0,0 0 0 0 0,-1 1-1 0 0,1-1 1 0 0,0 0 0 0 0,0 1 0 0 0,0-1 0 0 0,0 1-1 0 0,0-1 1 0 0,0 1 0 0 0,1 0 0 0 0,-1 0-1 0 0,0 0 1 0 0,1 0 0 0 0,0 0 0 0 0,-1 0 0 0 0,1 0-1 0 0,0 1 1 0 0,-1 3 0 0 0,-3 4 57 0 0,1 1 0 0 0,0 0 0 0 0,0 0 0 0 0,-1 14 0 0 0,4-17-100 0 0,0 1 1 0 0,0 0-1 0 0,1-1 1 0 0,0 1-1 0 0,1 0 1 0 0,0-1-1 0 0,0 1 1 0 0,1-1-1 0 0,0 1 1 0 0,1-1-1 0 0,3 9 1 0 0,-5-14 25 0 0,0 0 1 0 0,1-1-1 0 0,-1 1 0 0 0,1 0 1 0 0,-1 0-1 0 0,1-1 1 0 0,0 1-1 0 0,0-1 1 0 0,0 0-1 0 0,0 1 0 0 0,1-1 1 0 0,-1 0-1 0 0,1 0 1 0 0,-1-1-1 0 0,1 1 0 0 0,0 0 1 0 0,-1-1-1 0 0,1 0 1 0 0,0 1-1 0 0,0-1 0 0 0,0 0 1 0 0,0-1-1 0 0,0 1 1 0 0,0 0-1 0 0,0-1 1 0 0,1 0-1 0 0,-1 0 0 0 0,0 0 1 0 0,0 0-1 0 0,0 0 1 0 0,0-1-1 0 0,0 1 0 0 0,5-2 1 0 0,-6 1-9 0 0,1 1 0 0 0,-1-1 0 0 0,1 0 1 0 0,-1 0-1 0 0,0 0 0 0 0,1 0 0 0 0,-1 0 0 0 0,0-1 0 0 0,0 1 1 0 0,0-1-1 0 0,0 0 0 0 0,0 1 0 0 0,0-1 0 0 0,0 0 0 0 0,-1 0 1 0 0,1 0-1 0 0,-1 0 0 0 0,1 0 0 0 0,-1-1 0 0 0,1-2 0 0 0,0 2-2 0 0,-1-1-1 0 0,0-1 0 0 0,-1 1 0 0 0,1 0 0 0 0,-1 0 1 0 0,1 0-1 0 0,-1 0 0 0 0,-1 0 0 0 0,1 0 0 0 0,0-1 1 0 0,-3-5-1 0 0,1-1 48 0 0,-2 1 1 0 0,1-1 0 0 0,-2 1-1 0 0,1 0 1 0 0,-1 0-1 0 0,-1 0 1 0 0,0 1-1 0 0,-11-14 1 0 0,13 19-16 0 0,0 0 0 0 0,-1 0 0 0 0,1 0 0 0 0,-1 0 0 0 0,0 0 0 0 0,0 1 0 0 0,0 0 0 0 0,-1 0 0 0 0,1 1 0 0 0,-1-1 0 0 0,-10-2 0 0 0,14 5-12 0 0,0-1 1 0 0,0 1-1 0 0,1 0 1 0 0,-1 0-1 0 0,0 0 1 0 0,0 0-1 0 0,0 0 1 0 0,0 0-1 0 0,0 1 1 0 0,0-1-1 0 0,0 1 1 0 0,0-1-1 0 0,0 1 0 0 0,1 0 1 0 0,-1-1-1 0 0,-2 3 1 0 0,2-2-5 0 0,0 1 0 0 0,0 0 0 0 0,0 0 0 0 0,0 0 0 0 0,1 0 0 0 0,-1 0 0 0 0,1 0 0 0 0,0 1 0 0 0,0-1 0 0 0,-1 0 0 0 0,1 1 0 0 0,1-1 0 0 0,-1 1 0 0 0,0-1 0 0 0,0 5 0 0 0,0-5-7 0 0,1 0-1 0 0,-1 0 1 0 0,0 0-1 0 0,1 1 1 0 0,0-1 0 0 0,0 0-1 0 0,0 0 1 0 0,0 0 0 0 0,0 0-1 0 0,0 0 1 0 0,0 1-1 0 0,0-1 1 0 0,1 0 0 0 0,-1 0-1 0 0,1 0 1 0 0,0 0 0 0 0,0 0-1 0 0,0 0 1 0 0,0 0-1 0 0,0 0 1 0 0,0-1 0 0 0,0 1-1 0 0,0 0 1 0 0,1 0 0 0 0,-1-1-1 0 0,1 1 1 0 0,-1-1-1 0 0,1 0 1 0 0,0 1 0 0 0,-1-1-1 0 0,5 2 1 0 0,-3-2-3 0 0,1 0 0 0 0,0 0 0 0 0,-1-1 0 0 0,1 1 0 0 0,-1-1 0 0 0,1 0 0 0 0,0 0 0 0 0,0 0 0 0 0,-1-1 0 0 0,1 1 0 0 0,-1-1 0 0 0,1 0 0 0 0,0 0 0 0 0,-1 0 0 0 0,0 0 0 0 0,1-1 0 0 0,5-3 0 0 0,-2 1 37 0 0,-1-1-1 0 0,0 0 1 0 0,0 0 0 0 0,0 0-1 0 0,-1-1 1 0 0,1 0 0 0 0,-1 0-1 0 0,-1 0 1 0 0,1-1 0 0 0,-1 0-1 0 0,3-7 1 0 0,-5 12-6 0 0,-1 0-1 0 0,0-1 1 0 0,0 1-1 0 0,0 0 1 0 0,0 0 0 0 0,0-1-1 0 0,-1 1 1 0 0,1-1 0 0 0,-1 1-1 0 0,0-1 1 0 0,1 1-1 0 0,-1-1 1 0 0,0 1 0 0 0,0-1-1 0 0,-1 1 1 0 0,1-1 0 0 0,0 1-1 0 0,-1-1 1 0 0,0 1-1 0 0,1 0 1 0 0,-1-1 0 0 0,0 1-1 0 0,0 0 1 0 0,-1-1-1 0 0,1 1 1 0 0,0 0 0 0 0,-1 0-1 0 0,1 0 1 0 0,-1 0 0 0 0,0 0-1 0 0,1 1 1 0 0,-1-1-1 0 0,0 0 1 0 0,0 1 0 0 0,0-1-1 0 0,0 1 1 0 0,0 0 0 0 0,-4-2-1 0 0,2 2-24 0 0,0 0 0 0 0,1 0 0 0 0,-2 0 0 0 0,1 0-1 0 0,0 1 1 0 0,0 0 0 0 0,0-1 0 0 0,0 1 0 0 0,0 1 0 0 0,0-1 0 0 0,0 1 0 0 0,0-1-1 0 0,0 1 1 0 0,0 1 0 0 0,0-1 0 0 0,0 0 0 0 0,0 1 0 0 0,1 0 0 0 0,-1 0-1 0 0,0 0 1 0 0,1 0 0 0 0,-5 5 0 0 0,-1-1-364 0 0,0 2 0 0 0,1-1 0 0 0,0 1 1 0 0,0 0-1 0 0,1 1 0 0 0,0 0 0 0 0,-6 11 0 0 0,12-19 236 0 0,1 0-1 0 0,-1 0 1 0 0,1 0 0 0 0,-1 0-1 0 0,1-1 1 0 0,-1 1-1 0 0,1 0 1 0 0,0 0-1 0 0,-1 0 1 0 0,1 0 0 0 0,0 0-1 0 0,0 0 1 0 0,0 1-1 0 0,0-1 1 0 0,0 0-1 0 0,0 0 1 0 0,0 0 0 0 0,0 0-1 0 0,0 0 1 0 0,0 0-1 0 0,0 0 1 0 0,1 0-1 0 0,-1 0 1 0 0,1 0 0 0 0,-1 0-1 0 0,0 0 1 0 0,1-1-1 0 0,0 1 1 0 0,-1 0-1 0 0,1 0 1 0 0,-1 0 0 0 0,1 0-1 0 0,0-1 1 0 0,0 1-1 0 0,-1 0 1 0 0,3 0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7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212 12 5985 0 0,'-3'-2'233'0'0,"-1"0"1"0"0,0 1-1 0 0,1-1 0 0 0,-1 1 0 0 0,0 0 1 0 0,0 0-1 0 0,0 1 0 0 0,0-1 0 0 0,1 1 0 0 0,-1-1 1 0 0,0 1-1 0 0,0 1 0 0 0,0-1 0 0 0,0 0 0 0 0,0 1 1 0 0,0 0-1 0 0,0 0 0 0 0,0 0 0 0 0,1 0 1 0 0,-1 1-1 0 0,0-1 0 0 0,1 1 0 0 0,0 0 0 0 0,-1 0 1 0 0,1 1-1 0 0,0-1 0 0 0,0 1 0 0 0,0-1 0 0 0,-4 5 1 0 0,4-4-109 0 0,0 0 1 0 0,0 0 0 0 0,1-1-1 0 0,-1 1 1 0 0,1 1 0 0 0,0-1 0 0 0,0 0-1 0 0,0 1 1 0 0,0-1 0 0 0,0 1-1 0 0,1-1 1 0 0,0 1 0 0 0,0 0 0 0 0,0 0-1 0 0,0-1 1 0 0,0 1 0 0 0,1 0-1 0 0,0 0 1 0 0,-1 0 0 0 0,2 0 0 0 0,-1 0-1 0 0,0 0 1 0 0,1 0 0 0 0,-1-1-1 0 0,1 1 1 0 0,0 0 0 0 0,1 0 0 0 0,-1-1-1 0 0,4 8 1 0 0,-4-10-71 0 0,0 1 0 0 0,0-1-1 0 0,0 0 1 0 0,0 0 0 0 0,0 0 0 0 0,0 1 0 0 0,0-1-1 0 0,0 0 1 0 0,0 0 0 0 0,1-1 0 0 0,-1 1 0 0 0,0 0-1 0 0,1 0 1 0 0,-1-1 0 0 0,0 1 0 0 0,1 0 0 0 0,-1-1-1 0 0,1 0 1 0 0,-1 1 0 0 0,1-1 0 0 0,-1 0 0 0 0,1 0-1 0 0,-1 0 1 0 0,1 0 0 0 0,0 0 0 0 0,-1 0 0 0 0,1 0-1 0 0,-1 0 1 0 0,1 0 0 0 0,-1-1 0 0 0,1 1 0 0 0,-1-1-1 0 0,1 1 1 0 0,-1-1 0 0 0,0 0 0 0 0,1 0 0 0 0,-1 1-1 0 0,0-1 1 0 0,0 0 0 0 0,1 0 0 0 0,-1 0 0 0 0,0 0-1 0 0,0 0 1 0 0,0-1 0 0 0,0 1 0 0 0,0 0 0 0 0,0 0-1 0 0,-1-1 1 0 0,1 1 0 0 0,0-1 0 0 0,-1 1 0 0 0,1 0-1 0 0,-1-1 1 0 0,1 1 0 0 0,-1-1 0 0 0,0 1 0 0 0,1-1-1 0 0,-1 0 1 0 0,0 1 0 0 0,0-1 0 0 0,0 1 0 0 0,0-1 0 0 0,-1-1-1 0 0,0-2 60 0 0,0 0 0 0 0,-1 0-1 0 0,1 0 1 0 0,-1 0 0 0 0,-1 0-1 0 0,1 1 1 0 0,0-1 0 0 0,-1 1-1 0 0,0 0 1 0 0,0-1-1 0 0,-1 1 1 0 0,1 1 0 0 0,-1-1-1 0 0,-6-5 1 0 0,8 8-106 0 0,1-1 0 0 0,-1 1 0 0 0,0 0 0 0 0,0 0 0 0 0,0 0 0 0 0,0 0 0 0 0,0 1 0 0 0,0-1 0 0 0,0 1 0 0 0,0-1 0 0 0,0 1 0 0 0,0-1-1 0 0,0 1 1 0 0,0 0 0 0 0,-1 0 0 0 0,1 0 0 0 0,0 0 0 0 0,0 1 0 0 0,0-1 0 0 0,0 0 0 0 0,0 1 0 0 0,0 0 0 0 0,0-1 0 0 0,0 1 0 0 0,0 0 0 0 0,0 0 0 0 0,0 0 0 0 0,0 0 0 0 0,0 0 0 0 0,1 1 0 0 0,-1-1 0 0 0,0 0 0 0 0,1 1 0 0 0,-1-1 0 0 0,1 1 0 0 0,0 0 0 0 0,0 0-1 0 0,-2 1 1 0 0,0 3-48 0 0,-1 0 0 0 0,1-1 0 0 0,0 1-1 0 0,1 1 1 0 0,0-1 0 0 0,0 0 0 0 0,0 1 0 0 0,0-1-1 0 0,1 1 1 0 0,-1 12 0 0 0,5 37-3157 0 0,2-30-3652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8.2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8290 0 0,'3'-4'8390'0'0,"-1"8"-7429"0"0,26 54 712 0 0,-2 1 0 0 0,21 75 0 0 0,-29-76-1733 0 0,3 0 1 0 0,3-2-1 0 0,30 54 0 0 0,-53-109-253 0 0,13 20-153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7:58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80 123 920 0 0,'-7'3'67'0'0,"0"0"0"0"0,-1-1-1 0 0,1 0 1 0 0,-1 0 0 0 0,-35-13 9073 0 0,45 10-8880 0 0,13-18 1319 0 0,-2 8-1080 0 0,0-1-1 0 0,1 2 0 0 0,0 0 1 0 0,0 0-1 0 0,1 2 0 0 0,19-9 1 0 0,-24 12-265 0 0,1 1 0 0 0,-1 0 1 0 0,1 1-1 0 0,0 0 1 0 0,0 1-1 0 0,0 0 0 0 0,0 0 1 0 0,1 1-1 0 0,-1 1 1 0 0,17 1-1 0 0,-25-1-221 0 0,0 1 0 0 0,1 0 1 0 0,-1-1-1 0 0,0 1 0 0 0,0 0 1 0 0,0 0-1 0 0,0 1 0 0 0,0-1 0 0 0,0 1 1 0 0,0-1-1 0 0,0 1 0 0 0,-1 0 0 0 0,1 0 1 0 0,-1 0-1 0 0,1 1 0 0 0,-1-1 0 0 0,0 0 1 0 0,0 1-1 0 0,3 4 0 0 0,-3-2 27 0 0,1 0-1 0 0,-2 0 0 0 0,1 0 1 0 0,0 0-1 0 0,-1 1 0 0 0,0-1 1 0 0,0 0-1 0 0,-1 1 0 0 0,1-1 1 0 0,-2 11-1 0 0,-1 4 58 0 0,-1 1 0 0 0,-1-1 0 0 0,-1 0 0 0 0,-1 0 0 0 0,-10 21 0 0 0,10-25-97 0 0,0-2 0 0 0,23-21 0 0 0,-10 2 4 0 0,1 1-1 0 0,-1 0 0 0 0,1 0 1 0 0,0 1-1 0 0,0 0 0 0 0,0 0 1 0 0,1 1-1 0 0,-1 0 1 0 0,1 0-1 0 0,-1 1 0 0 0,1 0 1 0 0,-1 1-1 0 0,1 0 1 0 0,-1 0-1 0 0,1 1 0 0 0,0 0 1 0 0,-1 0-1 0 0,1 1 0 0 0,-1 0 1 0 0,0 1-1 0 0,0 0 1 0 0,0 0-1 0 0,0 1 0 0 0,0-1 1 0 0,11 9-1 0 0,-17-10 21 0 0,0 0-1 0 0,-1 0 0 0 0,1 0 1 0 0,0 0-1 0 0,-1 0 0 0 0,1 0 1 0 0,-1 0-1 0 0,0 0 1 0 0,0 1-1 0 0,0-1 0 0 0,0 1 1 0 0,0-1-1 0 0,0 1 0 0 0,-1-1 1 0 0,1 1-1 0 0,-1-1 1 0 0,1 1-1 0 0,-1-1 0 0 0,0 1 1 0 0,0 0-1 0 0,0-1 0 0 0,-1 1 1 0 0,1-1-1 0 0,-1 1 1 0 0,1 0-1 0 0,-1-1 0 0 0,0 0 1 0 0,0 1-1 0 0,0-1 0 0 0,0 1 1 0 0,-2 2-1 0 0,-5 9 253 0 0,0 1-1 0 0,-1-1 1 0 0,-19 22 0 0 0,17-22-149 0 0,-8 10 195 0 0,0-1 1 0 0,-24 21-1 0 0,33-35-370 0 0,0-1 0 0 0,0 0 0 0 0,0-1 0 0 0,-1 0 1 0 0,-1 0-1 0 0,1-1 0 0 0,-18 7 0 0 0,11-8-537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2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105 442 8290 0 0,'-20'-17'1118'0'0,"8"8"-241"0"0,0 0-1 0 0,1-2 1 0 0,1 1-1 0 0,-14-18 1 0 0,22 26-792 0 0,1 0 1 0 0,-1-1-1 0 0,0 1 1 0 0,1-1 0 0 0,0 0-1 0 0,0 1 1 0 0,0-1-1 0 0,0 0 1 0 0,0 1 0 0 0,0-1-1 0 0,1 0 1 0 0,-1 0-1 0 0,1 0 1 0 0,0 0 0 0 0,0 0-1 0 0,0 0 1 0 0,0 0-1 0 0,0 0 1 0 0,1 1 0 0 0,-1-1-1 0 0,1 0 1 0 0,0 0-1 0 0,0 0 1 0 0,0 1-1 0 0,0-1 1 0 0,0 0 0 0 0,1 1-1 0 0,2-4 1 0 0,-4 5-26 0 0,0 1 1 0 0,0 0-1 0 0,0-1 1 0 0,1 1-1 0 0,-1 0 1 0 0,0 0-1 0 0,0-1 0 0 0,1 1 1 0 0,-1 0-1 0 0,0 0 1 0 0,1-1-1 0 0,-1 1 1 0 0,0 0-1 0 0,0 0 1 0 0,1 0-1 0 0,-1 0 1 0 0,0 0-1 0 0,1-1 0 0 0,-1 1 1 0 0,0 0-1 0 0,1 0 1 0 0,-1 0-1 0 0,1 0 1 0 0,-1 0-1 0 0,0 0 1 0 0,1 0-1 0 0,-1 0 1 0 0,0 0-1 0 0,1 0 0 0 0,-1 0 1 0 0,0 1-1 0 0,1-1 1 0 0,-1 0-1 0 0,0 0 1 0 0,1 0-1 0 0,12 14 916 0 0,5 21-274 0 0,-17-33-601 0 0,155 324 1486 0 0,-106-235-1512 0 0,92 126 0 0 0,-46-86-99 0 0,-96-130 32 0 0,1 0 1 0 0,0 0 0 0 0,-1 0-1 0 0,1-1 1 0 0,0 1-1 0 0,0 0 1 0 0,-1 0 0 0 0,1-1-1 0 0,0 1 1 0 0,0-1 0 0 0,0 1-1 0 0,0-1 1 0 0,0 1-1 0 0,0-1 1 0 0,0 1 0 0 0,0-1-1 0 0,0 0 1 0 0,0 0 0 0 0,0 1-1 0 0,0-1 1 0 0,0 0-1 0 0,0 0 1 0 0,0 0 0 0 0,0 0-1 0 0,0 0 1 0 0,0 0 0 0 0,0 0-1 0 0,0-1 1 0 0,0 1-1 0 0,0 0 1 0 0,0-1 0 0 0,0 1-1 0 0,0 0 1 0 0,0-1 0 0 0,0 1-1 0 0,0-1 1 0 0,0 0 0 0 0,0 1-1 0 0,-1-1 1 0 0,1 0-1 0 0,0 1 1 0 0,0-1 0 0 0,-1 0-1 0 0,1 0 1 0 0,0 0 0 0 0,-1 0-1 0 0,2-1 1 0 0,3-7 49 0 0,0 1-1 0 0,0-1 1 0 0,-1 0 0 0 0,4-10 0 0 0,-6 14-89 0 0,23-64 225 0 0,17-80-1 0 0,-11 36-92 0 0,138-483-78 0 0,-164 576-526 0 0,10-30 183 0 0,1 20-6558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2.7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32 7834 0 0,'-4'-32'14071'0'0,"2"47"-13719"0"0,1 20-89 0 0,2 1 0 0 0,7 39 0 0 0,0 8-56 0 0,-5 83-4 0 0,-4-85-269 0 0,14 101 0 0 0,-12-176-169 0 0,0 3 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2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8290 0 0,'1'-3'340'0'0,"-1"0"0"0"0,1 0 0 0 0,0 0 0 0 0,0 0 0 0 0,0 0 0 0 0,0 0 0 0 0,0 0 0 0 0,1 1 0 0 0,-1-1 0 0 0,1 0 1 0 0,0 1-1 0 0,-1-1 0 0 0,1 1 0 0 0,1 0 0 0 0,-1-1 0 0 0,0 1 0 0 0,0 0 0 0 0,1 0 0 0 0,-1 0 0 0 0,1 1 0 0 0,0-1 0 0 0,-1 1 0 0 0,1-1 0 0 0,0 1 1 0 0,0 0-1 0 0,0 0 0 0 0,0 0 0 0 0,0 1 0 0 0,5-1 0 0 0,-2 0-63 0 0,0 1-1 0 0,-1 1 1 0 0,1-1 0 0 0,0 1 0 0 0,0 0 0 0 0,0 1-1 0 0,-1-1 1 0 0,1 1 0 0 0,-1 0 0 0 0,1 1-1 0 0,-1-1 1 0 0,0 1 0 0 0,0 0 0 0 0,9 7 0 0 0,3 4-224 0 0,-2 1 1 0 0,1 0 0 0 0,-2 2-1 0 0,0-1 1 0 0,-1 2 0 0 0,21 37-1 0 0,-13-15-193 0 0,-2 1-1 0 0,18 58 1 0 0,-31-76-2163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3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23 100 10594 0 0,'0'0'95'0'0,"-1"0"1"0"0,0 0-1 0 0,0 0 0 0 0,0 0 0 0 0,0 0 0 0 0,1 0 0 0 0,-1 0 0 0 0,0 0 0 0 0,0 0 0 0 0,0 0 1 0 0,1-1-1 0 0,-1 1 0 0 0,0 0 0 0 0,0-1 0 0 0,1 1 0 0 0,-1 0 0 0 0,0-1 0 0 0,1 1 1 0 0,-1-1-1 0 0,0 1 0 0 0,1-1 0 0 0,-1 0 0 0 0,1 1 0 0 0,-1-1 0 0 0,1 1 0 0 0,-1-1 1 0 0,1 0-1 0 0,-1 0 0 0 0,1 1 0 0 0,0-1 0 0 0,-1 0 0 0 0,1 0 0 0 0,0 1 0 0 0,-1-1 1 0 0,1 0-1 0 0,0 0 0 0 0,0 0 0 0 0,0 1 0 0 0,0-1 0 0 0,0 0 0 0 0,0 0 0 0 0,0 0 0 0 0,0 0 1 0 0,0 1-1 0 0,1-1 0 0 0,-1 0 0 0 0,0 0 0 0 0,0 0 0 0 0,1 1 0 0 0,-1-1 0 0 0,0 0 1 0 0,1 1-1 0 0,-1-1 0 0 0,2-1 0 0 0,0-2 355 0 0,0-1-1 0 0,1 1 1 0 0,-1 0 0 0 0,1 0 0 0 0,0 0-1 0 0,0 1 1 0 0,0-1 0 0 0,7-5 0 0 0,-3 5-408 0 0,0 0 0 0 0,1 1 0 0 0,-1 0 0 0 0,1 0 0 0 0,-1 0 1 0 0,1 1-1 0 0,0 0 0 0 0,0 1 0 0 0,0 0 0 0 0,0 0 0 0 0,1 1 1 0 0,13 0-1 0 0,3 2-860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3.4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0,'1'4'556'0'0,"1"0"0"0"0,0 1 0 0 0,0-1 0 0 0,0 0 0 0 0,1 0 0 0 0,0 0 0 0 0,-1-1 0 0 0,6 6 0 0 0,7 11 842 0 0,-4 0-767 0 0,16 25 897 0 0,32 74 0 0 0,-53-102-1946 0 0,0 1-1 0 0,7 35 0 0 0,-12-42-338 0 0,1 1 1 0 0,-2-1-1 0 0,1 1 0 0 0,-2-1 0 0 0,-2 20 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3.8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12 225 6913 0 0,'-2'-3'161'0'0,"1"-1"0"0"0,-1 1 0 0 0,1 0 0 0 0,-1-1-1 0 0,1 1 1 0 0,1-1 0 0 0,-1 0 0 0 0,0 1 0 0 0,1-1-1 0 0,-1 0 1 0 0,1 1 0 0 0,0-1 0 0 0,1 0 0 0 0,-1 1-1 0 0,1-1 1 0 0,-1 0 0 0 0,1 1 0 0 0,0-1 0 0 0,0 1-1 0 0,1-1 1 0 0,-1 1 0 0 0,1-1 0 0 0,1-2 0 0 0,3-6 536 0 0,1 1 0 0 0,0 1 0 0 0,0-1 0 0 0,1 1 0 0 0,12-13 0 0 0,-13 16-300 0 0,0 1-1 0 0,1 0 0 0 0,-1 0 1 0 0,1 1-1 0 0,0 0 0 0 0,0 0 1 0 0,1 1-1 0 0,-1 0 1 0 0,15-4-1 0 0,-20 7-369 0 0,-1 0 1 0 0,1 1-1 0 0,0-1 1 0 0,-1 1-1 0 0,1 0 0 0 0,0-1 1 0 0,-1 1-1 0 0,1 0 0 0 0,0 1 1 0 0,0-1-1 0 0,-1 0 1 0 0,1 1-1 0 0,-1 0 0 0 0,1 0 1 0 0,0-1-1 0 0,-1 1 1 0 0,1 1-1 0 0,-1-1 0 0 0,0 0 1 0 0,1 1-1 0 0,-1-1 0 0 0,0 1 1 0 0,0 0-1 0 0,0-1 1 0 0,0 1-1 0 0,0 0 0 0 0,0 0 1 0 0,-1 0-1 0 0,1 1 1 0 0,0-1-1 0 0,-1 0 0 0 0,0 1 1 0 0,0-1-1 0 0,0 1 0 0 0,0-1 1 0 0,1 6-1 0 0,1 4-72 0 0,0 0 0 0 0,-1 0 0 0 0,-1 0 0 0 0,0 0 0 0 0,-1 0 0 0 0,-2 23 0 0 0,1-21 94 0 0,0 0-1 0 0,1 0 1 0 0,1 1 0 0 0,3 21-1 0 0,-4-35-16 0 0,1 1-1 0 0,-1-1 0 0 0,1 0 1 0 0,-1 1-1 0 0,1-1 1 0 0,-1 0-1 0 0,1 1 0 0 0,0-1 1 0 0,0 0-1 0 0,-1 0 0 0 0,1 0 1 0 0,0 0-1 0 0,0 1 1 0 0,0-1-1 0 0,1-1 0 0 0,-1 1 1 0 0,0 0-1 0 0,0 0 0 0 0,0 0 1 0 0,1-1-1 0 0,-1 1 1 0 0,0 0-1 0 0,1-1 0 0 0,-1 1 1 0 0,0-1-1 0 0,1 0 1 0 0,2 1-1 0 0,3-1-3 0 0,1 1 0 0 0,0-1 0 0 0,0-1 0 0 0,11-1 0 0 0,26 0-233 0 0,-42 2 201 0 0,0 0 1 0 0,-1 1 0 0 0,1 0-1 0 0,-1 0 1 0 0,1 0-1 0 0,-1 0 1 0 0,0 0 0 0 0,1 0-1 0 0,-1 1 1 0 0,0-1 0 0 0,0 1-1 0 0,0-1 1 0 0,0 1-1 0 0,0 0 1 0 0,0 0 0 0 0,0 0-1 0 0,0 0 1 0 0,-1 0-1 0 0,2 3 1 0 0,0 0 29 0 0,-1 0-1 0 0,0 1 1 0 0,0-1-1 0 0,-1 0 1 0 0,0 1 0 0 0,1-1-1 0 0,-2 1 1 0 0,1 9-1 0 0,-1 7 196 0 0,-2 0-1 0 0,0-1 0 0 0,-8 34 1 0 0,10-54-214 0 0,-4 17 211 0 0,-1 0 1 0 0,-11 27-1 0 0,14-40-516 0 0,0 0 0 0 0,0 0-1 0 0,-1 0 1 0 0,0-1 0 0 0,0 1-1 0 0,0-1 1 0 0,0 0 0 0 0,-1 0-1 0 0,0 0 1 0 0,1 0 0 0 0,-1-1 0 0 0,-1 1-1 0 0,-6 4 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4.1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1 143 6913 0 0,'0'0'529'0'0,"18"-8"4421"0"0,9-6-2032 0 0,43-30 0 0 0,-50 30-2605 0 0,0 1 1 0 0,1 0-1 0 0,0 2 0 0 0,28-10 1 0 0,-46 20-518 0 0,0 0 0 0 0,0 0 0 0 0,-1 0 0 0 0,1 1 0 0 0,0 0 0 0 0,0-1 0 0 0,0 1 0 0 0,0 0 0 0 0,5 1-1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4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0 107 10594 0 0,'0'0'819'0'0,"17"-12"4414"0"0,17-19-3271 0 0,10-8-1626 0 0,-40 36-693 0 0,0 0 1 0 0,1 0-1 0 0,-1 1 0 0 0,1-1 1 0 0,-1 1-1 0 0,1 1 1 0 0,0-1-1 0 0,0 0 1 0 0,5 0-1 0 0,6 0-914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4.9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23 121 10594 0 0,'-1'0'103'0'0,"0"0"-1"0"0,0 0 1 0 0,0 0-1 0 0,0-1 1 0 0,0 1-1 0 0,0 0 1 0 0,0-1-1 0 0,0 1 1 0 0,0-1-1 0 0,0 1 1 0 0,0-1-1 0 0,0 0 1 0 0,0 1-1 0 0,0-1 1 0 0,0 0-1 0 0,1 1 1 0 0,-1-1-1 0 0,0 0 0 0 0,1 0 1 0 0,-1 0-1 0 0,0 0 1 0 0,1 0-1 0 0,-1 0 1 0 0,1 0-1 0 0,-1-1 1 0 0,1 0 134 0 0,0 0 0 0 0,-1 0 0 0 0,1 0 1 0 0,0 0-1 0 0,1 0 0 0 0,-1 0 0 0 0,0 0 0 0 0,0 1 1 0 0,1-1-1 0 0,0 0 0 0 0,-1 0 0 0 0,2-3 0 0 0,1-1 287 0 0,1 0-1 0 0,-1 0 1 0 0,1 1-1 0 0,0-1 0 0 0,0 1 1 0 0,0 0-1 0 0,7-6 1 0 0,-7 8-421 0 0,0 0 0 0 0,0 0 0 0 0,1 1 0 0 0,-1-1 0 0 0,0 1 0 0 0,1 0 0 0 0,-1 1 0 0 0,1-1 0 0 0,0 1 0 0 0,-1 0 0 0 0,1 0 0 0 0,0 0 1 0 0,0 1-1 0 0,0 0 0 0 0,0-1 0 0 0,0 2 0 0 0,-1-1 0 0 0,1 1 0 0 0,0-1 0 0 0,0 1 0 0 0,0 1 0 0 0,5 1 0 0 0,-3 0-63 0 0,0 0 0 0 0,0 1 0 0 0,0-1 0 0 0,-1 2 0 0 0,1-1 0 0 0,-1 1 1 0 0,0 0-1 0 0,0 0 0 0 0,-1 0 0 0 0,1 1 0 0 0,-1 0 0 0 0,0 0 0 0 0,4 8 0 0 0,3 5-100 0 0,-2 1 1 0 0,0 1-1 0 0,-1 0 0 0 0,-1 0 1 0 0,-1 1-1 0 0,8 43 0 0 0,-11-35 67 0 0,-1-1 0 0 0,-2 1-1 0 0,-1 0 1 0 0,-7 54 0 0 0,4-61-82 0 0,-1-3 117 0 0,2-1 0 0 0,0 0 0 0 0,1 1 0 0 0,4 38 0 0 0,-2-54-75 0 0,-1 1 0 0 0,1-1 0 0 0,1 1 0 0 0,-1-1 0 0 0,0 0 1 0 0,1 0-1 0 0,0 0 0 0 0,0 0 0 0 0,0 0 0 0 0,1 0 0 0 0,-1-1 0 0 0,1 1 0 0 0,0-1 1 0 0,0 1-1 0 0,0-1 0 0 0,0 0 0 0 0,1 0 0 0 0,-1 0 0 0 0,1-1 0 0 0,0 0 1 0 0,0 1-1 0 0,0-1 0 0 0,0 0 0 0 0,0-1 0 0 0,0 1 0 0 0,0-1 0 0 0,6 2 0 0 0,1-1-1772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8:05.0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0 17508 0 0,'-6'15'776'0'0,"3"-9"160"0"0,0 0-744 0 0,2-3-192 0 0,-1-2 0 0 0,2 1 0 0 0,-1-2 0 0 0,1-2 0 0 0,-2 1 0 0 0,1-2 0 0 0,-4-2-64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9:25.2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206 715 1840 0 0,'-68'18'852'0'0,"-70"16"1433"0"0,184-57-2806 0 0,740-237 4243 0 0,-375 131-2397 0 0,-122 35-1194 0 0,-233 77-131 0 0,385-122 0 0 0,-293 78-251 0 0,-50 18-610 0 0,-138 63 492 0 0,1 2 0 0 0,-40 29 0 0 0,-21 12 88 0 0,-351 209-1652 0 0,188-122 1513 0 0,-81 56 832 0 0,77 2 153 0 0,230-175-156 0 0,2 1 0 0 0,1 2 0 0 0,2 1 0 0 0,-51 78 0 0 0,77-105-263 0 0,0 1 1 0 0,0 0-1 0 0,2 0 0 0 0,-1 1 0 0 0,1 0 1 0 0,1-1-1 0 0,0 1 0 0 0,1 0 1 0 0,-2 19-1 0 0,4-27-123 0 0,0 0 0 0 0,0 0 1 0 0,0 1-1 0 0,1-1 0 0 0,-1 0 0 0 0,1 0 1 0 0,0 0-1 0 0,0 0 0 0 0,1-1 1 0 0,-1 1-1 0 0,1 0 0 0 0,0 0 0 0 0,0-1 1 0 0,0 1-1 0 0,0-1 0 0 0,1 0 0 0 0,-1 0 1 0 0,1 0-1 0 0,0 0 0 0 0,0 0 0 0 0,0 0 1 0 0,0-1-1 0 0,1 1 0 0 0,-1-1 0 0 0,1 0 1 0 0,-1 0-1 0 0,1 0 0 0 0,0-1 0 0 0,-1 1 1 0 0,1-1-1 0 0,7 2 0 0 0,2-1 20 0 0,1 0 0 0 0,-1-1-1 0 0,1 0 1 0 0,-1-1 0 0 0,1 0-1 0 0,-1-1 1 0 0,1-1 0 0 0,-1 0 0 0 0,16-5-1 0 0,19-7 188 0 0,49-23 0 0 0,-92 36-205 0 0,361-180 1698 0 0,-232 109-1181 0 0,385-231 344 0 0,-220 122-1415 0 0,3 4-1821 0 0,-354 186 1354 0 0,-14 16 1215 0 0,-85 46-1 0 0,47-21-631 0 0,-475 231-1653 0 0,-239 187 2760 0 0,711-392-188 0 0,92-64-419 0 0,2 0 1 0 0,0 1 0 0 0,0 1 0 0 0,1 0-1 0 0,-10 16 1 0 0,20-28-82 0 0,1 1 1 0 0,-1-1-1 0 0,1 0 0 0 0,0 0 1 0 0,0 1-1 0 0,0-1 0 0 0,0 1 0 0 0,0-1 1 0 0,1 1-1 0 0,-1-1 0 0 0,1 1 1 0 0,-1-1-1 0 0,1 1 0 0 0,0 3 1 0 0,1-5 0 0 0,-1 1 0 0 0,0-1 1 0 0,1 0-1 0 0,-1 1 1 0 0,1-1-1 0 0,-1 0 0 0 0,1 0 1 0 0,0 1-1 0 0,0-1 1 0 0,-1 0-1 0 0,1 0 0 0 0,0 0 1 0 0,0 0-1 0 0,0 0 1 0 0,0 0-1 0 0,0 0 0 0 0,1-1 1 0 0,-1 1-1 0 0,2 1 1 0 0,2 0 19 0 0,1 0 0 0 0,-1 0 0 0 0,1-1 0 0 0,0 0 0 0 0,-1 0 0 0 0,1 0 0 0 0,0-1 0 0 0,0 0 0 0 0,0 0 0 0 0,-1 0 0 0 0,8-2 0 0 0,26-4 211 0 0,0-3-1 0 0,70-24 1 0 0,73-42 24 0 0,-138 55-228 0 0,14-4 37 0 0,387-156 669 0 0,109-1-96 0 0,-466 151-1389 0 0,120-59 0 0 0,-164 69 128 0 0,-24 11 286 0 0,-18 10 199 0 0,-5 2 24 0 0,-32 20-96 0 0,16-10 258 0 0,-449 293-1 0 0,165-123-1583 0 0,8-6 352 0 0,146-89 1664 0 0,4 6 1 0 0,-250 212 0 0 0,384-295-477 0 0,-10 7 23 0 0,1 1 0 0 0,1 1-1 0 0,-25 32 1 0 0,43-51-32 0 0,0 0 1 0 0,1 0-1 0 0,-1 0 0 0 0,0 0 0 0 0,0 0 0 0 0,1 0 1 0 0,-1 0-1 0 0,0 0 0 0 0,1 1 0 0 0,-1-1 0 0 0,1 0 0 0 0,0 0 1 0 0,-1 1-1 0 0,1-1 0 0 0,0 0 0 0 0,0 0 0 0 0,0 1 1 0 0,0-1-1 0 0,0 0 0 0 0,0 1 0 0 0,0-1 0 0 0,0 0 0 0 0,0 0 1 0 0,1 1-1 0 0,-1-1 0 0 0,1 0 0 0 0,-1 0 0 0 0,1 1 1 0 0,-1-1-1 0 0,1 0 0 0 0,-1 0 0 0 0,1 0 0 0 0,0 0 0 0 0,0 0 1 0 0,0 0-1 0 0,0 0 0 0 0,0 0 0 0 0,-1 0 0 0 0,2 0 1 0 0,-1-1-1 0 0,0 1 0 0 0,0 0 0 0 0,0-1 0 0 0,0 1 0 0 0,0-1 1 0 0,0 1-1 0 0,1-1 0 0 0,1 1 0 0 0,4 1-2 0 0,1 0-1 0 0,0 0 0 0 0,0-1 1 0 0,0 0-1 0 0,0 0 1 0 0,12-1-1 0 0,37-5 67 0 0,-1-2 0 0 0,0-3 0 0 0,0-2 0 0 0,62-23 0 0 0,212-94 1310 0 0,-112 39-711 0 0,332-118-532 0 0,-381 136-508 0 0,182-105-1 0 0,-213 104 1680 0 0,-117 64-560 0 0,-56 21-603 0 0,1 1 0 0 0,-49 26 1 0 0,28-12-476 0 0,-237 104-1490 0 0,-166 80 416 0 0,16 36 1612 0 0,331-175 123 0 0,4 4 1 0 0,-143 134-1 0 0,227-187-319 0 0,1 0 1 0 0,-36 51-1 0 0,52-65-56 0 0,0 0 1 0 0,0 1-1 0 0,1-1 0 0 0,0 2 1 0 0,1-1-1 0 0,0 0 0 0 0,1 1 1 0 0,0-1-1 0 0,1 1 0 0 0,0 0 1 0 0,0 0-1 0 0,1 12 0 0 0,1-21 7 0 0,0-1 0 0 0,0 1 1 0 0,0-1-1 0 0,0 1 0 0 0,1-1 0 0 0,-1 0 0 0 0,0 1 0 0 0,1-1 0 0 0,0 1 0 0 0,-1-1 0 0 0,1 0 1 0 0,0 1-1 0 0,-1-1 0 0 0,1 0 0 0 0,0 0 0 0 0,0 0 0 0 0,0 1 0 0 0,0-1 0 0 0,0 0 0 0 0,0 0 0 0 0,3 1 1 0 0,-2-1-26 0 0,1 1 0 0 0,0-1 0 0 0,0 0 0 0 0,0-1 0 0 0,0 1 1 0 0,0 0-1 0 0,0-1 0 0 0,0 1 0 0 0,0-1 0 0 0,4 0 0 0 0,7-1-83 0 0,1-1 0 0 0,-1-1 0 0 0,23-6 0 0 0,-29 7 185 0 0,67-22 250 0 0,-2-4 0 0 0,0-4 0 0 0,78-45 0 0 0,19-9 196 0 0,43-10 4 0 0,286-142 855 0 0,-424 195-782 0 0,-2-4-1 0 0,-1-2 1 0 0,71-66-1 0 0,-132 103-494 0 0,-13 6 243 0 0,-1 5-213 0 0,1 1 0 0 0,-1 0 0 0 0,1 0 0 0 0,-1 0 0 0 0,0 0 0 0 0,1 0 0 0 0,-1 0 0 0 0,-4 2 0 0 0,-23 6 144 0 0,1 2 0 0 0,0 1 1 0 0,1 1-1 0 0,1 1 0 0 0,-40 25 1 0 0,26-14-120 0 0,-236 129-1274 0 0,-272 154-4759 0 0,439-240 3806 0 0,14-3-874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9:27.2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1550 1 6913 0 0,'-2'0'-146'0'0,"1"0"0"0"0,0 0 0 0 0,-1 1-1 0 0,1-1 1 0 0,0 1 0 0 0,-1-1-1 0 0,1 1 1 0 0,0 0 0 0 0,0-1 0 0 0,0 1-1 0 0,0 0 1 0 0,0 0 0 0 0,0 0-1 0 0,-4 5-438 0 0,-1-1 635 0 0,-30 21 153 0 0,-1-2 0 0 0,-1-1 0 0 0,-80 36 0 0 0,36-20 656 0 0,-579 334 4350 0 0,596-332-5380 0 0,2 3-1 0 0,-95 86 0 0 0,116-90-36 0 0,1 3 1 0 0,3 1 0 0 0,1 1-1 0 0,-33 56 1 0 0,65-93 226 0 0,0-1 0 0 0,1 1 0 0 0,0-1 0 0 0,1 1 0 0 0,0 0 0 0 0,0 1-1 0 0,1-1 1 0 0,0 0 0 0 0,0 1 0 0 0,-1 10 0 0 0,4-14 12 0 0,-1 0-1 0 0,1 0 1 0 0,-1 0-1 0 0,1-1 1 0 0,1 1-1 0 0,-1 0 1 0 0,1 0-1 0 0,0-1 1 0 0,0 1 0 0 0,0-1-1 0 0,0 0 1 0 0,1 0-1 0 0,0 0 1 0 0,0 0-1 0 0,0 0 1 0 0,0 0-1 0 0,1-1 1 0 0,-1 1-1 0 0,6 2 1 0 0,2 3-63 0 0,1 0 0 0 0,1-2 0 0 0,-1 1 0 0 0,1-2-1 0 0,0 0 1 0 0,1 0 0 0 0,0-1 0 0 0,0-1 0 0 0,0 0 0 0 0,0-1 0 0 0,0 0 0 0 0,1-2 0 0 0,-1 1 0 0 0,1-2-1 0 0,0 0 1 0 0,20-3 0 0 0,14-4 458 0 0,0-2 0 0 0,-1-2 0 0 0,70-26-1 0 0,-23 2 371 0 0,-2-5 0 0 0,118-69 0 0 0,164-124 1819 0 0,-305 188-2512 0 0,291-174-920 0 0,-326 200 853 0 0,0-2 0 0 0,39-32-1 0 0,-74 53-29 0 0,0 0 1 0 0,0 0-1 0 0,0 0 0 0 0,0 0 1 0 0,-1 0-1 0 0,1 0 0 0 0,0 0 1 0 0,0 0-1 0 0,0 0 0 0 0,0 0 1 0 0,0 0-1 0 0,-1 0 0 0 0,1 0 0 0 0,0 0 1 0 0,0 0-1 0 0,0 0 0 0 0,0 0 1 0 0,0 0-1 0 0,0 0 0 0 0,0 0 1 0 0,-1-1-1 0 0,1 1 0 0 0,0 0 1 0 0,0 0-1 0 0,0 0 0 0 0,0 0 1 0 0,0 0-1 0 0,0 0 0 0 0,0 0 1 0 0,0-1-1 0 0,0 1 0 0 0,0 0 0 0 0,0 0 1 0 0,0 0-1 0 0,0 0 0 0 0,0 0 1 0 0,0-1-1 0 0,0 1 0 0 0,0 0 1 0 0,0 0-1 0 0,0 0 0 0 0,0 0 1 0 0,0 0-1 0 0,0 0 0 0 0,0-1 1 0 0,0 1-1 0 0,0 0 0 0 0,0 0 0 0 0,0 0 1 0 0,0 0-1 0 0,0 0 0 0 0,0 0 1 0 0,0-1-1 0 0,0 1 0 0 0,0 0 1 0 0,1 0-1 0 0,-1 0 0 0 0,0 0 1 0 0,0 0-1 0 0,0 0 0 0 0,0 0 1 0 0,0 0-1 0 0,0 0 0 0 0,0-1 1 0 0,1 1-1 0 0,-1 0 0 0 0,0 0 0 0 0,0 0 1 0 0,0 0-1 0 0,-19 0 146 0 0,-25 6-36 0 0,-36 16-443 0 0,1 4 1 0 0,1 3 0 0 0,-114 61 0 0 0,-207 144-1025 0 0,234-127 1113 0 0,-118 73 219 0 0,270-173 54 0 0,-60 40-103 0 0,65-41 167 0 0,1-1-1 0 0,1 1 1 0 0,-1 1 0 0 0,1-1-1 0 0,0 1 1 0 0,0 0 0 0 0,-6 10-1 0 0,11-16-57 0 0,1 1 0 0 0,-1-1 0 0 0,0 1 0 0 0,0-1 1 0 0,1 1-1 0 0,-1-1 0 0 0,1 1 0 0 0,-1-1 0 0 0,1 1 0 0 0,0 0 0 0 0,-1-1 0 0 0,1 1 0 0 0,0 0 0 0 0,0-1 0 0 0,0 1 1 0 0,0 0-1 0 0,1-1 0 0 0,-1 1 0 0 0,0 0 0 0 0,1-1 0 0 0,-1 1 0 0 0,1-1 0 0 0,0 1 0 0 0,-1-1 0 0 0,1 1 0 0 0,0-1 1 0 0,0 1-1 0 0,0-1 0 0 0,0 0 0 0 0,0 0 0 0 0,0 1 0 0 0,0-1 0 0 0,0 0 0 0 0,1 0 0 0 0,-1 0 0 0 0,0 0 0 0 0,1 0 1 0 0,-1 0-1 0 0,1-1 0 0 0,-1 1 0 0 0,3 0 0 0 0,2 2-95 0 0,1 0 0 0 0,0-1 0 0 0,0 0 0 0 0,0 0 0 0 0,0-1 0 0 0,0 0 0 0 0,0 0 0 0 0,9-1 0 0 0,11-2-166 0 0,-1-1 0 0 0,0-1-1 0 0,0-1 1 0 0,0-2 0 0 0,-1 0-1 0 0,37-17 1 0 0,141-79 562 0 0,-177 88-241 0 0,155-88 64 0 0,190-146 0 0 0,-110 69-333 0 0,-132 94 515 0 0,171-146 1 0 0,-297 229-322 0 0,0 0 24 0 0,0 1 1 0 0,-1-1-1 0 0,1 1 0 0 0,-1-1 1 0 0,0 0-1 0 0,5-6 0 0 0,-7 8-51 0 0,0 1 1 0 0,0-1-1 0 0,0 0 0 0 0,0 0 1 0 0,0 1-1 0 0,0-1 0 0 0,0 0 1 0 0,0 1-1 0 0,0-1 1 0 0,0 0-1 0 0,0 0 0 0 0,0 1 1 0 0,-1-1-1 0 0,1 0 0 0 0,0 1 1 0 0,0-1-1 0 0,-1 0 0 0 0,1 1 1 0 0,0-1-1 0 0,-1 1 0 0 0,1-1 1 0 0,-1 0-1 0 0,1 1 0 0 0,-1-1 1 0 0,1 1-1 0 0,-1-1 0 0 0,1 1 1 0 0,-1-1-1 0 0,1 1 0 0 0,-1 0 1 0 0,0-1-1 0 0,1 1 0 0 0,-1 0 1 0 0,0-1-1 0 0,1 1 0 0 0,-1 0 1 0 0,0 0-1 0 0,1 0 0 0 0,-1 0 1 0 0,0 0-1 0 0,-1-1 0 0 0,-13-3-288 0 0,0 1-1 0 0,-1 0 1 0 0,1 1-1 0 0,-1 1 1 0 0,0 1-1 0 0,1 0 1 0 0,-20 2-1 0 0,-8 3-652 0 0,-58 16 0 0 0,4 6-132 0 0,2 5 0 0 0,-137 65 0 0 0,-171 113 56 0 0,336-171 1346 0 0,3 3 0 0 0,-111 93 0 0 0,-92 126 1735 0 0,242-234-1798 0 0,1 1 0 0 0,1 0 0 0 0,2 2 0 0 0,-24 42 0 0 0,38-59-167 0 0,1-1-1 0 0,1 1 0 0 0,-1 0 1 0 0,2 1-1 0 0,0-1 0 0 0,1 1 0 0 0,0 0 1 0 0,1 0-1 0 0,0 0 0 0 0,1 0 1 0 0,1 0-1 0 0,0 0 0 0 0,1 0 1 0 0,3 16-1 0 0,-2-23-58 0 0,0 0 1 0 0,0 0-1 0 0,1-1 1 0 0,-1 1-1 0 0,1-1 1 0 0,1 0-1 0 0,-1 0 1 0 0,1 0-1 0 0,0 0 1 0 0,1 0 0 0 0,-1-1-1 0 0,1 0 1 0 0,0 0-1 0 0,7 5 1 0 0,-3-4-25 0 0,0 0 1 0 0,1 0 0 0 0,0-1 0 0 0,0 0-1 0 0,0-1 1 0 0,0 0 0 0 0,1-1 0 0 0,14 3 0 0 0,2-2-52 0 0,0-1 0 0 0,1-1 1 0 0,-1-1-1 0 0,1-2 1 0 0,-1-1-1 0 0,41-7 0 0 0,-11-4 22 0 0,-1-2-1 0 0,0-3 0 0 0,-1-2 1 0 0,-2-3-1 0 0,61-34 0 0 0,243-169 1734 0 0,-118 69 120 0 0,-6 5-530 0 0,-195 123-1367 0 0,-1-1 0 0 0,-1-2 1 0 0,56-67-1 0 0,-91 98 33 0 0,0 0 1 0 0,0 0-1 0 0,0 0 1 0 0,0 0-1 0 0,0 0 1 0 0,-1 0-1 0 0,1 0 1 0 0,0 0-1 0 0,-1-1 1 0 0,1 1-1 0 0,-1 0 0 0 0,1 0 1 0 0,-1-1-1 0 0,0 1 1 0 0,1 0-1 0 0,-1-2 1 0 0,0 3 8 0 0,-1-1 0 0 0,1 1-1 0 0,-1 0 1 0 0,1 0 0 0 0,-1 0 0 0 0,1-1 0 0 0,-1 1 0 0 0,1 0 0 0 0,-1 0 0 0 0,1 0 0 0 0,-1 0-1 0 0,1 0 1 0 0,-1 0 0 0 0,1 0 0 0 0,-1 0 0 0 0,1 0 0 0 0,-1 0 0 0 0,1 0 0 0 0,-1 0 0 0 0,1 1 0 0 0,-1-1-1 0 0,1 0 1 0 0,-1 0 0 0 0,1 0 0 0 0,-2 1 0 0 0,-43 22-439 0 0,-113 74-441 0 0,-38 22-86 0 0,62-47 552 0 0,-377 224-737 0 0,440-248 1139 0 0,2 3 0 0 0,3 3 1 0 0,2 2-1 0 0,-106 122 0 0 0,154-159 153 0 0,2 1 0 0 0,0 0 0 0 0,1 1 0 0 0,1 0-1 0 0,1 1 1 0 0,0 1 0 0 0,2-1 0 0 0,-11 44 0 0 0,18-54-72 0 0,0-1 0 0 0,0 1-1 0 0,1-1 1 0 0,1 1 0 0 0,0-1 0 0 0,1 1 0 0 0,0 0-1 0 0,1-1 1 0 0,0 0 0 0 0,0 1 0 0 0,1-1-1 0 0,1 0 1 0 0,0 0 0 0 0,1 0 0 0 0,0-1 0 0 0,0 0-1 0 0,1 0 1 0 0,0 0 0 0 0,1 0 0 0 0,12 12-1 0 0,-11-14-198 0 0,-1-1 0 0 0,1 0 1 0 0,1 0-1 0 0,-1-1 0 0 0,1 0 0 0 0,0 0 0 0 0,1-1 0 0 0,-1 0 0 0 0,1-1 0 0 0,0 0 0 0 0,0-1 0 0 0,0 0 0 0 0,1 0 0 0 0,-1-1 0 0 0,1-1 0 0 0,-1 0 0 0 0,1 0 0 0 0,-1-1 0 0 0,1 0 0 0 0,20-3 0 0 0,10-5 59 0 0,0-1-1 0 0,-1-3 0 0 0,0-1 0 0 0,38-18 0 0 0,-59 23 250 0 0,101-47 311 0 0,-3-6 0 0 0,115-79 0 0 0,-37 21-179 0 0,95-53-77 0 0,239-134 1390 0 0,-408 248-2072 0 0,-135 55 7 0 0,-11 4 668 0 0,-10 7-128 0 0,1 2 1 0 0,0 0-1 0 0,-51 25 1 0 0,-93 57-1102 0 0,133-67 502 0 0,-288 166-1627 0 0,114-64 1771 0 0,59-28 1794 0 0,-280 228 0 0 0,408-300-1305 0 0,0 1 0 0 0,2 1 0 0 0,-29 37 0 0 0,51-57-122 0 0,0 1 0 0 0,1 1-1 0 0,0-1 1 0 0,1 1-1 0 0,0 0 1 0 0,1 1 0 0 0,1 0-1 0 0,-1-1 1 0 0,2 1-1 0 0,0 0 1 0 0,0 1 0 0 0,1-1-1 0 0,0 1 1 0 0,1 22-1 0 0,2-28 88 0 0,0-1-1 0 0,0 1 0 0 0,1-1 1 0 0,-1 0-1 0 0,2 0 0 0 0,-1 1 0 0 0,1-1 1 0 0,-1-1-1 0 0,2 1 0 0 0,-1 0 1 0 0,1-1-1 0 0,-1 1 0 0 0,1-1 0 0 0,1 0 1 0 0,-1-1-1 0 0,1 1 0 0 0,0-1 0 0 0,0 0 1 0 0,0 0-1 0 0,1 0 0 0 0,-1-1 1 0 0,1 1-1 0 0,0-2 0 0 0,0 1 0 0 0,10 3 1 0 0,2 0-11 0 0,1-1-1 0 0,-1-1 1 0 0,1-1 0 0 0,0 0 0 0 0,0-1 0 0 0,0-1 0 0 0,32-3-1 0 0,-15-2-142 0 0,-1-2-1 0 0,1-1 1 0 0,-1-2-1 0 0,-1-1 0 0 0,48-21 1 0 0,159-92-1492 0 0,-214 108 1172 0 0,91-50-5000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9.1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6913 0 0,'24'325'397'0'0,"-9"-176"1320"0"0,-10-80-976 0 0,-1-1 428 0 0,3 0 1 0 0,3-1-1 0 0,25 88 1 0 0,-27-131-1485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9.4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 9218 0 0,'-13'82'1897'0'0,"4"1"1"0"0,3 89-1 0 0,6-161-2050 0 0,1 1 0 0 0,0-1 0 0 0,4 17 0 0 0,7 11-3657 0 0,-6-24 2148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9.7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2761 0 0,'25'257'8674'0'0,"-3"-36"-7308"0"0,-5-47-8558 0 0,-2-26 3048 0 0,-10-48 4913 0 0,-5-88-685 0 0,25 528 2964 0 0,-14-436-1661 0 0,21 334-977 0 0,-22-232-1294 0 0,-8-170 830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9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8290 0 0,'8'351'4551'0'0,"13"122"-582"0"0,-12-396-6921 0 0,-7-35 1417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0.0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10594 0 0,'28'597'6143'0'0,"32"-127"-5007"0"0,-36-307-5614 0 0,-20-133-563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0.2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5065 0 0,'68'373'8013'0'0,"-41"-205"-4725"0"0,-16-109-7521 0 0,-9-34-971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8.9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0 6913 0 0,'-3'14'609'0'0,"2"-5"-481"0"0,-1 1-128 0 0,2-1 0 0 0,0 0-96 0 0,0-2-48 0 0,0 5-8 0 0,-1 10 0 0 0,1 9 152 0 0,-2 12 0 0 0,-1 4-64 0 0,-1 5 64 0 0,-1-1-417 0 0,1 1-63 0 0,1 0 0 0 0,-3-5-8 0 0,3-3 488 0 0,-3-5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0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0 176 10138 0 0,'963'-147'2002'0'0,"-795"129"-3017"0"0,-91 7-2980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1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 6913 0 0,'106'10'1551'0'0,"1"-4"0"0"0,-1-4 0 0 0,181-22 0 0 0,-241 14-2233 0 0,0 2 0 0 0,65 2 0 0 0,-84 4-312 0 0,1 1 0 0 0,0 1-1 0 0,-1 1 1 0 0,0 2-1 0 0,34 12 1 0 0,-22-4-451 0 0,22 10 670 0 0,1-4 0 0 0,0-2 0 0 0,84 15 0 0 0,-73-28 1568 0 0,1-2 0 0 0,79-7 0 0 0,45 1-43 0 0,-165 4-750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1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1840 0 0,'28'0'160'0'0,"-8"-2"-160"0"0,1 1 0 0 0,-5-1 0 0 0,-5 2 304 0 0,-2-1 25 0 0,2 1 7 0 0,11-2 0 0 0,14 1 368 0 0,11-1 64 0 0,3 2 24 0 0,1 0 0 0 0,-7 2-472 0 0,-6-1-88 0 0,-2-1-15 0 0,-5 3-9 0 0,0-1-120 0 0,-3 1-24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1.3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6449 0 0,'14'3'577'0'0,"-2"0"-465"0"0,1 0-112 0 0,-2-1 0 0 0,-5-1 64 0 0,0-1-64 0 0,2 1 88 0 0,7 2-88 0 0,9 0 0 0 0,5 2-88 0 0,5-1 0 0 0,-1-1 0 0 0,-2 0 88 0 0,-5-1 0 0 0,1-2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1.5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1824 0 0,'7'9'80'0'0,"-1"-3"16"0"0,0 2-96 0 0,0-5 0 0 0,-2-1 0 0 0,1-2 0 0 0,-1 0 0 0 0,5 0 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1.9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 8290 0 0,'1'5'220'0'0,"1"0"0"0"0,0 1 0 0 0,-1-1 0 0 0,0 0 0 0 0,-1 1 1 0 0,1-1-1 0 0,-1 1 0 0 0,0-1 0 0 0,0 1 0 0 0,-2 8 0 0 0,1 6 373 0 0,-3 201 3081 0 0,-13 112-2562 0 0,5-116-1227 0 0,28 311-7622 0 0,-15-522 7645 0 0,6 433-3672 0 0,-2-45 1180 0 0,-7-94 3301 0 0,-2-63 2075 0 0,6-177-2484 0 0,20 117 1 0 0,-12-111-389 0 0,-7-36 13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2.0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5529 0 0,'-3'36'488'0'0,"3"-17"-392"0"0,0 2-96 0 0,0-4 0 0 0,1-5 0 0 0,-1-1 0 0 0,3 2 64 0 0,1 18-1152 0 0,1 12-232 0 0,2 10-48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2.2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0 10138 0 0,'-5'334'1566'0'0,"-40"163"-5055"0"0,37-452 3446 0 0,2-2 33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2.3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2304 0 0,'0'9'201'0'0,"0"-6"-201"0"0,1 0 0 0 0,-1 1 0 0 0,2 10 728 0 0,1 17 104 0 0,3 16 16 0 0,-1 15 8 0 0,4 7 200 0 0,-3 1 49 0 0,3-7 7 0 0,0-7 0 0 0,0-5-888 0 0,-2-7-224 0 0,2-4 0 0 0,3 8-1816 0 0,-5-6-401 0 0,-1-7-87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2.5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6449 0 0,'0'46'288'0'0,"0"-25"57"0"0,2 2-281 0 0,-1-3-64 0 0,1-6 0 0 0,-1 0 0 0 0,1 3 0 0 0,1 16 0 0 0,3 16 0 0 0,-2 11 0 0 0,4 5 0 0 0,-4-9-137 0 0,2-7 17 0 0,-2-6 8 0 0,1-5-848 0 0,-2-2-176 0 0,1 2-32 0 0,-1-1-9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2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1376 0 0,'28'108'2454'0'0,"61"294"5228"0"0,-86-381-7308 0 0,5 30-317 0 0,3 77 1 0 0,-12-91-393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2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2761 0 0,'1'33'248'0'0,"-1"-17"-248"0"0,0-1 0 0 0,2-2 0 0 0,-2-6 1288 0 0,1-1 216 0 0,-1 3 33 0 0,2 7 15 0 0,2 9-1168 0 0,-1 5-224 0 0,2 2-56 0 0,-4-4-8 0 0,2-1-96 0 0,-3-5 88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3.0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207 0 4145 0 0,'-1'10'665'0'0,"-1"-2"0"0"0,0 1 0 0 0,-1 0 0 0 0,0 0 0 0 0,0-1 0 0 0,-1 1 0 0 0,-7 10 0 0 0,9-16-692 0 0,0 0 0 0 0,0-1 0 0 0,-1 1 0 0 0,1-1-1 0 0,-1 1 1 0 0,0-1 0 0 0,0 0 0 0 0,0 0-1 0 0,0-1 1 0 0,0 1 0 0 0,0 0 0 0 0,0-1 0 0 0,0 0-1 0 0,-1 0 1 0 0,1 0 0 0 0,0 0 0 0 0,-1 0-1 0 0,1-1 1 0 0,-1 0 0 0 0,1 0 0 0 0,-1 1-1 0 0,-4-2 1 0 0,-60-2-1332 0 0,33 2 1345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3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2019 1 1376 0 0,'-268'61'2098'0'0,"-77"16"446"0"0,-4-28-215 0 0,154-49-1916 0 0,129-3-1184 0 0,-114 11 0 0 0,55 12 57 0 0,-40 5 570 0 0,134-22 76 0 0,0-1 0 0 0,0-2 1 0 0,-41-5-1 0 0,61 3-238 0 0,0 0 0 0 0,0-1 0 0 0,0 0 0 0 0,1-1 1 0 0,-1 0-1 0 0,1-1 0 0 0,0 0 0 0 0,0-1 0 0 0,1 0 0 0 0,0 0 0 0 0,-16-14 0 0 0,2 2 40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3.4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376 1 7370 0 0,'-29'13'1109'0'0,"-1"0"1"0"0,-1-2-1 0 0,0-2 1 0 0,-48 9-1 0 0,29-6 129 0 0,40-9-843 0 0,-1-1-1 0 0,1 0 1 0 0,-21 0 0 0 0,28-2-497 0 0,0 0 0 0 0,-1 0 0 0 0,1-1 0 0 0,0 0 0 0 0,0 1 0 0 0,-1-1 0 0 0,1 0 1 0 0,0-1-1 0 0,0 1 0 0 0,0 0 0 0 0,0-1 0 0 0,0 0 0 0 0,0 1 0 0 0,1-1 0 0 0,-1 0 1 0 0,-2-3-1 0 0,-4-5-657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13.6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10138 0 0,'-3'12'448'0'0,"1"-6"96"0"0,1 0-440 0 0,-1-2-104 0 0,2-1 0 0 0,-1 0 0 0 0,1 2 681 0 0,-2 1 119 0 0,1 4 16 0 0,-1 0 8 0 0,1-1-280 0 0,2-3-64 0 0,4-6 0 0 0,8-22-4649 0 0,-1-8-928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9:54.2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157 344 3113 0 0,'-30'-8'319'0'0,"-37"-5"2034"0"0,64 12-2069 0 0,-1 1 0 0 0,0 0-1 0 0,0 0 1 0 0,1 0 0 0 0,-1 1 0 0 0,0-1 0 0 0,1 1-1 0 0,-1 0 1 0 0,0 0 0 0 0,1 0 0 0 0,-1 0 0 0 0,1 1 0 0 0,0-1-1 0 0,-6 4 1 0 0,9-4-230 0 0,0-1 0 0 0,0 0 0 0 0,0 1 0 0 0,0-1 0 0 0,0 1 0 0 0,0-1 0 0 0,0 1 0 0 0,0-1 0 0 0,0 1 0 0 0,0-1 0 0 0,0 0 0 0 0,1 1 1 0 0,-1-1-1 0 0,0 1 0 0 0,0-1 0 0 0,0 0 0 0 0,1 1 0 0 0,-1-1 0 0 0,0 1 0 0 0,0-1 0 0 0,1 0 0 0 0,-1 1 0 0 0,0-1 0 0 0,1 0 0 0 0,-1 0 0 0 0,1 1 0 0 0,-1-1 0 0 0,0 0 0 0 0,1 0 0 0 0,-1 1 0 0 0,1-1 0 0 0,-1 0 0 0 0,0 0 0 0 0,1 0 0 0 0,-1 0 0 0 0,1 0 0 0 0,0 0 0 0 0,19 10 217 0 0,-19-10-234 0 0,15 6 213 0 0,0 0 0 0 0,1-2 0 0 0,-1 0 0 0 0,1-1 0 0 0,22 1 0 0 0,89-1 377 0 0,-92-3-507 0 0,67-5 263 0 0,104-18 0 0 0,-76 7-164 0 0,438-54 582 0 0,-153 7-279 0 0,-248 36-284 0 0,229-55 98 0 0,119-15-12 0 0,-506 96-295 0 0,37-3 146 0 0,-44 4-167 0 0,-1 0-1 0 0,1 0 0 0 0,-1 0 1 0 0,1 1-1 0 0,-1-1 1 0 0,1 0-1 0 0,-1 1 1 0 0,1 0-1 0 0,-1 0 1 0 0,0-1-1 0 0,1 2 1 0 0,-1-1-1 0 0,0 0 0 0 0,4 2 1 0 0,-6-2-37 0 0,-1 1 0 0 0,1-1 1 0 0,0 0-1 0 0,0 0 0 0 0,0 0 1 0 0,-1 0-1 0 0,1 0 0 0 0,0 0 1 0 0,-1 0-1 0 0,1 0 0 0 0,-1 0 0 0 0,1 0 1 0 0,-1 0-1 0 0,0 0 0 0 0,1 0 1 0 0,-1 0-1 0 0,0-1 0 0 0,0 1 1 0 0,1 0-1 0 0,-1 0 0 0 0,0-1 0 0 0,0 1 1 0 0,0-1-1 0 0,-1 1 0 0 0,-25 20-1144 0 0,23-18 599 0 0,2-2 179 0 0,0 0 0 0 0,1 0 1 0 0,-1 1-1 0 0,1-1 0 0 0,-1 0 1 0 0,1 0-1 0 0,-1 1 0 0 0,1-1 0 0 0,0 0 1 0 0,0 1-1 0 0,0 0 0 0 0,0-1 1 0 0,0 1-1 0 0,0 0 0 0 0,-1 3 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9:55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107 175 1840 0 0,'-6'-1'401'0'0,"1"0"-1"0"0,-1-1 0 0 0,0 0 0 0 0,0 0 0 0 0,-7-4 0 0 0,12 6-258 0 0,0-1 0 0 0,0 1 0 0 0,1 0 0 0 0,-1-1 0 0 0,0 1-1 0 0,1 0 1 0 0,-1-1 0 0 0,0 1 0 0 0,1-1 0 0 0,-1 1-1 0 0,1-1 1 0 0,-1 0 0 0 0,1 1 0 0 0,-1-1 0 0 0,1 1-1 0 0,-1-1 1 0 0,1 0 0 0 0,0 0 0 0 0,-1 1 0 0 0,1-1 0 0 0,0 0-1 0 0,0 1 1 0 0,-1-1 0 0 0,1 0 0 0 0,0 0 0 0 0,0 0-1 0 0,0 1 1 0 0,0-1 0 0 0,0 0 0 0 0,0 0 0 0 0,0 1 0 0 0,0-1-1 0 0,0 0 1 0 0,1 0 0 0 0,-1 0 0 0 0,0 1 0 0 0,0-1-1 0 0,1 0 1 0 0,-1 1 0 0 0,0-1 0 0 0,1 0 0 0 0,-1 1-1 0 0,1-1 1 0 0,-1 0 0 0 0,1 1 0 0 0,-1-1 0 0 0,1 1 0 0 0,-1-1-1 0 0,1 1 1 0 0,0-1 0 0 0,-1 1 0 0 0,1-1 0 0 0,0 1-1 0 0,0-1 1 0 0,0 0 10 0 0,0 1-1 0 0,0-1 0 0 0,0 0 0 0 0,0 0 1 0 0,0 1-1 0 0,0-1 0 0 0,0 1 0 0 0,0-1 1 0 0,0 1-1 0 0,0 0 0 0 0,1-1 1 0 0,-1 1-1 0 0,0 0 0 0 0,0 0 0 0 0,0 0 1 0 0,2 0-1 0 0,-3 0-127 0 0,1 0 0 0 0,-1 0 0 0 0,1 0 0 0 0,-1 1 0 0 0,1-1 0 0 0,-1 0 0 0 0,1 0 0 0 0,-1 1 0 0 0,1-1-1 0 0,-1 0 1 0 0,0 1 0 0 0,1-1 0 0 0,-1 1 0 0 0,0-1 0 0 0,1 0 0 0 0,-1 1 0 0 0,0-1 0 0 0,1 1 0 0 0,-1-1 0 0 0,0 1 0 0 0,0-1 0 0 0,0 1 0 0 0,0-1 0 0 0,1 1 0 0 0,-1-1 0 0 0,0 1 0 0 0,0 0 0 0 0,0-1 0 0 0,0 1-1 0 0,0-1 1 0 0,0 1 0 0 0,0 0 0 0 0,-1-2-83 0 0,0-1-1 0 0,0 0 0 0 0,0 1 1 0 0,0-1-1 0 0,0 1 0 0 0,0-1 1 0 0,-1 1-1 0 0,1 0 1 0 0,0 0-1 0 0,-1-1 0 0 0,1 1 1 0 0,-1 0-1 0 0,1 0 0 0 0,-1 0 1 0 0,0 0-1 0 0,1 1 0 0 0,-1-1 1 0 0,0 0-1 0 0,0 1 0 0 0,1-1 1 0 0,-1 1-1 0 0,0 0 1 0 0,-2-1-1 0 0,-51-7 1323 0 0,90 7 1544 0 0,95-15-2936 0 0,-16-4 86 0 0,-50 10 6 0 0,78-24 0 0 0,-130 31 37 0 0,36-11 0 0 0,-45 13 0 0 0,0 0 0 0 0,0 1 0 0 0,0 0 0 0 0,1-1 0 0 0,-1 1 0 0 0,0 0 0 0 0,0 0 0 0 0,0 1 0 0 0,0-1 0 0 0,1 1 0 0 0,-1-1 0 0 0,3 2 0 0 0,-5 1 235 0 0,0 0 0 0 0,-1 0 1 0 0,1 0-1 0 0,-1 0 0 0 0,1 0 1 0 0,-1 0-1 0 0,0 0 0 0 0,0 0 1 0 0,0 0-1 0 0,-1 0 0 0 0,1 0 1 0 0,-2 4-1 0 0,1 5 411 0 0,5 73-100 0 0,30 160 0 0 0,-1-17-369 0 0,-25-135-87 0 0,50 368 279 0 0,-32-305-324 0 0,8 264-1 0 0,-17-146 104 0 0,-15-245-140 0 0,13 184 160 0 0,-14-163-124 0 0,-3 1-1 0 0,-8 60 1 0 0,-1-68-3695 0 0,6-27 357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9:56.1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829 144 3681 0 0,'1'-6'304'0'0,"-1"0"1"0"0,-1 0-1 0 0,1 0 0 0 0,-1 1 1 0 0,0-1-1 0 0,0 0 1 0 0,0 1-1 0 0,-1-1 0 0 0,0 0 1 0 0,0 1-1 0 0,-1 0 1 0 0,1 0-1 0 0,-1 0 0 0 0,0 0 1 0 0,-1 0-1 0 0,1 0 1 0 0,-1 1-1 0 0,0-1 0 0 0,0 1 1 0 0,0 0-1 0 0,-1 0 1 0 0,1 1-1 0 0,-1-1 0 0 0,0 1 1 0 0,0 0-1 0 0,0 1 1 0 0,0-1-1 0 0,-1 1 0 0 0,1 0 1 0 0,-1 0-1 0 0,1 1 1 0 0,-1-1-1 0 0,0 1 0 0 0,1 0 1 0 0,-1 1-1 0 0,0 0 1 0 0,0 0-1 0 0,0 0 0 0 0,-8 1 1 0 0,-8 3 175 0 0,1 1 1 0 0,0 0 0 0 0,0 2 0 0 0,0 0-1 0 0,1 1 1 0 0,-33 19 0 0 0,21-9-152 0 0,2 2 1 0 0,0 2-1 0 0,-33 30 0 0 0,34-24-253 0 0,1 2 0 0 0,1 1 0 0 0,2 1 0 0 0,2 1 0 0 0,1 1 0 0 0,1 1 0 0 0,-22 53 0 0 0,15-20 48 0 0,3 0 1 0 0,4 2-1 0 0,-17 89 1 0 0,34-131-125 0 0,1 1 0 0 0,1-1 0 0 0,2 1 0 0 0,0-1 0 0 0,2 0 0 0 0,1 1 0 0 0,11 45 0 0 0,0-22 0 0 0,3-1 0 0 0,1-1 0 0 0,29 55 0 0 0,-34-79 8 0 0,2 0 1 0 0,0 0-1 0 0,2-2 1 0 0,1 0-1 0 0,1 0 0 0 0,41 38 1 0 0,-42-47-1 0 0,0 0 0 0 0,1-2 0 0 0,1 0 0 0 0,0-1 0 0 0,1-1 0 0 0,0-1 0 0 0,0-1-1 0 0,1-1 1 0 0,30 7 0 0 0,5-2 66 0 0,1-3 0 0 0,0-2 0 0 0,0-3 1 0 0,67-2-1 0 0,-87-5-86 0 0,-1-1 0 0 0,0-1 0 0 0,0-3 0 0 0,0 0 0 0 0,-1-3 0 0 0,-1-1 0 0 0,55-24 0 0 0,-73 26-29 0 0,-2-1-1 0 0,1-1 1 0 0,-1 0-1 0 0,-1-1 1 0 0,0 0 0 0 0,0-2-1 0 0,-2 1 1 0 0,1-1 0 0 0,-2-1-1 0 0,0 0 1 0 0,-1-1-1 0 0,0 0 1 0 0,12-30 0 0 0,-1-6-102 0 0,-2-1 0 0 0,-2 0 0 0 0,12-74 0 0 0,-17 67 23 0 0,-2 0 0 0 0,-3-1 0 0 0,-3-1 0 0 0,-2 1 0 0 0,-3 0-1 0 0,-17-115 1 0 0,11 145 67 0 0,0 1-1 0 0,-2 1 0 0 0,-1 0 1 0 0,-2 0-1 0 0,-1 1 0 0 0,-26-43 1 0 0,26 50-38 0 0,-2 2 0 0 0,0 0 0 0 0,-1 1-1 0 0,-1 0 1 0 0,-1 1 0 0 0,0 1 0 0 0,-1 1 0 0 0,-1 1 0 0 0,-28-16 0 0 0,28 19 120 0 0,0 1-1 0 0,-1 1 1 0 0,-1 1 0 0 0,-30-7-1 0 0,40 12-402 0 0,0 0 0 0 0,0 2 0 0 0,0-1 0 0 0,0 1 0 0 0,-1 1-1 0 0,1 1 1 0 0,0-1 0 0 0,0 2 0 0 0,-23 5 0 0 0,14 0-5214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9:56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81 5985 0 0,'0'-4'393'0'0,"-1"0"-1"0"0,1-1 1 0 0,0 1-1 0 0,0 0 1 0 0,0 0-1 0 0,1-1 1 0 0,0 1-1 0 0,0 0 1 0 0,1-5-1 0 0,-2 8-142 0 0,1-1-1 0 0,-1 0 0 0 0,1 1 1 0 0,-1-1-1 0 0,1 0 0 0 0,-1 1 1 0 0,1-1-1 0 0,0 0 1 0 0,0 1-1 0 0,0 0 0 0 0,0-1 1 0 0,0 1-1 0 0,0-1 1 0 0,0 1-1 0 0,0 0 0 0 0,0 0 1 0 0,1 0-1 0 0,-1-1 0 0 0,1 1 1 0 0,-1 1-1 0 0,0-1 1 0 0,1 0-1 0 0,0 0 0 0 0,-1 0 1 0 0,3 0-1 0 0,-4 2-154 0 0,1-1-1 0 0,-1 0 1 0 0,1 0 0 0 0,-1 1-1 0 0,1-1 1 0 0,-1 1 0 0 0,1-1-1 0 0,-1 0 1 0 0,0 1 0 0 0,1-1-1 0 0,-1 1 1 0 0,1-1-1 0 0,-1 1 1 0 0,0-1 0 0 0,1 1-1 0 0,-1-1 1 0 0,0 1 0 0 0,0 0-1 0 0,0-1 1 0 0,1 1 0 0 0,-1-1-1 0 0,0 1 1 0 0,0 0 0 0 0,0-1-1 0 0,0 1 1 0 0,0 0-1 0 0,2 22 868 0 0,-2-19-613 0 0,5 161 376 0 0,4 43 683 0 0,-5-159-1156 0 0,3-1 0 0 0,16 61 0 0 0,-16-85-651 0 0,-2 0 1 0 0,-1 0-1 0 0,-1 1 1 0 0,1 31 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9:57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149 202 1840 0 0,'-8'5'-39'0'0,"-65"44"2060"0"0,54-36 883 0 0,-30 29 0 0 0,59-50-2352 0 0,-1 0-1 0 0,2 1 1 0 0,16-9 0 0 0,6-5-266 0 0,2-3-29 0 0,-2-1 1 0 0,-1-2-1 0 0,-1-1 1 0 0,-1-1 0 0 0,46-61-1 0 0,-69 78-44 0 0,3-3 2243 0 0,-10 15-2415 0 0,0 0 0 0 0,0 0-1 0 0,1 0 1 0 0,-1 0 0 0 0,0 0-1 0 0,0 0 1 0 0,1-1-1 0 0,-1 1 1 0 0,0 0 0 0 0,0 0-1 0 0,1 0 1 0 0,-1 0 0 0 0,0 0-1 0 0,0 0 1 0 0,1 0-1 0 0,-1 0 1 0 0,0 1 0 0 0,0-1-1 0 0,1 0 1 0 0,-1 0 0 0 0,0 0-1 0 0,0 0 1 0 0,1 0-1 0 0,-1 0 1 0 0,0 0 0 0 0,0 1-1 0 0,1-1 1 0 0,-1 0 0 0 0,0 0-1 0 0,0 0 1 0 0,0 0-1 0 0,0 1 1 0 0,1-1 0 0 0,-1 0-1 0 0,0 0 1 0 0,0 1 0 0 0,0-1-1 0 0,0 0 1 0 0,0 0-1 0 0,0 1 1 0 0,1-1 0 0 0,-1 0-1 0 0,0 0 1 0 0,0 1 0 0 0,0-1-1 0 0,0 0 1 0 0,0 0-1 0 0,0 1 1 0 0,0-1 0 0 0,0 0-1 0 0,0 0 1 0 0,0 1 0 0 0,0 0 176 0 0,3 3-139 0 0,0 1 1 0 0,-1 0-1 0 0,1-1 1 0 0,-1 1-1 0 0,0 0 1 0 0,-1 0-1 0 0,3 8 1 0 0,3 8 181 0 0,0-2-239 0 0,10 25 379 0 0,37 70 0 0 0,-45-100-678 0 0,0 0 0 0 0,1 0 0 0 0,1-1 0 0 0,0 0 0 0 0,0-1 0 0 0,1 0 0 0 0,1-1 0 0 0,19 14-1 0 0,-1-6-6193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9:58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3754 0 7834 0 0,'-18'4'10347'0'0,"15"4"-10001"0"0,1 0 0 0 0,0 0-1 0 0,1 0 1 0 0,0 0 0 0 0,0 0 0 0 0,1 0 0 0 0,0 0-1 0 0,2 15 1 0 0,-1 18 150 0 0,-5 45 79 0 0,0 322-66 0 0,18-160-343 0 0,14 565 72 0 0,-23-536-226 0 0,-6 138 388 0 0,-17 92-332 0 0,17-222 1 0 0,-2-50 28 0 0,5-172-72 0 0,18 108 0 0 0,-14-93 81 0 0,0-6-12 0 0,-6-70-94 0 0,1 0 0 0 0,-1 0 0 0 0,1 0 0 0 0,0 1 0 0 0,0-1 0 0 0,0 0 0 0 0,0-1 0 0 0,0 1 0 0 0,0 0 0 0 0,1 0 0 0 0,-1 0 0 0 0,1-1 0 0 0,-1 1 0 0 0,1-1 0 0 0,0 1 0 0 0,-1-1 0 0 0,1 1 0 0 0,0-1 0 0 0,0 0 0 0 0,0 0 0 0 0,3 1 0 0 0,17 14 0 0 0,-20-15-18 0 0,-1-1 17 0 0,-1 0 0 0 0,0 0 0 0 0,0 1 0 0 0,0-1 0 0 0,0 0 0 0 0,0 1 0 0 0,0-1 0 0 0,0 0 0 0 0,0 1 0 0 0,0-1 0 0 0,0 0 0 0 0,0 0 0 0 0,0 1 0 0 0,0-1 0 0 0,0 0 0 0 0,0 1 0 0 0,-1-1 0 0 0,1 0 0 0 0,0 0 0 0 0,0 1 0 0 0,0-1 0 0 0,0 0 0 0 0,-1 0 0 0 0,1 1 0 0 0,0-1 0 0 0,0 0 1 0 0,0 0-1 0 0,-1 1 0 0 0,1-1 0 0 0,0 0 0 0 0,0 0 0 0 0,-1 0 0 0 0,1 0 0 0 0,0 0 0 0 0,-1 1 0 0 0,-6 4-20 0 0,0-1 0 0 0,-1 0 1 0 0,1 0-1 0 0,-1 0 0 0 0,0-1 0 0 0,0 0 1 0 0,0-1-1 0 0,-11 3 0 0 0,1-2-47 0 0,-157 19-376 0 0,97-12 88 0 0,-100 26 0 0 0,-55 8 128 0 0,190-39 229 0 0,-358 47-568 0 0,312-36 485 0 0,0 5 0 0 0,-122 45 0 0 0,130-35 112 0 0,-173 61 268 0 0,206-78-388 0 0,-1-2 0 0 0,0-2 0 0 0,-70 4 0 0 0,-457 33-2140 0 0,433-30 2567 0 0,-299 24 1620 0 0,366-39-1732 0 0,49-3-153 0 0,-1 1 0 0 0,1 2-1 0 0,0 0 1 0 0,0 2 0 0 0,0 1 0 0 0,-34 12 0 0 0,16 5 116 0 0,37-17-331 0 0,1-1 1 0 0,-1 0 0 0 0,0 0-1 0 0,0 0 1 0 0,0-1 0 0 0,-1 0 0 0 0,1-1-1 0 0,-1 0 1 0 0,-16 2 0 0 0,24-5-258 0 0,-1 1 1 0 0,1-1 0 0 0,-1 1-1 0 0,1-1 1 0 0,0 0-1 0 0,-1 0 1 0 0,1 1 0 0 0,0-1-1 0 0,0 0 1 0 0,-1 0-1 0 0,1 0 1 0 0,0 0-1 0 0,0-1 1 0 0,0 1 0 0 0,0 0-1 0 0,0 0 1 0 0,1-1-1 0 0,-1 1 1 0 0,0 0-1 0 0,1-1 1 0 0,-2-2 0 0 0,-4-14-4078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19:59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59 3681 0 0,'-1'-4'362'0'0,"-1"0"-1"0"0,0 0 1 0 0,0 0 0 0 0,0 1 0 0 0,-1-1-1 0 0,1 1 1 0 0,-1-1 0 0 0,0 1 0 0 0,0 0-1 0 0,0 0 1 0 0,0 0 0 0 0,-1 1 0 0 0,1-1-1 0 0,-1 1 1 0 0,1 0 0 0 0,-1 0 0 0 0,0 0-1 0 0,-5-2 1 0 0,11 45 2782 0 0,12 136-1296 0 0,-11 224 1 0 0,-3-47-1248 0 0,8-150-485 0 0,3 466 344 0 0,-15-573-684 0 0,-1 135-1411 0 0,6-175 1116 0 0,3 1 1 0 0,12 57 0 0 0,-9-77-525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0.2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7 5985 0 0,'-2'2'324'0'0,"0"0"-1"0"0,0 0 1 0 0,0 0-1 0 0,0 0 1 0 0,1 1 0 0 0,-1-1-1 0 0,1 1 1 0 0,-1-1-1 0 0,0 4 1 0 0,2-5-255 0 0,0-1 1 0 0,0 0-1 0 0,0 1 1 0 0,0-1-1 0 0,0 0 1 0 0,0 1-1 0 0,0-1 1 0 0,0 0-1 0 0,0 1 1 0 0,0-1 0 0 0,0 1-1 0 0,0-1 1 0 0,0 0-1 0 0,0 1 1 0 0,0-1-1 0 0,0 0 1 0 0,0 1-1 0 0,1-1 1 0 0,-1 0-1 0 0,0 1 1 0 0,0-1-1 0 0,0 0 1 0 0,1 1-1 0 0,-1-1 1 0 0,0 0-1 0 0,0 0 1 0 0,1 1-1 0 0,17 1 773 0 0,89-22 785 0 0,7-2-873 0 0,-102 21-729 0 0,0 0-1 0 0,0 1 1 0 0,0 0 0 0 0,0 1-1 0 0,-1 0 1 0 0,1 1-1 0 0,16 4 1 0 0,-27-5-21 0 0,1-1 0 0 0,0 0 1 0 0,-1 1-1 0 0,1-1 0 0 0,0 1 0 0 0,-1 0 0 0 0,1-1 0 0 0,-1 1 1 0 0,1 0-1 0 0,-1 0 0 0 0,1 0 0 0 0,-1 0 0 0 0,0 0 1 0 0,0 0-1 0 0,1 1 0 0 0,-1-1 0 0 0,0 0 0 0 0,0 1 0 0 0,0-1 1 0 0,0 0-1 0 0,0 1 0 0 0,-1-1 0 0 0,1 1 0 0 0,0 0 0 0 0,-1-1 1 0 0,1 1-1 0 0,-1 0 0 0 0,1-1 0 0 0,-1 1 0 0 0,0 0 0 0 0,0-1 1 0 0,0 1-1 0 0,0 0 0 0 0,0 0 0 0 0,0-1 0 0 0,0 1 1 0 0,-1 0-1 0 0,1-1 0 0 0,-1 1 0 0 0,1 0 0 0 0,-1-1 0 0 0,1 1 1 0 0,-1-1-1 0 0,0 1 0 0 0,0-1 0 0 0,0 1 0 0 0,-1 1 0 0 0,-6 9 78 0 0,0-1 0 0 0,-1 1 0 0 0,0-1-1 0 0,-15 13 1 0 0,21-21-59 0 0,-63 54 224 0 0,-11 11-254 0 0,69-60 7 0 0,1 0 0 0 0,0 0 0 0 0,1 1 0 0 0,0 0 0 0 0,0 0 0 0 0,1 0 0 0 0,-5 12 0 0 0,9-18 4 0 0,0-1-1 0 0,0 1 1 0 0,0 0-1 0 0,1-1 0 0 0,0 1 1 0 0,-1 0-1 0 0,1-1 1 0 0,0 1-1 0 0,0 0 0 0 0,0-1 1 0 0,1 1-1 0 0,-1 0 1 0 0,1-1-1 0 0,-1 1 0 0 0,1-1 1 0 0,0 1-1 0 0,0 0 1 0 0,0-1-1 0 0,0 0 0 0 0,1 1 1 0 0,-1-1-1 0 0,1 0 1 0 0,-1 0-1 0 0,1 1 0 0 0,0-1 1 0 0,0-1-1 0 0,0 1 1 0 0,0 0-1 0 0,0 0 0 0 0,0-1 1 0 0,0 1-1 0 0,1-1 1 0 0,-1 0-1 0 0,3 2 0 0 0,11 5 81 0 0,1-1-1 0 0,-1-1 1 0 0,1 0-1 0 0,20 3 1 0 0,-16-3 63 0 0,-4-2 14 0 0,-9-2-60 0 0,1 0 1 0 0,-1 1-1 0 0,0 0 0 0 0,1 0 1 0 0,8 6-1 0 0,-15-8-72 0 0,-1 0-1 0 0,1 0 0 0 0,-1 0 1 0 0,0 0-1 0 0,1 0 1 0 0,-1 0-1 0 0,0 1 0 0 0,0-1 1 0 0,0 1-1 0 0,0-1 1 0 0,0 1-1 0 0,0-1 0 0 0,0 1 1 0 0,0-1-1 0 0,-1 1 1 0 0,1 0-1 0 0,-1-1 1 0 0,1 1-1 0 0,-1 0 0 0 0,0-1 1 0 0,1 1-1 0 0,-1 0 1 0 0,0 0-1 0 0,0-1 0 0 0,0 1 1 0 0,0 0-1 0 0,-1 0 1 0 0,1-1-1 0 0,0 1 0 0 0,-1 0 1 0 0,-1 2-1 0 0,-2 7 101 0 0,-1 0 0 0 0,-1-1-1 0 0,0 0 1 0 0,0 0 0 0 0,-1 0-1 0 0,-9 9 1 0 0,6-7 50 0 0,1 0 1 0 0,-14 24-1 0 0,23-35-180 0 0,0 0 1 0 0,-1 0-1 0 0,1 0 0 0 0,0 0 1 0 0,0 0-1 0 0,0 0 0 0 0,-1 0 0 0 0,1 0 1 0 0,0 0-1 0 0,1 0 0 0 0,-1 0 1 0 0,0 0-1 0 0,0 0 0 0 0,0 0 1 0 0,0-1-1 0 0,1 1 0 0 0,-1 0 0 0 0,0 0 1 0 0,1 0-1 0 0,-1 0 0 0 0,1 0 1 0 0,-1 0-1 0 0,1 0 0 0 0,0-1 0 0 0,-1 1 1 0 0,1 0-1 0 0,0 0 0 0 0,-1-1 1 0 0,1 1-1 0 0,0-1 0 0 0,1 2 1 0 0,34 18-43 0 0,-22-13 25 0 0,22 13-43 0 0,-24-14 28 0 0,0 0-1 0 0,-1 1 1 0 0,0 0 0 0 0,0 1-1 0 0,-1 0 1 0 0,14 14 0 0 0,-23-21 18 0 0,0 1 0 0 0,0 0 0 0 0,0 0 0 0 0,0 1 0 0 0,-1-1 0 0 0,1 0 0 0 0,0 0 0 0 0,-1 0 0 0 0,0 0 1 0 0,1 1-1 0 0,-1-1 0 0 0,0 0 0 0 0,0 0 0 0 0,0 1 0 0 0,-1-1 0 0 0,1 0 0 0 0,0 0 0 0 0,-1 0 0 0 0,1 1 0 0 0,-1-1 0 0 0,0 0 0 0 0,0 0 1 0 0,0 0-1 0 0,0 0 0 0 0,0 0 0 0 0,0 0 0 0 0,-1-1 0 0 0,1 1 0 0 0,-3 3 0 0 0,-7 7-169 0 0,1 0 0 0 0,-2-1 0 0 0,-12 11 0 0 0,14-13-63 0 0,-7 6-128 0 0,-115 110-4439 0 0,120-113 305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0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 1840 0 0,'-1'0'139'0'0,"0"1"0"0"0,1-1-1 0 0,-1 1 1 0 0,0-1 0 0 0,1 1-1 0 0,-1 0 1 0 0,1-1 0 0 0,-1 1-1 0 0,1-1 1 0 0,0 1 0 0 0,-1 0-1 0 0,1 0 1 0 0,0-1 0 0 0,-1 1-1 0 0,1 0 1 0 0,0 0 0 0 0,0-1-1 0 0,0 1 1 0 0,0 0 0 0 0,-1 0-1 0 0,1 0 1 0 0,0-1 0 0 0,0 1-1 0 0,1 0 1 0 0,-1 0 0 0 0,0 0-1 0 0,0-1 1 0 0,0 1 0 0 0,0 0-1 0 0,1 0 1 0 0,-1-1 0 0 0,0 1-1 0 0,1 0 1 0 0,-1-1 0 0 0,1 1-1 0 0,-1 0 1 0 0,1-1 0 0 0,-1 1-1 0 0,1 0 1 0 0,-1-1 0 0 0,1 1-1 0 0,-1-1 1 0 0,1 1 0 0 0,0-1-1 0 0,0 1 1 0 0,3 1 579 0 0,0 1 0 0 0,0-1 0 0 0,0 0 0 0 0,0-1-1 0 0,0 1 1 0 0,6 1 0 0 0,54 16 964 0 0,-40-11-1436 0 0,44 9 0 0 0,-60-15-408 0 0,1-1-1 0 0,-1-1 0 0 0,1 0 0 0 0,0 0 1 0 0,-1 0-1 0 0,1-1 0 0 0,-1-1 0 0 0,1 1 1 0 0,9-4-1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1.4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5529 0 0,'1'3'613'0'0,"0"1"0"0"0,0 0 1 0 0,0-1-1 0 0,1 1 0 0 0,-1-1 0 0 0,1 1 0 0 0,0-1 0 0 0,0 0 0 0 0,0 0 0 0 0,2 4 0 0 0,10 15 1428 0 0,-8 1-1250 0 0,0-1 0 0 0,-2 1 0 0 0,0 0 1 0 0,-2 0-1 0 0,0 0 0 0 0,-3 27 0 0 0,3 23-40 0 0,33 199 516 0 0,-18-167-892 0 0,3 126 1 0 0,-19-172-319 0 0,22 405-10 0 0,-15-386-47 0 0,-3 1 0 0 0,-4 0 0 0 0,-4-1 0 0 0,-12 82 0 0 0,-16 113 19 0 0,16-118 37 0 0,-2-14-41 0 0,-29 388 735 0 0,66 30-483 0 0,-17-529-252 0 0,-1-10 6 0 0,0 0 0 0 0,-1 0-1 0 0,-1-1 1 0 0,0 1 0 0 0,-2 0 0 0 0,-1-1-1 0 0,-6 27 1 0 0,-11 5-469 0 0,15-40 280 0 0,1 0 0 0 0,0-1 0 0 0,0 2 0 0 0,1-1 0 0 0,0 0 0 0 0,-2 22 0 0 0,5-33 130 0 0,0 0 0 0 0,0-1 0 0 0,0 1 0 0 0,0 0 0 0 0,1 0 0 0 0,-1-1 0 0 0,0 1 1 0 0,0 0-1 0 0,0 0 0 0 0,0-1 0 0 0,1 1 0 0 0,-1 0 0 0 0,0 0 0 0 0,0 0 0 0 0,1-1 0 0 0,-1 1 1 0 0,0 0-1 0 0,0 0 0 0 0,1 0 0 0 0,-1 0 0 0 0,0 0 0 0 0,0 0 0 0 0,1-1 0 0 0,-1 1 0 0 0,0 0 0 0 0,0 0 1 0 0,1 0-1 0 0,-1 0 0 0 0,0 0 0 0 0,1 0 0 0 0,-1 0 0 0 0,0 0 0 0 0,1 0 0 0 0,-1 0 0 0 0,0 0 0 0 0,0 1 1 0 0,1-1-1 0 0,-1 0 0 0 0,0 0 0 0 0,0 0 0 0 0,1 0 0 0 0,-1 0 0 0 0,0 0 0 0 0,0 1 0 0 0,1-1 0 0 0,-1 0 1 0 0,0 0-1 0 0,0 0 0 0 0,0 1 0 0 0,1-1 0 0 0,-1 0 0 0 0,0 0 0 0 0,0 1 0 0 0,0-1 0 0 0,0 0 0 0 0,0 0 1 0 0,1 1-1 0 0,-1-1 0 0 0,0 0 0 0 0,0 0 0 0 0,0 1 0 0 0,0-1 0 0 0,0 0 0 0 0,0 1 0 0 0,0-1 0 0 0,0 1 1 0 0,4-7-1193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2.4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91 3225 0 0,'0'1'148'0'0,"-1"-1"1"0"0,1 0-1 0 0,-1 1 0 0 0,1-1 1 0 0,-1 1-1 0 0,1-1 1 0 0,0 1-1 0 0,-1-1 1 0 0,1 1-1 0 0,0-1 1 0 0,0 1-1 0 0,-1 0 0 0 0,1-1 1 0 0,0 1-1 0 0,0-1 1 0 0,0 1-1 0 0,0 0 1 0 0,0-1-1 0 0,-1 1 1 0 0,1-1-1 0 0,0 1 1 0 0,0 0-1 0 0,1-1 0 0 0,-1 1 1 0 0,0-1-1 0 0,0 1 1 0 0,0 0-1 0 0,1 0 1 0 0,2 19 1940 0 0,-1-14-1766 0 0,1 0-1 0 0,-1-1 0 0 0,1 1 0 0 0,0-1 1 0 0,1 0-1 0 0,-1 0 0 0 0,1 0 0 0 0,0 0 1 0 0,0 0-1 0 0,1-1 0 0 0,-1 0 1 0 0,7 4-1 0 0,-10-6-310 0 0,1-1 0 0 0,-1 0 0 0 0,1 0-1 0 0,-1 0 1 0 0,1 0 0 0 0,0 0 0 0 0,0 0 0 0 0,-1-1 0 0 0,1 1 0 0 0,0 0 0 0 0,0-1 0 0 0,0 0 0 0 0,-1 1 0 0 0,1-1 0 0 0,0 0 0 0 0,0 0 0 0 0,0 0 0 0 0,0 0-1 0 0,0 0 1 0 0,0-1 0 0 0,0 1 0 0 0,-1 0 0 0 0,1-1 0 0 0,0 0 0 0 0,0 1 0 0 0,-1-1 0 0 0,1 0 0 0 0,0 0 0 0 0,-1 0 0 0 0,1 0 0 0 0,0 0 0 0 0,-1 0-1 0 0,1 0 1 0 0,-1-1 0 0 0,0 1 0 0 0,0 0 0 0 0,1-1 0 0 0,-1 1 0 0 0,0-1 0 0 0,0 0 0 0 0,0 1 0 0 0,1-4 0 0 0,0 0-91 0 0,0 0 0 0 0,0 0 0 0 0,0 0 1 0 0,-1 0-1 0 0,0-1 0 0 0,0 1 0 0 0,0 0 0 0 0,0-1 1 0 0,-1 1-1 0 0,0-1 0 0 0,0 1 0 0 0,-1 0 0 0 0,1-1 1 0 0,-1 1-1 0 0,0 0 0 0 0,-1-1 0 0 0,1 1 0 0 0,-1 0 1 0 0,0 0-1 0 0,-1 0 0 0 0,1 0 0 0 0,-1 1 0 0 0,0-1 1 0 0,0 1-1 0 0,0-1 0 0 0,0 1 0 0 0,-7-5 0 0 0,7 5 184 0 0,0 1-1 0 0,0 0 1 0 0,-1 0-1 0 0,0 1 1 0 0,1-1-1 0 0,-1 1 1 0 0,0 0-1 0 0,0-1 1 0 0,0 2-1 0 0,-1-1 1 0 0,1 0-1 0 0,0 1 1 0 0,-1 0-1 0 0,1 0 1 0 0,-1 0-1 0 0,1 1 1 0 0,-1 0-1 0 0,1-1 1 0 0,-1 1-1 0 0,1 1 1 0 0,-1-1-1 0 0,1 1 1 0 0,-1 0-1 0 0,1 0 0 0 0,-1 0 1 0 0,1 0-1 0 0,0 1 1 0 0,0 0-1 0 0,-1 0 1 0 0,1 0-1 0 0,1 0 1 0 0,-8 6-1 0 0,-35 33 758 0 0,43-38-851 0 0,0 0 1 0 0,0 1 0 0 0,0-1 0 0 0,0 1 0 0 0,1 0-1 0 0,0-1 1 0 0,-1 1 0 0 0,2 0 0 0 0,-1 0 0 0 0,0 1-1 0 0,-1 7 1 0 0,3-11-22 0 0,0 1-1 0 0,1-1 1 0 0,-1 1-1 0 0,0-1 1 0 0,1 1-1 0 0,0-1 1 0 0,-1 1-1 0 0,1-1 1 0 0,0 1-1 0 0,0-1 1 0 0,0 0-1 0 0,0 0 1 0 0,0 1-1 0 0,0-1 1 0 0,0 0-1 0 0,0 0 1 0 0,0 0-1 0 0,1 0 1 0 0,-1 0-1 0 0,0 0 1 0 0,1 0-1 0 0,-1-1 1 0 0,0 1-1 0 0,1 0 1 0 0,-1-1-1 0 0,1 1 1 0 0,0-1-1 0 0,-1 0 1 0 0,1 1-1 0 0,1-1 1 0 0,52 9 319 0 0,-54-9-287 0 0,5 0 137 0 0,0 0 0 0 0,0-1 1 0 0,1 1-1 0 0,11-4 1 0 0,0-7 237 0 0,-18 11-389 0 0,0-1 0 0 0,1 1 0 0 0,-1-1 0 0 0,0 1 0 0 0,0-1 0 0 0,1 0 0 0 0,-1 1 1 0 0,0-1-1 0 0,0 1 0 0 0,0-1 0 0 0,0 0 0 0 0,0 1 0 0 0,0-1 0 0 0,0 0 0 0 0,0 1 1 0 0,0-1-1 0 0,0 0 0 0 0,0 1 0 0 0,-1-1 0 0 0,1 1 0 0 0,0-1 0 0 0,0 1 0 0 0,-1-1 0 0 0,1 0 1 0 0,0 1-1 0 0,-1-1 0 0 0,1 1 0 0 0,0-1 0 0 0,-2 0 0 0 0,2 1-3 0 0,0-1-1 0 0,-1 1 1 0 0,1-1 0 0 0,0 1-1 0 0,-1-1 1 0 0,1 1-1 0 0,-1-1 1 0 0,1 1 0 0 0,-1 0-1 0 0,1-1 1 0 0,-1 1-1 0 0,1 0 1 0 0,-1-1 0 0 0,1 1-1 0 0,-1 0 1 0 0,1 0-1 0 0,-1 0 1 0 0,0-1 0 0 0,1 1-1 0 0,-1 0 1 0 0,1 0-1 0 0,-1 0 1 0 0,0 0 0 0 0,1 0-1 0 0,-1 0 1 0 0,1 0-1 0 0,-1 0 1 0 0,0 0 0 0 0,0 1-1 0 0,-17 13 18 0 0,15-9-25 0 0,-1 1 1 0 0,0 0-1 0 0,1-1 0 0 0,-4 13 1 0 0,4-10 64 0 0,1 0-1 0 0,1 1 1 0 0,0-1 0 0 0,0 1-1 0 0,0 0 1 0 0,1-1 0 0 0,1 1-1 0 0,-1 0 1 0 0,1-1 0 0 0,5 16-1 0 0,-6-21-38 0 0,1-1-1 0 0,0 1 0 0 0,-1-1 1 0 0,1 0-1 0 0,1 0 0 0 0,-1 1 1 0 0,0-1-1 0 0,0 0 0 0 0,1 0 1 0 0,-1 0-1 0 0,1 0 0 0 0,0 0 1 0 0,-1-1-1 0 0,1 1 0 0 0,0 0 1 0 0,0-1-1 0 0,0 1 0 0 0,0-1 1 0 0,1 0-1 0 0,-1 0 0 0 0,0 0 1 0 0,0 0-1 0 0,1 0 0 0 0,-1 0 1 0 0,1-1-1 0 0,-1 1 0 0 0,1-1 1 0 0,-1 1-1 0 0,0-1 0 0 0,1 0 1 0 0,-1 0-1 0 0,1 0 0 0 0,-1-1 1 0 0,1 1-1 0 0,-1 0 0 0 0,1-1 1 0 0,-1 0-1 0 0,1 1 0 0 0,-1-1 1 0 0,0 0-1 0 0,4-2 0 0 0,0 0-5 0 0,1-1-1 0 0,-1 0 1 0 0,0 0-1 0 0,0 0 1 0 0,0 0-1 0 0,-1-1 1 0 0,0 0-1 0 0,1 0 1 0 0,-2-1-1 0 0,1 1 1 0 0,-1-1-1 0 0,0 0 1 0 0,0-1-1 0 0,0 1 1 0 0,-1 0-1 0 0,3-9 1 0 0,-2 6 14 0 0,-1-1 0 0 0,0 1 0 0 0,0-1 1 0 0,-1 0-1 0 0,0 0 0 0 0,-1 0 1 0 0,0 0-1 0 0,-1 0 0 0 0,0 0 1 0 0,-1 0-1 0 0,-1-13 0 0 0,1 22-30 0 0,1-1 0 0 0,0 0 0 0 0,0 0-1 0 0,-1 0 1 0 0,1 0 0 0 0,-1 1 0 0 0,0-1 0 0 0,0 0-1 0 0,1 1 1 0 0,-1-1 0 0 0,0 0 0 0 0,0 1-1 0 0,-1-1 1 0 0,1 1 0 0 0,0 0 0 0 0,0-1-1 0 0,-1 1 1 0 0,1 0 0 0 0,-3-2 0 0 0,3 3 0 0 0,-1-1 0 0 0,1 1 0 0 0,0 0 1 0 0,-1 0-1 0 0,1 0 0 0 0,-1-1 0 0 0,1 2 1 0 0,0-1-1 0 0,-1 0 0 0 0,1 0 0 0 0,0 0 0 0 0,-1 1 1 0 0,1-1-1 0 0,0 0 0 0 0,-1 1 0 0 0,1-1 1 0 0,0 1-1 0 0,0 0 0 0 0,0-1 0 0 0,-2 2 0 0 0,-3 2 31 0 0,1 1 0 0 0,0 0 0 0 0,-1 0 0 0 0,1 0 0 0 0,1 0 0 0 0,-1 1 0 0 0,1 0 0 0 0,-6 9-1 0 0,3 0 23 0 0,0 0 0 0 0,1 0 0 0 0,-7 27 0 0 0,12-36-64 0 0,0-1-1 0 0,0 0 1 0 0,0 1-1 0 0,0-1 1 0 0,1 0-1 0 0,0 1 1 0 0,0-1-1 0 0,0 1 1 0 0,1-1-1 0 0,0 0 1 0 0,0 1-1 0 0,0-1 1 0 0,1 0-1 0 0,0 0 1 0 0,2 5-1 0 0,-3-8 1 0 0,0 0 0 0 0,0-1-1 0 0,0 1 1 0 0,0-1 0 0 0,0 1 0 0 0,1-1-1 0 0,-1 1 1 0 0,0-1 0 0 0,1 0-1 0 0,-1 1 1 0 0,1-1 0 0 0,0 0-1 0 0,-1 0 1 0 0,1 0 0 0 0,0-1-1 0 0,0 1 1 0 0,0 0 0 0 0,-1 0-1 0 0,1-1 1 0 0,0 0 0 0 0,0 1-1 0 0,2-1 1 0 0,-1 0-8 0 0,0 0-1 0 0,1-1 0 0 0,-1 1 1 0 0,0-1-1 0 0,0 0 0 0 0,0 0 1 0 0,0 0-1 0 0,0 0 1 0 0,-1-1-1 0 0,1 1 0 0 0,0-1 1 0 0,4-2-1 0 0,-1-1-18 0 0,0 0 0 0 0,0-1 0 0 0,0 1-1 0 0,-1-1 1 0 0,0 0 0 0 0,0-1 0 0 0,0 1 0 0 0,-1-1 0 0 0,0 0-1 0 0,4-8 1 0 0,-6 8 17 0 0,0-1 0 0 0,0 1-1 0 0,-1-1 1 0 0,0 0 0 0 0,0 1 0 0 0,0-1-1 0 0,-1 0 1 0 0,-1 1 0 0 0,1-1 0 0 0,-1 0-1 0 0,0 0 1 0 0,-1 1 0 0 0,-3-10 0 0 0,4 14 6 0 0,0 0 1 0 0,0 1 0 0 0,-1-1-1 0 0,1 0 1 0 0,-1 1-1 0 0,0 0 1 0 0,1-1 0 0 0,-1 1-1 0 0,0 0 1 0 0,0 0 0 0 0,0 0-1 0 0,-1 0 1 0 0,1 0-1 0 0,0 1 1 0 0,-5-3 0 0 0,3 3-8 0 0,1 0 1 0 0,0 0 0 0 0,0 0-1 0 0,-1 1 1 0 0,1-1 0 0 0,0 1 0 0 0,-1 0-1 0 0,1 0 1 0 0,-1 0 0 0 0,1 0-1 0 0,0 1 1 0 0,-1 0 0 0 0,1-1-1 0 0,0 1 1 0 0,0 0 0 0 0,-6 3-1 0 0,0 0 49 0 0,0 0 0 0 0,0 1-1 0 0,0 1 1 0 0,1-1-1 0 0,0 1 1 0 0,0 1-1 0 0,0-1 1 0 0,1 1 0 0 0,0 1-1 0 0,-9 10 1 0 0,12-12-9 0 0,0 0 0 0 0,0-1 0 0 0,1 1 0 0 0,0 0 0 0 0,0 1 0 0 0,0-1 0 0 0,1 0 0 0 0,0 1 0 0 0,0 0 0 0 0,1-1 0 0 0,0 1 0 0 0,0 0 0 0 0,0 0 0 0 0,1 0 0 0 0,0-1 0 0 0,1 10 0 0 0,-1-15-120 0 0,1 1 0 0 0,-1-1 0 0 0,0 1 0 0 0,1-1 0 0 0,-1 1 1 0 0,1-1-1 0 0,-1 0 0 0 0,1 1 0 0 0,0-1 0 0 0,0 1 0 0 0,-1-1 0 0 0,3 2 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03.7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64 2761 0 0,'-7'-11'3124'0'0,"8"20"612"0"0,3 16-3109 0 0,-3-19-392 0 0,0 0 1 0 0,0 0 0 0 0,1 0 0 0 0,-1-1 0 0 0,1 1 0 0 0,1 0 0 0 0,-1-1 0 0 0,1 1 0 0 0,0-1 0 0 0,0 0 0 0 0,0 0 0 0 0,1 0 0 0 0,0 0 0 0 0,7 7 0 0 0,-8-9-181 0 0,0-1 0 0 0,0 0 0 0 0,0 0 1 0 0,0 0-1 0 0,1-1 0 0 0,-1 1 0 0 0,0-1 0 0 0,1 0 0 0 0,-1 0 0 0 0,1 0 0 0 0,-1 0 1 0 0,1 0-1 0 0,-1-1 0 0 0,1 0 0 0 0,0 0 0 0 0,-1 0 0 0 0,1 0 0 0 0,-1 0 0 0 0,1-1 0 0 0,0 1 1 0 0,-1-1-1 0 0,1 0 0 0 0,-1 0 0 0 0,0-1 0 0 0,1 1 0 0 0,4-3 0 0 0,-3 1 131 0 0,1-1 0 0 0,-1 1 0 0 0,1-1 0 0 0,-1 0 0 0 0,0-1 0 0 0,-1 1 0 0 0,1-1 0 0 0,-1 0 0 0 0,0 0 0 0 0,0 0 0 0 0,5-9 0 0 0,-8 12-130 0 0,0-1 0 0 0,1 1 0 0 0,-1-1-1 0 0,0 0 1 0 0,0 1 0 0 0,0-1 0 0 0,-1 0-1 0 0,1 1 1 0 0,-1-1 0 0 0,0 0 0 0 0,1 0 0 0 0,-1 1-1 0 0,0-1 1 0 0,0 0 0 0 0,-1 0 0 0 0,1 0-1 0 0,-1 1 1 0 0,1-1 0 0 0,-1 0 0 0 0,0 1-1 0 0,0-1 1 0 0,0 0 0 0 0,0 1 0 0 0,-1-1-1 0 0,1 1 1 0 0,-1 0 0 0 0,1-1 0 0 0,-1 1-1 0 0,-2-2 1 0 0,3 3-42 0 0,-1-1-1 0 0,1 1 1 0 0,0 0 0 0 0,-1 0-1 0 0,1 0 1 0 0,-1 1-1 0 0,1-1 1 0 0,-1 0 0 0 0,1 0-1 0 0,-1 1 1 0 0,0-1-1 0 0,1 1 1 0 0,-1 0 0 0 0,0-1-1 0 0,1 1 1 0 0,-1 0-1 0 0,0 0 1 0 0,0 0 0 0 0,-2 0-1 0 0,0 1 0 0 0,0 0-1 0 0,0 0 1 0 0,0 0-1 0 0,0 1 1 0 0,0 0-1 0 0,0-1 1 0 0,-6 6-1 0 0,-1 0-198 0 0,1 1-1 0 0,0 0 0 0 0,1 0 0 0 0,-12 14 1 0 0,17-17 44 0 0,1 0 1 0 0,-1-1-1 0 0,1 2 1 0 0,-1-1 0 0 0,2 0-1 0 0,-1 1 1 0 0,0-1-1 0 0,1 1 1 0 0,0 0 0 0 0,1 0-1 0 0,-2 7 1 0 0,3-11 102 0 0,-1 0 1 0 0,1 0-1 0 0,0-1 1 0 0,1 1-1 0 0,-1 0 1 0 0,0 0 0 0 0,0 0-1 0 0,1-1 1 0 0,-1 1-1 0 0,1 0 1 0 0,0-1-1 0 0,-1 1 1 0 0,1 0-1 0 0,0-1 1 0 0,0 1 0 0 0,2 2-1 0 0,-1-2 14 0 0,0 0 0 0 0,0-1 0 0 0,0 1 0 0 0,0-1 0 0 0,1 0-1 0 0,-1 1 1 0 0,0-1 0 0 0,1 0 0 0 0,-1 0 0 0 0,1 0 0 0 0,-1-1 0 0 0,1 1 0 0 0,0-1 0 0 0,4 1-1 0 0,7-1 143 0 0,0 0-1 0 0,0-1 1 0 0,0 0-1 0 0,0-1 1 0 0,-1-1-1 0 0,1 0 1 0 0,-1-1-1 0 0,0 0 1 0 0,0-1-1 0 0,0-1 1 0 0,0 0-1 0 0,-1 0 0 0 0,0-1 1 0 0,-1-1-1 0 0,1 0 1 0 0,-1-1-1 0 0,-1 0 1 0 0,0-1-1 0 0,0 0 1 0 0,8-11-1 0 0,-16 19-110 0 0,-1 1 0 0 0,1-1-1 0 0,-1 0 1 0 0,0 0 0 0 0,1 0 0 0 0,-1 0-1 0 0,0 0 1 0 0,0 0 0 0 0,-1 0-1 0 0,1-1 1 0 0,0 1 0 0 0,-1 0-1 0 0,1 0 1 0 0,-1-1 0 0 0,0 1 0 0 0,1 0-1 0 0,-1-1 1 0 0,0 1 0 0 0,-1 0-1 0 0,1-1 1 0 0,0 1 0 0 0,-1 0 0 0 0,1-1-1 0 0,-1 1 1 0 0,0 0 0 0 0,1 0-1 0 0,-1 0 1 0 0,0 0 0 0 0,-1-1 0 0 0,1 1-1 0 0,0 1 1 0 0,0-1 0 0 0,-1 0-1 0 0,1 0 1 0 0,-1 0 0 0 0,0 1 0 0 0,0-1-1 0 0,1 1 1 0 0,-5-3 0 0 0,2 2 13 0 0,0 0 0 0 0,0 0 1 0 0,0 0-1 0 0,0 1 0 0 0,0 0 0 0 0,0 0 1 0 0,-1 0-1 0 0,1 0 0 0 0,-1 0 1 0 0,1 1-1 0 0,0 0 0 0 0,-1 0 0 0 0,1 0 1 0 0,-1 1-1 0 0,1-1 0 0 0,0 1 1 0 0,-1 0-1 0 0,1 0 0 0 0,0 1 0 0 0,-7 2 1 0 0,6-1-11 0 0,1-1 0 0 0,0 1-1 0 0,-1 0 1 0 0,1 0 0 0 0,0 1 0 0 0,0-1 0 0 0,1 1 0 0 0,-1 0 0 0 0,1 0 0 0 0,0 0 0 0 0,0 0 0 0 0,0 1 0 0 0,1-1 0 0 0,-1 1 0 0 0,1-1-1 0 0,0 1 1 0 0,0 0 0 0 0,1 0 0 0 0,0 0 0 0 0,-1 0 0 0 0,2 0 0 0 0,-1 0 0 0 0,1 1 0 0 0,-1-1 0 0 0,1 0 0 0 0,1 8 0 0 0,0-9-9 0 0,0 1 0 0 0,0-1 0 0 0,1 1 0 0 0,-1-1 0 0 0,1 0 0 0 0,0 1 0 0 0,0-1 0 0 0,0 0 0 0 0,0 0 0 0 0,1-1 0 0 0,0 1 0 0 0,0 0 0 0 0,0-1 0 0 0,0 1 0 0 0,0-1 0 0 0,1 0 0 0 0,-1 0 0 0 0,1-1 0 0 0,0 1 0 0 0,0-1 0 0 0,0 0 0 0 0,0 0 0 0 0,0 0 0 0 0,1 0 0 0 0,-1-1 0 0 0,0 1 0 0 0,1-1 0 0 0,-1 0 0 0 0,9 0 0 0 0,-2 0 67 0 0,-1-1-1 0 0,1 0 1 0 0,-1-1 0 0 0,1 0-1 0 0,-1-1 1 0 0,1 0 0 0 0,-1-1-1 0 0,11-3 1 0 0,-17 4-29 0 0,0 1 0 0 0,-1 0 0 0 0,1-1-1 0 0,-1 0 1 0 0,1 0 0 0 0,-1 0 0 0 0,0 0 0 0 0,0 0 0 0 0,0-1 0 0 0,0 1-1 0 0,0-1 1 0 0,0 0 0 0 0,-1 0 0 0 0,1 0 0 0 0,-1 0 0 0 0,0 0 0 0 0,0-1 0 0 0,0 1-1 0 0,-1-1 1 0 0,1 1 0 0 0,-1-1 0 0 0,1 0 0 0 0,-1 0 0 0 0,-1 1 0 0 0,2-5-1 0 0,-2 4-3 0 0,0 0-1 0 0,-1 0 0 0 0,1 1 1 0 0,-1-1-1 0 0,0 0 0 0 0,0 0 1 0 0,0 1-1 0 0,0-1 0 0 0,-1 1 1 0 0,0-1-1 0 0,1 1 0 0 0,-1 0 1 0 0,0-1-1 0 0,-1 1 0 0 0,1 0 1 0 0,0 0-1 0 0,-1 1 0 0 0,0-1 1 0 0,1 0-1 0 0,-1 1 0 0 0,0 0 1 0 0,-1-1-1 0 0,1 1 0 0 0,0 0 1 0 0,-6-2-1 0 0,3 1-7 0 0,0 1 0 0 0,0-1-1 0 0,-1 1 1 0 0,1 0 0 0 0,0 1 0 0 0,-1 0 0 0 0,1 0-1 0 0,-1 0 1 0 0,1 1 0 0 0,-1 0 0 0 0,0 0 0 0 0,1 0-1 0 0,-1 1 1 0 0,-6 1 0 0 0,8 0-59 0 0,-1 0 0 0 0,1 0 0 0 0,0 0 0 0 0,0 0-1 0 0,0 1 1 0 0,1 0 0 0 0,-1 0 0 0 0,-5 5 0 0 0,7-5-816 0 0,0 0 1 0 0,0 1-1 0 0,0-1 0 0 0,0 1 1 0 0,1-1-1 0 0,-4 7 0 0 0,-4 14-5944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35.7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 5529 0 0,'0'0'132'0'0,"1"-1"0"0"0,-1 0-1 0 0,1 0 1 0 0,-1 1 0 0 0,1-1-1 0 0,-1 0 1 0 0,1 1 0 0 0,0-1 0 0 0,-1 1-1 0 0,1-1 1 0 0,0 0 0 0 0,-1 1-1 0 0,1 0 1 0 0,0-1 0 0 0,0 1 0 0 0,0-1-1 0 0,-1 1 1 0 0,1 0 0 0 0,0-1 0 0 0,0 1-1 0 0,0 0 1 0 0,0 0 0 0 0,-1 0-1 0 0,1 0 1 0 0,0 0 0 0 0,0 0 0 0 0,0 0-1 0 0,0 0 1 0 0,0 0 0 0 0,0 0-1 0 0,-1 0 1 0 0,1 1 0 0 0,0-1 0 0 0,0 0-1 0 0,0 1 1 0 0,0-1 0 0 0,-1 0-1 0 0,1 1 1 0 0,0-1 0 0 0,0 1 0 0 0,-1-1-1 0 0,1 1 1 0 0,0 0 0 0 0,0 0-1 0 0,3 3 223 0 0,0-1 0 0 0,0 1 0 0 0,-1-1 0 0 0,1 1 0 0 0,-1 0 0 0 0,4 6 0 0 0,6 16 305 0 0,-1 0-1 0 0,-1 1 1 0 0,12 44 0 0 0,14 90 367 0 0,-31-132-832 0 0,2 11-124 0 0,43 234 626 0 0,-44-217-1251 0 0,-2 0-1 0 0,-4 104 1 0 0,-2-152-1121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36.1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1 245 2761 0 0,'8'-26'635'0'0,"2"0"0"0"0,1 0 0 0 0,2 1 0 0 0,0 0 0 0 0,25-34 0 0 0,-33 53-349 0 0,1 1 1 0 0,0 0 0 0 0,0 0 0 0 0,0 1-1 0 0,1-1 1 0 0,0 1 0 0 0,-1 0-1 0 0,1 1 1 0 0,1 0 0 0 0,-1 0-1 0 0,0 1 1 0 0,1 0 0 0 0,11-2-1 0 0,-16 3-268 0 0,-1 0-1 0 0,1 1 0 0 0,0-1 0 0 0,-1 1 1 0 0,1 0-1 0 0,0 0 0 0 0,0 0 0 0 0,-1 0 0 0 0,1 1 1 0 0,0-1-1 0 0,-1 1 0 0 0,1 0 0 0 0,0-1 1 0 0,-1 1-1 0 0,1 0 0 0 0,-1 0 0 0 0,1 1 0 0 0,-1-1 1 0 0,0 1-1 0 0,1-1 0 0 0,-1 1 0 0 0,0 0 0 0 0,0-1 1 0 0,0 1-1 0 0,0 0 0 0 0,-1 0 0 0 0,1 1 1 0 0,0-1-1 0 0,-1 0 0 0 0,1 0 0 0 0,-1 1 0 0 0,0-1 1 0 0,0 1-1 0 0,0-1 0 0 0,0 1 0 0 0,0 0 1 0 0,-1-1-1 0 0,1 1 0 0 0,-1 0 0 0 0,0 3 0 0 0,1 8 64 0 0,-2 0-1 0 0,0 0 0 0 0,0-1 0 0 0,-1 1 0 0 0,-1 0 0 0 0,-1-1 0 0 0,0 0 0 0 0,0 0 0 0 0,-9 17 1 0 0,-4 5 251 0 0,-2-1 0 0 0,-24 34 0 0 0,7-23 647 0 0,39-47-647 0 0,0 1 0 0 0,0 0 0 0 0,0-1 0 0 0,0 1 0 0 0,0 1 0 0 0,0-1 0 0 0,0 0 0 0 0,6 1 0 0 0,7-3 257 0 0,2-2-133 0 0,0 1 1 0 0,0 1-1 0 0,0 1 0 0 0,0 0 1 0 0,0 2-1 0 0,35 2 0 0 0,1 9-1806 0 0,-5 8-3426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37.2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41 5065 0 0,'2'-4'491'0'0,"21"-32"14748"0"0,-32 80-15113 0 0,2 0 0 0 0,1 1 1 0 0,3 0-1 0 0,1 0 0 0 0,3 0 0 0 0,1 0 0 0 0,2 0 0 0 0,3-1 0 0 0,1 1 0 0 0,2-1 1 0 0,18 48-1 0 0,-16-62-247 0 0,-5-15-245 0 0,0 0-1 0 0,4 20 1 0 0,-10-31 193 0 0,0-1 0 0 0,-1 1-1 0 0,1 0 1 0 0,-1 0 0 0 0,0 0 0 0 0,0 1 0 0 0,0-1 0 0 0,0 0 0 0 0,-1 0 0 0 0,1 0-1 0 0,-1-1 1 0 0,0 1 0 0 0,-1 0 0 0 0,-1 4 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37.5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26 185 5529 0 0,'-1'0'109'0'0,"0"0"1"0"0,0 0-1 0 0,0-1 0 0 0,0 1 0 0 0,0 0 0 0 0,-1 0 0 0 0,1-1 1 0 0,0 1-1 0 0,0 0 0 0 0,0-1 0 0 0,0 1 0 0 0,0-1 0 0 0,0 0 1 0 0,0 1-1 0 0,0-1 0 0 0,0 0 0 0 0,1 0 0 0 0,-1 1 1 0 0,0-1-1 0 0,0 0 0 0 0,1 0 0 0 0,-1 0 0 0 0,0 0 0 0 0,1 0 1 0 0,-1 0-1 0 0,0-2 0 0 0,1 1 110 0 0,1 0-1 0 0,0 0 1 0 0,-1 1 0 0 0,1-1-1 0 0,0 0 1 0 0,0 0 0 0 0,0 1-1 0 0,0-1 1 0 0,1 1 0 0 0,-1-1-1 0 0,0 1 1 0 0,1-1 0 0 0,-1 1 0 0 0,1 0-1 0 0,-1 0 1 0 0,3-2 0 0 0,20-14 855 0 0,0 0-1 0 0,1 2 1 0 0,1 0 0 0 0,0 2 0 0 0,37-13 0 0 0,-37 17-1643 0 0,-1 2 0 0 0,1 0 0 0 0,35-3 0 0 0,-41 7-5383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37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66 3225 0 0,'1'6'3829'0'0,"-1"-6"-3764"0"0,15-2 6134 0 0,31-17-4571 0 0,-13 5-2304 0 0,64-19 0 0 0,-78 30-163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0:40.1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68 129 456 0 0,'-2'-1'203'0'0,"-1"0"-1"0"0,0 0 1 0 0,1-1-1 0 0,-1 2 1 0 0,0-1-1 0 0,0 0 0 0 0,0 1 1 0 0,0-1-1 0 0,0 1 1 0 0,0 0-1 0 0,0 0 1 0 0,-5 0-1 0 0,0 0 428 0 0,-8-6 1147 0 0,15-4-477 0 0,21-16-321 0 0,-12 19-967 0 0,1 0 0 0 0,-1 0 1 0 0,1 1-1 0 0,1 1 0 0 0,-1-1 0 0 0,1 1 1 0 0,-1 1-1 0 0,1 0 0 0 0,1 0 1 0 0,14-2-1 0 0,5 0 304 0 0,-1 1 1 0 0,46-1-1 0 0,-71 6-298 0 0,-1-1 1 0 0,0 1-1 0 0,0 0 0 0 0,0 1 0 0 0,1-1 1 0 0,-1 0-1 0 0,0 1 0 0 0,0 0 1 0 0,0 0-1 0 0,0 0 0 0 0,0 0 1 0 0,0 0-1 0 0,0 0 0 0 0,0 1 0 0 0,0 0 1 0 0,0-1-1 0 0,-1 1 0 0 0,1 0 1 0 0,2 3-1 0 0,-3-2 37 0 0,0 0-1 0 0,0 1 1 0 0,0-1 0 0 0,-1 1 0 0 0,1-1-1 0 0,-1 1 1 0 0,0-1 0 0 0,0 1-1 0 0,0 0 1 0 0,0-1 0 0 0,-1 1 0 0 0,1 0-1 0 0,-1 0 1 0 0,0 0 0 0 0,-1 7-1 0 0,-1 8 344 0 0,1 5-63 0 0,-9 45 0 0 0,8-61-216 0 0,0-1-1 0 0,0 1 1 0 0,-1-1-1 0 0,0 0 1 0 0,0 0-1 0 0,-1 0 1 0 0,0 0-1 0 0,0-1 1 0 0,-1 0-1 0 0,-5 6 1 0 0,-97 89 3084 0 0,106-101-3173 0 0,0 1 1 0 0,0-1-1 0 0,1 1 0 0 0,-1 0 0 0 0,0-1 1 0 0,1 1-1 0 0,-1 0 0 0 0,0 0 1 0 0,1-1-1 0 0,-1 1 0 0 0,1 0 0 0 0,-1 0 1 0 0,1 0-1 0 0,0 0 0 0 0,-1 0 0 0 0,1 0 1 0 0,0 0-1 0 0,-1 0 0 0 0,1 0 1 0 0,0-1-1 0 0,0 1 0 0 0,0 0 0 0 0,0 0 1 0 0,0 0-1 0 0,0 0 0 0 0,0 0 1 0 0,1 0-1 0 0,-1 0 0 0 0,0 0 0 0 0,0 0 1 0 0,1 0-1 0 0,-1 0 0 0 0,1 0 1 0 0,-1 0-1 0 0,0-1 0 0 0,1 1 0 0 0,0 0 1 0 0,-1 0-1 0 0,1 0 0 0 0,-1-1 0 0 0,1 1 1 0 0,0 0-1 0 0,0-1 0 0 0,-1 1 1 0 0,1-1-1 0 0,0 1 0 0 0,0-1 0 0 0,0 1 1 0 0,0-1-1 0 0,1 1 0 0 0,3 1 88 0 0,0 0-1 0 0,0 0 1 0 0,0 0-1 0 0,0-1 1 0 0,0 1-1 0 0,0-1 1 0 0,0-1-1 0 0,6 1 1 0 0,22-3 297 0 0,1-1 0 0 0,52-13 0 0 0,-60 10-140 0 0,-1 1 1 0 0,1 1-1 0 0,0 1 0 0 0,0 1 0 0 0,40 3 1 0 0,-57 1-232 0 0,0 0 0 0 0,0 1 0 0 0,0 0 1 0 0,0 0-1 0 0,11 7 0 0 0,-13-6 2 0 0,1 0-1 0 0,1-1 1 0 0,-1 0-1 0 0,1 0 1 0 0,-1-1-1 0 0,13 2 1 0 0,22 2 55 0 0,-24-1-6265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5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108 496 2761 0 0,'-44'-105'3375'0'0,"22"56"599"0"0,-20-69 2580 0 0,42 118-6504 0 0,0 0 1 0 0,0 0 0 0 0,1 0-1 0 0,-1 0 1 0 0,0 0-1 0 0,0 0 1 0 0,0-1 0 0 0,0 1-1 0 0,1 0 1 0 0,8 8 1169 0 0,9 16-673 0 0,8 29-74 0 0,-3 1 0 0 0,19 62-1 0 0,4 10-272 0 0,-27-79-140 0 0,2-1-1 0 0,53 82 1 0 0,-62-111 26 0 0,0 1 0 0 0,2-2-1 0 0,0 0 1 0 0,1-1 0 0 0,1 0 0 0 0,0-1 0 0 0,1-1 0 0 0,0 0 0 0 0,31 16 0 0 0,-44-27-41 0 0,-1 0 0 0 0,1-1 0 0 0,0 1 0 0 0,0-1 0 0 0,0 1 0 0 0,0-1 0 0 0,0-1 0 0 0,0 1 0 0 0,0 0 0 0 0,0-1 0 0 0,0 0 0 0 0,0 0 0 0 0,1 0 0 0 0,-1 0 0 0 0,0-1 0 0 0,7-1 0 0 0,-8 0-20 0 0,1 0 0 0 0,-1 0 0 0 0,1 0 0 0 0,-1 0 0 0 0,0-1 0 0 0,0 1 0 0 0,0-1 0 0 0,0 0 0 0 0,0 0 0 0 0,-1 0 0 0 0,1 0 0 0 0,-1 0 0 0 0,0 0 0 0 0,0-1 0 0 0,0 1 0 0 0,0-1 0 0 0,1-6 0 0 0,6-14 118 0 0,-1-1 1 0 0,-2 0 0 0 0,6-40 0 0 0,2-83 187 0 0,-11 108-256 0 0,14-212 6 0 0,5-64-3353 0 0,-18 267-4195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5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101 136 5529 0 0,'4'-11'459'0'0,"1"1"0"0"0,1-1 1 0 0,7-11-1 0 0,-9 15-82 0 0,1 0 0 0 0,-1 0 0 0 0,0 0 0 0 0,-1-1 0 0 0,0 1 0 0 0,0-1 0 0 0,3-16 0 0 0,-6 24-326 0 0,0 0 1 0 0,0 0-1 0 0,0-1 0 0 0,0 1 0 0 0,0 0 1 0 0,0 0-1 0 0,0-1 0 0 0,0 1 0 0 0,0 0 1 0 0,0 0-1 0 0,0 0 0 0 0,0-1 0 0 0,0 1 0 0 0,0 0 1 0 0,0 0-1 0 0,0 0 0 0 0,0-1 0 0 0,0 1 1 0 0,0 0-1 0 0,0 0 0 0 0,-1 0 0 0 0,1-1 1 0 0,0 1-1 0 0,0 0 0 0 0,0 0 0 0 0,0 0 0 0 0,0 0 1 0 0,-1-1-1 0 0,1 1 0 0 0,0 0 0 0 0,0 0 1 0 0,0 0-1 0 0,0 0 0 0 0,-1 0 0 0 0,1 0 0 0 0,0 0 1 0 0,0 0-1 0 0,-1 0 0 0 0,1-1 0 0 0,0 1 1 0 0,0 0-1 0 0,0 0 0 0 0,-1 0 0 0 0,1 0 1 0 0,0 0-1 0 0,0 0 0 0 0,-1 1 0 0 0,-14 4 1706 0 0,-13 14 730 0 0,16-9-2157 0 0,1 1 0 0 0,0 0 0 0 0,0 1 0 0 0,2 0 0 0 0,-1 1 0 0 0,1 0 0 0 0,1 1 0 0 0,0 0 0 0 0,1 0 0 0 0,-7 20 0 0 0,14-32-318 0 0,-1-1 0 0 0,1 0 0 0 0,0 1 0 0 0,0-1 0 0 0,0 0 0 0 0,0 1 1 0 0,-1-1-1 0 0,2 0 0 0 0,-1 1 0 0 0,0-1 0 0 0,0 0 0 0 0,0 1 0 0 0,1-1 0 0 0,-1 0 0 0 0,0 1 0 0 0,1-1 0 0 0,0 0 0 0 0,-1 0 0 0 0,1 0 0 0 0,0 1 0 0 0,-1-1 0 0 0,1 0 1 0 0,0 0-1 0 0,0 0 0 0 0,0 0 0 0 0,0 0 0 0 0,0 0 0 0 0,0-1 0 0 0,0 1 0 0 0,0 0 0 0 0,0 0 0 0 0,0-1 0 0 0,1 1 0 0 0,-1-1 0 0 0,0 1 0 0 0,0-1 0 0 0,1 1 0 0 0,-1-1 1 0 0,0 0-1 0 0,2 0 0 0 0,9 2-36 0 0,-1 0 1 0 0,0-1 0 0 0,0-1 0 0 0,13-1-1 0 0,-1 1-99 0 0,-11 1 53 0 0,0 1 1 0 0,0 0-1 0 0,0 0 1 0 0,-1 1-1 0 0,1 1 1 0 0,-1 0-1 0 0,0 0 1 0 0,0 1-1 0 0,0 1 0 0 0,13 9 1 0 0,-21-13 89 0 0,1 1 0 0 0,-1-1 0 0 0,0 1 0 0 0,1 0 0 0 0,-1 0 0 0 0,0 1 0 0 0,-1-1 0 0 0,1 1 0 0 0,-1-1 0 0 0,1 1 0 0 0,-1 0 0 0 0,0 0 0 0 0,0 0 0 0 0,-1 0 0 0 0,1 0 0 0 0,-1 0 0 0 0,0 0 0 0 0,0 1 0 0 0,0-1 0 0 0,-1 0 0 0 0,0 1 0 0 0,0-1 1 0 0,0 0-1 0 0,0 1 0 0 0,0-1 0 0 0,-1 0 0 0 0,0 1 0 0 0,0-1 0 0 0,0 0 0 0 0,0 0 0 0 0,-3 6 0 0 0,0-3 115 0 0,0 1-1 0 0,0-1 1 0 0,-1 0 0 0 0,0 0 0 0 0,0-1-1 0 0,-1 1 1 0 0,1-1 0 0 0,-1 0 0 0 0,-1-1 0 0 0,1 1-1 0 0,-1-1 1 0 0,0-1 0 0 0,0 1 0 0 0,0-1-1 0 0,-1 0 1 0 0,0-1 0 0 0,-15 5 0 0 0,15-6-266 0 0,0 1 1 0 0,1-2-1 0 0,-1 1 1 0 0,-1-1-1 0 0,1-1 0 0 0,0 1 1 0 0,0-1-1 0 0,0-1 1 0 0,0 1-1 0 0,0-1 1 0 0,0-1-1 0 0,0 0 0 0 0,0 0 1 0 0,0 0-1 0 0,0-1 1 0 0,1 0-1 0 0,0-1 1 0 0,-12-6-1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6.0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19 127 14283 0 0,'-1'0'74'0'0,"0"0"-1"0"0,0 0 1 0 0,1 0-1 0 0,-1-1 1 0 0,0 1-1 0 0,0 0 1 0 0,0-1 0 0 0,0 1-1 0 0,0 0 1 0 0,1-1-1 0 0,-1 1 1 0 0,0-1-1 0 0,0 0 1 0 0,1 1 0 0 0,-1-1-1 0 0,1 0 1 0 0,-1 1-1 0 0,0-1 1 0 0,1 0-1 0 0,-1 1 1 0 0,1-1 0 0 0,-1 0-1 0 0,1 0 1 0 0,0 0-1 0 0,-1-1 1 0 0,2 0-70 0 0,0 1 0 0 0,0-1 1 0 0,0 1-1 0 0,0-1 0 0 0,0 1 1 0 0,1-1-1 0 0,-1 1 0 0 0,1 0 1 0 0,-1-1-1 0 0,1 1 0 0 0,1-1 1 0 0,2-2-138 0 0,6-6-225 0 0,1 0-1 0 0,1 1 1 0 0,0 0-1 0 0,0 2 1 0 0,0-1-1 0 0,1 1 1 0 0,0 1-1 0 0,1 1 1 0 0,-1 0-1 0 0,1 0 1 0 0,20-2-1 0 0,-20 5-3916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6.2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98 11058 0 0,'-9'2'488'0'0,"4"0"105"0"0,4-1-473 0 0,2 1-120 0 0,5-1 0 0 0,0-2 0 0 0,3-2-360 0 0,3-1-97 0 0,9-2-23 0 0,7-3 0 0 0,6-2-288 0 0,1 0-56 0 0,-1 0-8 0 0,-3 1-8 0 0,2 0 648 0 0,-4-1 192 0 0,4 4-73 0 0,-4-5 73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6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11 17508 0 0,'-4'-8'1749'0'0,"10"6"-840"0"0,-5 2-857 0 0,0 0 1 0 0,1 0 0 0 0,-1 1 0 0 0,0-1-1 0 0,0 0 1 0 0,1 1 0 0 0,-1-1-1 0 0,0 1 1 0 0,0-1 0 0 0,0 1 0 0 0,0 0-1 0 0,0-1 1 0 0,0 1 0 0 0,2 2-1 0 0,0 6 39 0 0,0 0-1 0 0,0 1 0 0 0,-1-1 1 0 0,0 1-1 0 0,-1 0 0 0 0,0 0 1 0 0,0-1-1 0 0,-1 1 0 0 0,-2 20 1 0 0,1-8 30 0 0,7 350 544 0 0,2-276-554 0 0,36 177 0 0 0,-30-217-448 0 0,-3-17-4247 0 0,-13-52 2400 0 0,0 1 0 0 0,1-1 0 0 0,2-20 0 0 0,-1-8-914 0 0,-2 7 3098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6.7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13 170 5985 0 0,'-1'-2'70'0'0,"-1"1"-1"0"0,1 0 0 0 0,0 0 1 0 0,0-1-1 0 0,0 1 0 0 0,0-1 1 0 0,0 1-1 0 0,1-1 1 0 0,-1 1-1 0 0,0-1 0 0 0,1 1 1 0 0,-1-1-1 0 0,1 0 0 0 0,0 1 1 0 0,-1-1-1 0 0,1 0 1 0 0,0 1-1 0 0,0-4 0 0 0,1 1 116 0 0,-1 0 0 0 0,1 0 0 0 0,0 1 0 0 0,1-1 0 0 0,-1 0 0 0 0,1 1-1 0 0,-1-1 1 0 0,4-3 0 0 0,0 1 146 0 0,0-1 0 0 0,0 1 0 0 0,1 1 0 0 0,0-1 0 0 0,0 1 0 0 0,1 0 0 0 0,0 0 0 0 0,-1 1 0 0 0,1-1-1 0 0,1 2 1 0 0,-1-1 0 0 0,1 1 0 0 0,-1 0 0 0 0,11-2 0 0 0,11-3 793 0 0,0 1 0 0 0,46-4 1 0 0,-56 9-1154 0 0,1 1 0 0 0,-1 1 1 0 0,23 3-1 0 0,-11 1-1333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6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15 194 11058 0 0,'-14'5'1022'0'0,"16"-5"-893"0"0,25-10-375 0 0,42-28 1228 0 0,99-52 3027 0 0,-52 41-6110 0 0,-82 38-3334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7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156 1 10594 0 0,'-3'0'64'0'0,"0"0"1"0"0,0-1-1 0 0,0 1 0 0 0,-1 1 0 0 0,1-1 1 0 0,0 0-1 0 0,0 1 0 0 0,0 0 0 0 0,0 0 1 0 0,0 0-1 0 0,0 0 0 0 0,0 0 0 0 0,-4 2 1 0 0,1 2-244 0 0,0-1 0 0 0,1 1 1 0 0,-1 0-1 0 0,-7 9 1 0 0,10-11 89 0 0,-7 8 227 0 0,0 1 0 0 0,0 0 0 0 0,1 0-1 0 0,-12 21 1 0 0,20-30-3 0 0,-1-1-1 0 0,1 0 0 0 0,0 1 1 0 0,0-1-1 0 0,0 1 0 0 0,0-1 1 0 0,1 1-1 0 0,-1-1 0 0 0,1 1 1 0 0,0 0-1 0 0,-1-1 0 0 0,1 1 1 0 0,0 0-1 0 0,0-1 0 0 0,1 1 1 0 0,-1 0-1 0 0,0-1 1 0 0,1 1-1 0 0,0-1 0 0 0,0 1 1 0 0,0-1-1 0 0,0 1 0 0 0,0-1 1 0 0,0 1-1 0 0,0-1 0 0 0,1 0 1 0 0,-1 0-1 0 0,1 0 0 0 0,0 0 1 0 0,0 0-1 0 0,-1 0 0 0 0,1 0 1 0 0,0 0-1 0 0,3 1 0 0 0,16 9 112 0 0,0 0-1 0 0,36 14 0 0 0,-32-15-637 0 0,45 25-1 0 0,-63-31 501 0 0,0-1 0 0 0,-1 1-1 0 0,0 0 1 0 0,0 1 0 0 0,0 0 0 0 0,-1-1 0 0 0,0 2-1 0 0,0-1 1 0 0,0 1 0 0 0,6 12 0 0 0,-9-16 16 0 0,-1 0 1 0 0,0 1-1 0 0,0-1 1 0 0,0 0 0 0 0,0 0-1 0 0,-1 0 1 0 0,1 1-1 0 0,-1-1 1 0 0,0 0 0 0 0,0 1-1 0 0,0-1 1 0 0,0 0-1 0 0,-1 0 1 0 0,1 1 0 0 0,-1-1-1 0 0,0 0 1 0 0,0 0-1 0 0,0 0 1 0 0,0 0 0 0 0,0 0-1 0 0,-1 0 1 0 0,0 0-1 0 0,1 0 1 0 0,-1 0-1 0 0,0-1 1 0 0,0 1 0 0 0,-1-1-1 0 0,1 1 1 0 0,0-1-1 0 0,-1 0 1 0 0,1 0 0 0 0,-1 0-1 0 0,0 0 1 0 0,-3 1-1 0 0,1 0-186 0 0,0 0-1 0 0,0-1 1 0 0,0 1-1 0 0,-1-1 1 0 0,1 0-1 0 0,0-1 1 0 0,-1 1-1 0 0,0-1 1 0 0,1 0-1 0 0,-1-1 0 0 0,1 1 1 0 0,-1-1-1 0 0,0 0 1 0 0,1-1-1 0 0,-1 1 1 0 0,0-1-1 0 0,1 0 1 0 0,-1-1-1 0 0,-7-2 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7.6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26 12411 0 0,'-1'0'48'0'0,"-7"-19"993"0"0,10 12-145 0 0,11 7 505 0 0,-12 1-1275 0 0,1 0 1 0 0,0 0 0 0 0,-1 0 0 0 0,1 1-1 0 0,0-1 1 0 0,-1 0 0 0 0,0 1-1 0 0,1-1 1 0 0,-1 1 0 0 0,0-1 0 0 0,0 1-1 0 0,0 0 1 0 0,0-1 0 0 0,0 1-1 0 0,0 0 1 0 0,0 0 0 0 0,-1 0-1 0 0,1 0 1 0 0,0 0 0 0 0,-1 2 0 0 0,9 44 964 0 0,-9-44-973 0 0,17 231 2527 0 0,-13-142-2408 0 0,27 165 0 0 0,-22-222-558 0 0,1 5-4188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08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30 401 1896 0 0,'-7'-18'392'0'0,"2"0"0"0"0,0 0 0 0 0,1 0 0 0 0,0 0 0 0 0,2-1 0 0 0,0 1 0 0 0,1-1 0 0 0,1 0 0 0 0,1 0 0 0 0,5-27 0 0 0,-4 38 13 0 0,0 0-1 0 0,1 1 1 0 0,0 0-1 0 0,0-1 1 0 0,1 1-1 0 0,0 1 1 0 0,0-1 0 0 0,0 0-1 0 0,1 1 1 0 0,0 0-1 0 0,1 0 1 0 0,-1 1-1 0 0,1-1 1 0 0,0 1 0 0 0,0 0-1 0 0,1 1 1 0 0,13-8-1 0 0,-5 4 123 0 0,0 0 0 0 0,0 2 0 0 0,0 0 0 0 0,1 0 0 0 0,0 1 0 0 0,0 1 0 0 0,28-3 0 0 0,-40 7-462 0 0,1 0 0 0 0,-1 0 0 0 0,0 0 0 0 0,1 0 0 0 0,-1 1 0 0 0,0 0 0 0 0,0 0 0 0 0,0 0 0 0 0,1 0 0 0 0,-1 1 0 0 0,0 0 0 0 0,0-1 0 0 0,-1 1 0 0 0,1 1 0 0 0,0-1 0 0 0,-1 1 0 0 0,5 3 1 0 0,-6-4-35 0 0,0 0 0 0 0,0 1 0 0 0,0-1 0 0 0,0 1 0 0 0,-1-1 1 0 0,1 1-1 0 0,-1-1 0 0 0,1 1 0 0 0,-1 0 0 0 0,0 0 1 0 0,0 0-1 0 0,0 0 0 0 0,-1 0 0 0 0,1 0 0 0 0,-1 0 1 0 0,1 0-1 0 0,-1 0 0 0 0,0 0 0 0 0,0 0 0 0 0,0 0 0 0 0,-1 0 1 0 0,1 0-1 0 0,-1 0 0 0 0,-2 6 0 0 0,-6 11 124 0 0,-1 0 0 0 0,-1 0 0 0 0,-1-1-1 0 0,0 0 1 0 0,-2-1 0 0 0,0 0 0 0 0,-17 15 0 0 0,-18 24 416 0 0,37-42-405 0 0,5-7 14 0 0,1 0-1 0 0,-1 0 0 0 0,1 1 1 0 0,1 0-1 0 0,-9 18 0 0 0,13-25-151 0 0,1 0-1 0 0,-1 0 1 0 0,1 1-1 0 0,-1-1 0 0 0,1 0 1 0 0,0 1-1 0 0,0-1 1 0 0,0 0-1 0 0,0 1 0 0 0,0-1 1 0 0,0 0-1 0 0,1 1 1 0 0,-1-1-1 0 0,1 0 0 0 0,0 0 1 0 0,0 0-1 0 0,-1 1 0 0 0,1-1 1 0 0,1 0-1 0 0,-1 0 1 0 0,0 0-1 0 0,0 0 0 0 0,1 0 1 0 0,-1-1-1 0 0,1 1 1 0 0,0 0-1 0 0,-1-1 0 0 0,1 1 1 0 0,0-1-1 0 0,0 0 1 0 0,3 3-1 0 0,7 3 38 0 0,0 0 0 0 0,1-1 0 0 0,-1 0 0 0 0,1-1 0 0 0,0 0-1 0 0,1-1 1 0 0,-1 0 0 0 0,1-1 0 0 0,-1-1 0 0 0,1 0 0 0 0,22-1 0 0 0,2-2-758 0 0,0-3 1 0 0,74-15-1 0 0,-83 13-7318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12.4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923 154 9218 0 0,'-1'-2'306'0'0,"0"-1"-1"0"0,0 1 1 0 0,0-1 0 0 0,0 1 0 0 0,0-1-1 0 0,1 1 1 0 0,-1-1 0 0 0,1 0-1 0 0,0 1 1 0 0,0-1 0 0 0,0-5-1 0 0,-4-25 451 0 0,3 30-554 0 0,-1 1 1 0 0,1 0 0 0 0,-1 0 0 0 0,0-1 0 0 0,0 1 0 0 0,0 0 0 0 0,0 1 0 0 0,-1-1-1 0 0,1 0 1 0 0,0 1 0 0 0,-1-1 0 0 0,-4-2 0 0 0,-39-14 1774 0 0,28 12-1301 0 0,2 0-532 0 0,1 0 0 0 0,-1 1 0 0 0,0 0 0 0 0,0 2 0 0 0,0 0 0 0 0,0 1 0 0 0,-1 0 0 0 0,1 2 0 0 0,-1-1 0 0 0,-20 4 0 0 0,11 0-73 0 0,1 1 1 0 0,0 1-1 0 0,1 2 0 0 0,-1 0 0 0 0,1 1 0 0 0,-39 20 0 0 0,50-21-34 0 0,0 1 0 0 0,1 0 0 0 0,0 1 0 0 0,0 1 0 0 0,1-1 0 0 0,0 2 0 0 0,1 0 0 0 0,0 0 0 0 0,1 0 0 0 0,0 2 0 0 0,1-1 0 0 0,-13 25 0 0 0,-104 250-94 0 0,54-121 40 0 0,59-133 68 0 0,1 0 1 0 0,1 1 0 0 0,1 0 0 0 0,3 1 0 0 0,0 0-1 0 0,0 39 1 0 0,11 216 460 0 0,0-193-458 0 0,-4-73-36 0 0,2 1 1 0 0,0-1-1 0 0,2 0 1 0 0,1 0-1 0 0,0 0 1 0 0,2-1-1 0 0,1 0 1 0 0,1 0-1 0 0,0-1 1 0 0,2-1-1 0 0,1 0 1 0 0,0 0-1 0 0,1-1 1 0 0,31 32-1 0 0,-21-27 34 0 0,1-1-1 0 0,1-1 1 0 0,2-1-1 0 0,0-1 1 0 0,1-2 0 0 0,0-1-1 0 0,2-1 1 0 0,0-2-1 0 0,1 0 1 0 0,1-3-1 0 0,53 14 1 0 0,-48-17-49 0 0,1-1 1 0 0,1-3-1 0 0,51 1 1 0 0,-69-6 2 0 0,1-1 0 0 0,0-1 1 0 0,-1-1-1 0 0,1-1 0 0 0,-1-2 0 0 0,0 0 1 0 0,25-10-1 0 0,-10 1 25 0 0,0-2 1 0 0,-2-1-1 0 0,0-1 0 0 0,-1-3 1 0 0,-1 0-1 0 0,-1-2 0 0 0,-1-2 1 0 0,-1-1-1 0 0,-1-1 0 0 0,-2-1 1 0 0,47-66-1 0 0,36-93 214 0 0,-93 152-179 0 0,-1 0 0 0 0,-1-2-1 0 0,12-56 1 0 0,-22 69-36 0 0,-2-1-1 0 0,0 0 1 0 0,-2 1-1 0 0,-1-1 1 0 0,-1 0-1 0 0,-6-29 1 0 0,-38-150 123 0 0,33 163-172 0 0,-2 0 0 0 0,-2 0-1 0 0,-1 2 1 0 0,-3 0 0 0 0,-28-44-1 0 0,28 55-10 0 0,-1 1-1 0 0,-1 2 0 0 0,-1 0 1 0 0,-1 1-1 0 0,-1 1 0 0 0,-1 1 1 0 0,-35-22-1 0 0,-147-79-863 0 0,168 102-489 0 0,18 10-6481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23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7 201 10138 0 0,'0'0'-6'0'0,"-1"-1"0"0"0,1 1 0 0 0,-1 0 0 0 0,1 0 0 0 0,-1-1 0 0 0,1 1 0 0 0,0 0 0 0 0,-1-1 0 0 0,1 1 0 0 0,0-1 0 0 0,-1 1 0 0 0,1 0 0 0 0,0-1 0 0 0,0 1 0 0 0,-1-1 0 0 0,1 1 0 0 0,0-1 0 0 0,0 1 0 0 0,0-1 0 0 0,0 1 0 0 0,0-1 0 0 0,-1 1 0 0 0,1-1 0 0 0,0 1 0 0 0,0-1 0 0 0,0 1 0 0 0,0-1 0 0 0,1 1 0 0 0,-1-1 0 0 0,0 1 0 0 0,0-1 0 0 0,0 1 0 0 0,0-1 0 0 0,0 1 0 0 0,1-1 0 0 0,-1 1 0 0 0,0 0 0 0 0,1-1 0 0 0,21-11-1179 0 0,-21 11 1268 0 0,28-8 110 0 0,0 1 1 0 0,1 1-1 0 0,41-3 1 0 0,0-1-53 0 0,355-55 554 0 0,-279 46-241 0 0,381-20 1484 0 0,1 52-1059 0 0,-245-4-1029 0 0,180 15-1231 0 0,-429-20 1380 0 0,0 2 0 0 0,-1 2 0 0 0,53 16 0 0 0,-87-23 70 0 0,1 1-1 0 0,0-1 1 0 0,-1 0 0 0 0,1 1 0 0 0,0-1-1 0 0,-1 0 1 0 0,1 1 0 0 0,0-1 0 0 0,-1 1-1 0 0,1-1 1 0 0,-1 1 0 0 0,1-1-1 0 0,-1 1 1 0 0,1 0 0 0 0,-1-1 0 0 0,1 1-1 0 0,-1 0 1 0 0,0-1 0 0 0,1 1 0 0 0,-1 0-1 0 0,0 0 1 0 0,0-1 0 0 0,1 1-1 0 0,-1 0 1 0 0,0 0 0 0 0,0 1 0 0 0,-4 23 1731 0 0,3-21-1641 0 0,0-1 0 0 0,1 0 0 0 0,-1 0-1 0 0,1 0 1 0 0,-1 1 0 0 0,1-1 0 0 0,1 6-1 0 0,17 76 802 0 0,12 124-1 0 0,-16-22-814 0 0,40 348 121 0 0,49 156-237 0 0,-54 4 444 0 0,-60-384-229 0 0,1-114 146 0 0,9-175-353 0 0,0 1-1 0 0,-2 0 0 0 0,-9 33 0 0 0,10-48-26 0 0,0 0-1 0 0,-1 0 1 0 0,0-1-1 0 0,0 1 1 0 0,-1-1 0 0 0,0 0-1 0 0,0 0 1 0 0,-1-1-1 0 0,1 1 1 0 0,-1-1-1 0 0,-1 0 1 0 0,1 0 0 0 0,-10 7-1 0 0,9-9 31 0 0,1-1 0 0 0,-1 0 0 0 0,0-1 1 0 0,0 1-1 0 0,0-1 0 0 0,0-1 0 0 0,-1 1 0 0 0,1-1 0 0 0,-8 1 0 0 0,-62 0-314 0 0,41-2 20 0 0,-687 58-79 0 0,411-25 706 0 0,-340 84 193 0 0,510-86-579 0 0,-189 59 114 0 0,108-27 86 0 0,200-56-146 0 0,-1 0 0 0 0,-38 19 1 0 0,64-28-240 0 0,-1 0 0 0 0,1 0 0 0 0,-1 0 1 0 0,0 0-1 0 0,0 0 0 0 0,0 0 0 0 0,0-1 1 0 0,-1 1-1 0 0,1-1 0 0 0,-1 1 0 0 0,1-1 1 0 0,1-5-1 0 0,14-42-3320 0 0,-12 34 1970 0 0,6-16-3782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24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72 10594 0 0,'-2'-4'274'0'0,"-10"-31"522"0"0,12 34-761 0 0,0-1 0 0 0,0 1 1 0 0,0 0-1 0 0,0 0 0 0 0,0-1 1 0 0,0 1-1 0 0,0 0 1 0 0,0-1-1 0 0,0 1 0 0 0,1 0 1 0 0,-1 0-1 0 0,0-1 0 0 0,1 1 1 0 0,-1 0-1 0 0,1 0 1 0 0,0 0-1 0 0,-1 0 0 0 0,1 0 1 0 0,0 0-1 0 0,0 0 0 0 0,-1 0 1 0 0,1 0-1 0 0,0 0 1 0 0,0 0-1 0 0,0 0 0 0 0,2-1 1 0 0,-2 2-14 0 0,0 0 0 0 0,0 0 0 0 0,1 0 0 0 0,-1 0 0 0 0,0 0 1 0 0,0 0-1 0 0,0 0 0 0 0,0 0 0 0 0,0 0 0 0 0,0 1 0 0 0,0-1 0 0 0,0 0 1 0 0,0 1-1 0 0,1-1 0 0 0,-1 1 0 0 0,-1-1 0 0 0,1 1 0 0 0,0 0 0 0 0,0-1 1 0 0,0 1-1 0 0,0 0 0 0 0,0-1 0 0 0,-1 1 0 0 0,1 0 0 0 0,0 0 1 0 0,0 0-1 0 0,-1 0 0 0 0,1 0 0 0 0,0 2 0 0 0,19 29 53 0 0,-8-4 10 0 0,-1 0 1 0 0,-1 0 0 0 0,-1 1 0 0 0,-2 0 0 0 0,4 31-1 0 0,9 156 282 0 0,-13-119-184 0 0,66 532 972 0 0,16 253 624 0 0,-125 256 916 0 0,16-901-950 0 0,14-136-3886 0 0,6-84-4975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25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6913 0 0,'3'-1'-43'0'0,"0"0"0"0"0,0 0-1 0 0,0 0 1 0 0,0 0 0 0 0,0 1-1 0 0,1-1 1 0 0,-1 1-1 0 0,0 0 1 0 0,0 0 0 0 0,1 0-1 0 0,-1 1 1 0 0,4 0 0 0 0,8 0-136 0 0,21 1 189 0 0,0 1 1 0 0,-1 3-1 0 0,1 0 0 0 0,-1 3 1 0 0,51 18-1 0 0,-3-4 1037 0 0,137 18 0 0 0,-134-28-1 0 0,132 39-1 0 0,419 163 1690 0 0,-533-174-2753 0 0,101 55 0 0 0,93 67-374 0 0,-156-83 76 0 0,-83-47 113 0 0,210 122-395 0 0,-211-117 582 0 0,-2 2 0 0 0,75 69 0 0 0,315 360 179 0 0,-410-427-146 0 0,-1 3 1 0 0,-3 1-1 0 0,48 91 1 0 0,56 163-30 0 0,-80-168 18 0 0,-25-55-16 0 0,-4 1 1 0 0,31 140-1 0 0,3 168 737 0 0,-30-211 346 0 0,94 306 0 0 0,-102-414-862 0 0,3 0 0 0 0,3-2 1 0 0,47 77-1 0 0,132 171 3045 0 0,-175-267-3159 0 0,3-2-1 0 0,42 40 1 0 0,-59-65 72 0 0,1-2-1 0 0,1 0 1 0 0,0-1-1 0 0,1-1 1 0 0,1-1-1 0 0,37 17 1 0 0,-52-28-410 0 0,0-1 1 0 0,1 1 0 0 0,-1-2 0 0 0,1 1-1 0 0,-1-1 1 0 0,1 0 0 0 0,-1-1-1 0 0,1 0 1 0 0,16-2 0 0 0,-21 1-103 0 0,1 1 1 0 0,0-1-1 0 0,0 0 0 0 0,0-1 1 0 0,-1 1-1 0 0,1-1 0 0 0,-1 0 1 0 0,1 0-1 0 0,-1-1 1 0 0,0 1-1 0 0,0-1 0 0 0,0 0 1 0 0,0 0-1 0 0,0 0 1 0 0,-1-1-1 0 0,1 1 0 0 0,-1-1 1 0 0,5-7-1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26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4145 0 0,'3'-2'-1'0'0,"0"1"1"0"0,0 0 0 0 0,0 0-1 0 0,0 1 1 0 0,0-1-1 0 0,0 0 1 0 0,1 1-1 0 0,-1 0 1 0 0,0 0 0 0 0,0 0-1 0 0,1 0 1 0 0,-1 1-1 0 0,0-1 1 0 0,0 1-1 0 0,0 0 1 0 0,5 1 0 0 0,-2 1 463 0 0,0-1 1 0 0,0 1-1 0 0,0 1 1 0 0,0-1-1 0 0,-1 1 1 0 0,1 0-1 0 0,4 4 1 0 0,3 5 522 0 0,1 0-396 0 0,0 1-1 0 0,1-2 1 0 0,0 0 0 0 0,1 0 0 0 0,0-2 0 0 0,1 0 0 0 0,27 11 0 0 0,-19-12 206 0 0,-16-7-360 0 0,-1 1 1 0 0,1 0-1 0 0,0 0 1 0 0,-1 1-1 0 0,0 1 1 0 0,12 7-1 0 0,-20-11-392 0 0,1 0 1 0 0,0 0-1 0 0,-1 0 0 0 0,1 0 0 0 0,-1-1 0 0 0,0 1 0 0 0,1 1 0 0 0,-1-1 0 0 0,0 0 0 0 0,1 0 0 0 0,-1 0 0 0 0,0 0 0 0 0,0 0 0 0 0,0 0 0 0 0,0 0 0 0 0,0 0 0 0 0,0 0 1 0 0,0 0-1 0 0,-1 0 0 0 0,1 0 0 0 0,0 0 0 0 0,-1 0 0 0 0,1 0 0 0 0,0 0 0 0 0,-1 0 0 0 0,1 0 0 0 0,-1 0 0 0 0,1 0 0 0 0,-1 0 0 0 0,-1 1 0 0 0,-24 32 428 0 0,21-27-300 0 0,-73 87 662 0 0,-38 49-1636 0 0,67-77-1620 0 0,25-33-3798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28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80 132 456 0 0,'-39'12'2579'0'0,"37"-11"-2294"0"0,0-1 1 0 0,0 1-1 0 0,0-1 1 0 0,0 0 0 0 0,0 1-1 0 0,0-1 1 0 0,0 0-1 0 0,-1 0 1 0 0,1-1 0 0 0,0 1-1 0 0,0 0 1 0 0,0-1-1 0 0,0 1 1 0 0,0-1 0 0 0,0 0-1 0 0,-3-1 116 0 0,5 2-286 0 0,-1-1 1 0 0,1 1-1 0 0,0 0 0 0 0,0-1 1 0 0,0 1-1 0 0,0 0 0 0 0,-1-1 1 0 0,1 1-1 0 0,0 0 0 0 0,0-1 0 0 0,0 1 1 0 0,0 0-1 0 0,0-1 0 0 0,0 1 1 0 0,0 0-1 0 0,0-1 0 0 0,0 1 1 0 0,0 0-1 0 0,0-1 0 0 0,0 1 1 0 0,0 0-1 0 0,0-1 0 0 0,0 1 1 0 0,1 0-1 0 0,-1-1 0 0 0,0 1 1 0 0,0 0-1 0 0,0-1 0 0 0,0 1 0 0 0,1 0 1 0 0,-1-1-1 0 0,14-12 1945 0 0,19-6-346 0 0,-31 18-1500 0 0,42-23 1118 0 0,66-25 0 0 0,-97 44-1084 0 0,1 1-1 0 0,-1 0 0 0 0,1 1 1 0 0,0 0-1 0 0,0 1 0 0 0,0 1 0 0 0,0 0 1 0 0,0 1-1 0 0,28 3 0 0 0,-40-3-233 0 0,1 1-1 0 0,-1-1 0 0 0,1 1 1 0 0,-1 0-1 0 0,1 0 0 0 0,-1 0 0 0 0,1 0 1 0 0,-1 0-1 0 0,0 1 0 0 0,0-1 1 0 0,1 1-1 0 0,-1-1 0 0 0,0 1 0 0 0,0 0 1 0 0,-1 0-1 0 0,1 0 0 0 0,0 0 1 0 0,-1 0-1 0 0,3 4 0 0 0,-2-2-11 0 0,0 0 0 0 0,-1 0 0 0 0,0 1 0 0 0,0-1 0 0 0,0 0 0 0 0,-1 0 1 0 0,1 1-1 0 0,-1-1 0 0 0,0 0 0 0 0,0 1 0 0 0,-1 4 0 0 0,-1 4 13 0 0,-1 0 1 0 0,0 0-1 0 0,-1-1 0 0 0,0 0 1 0 0,-1 1-1 0 0,-1-1 0 0 0,-7 12 1 0 0,-14 14 80 0 0,20-31-67 0 0,1 1 1 0 0,0 0 0 0 0,1 0-1 0 0,0 1 1 0 0,0 0 0 0 0,1 0-1 0 0,0 0 1 0 0,-5 14 0 0 0,9-22-27 0 0,0-1 0 0 0,1 1 1 0 0,-1 0-1 0 0,0-1 1 0 0,0 1-1 0 0,0-1 0 0 0,0 1 1 0 0,1-1-1 0 0,-1 1 1 0 0,0-1-1 0 0,0 1 0 0 0,1 0 1 0 0,-1-1-1 0 0,0 0 1 0 0,1 1-1 0 0,-1-1 0 0 0,1 1 1 0 0,-1-1-1 0 0,1 1 1 0 0,-1-1-1 0 0,1 0 0 0 0,-1 1 1 0 0,1-1-1 0 0,-1 0 1 0 0,1 0-1 0 0,-1 1 0 0 0,1-1 1 0 0,-1 0-1 0 0,1 0 1 0 0,0 0-1 0 0,-1 0 0 0 0,1 1 1 0 0,-1-1-1 0 0,1 0 1 0 0,0 0-1 0 0,-1 0 0 0 0,1-1 1 0 0,-1 1-1 0 0,1 0 1 0 0,0 0-1 0 0,0 0 0 0 0,33-5 209 0 0,-28 4-184 0 0,24-4-15 0 0,6-2 32 0 0,64-2 1 0 0,-90 9-42 0 0,0 0 1 0 0,0 1 0 0 0,0 0 0 0 0,-1 1 0 0 0,1 0 0 0 0,0 0-1 0 0,-1 1 1 0 0,1 0 0 0 0,-1 1 0 0 0,0 0 0 0 0,13 8 0 0 0,-20-11-4 0 0,1 1 0 0 0,-1 0 1 0 0,0-1-1 0 0,0 1 0 0 0,0 0 1 0 0,0 1-1 0 0,0-1 0 0 0,-1 0 1 0 0,1 0-1 0 0,-1 1 0 0 0,1-1 1 0 0,-1 1-1 0 0,0-1 0 0 0,0 1 1 0 0,0 0-1 0 0,0-1 0 0 0,0 4 0 0 0,-1 0 6 0 0,1 0 0 0 0,-1-1 0 0 0,0 1-1 0 0,0-1 1 0 0,-1 1 0 0 0,0-1-1 0 0,0 1 1 0 0,-2 6 0 0 0,-3 5 26 0 0,-1 1-1 0 0,-1-1 1 0 0,-1 0 0 0 0,-11 17 0 0 0,8-15 137 0 0,-1 0 0 0 0,-1-1 0 0 0,-21 22-1 0 0,27-32-149 0 0,-1-1 0 0 0,0 0-1 0 0,0 0 1 0 0,0-1 0 0 0,-1 0-1 0 0,0 0 1 0 0,0-1-1 0 0,-18 5 1 0 0,4-1-41 0 0,10-3-7 0 0,-1-1 1 0 0,0 0 0 0 0,-1-1-1 0 0,1-1 1 0 0,0 0 0 0 0,-1-1-1 0 0,-27 0 1 0 0,30-7-624 0 0,10 4 182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29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0 565 13363 0 0,'3'0'293'0'0,"0"0"-1"0"0,-1 0 1 0 0,1 0 0 0 0,0 0 0 0 0,-1 0 0 0 0,1-1-1 0 0,0 1 1 0 0,0-1 0 0 0,-1 0 0 0 0,4-1 0 0 0,39-16 1463 0 0,74-40 0 0 0,-58 26-1549 0 0,-58 31-196 0 0,-1 0 0 0 0,1 0 0 0 0,0-1 0 0 0,-1 1 0 0 0,1-1 0 0 0,-1 1 0 0 0,0-1 0 0 0,1 0 0 0 0,2-4 0 0 0,-4 5-12 0 0,-1-1 1 0 0,0 1 0 0 0,0 0-1 0 0,0 0 1 0 0,1 0-1 0 0,-1 0 1 0 0,-1 0-1 0 0,1 0 1 0 0,0 0 0 0 0,0 0-1 0 0,0 0 1 0 0,0-1-1 0 0,-1 1 1 0 0,1 0-1 0 0,-1 0 1 0 0,1 0 0 0 0,-1 0-1 0 0,1 0 1 0 0,-1 0-1 0 0,1 1 1 0 0,-1-1-1 0 0,0 0 1 0 0,1 0 0 0 0,-1 0-1 0 0,0 0 1 0 0,0 1-1 0 0,0-1 1 0 0,-1-1-1 0 0,-7-7-188 0 0,1-1-1 0 0,0 0 0 0 0,1-1 1 0 0,0 0-1 0 0,1 0 1 0 0,0 0-1 0 0,1-1 0 0 0,0 0 1 0 0,1 0-1 0 0,0 0 0 0 0,1 0 1 0 0,0-1-1 0 0,1 1 1 0 0,0-1-1 0 0,1 0 0 0 0,1 0 1 0 0,0 0-1 0 0,0 1 0 0 0,2-1 1 0 0,3-20-1 0 0,-2 27 257 0 0,-1-1 0 0 0,1 1-1 0 0,0 0 1 0 0,0-1 0 0 0,0 1-1 0 0,1 1 1 0 0,0-1 0 0 0,0 1 0 0 0,1-1-1 0 0,-1 1 1 0 0,1 0 0 0 0,0 1-1 0 0,1-1 1 0 0,-1 1 0 0 0,8-4 0 0 0,-4 2 256 0 0,0 0 0 0 0,1 1 0 0 0,-1 0 0 0 0,1 1-1 0 0,1 0 1 0 0,-1 0 0 0 0,0 1 0 0 0,22-3 0 0 0,-30 6-280 0 0,1 0-1 0 0,-1 0 0 0 0,1 1 1 0 0,-1-1-1 0 0,0 1 1 0 0,1-1-1 0 0,-1 1 0 0 0,0 0 1 0 0,0 0-1 0 0,1 0 0 0 0,-1 0 1 0 0,0 0-1 0 0,0 1 1 0 0,0-1-1 0 0,0 1 0 0 0,0-1 1 0 0,-1 1-1 0 0,1 0 0 0 0,0 0 1 0 0,-1-1-1 0 0,1 1 1 0 0,-1 0-1 0 0,0 1 0 0 0,0-1 1 0 0,0 0-1 0 0,0 0 0 0 0,0 0 1 0 0,0 1-1 0 0,0-1 1 0 0,0 3-1 0 0,3 10 16 0 0,0 0 1 0 0,-1 0-1 0 0,2 22 0 0 0,-5-31-32 0 0,2 16 38 0 0,1 0 1 0 0,0-1 0 0 0,2 1-1 0 0,0-1 1 0 0,1 0 0 0 0,2 0-1 0 0,0-1 1 0 0,1 0 0 0 0,13 21-1 0 0,-20-38-20 0 0,-1-1-1 0 0,1 0 0 0 0,-1 0 0 0 0,1-1 0 0 0,0 1 0 0 0,0 0 0 0 0,0-1 0 0 0,0 1 0 0 0,0-1 0 0 0,0 1 0 0 0,0-1 0 0 0,1 0 0 0 0,-1 0 0 0 0,0 0 1 0 0,1 0-1 0 0,-1 0 0 0 0,1-1 0 0 0,-1 1 0 0 0,1-1 0 0 0,-1 0 0 0 0,1 0 0 0 0,0 0 0 0 0,-1 0 0 0 0,1 0 0 0 0,-1 0 0 0 0,1 0 0 0 0,-1-1 0 0 0,1 0 0 0 0,-1 1 1 0 0,5-3-1 0 0,6-3 7 0 0,1 0 1 0 0,-1-1-1 0 0,-1-1 0 0 0,18-12 1 0 0,9-6-1518 0 0,-21 17-4081 0 0,-1 0-1842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6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0 118 10594 0 0,'4'-12'757'0'0,"0"1"0"0"0,0 0-1 0 0,1 0 1 0 0,0 1-1 0 0,8-12 1 0 0,9-19 2821 0 0,-26 65-132 0 0,-6 76-3162 0 0,6-20-133 0 0,4 0-1 0 0,11 101 1 0 0,42 156 136 0 0,-50-325-585 0 0,23 156 360 0 0,-23-96-6575 0 0,-5-45-549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6.9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25 172 7834 0 0,'-2'-2'35'0'0,"0"0"69"0"0,-1-1 1 0 0,1 1-1 0 0,0-1 0 0 0,-1 1 1 0 0,1-1-1 0 0,0 0 0 0 0,0 0 1 0 0,-2-5-1 0 0,4 6-22 0 0,0 0 1 0 0,0 1 0 0 0,0-1-1 0 0,0 0 1 0 0,0 0-1 0 0,0 0 1 0 0,1 0-1 0 0,-1 0 1 0 0,1 1 0 0 0,-1-1-1 0 0,1 0 1 0 0,-1 0-1 0 0,1 1 1 0 0,0-1-1 0 0,0 0 1 0 0,0 1 0 0 0,2-3-1 0 0,2-2 265 0 0,-1 0 0 0 0,1 0 1 0 0,0 1-1 0 0,1 0 0 0 0,-1 0 0 0 0,1 0 0 0 0,0 1 0 0 0,1 0 0 0 0,-1 0 0 0 0,1 0 0 0 0,-1 1 1 0 0,1 0-1 0 0,8-2 0 0 0,14-4 1454 0 0,56-10-1 0 0,-60 14-1442 0 0,4 0-818 0 0,1 2-3977 0 0,-2 2-1649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7.1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6 128 11979 0 0,'0'0'39'0'0,"-1"0"0"0"0,1 1 0 0 0,0-1 1 0 0,-1 0-1 0 0,1 1 0 0 0,-1-1 0 0 0,1 1 1 0 0,0-1-1 0 0,0 0 0 0 0,-1 1 0 0 0,1-1 1 0 0,0 1-1 0 0,0-1 0 0 0,0 1 0 0 0,-1-1 1 0 0,1 1-1 0 0,0-1 0 0 0,0 1 0 0 0,0-1 1 0 0,0 1-1 0 0,0-1 0 0 0,0 1 0 0 0,0-1 1 0 0,0 1-1 0 0,0-1 0 0 0,0 1 1 0 0,0-1-1 0 0,1 2 0 0 0,13-1 459 0 0,30-13-223 0 0,-36 10-113 0 0,29-12-315 0 0,0-1 0 0 0,-1-1-1 0 0,-1-2 1 0 0,44-31 0 0 0,-55 33 206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7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123 0 5985 0 0,'0'0'274'0'0,"-13"17"1673"0"0,-21 26 1220 0 0,-16 19 896 0 0,46-57-3680 0 0,1 1 0 0 0,0 0 0 0 0,0-1 0 0 0,1 1 0 0 0,-1 0 0 0 0,1 0 0 0 0,1 0 0 0 0,-1 1 0 0 0,-1 10-1 0 0,3-14-341 0 0,1 0 0 0 0,-1 0 1 0 0,1 0-1 0 0,-1 0 0 0 0,1 0 0 0 0,0 0 0 0 0,0 0 0 0 0,0 0 0 0 0,0 0 0 0 0,1-1 0 0 0,-1 1 0 0 0,1 0 0 0 0,0-1 0 0 0,0 0 0 0 0,0 1 0 0 0,0-1 0 0 0,0 0 0 0 0,0 0 0 0 0,0 0 0 0 0,4 2 0 0 0,8 6-292 0 0,0-1 1 0 0,24 12-1 0 0,0 0-105 0 0,-35-19 405 0 0,0 0 1 0 0,0 0-1 0 0,-1 0 1 0 0,1 0-1 0 0,0 0 0 0 0,-1 0 1 0 0,1 1-1 0 0,-1 0 1 0 0,0-1-1 0 0,1 1 1 0 0,-2 0-1 0 0,1 0 0 0 0,0 0 1 0 0,0 0-1 0 0,-1 0 1 0 0,0 0-1 0 0,1 1 1 0 0,-1-1-1 0 0,-1 0 1 0 0,1 1-1 0 0,0-1 0 0 0,-1 1 1 0 0,0-1-1 0 0,1 1 1 0 0,-1-1-1 0 0,-1 1 1 0 0,1-1-1 0 0,0 1 0 0 0,-1-1 1 0 0,0 0-1 0 0,0 1 1 0 0,0-1-1 0 0,0 0 1 0 0,0 1-1 0 0,-1-1 1 0 0,0 0-1 0 0,1 0 0 0 0,-1 0 1 0 0,0 0-1 0 0,0-1 1 0 0,-3 4-1 0 0,4-6-141 0 0,-20 24 186 0 0,21-23-272 0 0,-1 0 0 0 0,1-1 1 0 0,-1 1-1 0 0,0 0 0 0 0,0 0 0 0 0,1-1 1 0 0,-1 1-1 0 0,0 0 0 0 0,0-1 1 0 0,0 1-1 0 0,1-1 0 0 0,-1 1 0 0 0,0-1 1 0 0,0 0-1 0 0,0 1 0 0 0,0-1 0 0 0,0 0 1 0 0,0 0-1 0 0,0 1 0 0 0,0-1 1 0 0,0 0-1 0 0,0 0 0 0 0,0 0 0 0 0,0 0 1 0 0,0 0-1 0 0,-1-1 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7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96 11522 0 0,'4'-5'231'0'0,"-1"0"-1"0"0,1 1 1 0 0,0 0-1 0 0,0-1 1 0 0,1 1-1 0 0,-1 1 1 0 0,1-1-1 0 0,0 1 1 0 0,0 0-1 0 0,7-4 0 0 0,3-2 44 0 0,-1-2-17 0 0,-11 7-340 0 0,1 1 0 0 0,0 0-1 0 0,0 0 1 0 0,0 0 0 0 0,1 0 0 0 0,-1 1-1 0 0,0-1 1 0 0,9-2 0 0 0,-9 25-1417 0 0,-5-15 1500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7.7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75 11058 0 0,'-5'3'985'0'0,"2"-2"-793"0"0,3 2-192 0 0,2-1 0 0 0,1-2 864 0 0,0 0 136 0 0,1 0 24 0 0,2-2 8 0 0,4 1-840 0 0,4-2-192 0 0,3-2 0 0 0,1-2 0 0 0,1-2-1632 0 0,3-1-320 0 0,2-1-73 0 0,0-5-15 0 0,-2-3 1600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8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1 419 11979 0 0,'1'-2'2'0'0,"0"0"1"0"0,0 1 0 0 0,1-1 0 0 0,-1 0 0 0 0,0 1-1 0 0,1-1 1 0 0,0 1 0 0 0,-1 0 0 0 0,1-1 0 0 0,0 1 0 0 0,-1 0-1 0 0,1 0 1 0 0,0 0 0 0 0,0 0 0 0 0,0 0 0 0 0,0 1-1 0 0,0-1 1 0 0,0 1 0 0 0,0-1 0 0 0,0 1 0 0 0,0-1-1 0 0,0 1 1 0 0,0 0 0 0 0,0 0 0 0 0,0 0 0 0 0,1 1 0 0 0,-1-1-1 0 0,0 0 1 0 0,0 1 0 0 0,0-1 0 0 0,0 1 0 0 0,0 0-1 0 0,0-1 1 0 0,-1 1 0 0 0,1 0 0 0 0,0 0 0 0 0,0 1-1 0 0,0-1 1 0 0,-1 0 0 0 0,3 2 0 0 0,4 3-50 0 0,0 1 1 0 0,-1 1-1 0 0,0-1 1 0 0,0 1-1 0 0,0 0 0 0 0,10 17 1 0 0,22 43 2166 0 0,-21-34-1240 0 0,1-1 1 0 0,1-2-1 0 0,2 0 1 0 0,1-1-1 0 0,40 40 1 0 0,-63-69-871 0 0,1 0-1 0 0,0 0 1 0 0,0 0 0 0 0,0 0 0 0 0,-1 0 0 0 0,1 0 0 0 0,0 0-1 0 0,0-1 1 0 0,0 1 0 0 0,0 0 0 0 0,1-1 0 0 0,-1 1-1 0 0,0-1 1 0 0,0 1 0 0 0,0-1 0 0 0,0 1 0 0 0,1-1 0 0 0,-1 0-1 0 0,0 0 1 0 0,0 0 0 0 0,1 1 0 0 0,-1-1 0 0 0,0 0 0 0 0,0-1-1 0 0,0 1 1 0 0,1 0 0 0 0,-1 0 0 0 0,0 0 0 0 0,0-1-1 0 0,1 1 1 0 0,-1-1 0 0 0,0 1 0 0 0,0-1 0 0 0,0 1 0 0 0,0-1-1 0 0,0 0 1 0 0,0 1 0 0 0,0-1 0 0 0,0 0 0 0 0,0 0 0 0 0,0 0-1 0 0,0 0 1 0 0,-1 0 0 0 0,1 0 0 0 0,0 0 0 0 0,0-1 0 0 0,4-7 149 0 0,-1 0 0 0 0,-1 0 1 0 0,0 0-1 0 0,0 0 0 0 0,1-11 0 0 0,-1 7 31 0 0,71-335 1967 0 0,-27 118-2653 0 0,-39 196-161 0 0,-4 20-570 0 0,0 0-1 0 0,-1-1 0 0 0,1-24 1 0 0,-9 68-5468 0 0,3-16 6680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8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33 5985 0 0,'0'-2'115'0'0,"1"1"-1"0"0,0 0 1 0 0,-1 0-1 0 0,0-1 0 0 0,1 1 1 0 0,-1 0-1 0 0,0-1 1 0 0,1 1-1 0 0,-1 0 1 0 0,0-1-1 0 0,0 1 0 0 0,0 0 1 0 0,0-1-1 0 0,0 1 1 0 0,-1 0-1 0 0,1-1 1 0 0,0 1-1 0 0,-1 0 0 0 0,1 0 1 0 0,-1-2-1 0 0,0 3 17 0 0,1-1 0 0 0,-1 1 0 0 0,0 0 1 0 0,0-1-1 0 0,1 1 0 0 0,-1 0 0 0 0,0-1 0 0 0,0 1 0 0 0,1 0 0 0 0,-1 0 0 0 0,0 0 0 0 0,0 0 0 0 0,0 0 0 0 0,1 0 0 0 0,-1 0 0 0 0,0 0 0 0 0,0 0 0 0 0,1 0 0 0 0,-1 0 0 0 0,0 0 0 0 0,0 1 0 0 0,0-1 0 0 0,0 1 0 0 0,-8 2 727 0 0,1 1 1 0 0,-1 1-1 0 0,-12 8 0 0 0,1 0-493 0 0,2 0-1 0 0,-30 29 1 0 0,42-36-176 0 0,0 0 0 0 0,1 0 0 0 0,0 1 1 0 0,0 0-1 0 0,0 0 0 0 0,1 1 0 0 0,0-1 0 0 0,1 1 0 0 0,-1 0 0 0 0,-3 15 0 0 0,6-20-101 0 0,1 0-1 0 0,0 1 1 0 0,0-1 0 0 0,0 0 0 0 0,0 0-1 0 0,0 1 1 0 0,0-1 0 0 0,1 0-1 0 0,0 0 1 0 0,-1 0 0 0 0,1 0 0 0 0,1 0-1 0 0,-1 0 1 0 0,0 0 0 0 0,1 0-1 0 0,-1 0 1 0 0,1 0 0 0 0,0 0 0 0 0,0-1-1 0 0,0 1 1 0 0,0-1 0 0 0,0 0 0 0 0,1 1-1 0 0,-1-1 1 0 0,1 0 0 0 0,0-1-1 0 0,4 4 1 0 0,3 1 11 0 0,1-1 1 0 0,0 1-1 0 0,0-2 0 0 0,1 0 0 0 0,23 6 0 0 0,2-3-19 0 0,62 17 284 0 0,-90-22-339 0 0,-1 1 0 0 0,1 1 0 0 0,-1 0 0 0 0,0 0 0 0 0,0 0 0 0 0,0 1 0 0 0,0 0 1 0 0,10 11-1 0 0,-17-16-22 0 0,-1 1 0 0 0,1-1 0 0 0,0 1 0 0 0,-1 0 1 0 0,1-1-1 0 0,-1 1 0 0 0,1 0 0 0 0,-1 0 0 0 0,1-1 0 0 0,-1 1 1 0 0,1 0-1 0 0,-1 0 0 0 0,0 0 0 0 0,1-1 0 0 0,-1 1 0 0 0,0 0 1 0 0,0 0-1 0 0,0 0 0 0 0,0 0 0 0 0,0 0 0 0 0,0 0 1 0 0,0 0-1 0 0,0 0 0 0 0,0-1 0 0 0,0 1 0 0 0,0 0 0 0 0,0 0 1 0 0,-1 0-1 0 0,1 0 0 0 0,-1 1 0 0 0,0 0 17 0 0,-1 0 0 0 0,0 0 0 0 0,1 0 0 0 0,-1 0 0 0 0,0-1 0 0 0,0 1 0 0 0,0 0 0 0 0,-1-1 0 0 0,1 1 0 0 0,-4 1 0 0 0,-5 2 68 0 0,-1 0 0 0 0,0 0 0 0 0,-16 3 0 0 0,2-3-564 0 0,0-1 0 0 0,0-1-1 0 0,-40-1 1 0 0,43-2-6939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9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131 179 3225 0 0,'-54'6'2310'0'0,"39"-3"128"0"0,1 1 0 0 0,-1 1 0 0 0,-18 12 3557 0 0,49-17-4858 0 0,20-2-627 0 0,191-44 1212 0 0,-18 2-1121 0 0,42-6-271 0 0,141-20-1628 0 0,-321 68-3020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9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21 920 0 0,'3'-13'9425'0'0,"-2"12"-9140"0"0,21-5 5724 0 0,-21 6-5917 0 0,1-1 0 0 0,-1 1 0 0 0,1 0 0 0 0,-1 0 1 0 0,1 1-1 0 0,-1-1 0 0 0,1 0 0 0 0,-1 0 0 0 0,1 1 0 0 0,-1-1 1 0 0,1 1-1 0 0,-1-1 0 0 0,1 1 0 0 0,-1 0 0 0 0,0 0 0 0 0,1-1 1 0 0,-1 1-1 0 0,0 0 0 0 0,0 0 0 0 0,0 0 0 0 0,0 0 0 0 0,1 1 1 0 0,-1-1-1 0 0,-1 0 0 0 0,1 0 0 0 0,0 1 0 0 0,0-1 1 0 0,0 0-1 0 0,-1 1 0 0 0,1-1 0 0 0,0 2 0 0 0,1 24 394 0 0,0 0 0 0 0,-2 0 0 0 0,-1 0 0 0 0,-7 39-1 0 0,0 15-277 0 0,6-43-138 0 0,2-1 0 0 0,1 0 1 0 0,7 46-1 0 0,-5-68-398 0 0,0 0 0 0 0,1-1 0 0 0,1 1-1 0 0,0-1 1 0 0,1 0 0 0 0,0 0 0 0 0,1 0 0 0 0,1-1-1 0 0,0 0 1 0 0,17 20 0 0 0,-9-15-6565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39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1 206 5209 0 0,'1'-7'125'0'0,"1"1"-1"0"0,0-1 1 0 0,0 0-1 0 0,1 1 1 0 0,0-1-1 0 0,0 1 1 0 0,0 0-1 0 0,1 0 1 0 0,8-10-1 0 0,2-1 2164 0 0,29-27-1 0 0,-35 37-1725 0 0,1-1-1 0 0,0 1 1 0 0,0 1-1 0 0,0 0 1 0 0,1 0 0 0 0,0 1-1 0 0,1 0 1 0 0,-1 1 0 0 0,1 0-1 0 0,0 1 1 0 0,-1 0-1 0 0,2 1 1 0 0,-1 0 0 0 0,0 0-1 0 0,0 1 1 0 0,16 1-1 0 0,-26 0-537 0 0,1 0-1 0 0,-1 0 0 0 0,1 0 1 0 0,-1 1-1 0 0,1-1 0 0 0,-1 0 1 0 0,1 1-1 0 0,-1-1 0 0 0,0 1 1 0 0,1 0-1 0 0,-1-1 0 0 0,0 1 1 0 0,1 0-1 0 0,-1 0 0 0 0,0 0 1 0 0,0-1-1 0 0,0 1 0 0 0,0 1 0 0 0,0-1 1 0 0,0 0-1 0 0,0 0 0 0 0,0 0 1 0 0,1 2-1 0 0,-1 0-14 0 0,-1-1 1 0 0,1 0-1 0 0,-1 1 0 0 0,1-1 1 0 0,-1 1-1 0 0,0-1 0 0 0,0 1 0 0 0,0-1 1 0 0,0 0-1 0 0,-1 1 0 0 0,1-1 1 0 0,-1 1-1 0 0,0 2 0 0 0,-4 8-5 0 0,0 0 1 0 0,-1 0-1 0 0,-15 23 1 0 0,19-32 36 0 0,-37 56 105 0 0,25-41 58 0 0,0 1-1 0 0,2 1 0 0 0,0 0 1 0 0,2 1-1 0 0,-14 37 1 0 0,23-57-178 0 0,1-1 1 0 0,0 0 0 0 0,-1 0 0 0 0,1 0 0 0 0,0 0 0 0 0,0 0 0 0 0,0 1-1 0 0,0-1 1 0 0,0 0 0 0 0,0 0 0 0 0,0 0 0 0 0,0 0 0 0 0,0 1-1 0 0,0-1 1 0 0,1 0 0 0 0,-1 0 0 0 0,1 0 0 0 0,-1 0 0 0 0,1 0 0 0 0,-1 0-1 0 0,1 0 1 0 0,-1 0 0 0 0,1 0 0 0 0,1 2 0 0 0,0-2 1 0 0,-1-1 0 0 0,1 1 0 0 0,-1 0 0 0 0,1 0 0 0 0,0-1 0 0 0,-1 1 0 0 0,1-1 0 0 0,0 0 0 0 0,-1 1 1 0 0,1-1-1 0 0,0 0 0 0 0,0 0 0 0 0,-1 0 0 0 0,4 0 0 0 0,8-2 75 0 0,0-1 0 0 0,-1 0 1 0 0,20-7-1 0 0,-25 7-55 0 0,47-15-102 0 0,-15 4-158 0 0,63-14-1 0 0,-85 25-853 0 0,1 0-1 0 0,-1 2 0 0 0,32 1 0 0 0,-24 1-6077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1.9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1 118 10594 0 0,'4'-7'369'0'0,"1"0"0"0"0,-1 0 0 0 0,2 1 0 0 0,-1 0 0 0 0,1 0 0 0 0,0 1 0 0 0,0-1 0 0 0,0 1 0 0 0,11-6 0 0 0,67-36-2078 0 0,-82 46 1615 0 0,-1 1-112 0 0,0-1-1 0 0,0 1 0 0 0,0-1 1 0 0,0 1-1 0 0,1-1 1 0 0,-1 1-1 0 0,0 0 0 0 0,0 0 1 0 0,0-1-1 0 0,0 1 0 0 0,0 0 1 0 0,0 0-1 0 0,1 0 0 0 0,-1 0 1 0 0,2 1-1 0 0,-3-1 157 0 0,1 0-1 0 0,-1 1 0 0 0,1-1 1 0 0,-1 1-1 0 0,0-1 1 0 0,1 0-1 0 0,-1 1 0 0 0,0-1 1 0 0,1 1-1 0 0,-1-1 1 0 0,0 1-1 0 0,0-1 0 0 0,1 1 1 0 0,-1-1-1 0 0,0 1 1 0 0,0-1-1 0 0,0 1 0 0 0,0-1 1 0 0,0 1-1 0 0,0-1 1 0 0,0 1-1 0 0,0-1 0 0 0,0 1 1 0 0,0-1-1 0 0,0 1 1 0 0,0-1-1 0 0,0 1 0 0 0,0-1 1 0 0,0 1-1 0 0,0-1 1 0 0,-1 1-1 0 0,1-1 0 0 0,0 1 1 0 0,0-1-1 0 0,-1 2 1 0 0,-2 4 146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2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2 123 18892 0 0,'-2'-3'1848'0'0,"5"3"-1648"0"0,2-3-200 0 0,2 2 0 0 0,-1-2 0 0 0,3-3-752 0 0,4 0-192 0 0,8-1-40 0 0,7-5-8 0 0,5-1-753 0 0,1-1-151 0 0,-3 2-33 0 0,-3 2-7 0 0,-3 3 104 0 0,-2-1 15 0 0,2 2 9 0 0,-2-5 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2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17 17972 0 0,'0'0'54'0'0,"-1"0"0"0"0,1-1 0 0 0,0 1 0 0 0,0-1 0 0 0,0 1 0 0 0,-1-1 0 0 0,1 1 0 0 0,0-1 0 0 0,0 1 0 0 0,0-1 0 0 0,0 1 0 0 0,0-1 0 0 0,0 1 0 0 0,0-1 0 0 0,0 1 0 0 0,0-1 0 0 0,1 1 0 0 0,-1-1 0 0 0,0 1 0 0 0,0-1 0 0 0,0 1 0 0 0,0-1 0 0 0,1 1 0 0 0,-1-1 0 0 0,0 1 0 0 0,0 0 0 0 0,1-1 0 0 0,-1 1 0 0 0,0-1 0 0 0,1 1 0 0 0,-1 0 0 0 0,1-1 0 0 0,-1 1 0 0 0,0 0 0 0 0,1 0 0 0 0,-1-1 0 0 0,1 1 0 0 0,-1 0 0 0 0,1 0 0 0 0,0-1 0 0 0,23 5 253 0 0,-21-3-188 0 0,0 0-97 0 0,0 0 0 0 0,0 0 0 0 0,0 0 0 0 0,0 1-1 0 0,-1-1 1 0 0,1 1 0 0 0,0 0 0 0 0,-1 0 0 0 0,0 0 0 0 0,1 0-1 0 0,-1 0 1 0 0,0 1 0 0 0,0-1 0 0 0,0 1 0 0 0,0-1-1 0 0,-1 1 1 0 0,1 0 0 0 0,-1-1 0 0 0,1 1 0 0 0,-1 0 0 0 0,0 0-1 0 0,0 0 1 0 0,-1 0 0 0 0,1 0 0 0 0,0 0 0 0 0,-1 6 0 0 0,2 9 149 0 0,-2 0 0 0 0,0 1 0 0 0,-4 27 0 0 0,2-24-84 0 0,-4 53 111 0 0,-13 202-2474 0 0,20-248-1069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2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1 230 9674 0 0,'0'-7'124'0'0,"-1"-1"0"0"0,1 1 0 0 0,1-1 0 0 0,-1 0 0 0 0,1 1 0 0 0,1-1 0 0 0,-1 1 0 0 0,1 0 0 0 0,1-1 0 0 0,-1 1 0 0 0,1 0 0 0 0,0 0 0 0 0,1 1 0 0 0,0-1 0 0 0,0 1 0 0 0,6-8 0 0 0,-4 5 341 0 0,1 0 1 0 0,1 0-1 0 0,0 1 0 0 0,0 0 0 0 0,1 0 1 0 0,0 1-1 0 0,0 0 0 0 0,0 1 0 0 0,1 0 0 0 0,13-6 1 0 0,-18 10-235 0 0,0 0 1 0 0,-1 0-1 0 0,1 1 1 0 0,0 0-1 0 0,0 0 1 0 0,0 0 0 0 0,0 0-1 0 0,0 1 1 0 0,0 0-1 0 0,0 0 1 0 0,0 0-1 0 0,0 1 1 0 0,0-1-1 0 0,0 1 1 0 0,0 1 0 0 0,0-1-1 0 0,9 4 1 0 0,-9-2-155 0 0,0 1 0 0 0,0-1 0 0 0,0 1 0 0 0,-1 0 0 0 0,0 0 0 0 0,1 0 0 0 0,-2 1 0 0 0,1-1 0 0 0,0 1 0 0 0,-1 0 0 0 0,0 0 0 0 0,0 0 1 0 0,0 1-1 0 0,-1-1 0 0 0,3 7 0 0 0,-1 1-59 0 0,0 1 0 0 0,-1-1 0 0 0,0 1 0 0 0,-1 0 0 0 0,0 0 1 0 0,-1 0-1 0 0,-1 0 0 0 0,-2 15 0 0 0,-2 11-15 0 0,-16 58 0 0 0,11-60 293 0 0,-7 69-1 0 0,16-106-270 0 0,-1 0-1 0 0,1 0 1 0 0,0 0 0 0 0,0 0 0 0 0,0 0 0 0 0,0 0-1 0 0,0 0 1 0 0,0 0 0 0 0,1 0 0 0 0,-1 0-1 0 0,0 0 1 0 0,0 0 0 0 0,1 0 0 0 0,-1 0 0 0 0,0 0-1 0 0,1-1 1 0 0,-1 1 0 0 0,1 0 0 0 0,0 0-1 0 0,-1 0 1 0 0,1 0 0 0 0,-1-1 0 0 0,1 1 0 0 0,0 0-1 0 0,0-1 1 0 0,-1 1 0 0 0,2 0 0 0 0,0 0-2 0 0,0-1 0 0 0,-1 0 1 0 0,1 1-1 0 0,0-1 0 0 0,0 0 1 0 0,0 0-1 0 0,0 0 1 0 0,-1 0-1 0 0,1 0 0 0 0,0-1 1 0 0,0 1-1 0 0,0 0 0 0 0,2-2 1 0 0,9-2 9 0 0,-1-2-1 0 0,-1 1 1 0 0,15-10 0 0 0,-23 13-25 0 0,67-43-148 0 0,-36 22-1424 0 0,46-23 1 0 0,-56 35-6028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3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102 200 10594 0 0,'-102'28'1445'0'0,"666"-152"7299"0"0,13 49-5970 0 0,-531 72-2631 0 0,212-21-138 0 0,-249 22-1827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6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25 110 11058 0 0,'-1'0'155'0'0,"0"-1"-1"0"0,-1 1 1 0 0,1 0-1 0 0,0-1 0 0 0,0 1 1 0 0,0 0-1 0 0,0-1 1 0 0,0 0-1 0 0,0 1 0 0 0,0-1 1 0 0,0 1-1 0 0,0-1 1 0 0,0 0-1 0 0,0 0 0 0 0,0 0 1 0 0,0 0-1 0 0,0 0 1 0 0,0 0-1 0 0,1 0 0 0 0,-1 0 1 0 0,0 0-1 0 0,1 0 0 0 0,-1 0 1 0 0,1 0-1 0 0,-1 0 1 0 0,1 0-1 0 0,0 0 0 0 0,0-1 1 0 0,-1 0-1 0 0,1 0 30 0 0,1 0 0 0 0,-1 0-1 0 0,1 1 1 0 0,0-1 0 0 0,-1 0-1 0 0,1 1 1 0 0,0-1 0 0 0,0 0-1 0 0,0 1 1 0 0,0-1-1 0 0,0 1 1 0 0,1 0 0 0 0,-1-1-1 0 0,0 1 1 0 0,1 0 0 0 0,-1 0-1 0 0,2-1 1 0 0,9-6-61 0 0,0 1-1 0 0,1 0 1 0 0,-1 1 0 0 0,1 0 0 0 0,0 1-1 0 0,1 1 1 0 0,-1 0 0 0 0,1 1-1 0 0,0 0 1 0 0,0 1 0 0 0,0 1-1 0 0,0 0 1 0 0,0 1 0 0 0,20 2-1 0 0,-31-2-126 0 0,1 1-1 0 0,0-1 0 0 0,-1 1 0 0 0,1 0 0 0 0,-1 0 0 0 0,1 0 0 0 0,-1 1 0 0 0,0-1 0 0 0,1 1 0 0 0,-1 0 1 0 0,0 0-1 0 0,0 0 0 0 0,0 0 0 0 0,0 0 0 0 0,0 1 0 0 0,-1-1 0 0 0,1 1 0 0 0,-1 0 0 0 0,4 5 0 0 0,-3-3-11 0 0,-1 0 0 0 0,0 0 0 0 0,-1 0 0 0 0,1 0 0 0 0,-1 1-1 0 0,0-1 1 0 0,0 0 0 0 0,0 1 0 0 0,-1-1 0 0 0,0 1 0 0 0,0-1 0 0 0,-1 6-1 0 0,-2 6-14 0 0,0 0-1 0 0,-1-1 1 0 0,-1 0-1 0 0,0 0 1 0 0,-1 0-1 0 0,-1 0 1 0 0,-13 23-1 0 0,17-36 43 0 0,-21 32 696 0 0,22-33-651 0 0,1 0 0 0 0,0-1 1 0 0,-1 1-1 0 0,1-1 0 0 0,-1 1 0 0 0,0-1 0 0 0,1 0 0 0 0,-1 0 1 0 0,0 1-1 0 0,0-1 0 0 0,0-1 0 0 0,0 1 0 0 0,0 0 0 0 0,0 0 0 0 0,0-1 1 0 0,-4 1-1 0 0,25-14-720 0 0,-1 8 268 0 0,1 0 1 0 0,-1 1-1 0 0,1 0 1 0 0,37-1 0 0 0,-51 5 380 0 0,1-1 1 0 0,-1 1-1 0 0,0 1 1 0 0,1-1-1 0 0,-1 1 1 0 0,0 0-1 0 0,1 0 1 0 0,-1 0-1 0 0,0 1 1 0 0,0 0-1 0 0,0 0 1 0 0,0 0-1 0 0,0 1 1 0 0,-1-1-1 0 0,1 1 1 0 0,-1 0 0 0 0,0 0-1 0 0,1 1 1 0 0,-2-1-1 0 0,1 1 1 0 0,0 0-1 0 0,3 5 1 0 0,-5-5 88 0 0,0 0 0 0 0,-1 0 0 0 0,0 0 0 0 0,0 0 0 0 0,0 0 1 0 0,0 0-1 0 0,-1 0 0 0 0,1 0 0 0 0,-1 0 0 0 0,0 0 0 0 0,0 0 0 0 0,-1 0 1 0 0,1 0-1 0 0,-1 0 0 0 0,0 0 0 0 0,0 0 0 0 0,0 0 0 0 0,-1 0 0 0 0,1 0 1 0 0,-1-1-1 0 0,0 1 0 0 0,0 0 0 0 0,0-1 0 0 0,0 0 0 0 0,-1 1 0 0 0,-4 3 1 0 0,-3 5 176 0 0,0-1 0 0 0,-1 0 0 0 0,0-1 0 0 0,-1 0 0 0 0,-24 14 0 0 0,15-11-151 0 0,-1-1 0 0 0,0 0 0 0 0,-1-2 0 0 0,0-1 0 0 0,0-1 0 0 0,-1-1-1 0 0,-34 6 1 0 0,30-10-329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8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4777 0 0,'5'-3'424'0'0,"-2"2"-336"0"0,-2 0-88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8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14 4145 0 0,'0'0'138'0'0,"0"0"1"0"0,0-1-1 0 0,0 1 0 0 0,-1-1 0 0 0,1 1 1 0 0,0-1-1 0 0,0 1 0 0 0,0-1 1 0 0,0 1-1 0 0,0-1 0 0 0,1 1 1 0 0,-1-1-1 0 0,0 1 0 0 0,0 0 1 0 0,0-1-1 0 0,0 1 0 0 0,0-1 0 0 0,1 1 1 0 0,-1-1-1 0 0,0 1 0 0 0,0 0 1 0 0,1-1-1 0 0,-1 1 0 0 0,0 0 1 0 0,0-1-1 0 0,1 1 0 0 0,-1 0 1 0 0,1-1-1 0 0,-1 1 0 0 0,0 0 0 0 0,1 0 1 0 0,-1-1-1 0 0,0 1 0 0 0,1 0 1 0 0,-1 0-1 0 0,1 0 0 0 0,-1 0 1 0 0,1-1-1 0 0,-1 1 0 0 0,1 0 1 0 0,-1 0-1 0 0,1 0 0 0 0,-1 0 0 0 0,0 0 1 0 0,1 0-1 0 0,-1 0 0 0 0,1 0 1 0 0,-1 0-1 0 0,1 1 0 0 0,-1-1 1 0 0,1 0-1 0 0,0 0 0 0 0,0 1-29 0 0,0-1-1 0 0,0 1 0 0 0,0 0 1 0 0,0-1-1 0 0,0 1 0 0 0,-1 0 1 0 0,1 0-1 0 0,0 0 0 0 0,0-1 0 0 0,-1 1 1 0 0,1 0-1 0 0,0 0 0 0 0,-1 0 1 0 0,1 0-1 0 0,-1 0 0 0 0,1 0 1 0 0,-1 1-1 0 0,0-1 0 0 0,1 0 1 0 0,-1 0-1 0 0,0 0 0 0 0,0 0 1 0 0,1 2-1 0 0,-4 30 354 0 0,0 0 1 0 0,-3 0-1 0 0,0 0 1 0 0,-14 38-1 0 0,-9 49 67 0 0,26-107-516 0 0,2-9 262 0 0,0 0-1 0 0,0 0 0 0 0,0 0 1 0 0,1 1-1 0 0,0-1 0 0 0,0 6 0 0 0,0-9-225 0 0,0 0-1 0 0,1 0 0 0 0,-1 0 0 0 0,0 0 1 0 0,1 0-1 0 0,-1 0 0 0 0,1 0 0 0 0,-1 0 1 0 0,1 0-1 0 0,0 0 0 0 0,-1 0 0 0 0,1-1 1 0 0,0 1-1 0 0,-1 0 0 0 0,1 0 1 0 0,0-1-1 0 0,0 1 0 0 0,0 0 0 0 0,0-1 1 0 0,0 1-1 0 0,0-1 0 0 0,0 1 0 0 0,0-1 1 0 0,0 0-1 0 0,0 1 0 0 0,0-1 0 0 0,0 0 1 0 0,0 0-1 0 0,0 0 0 0 0,0 0 0 0 0,1 0 1 0 0,29 1-19 0 0,0-1 1 0 0,0-1-1 0 0,-1-2 1 0 0,32-8-1 0 0,-14 4-638 0 0,5-2-1468 0 0,-41 7 682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8.9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0 5065 0 0,'0'0'35'0'0,"0"1"0"0"0,0-1 1 0 0,0 0-1 0 0,0 0 0 0 0,0 0 0 0 0,0 0 0 0 0,0 0 1 0 0,0 0-1 0 0,1 0 0 0 0,-1 1 0 0 0,0-1 0 0 0,0 0 0 0 0,0 0 1 0 0,0 0-1 0 0,0 0 0 0 0,0 0 0 0 0,0 0 0 0 0,0 0 1 0 0,0 0-1 0 0,1 0 0 0 0,-1 0 0 0 0,0 0 0 0 0,0 0 1 0 0,0 0-1 0 0,0 1 0 0 0,0-1 0 0 0,0 0 0 0 0,0 0 0 0 0,1 0 1 0 0,-1 0-1 0 0,0 0 0 0 0,0 0 0 0 0,0 0 0 0 0,0 0 1 0 0,0 0-1 0 0,0 0 0 0 0,1-1 0 0 0,-1 1 0 0 0,0 0 0 0 0,0 0 1 0 0,0 0-1 0 0,0 0 0 0 0,0 0 0 0 0,0 0 0 0 0,0 0 1 0 0,1 0-1 0 0,-1 0 0 0 0,0 0 0 0 0,0 0 0 0 0,0 0 1 0 0,0 0-1 0 0,0-1 0 0 0,1 15 2333 0 0,-2-10-1976 0 0,-18 154 3554 0 0,6-39-2140 0 0,-5 36-1371 0 0,16-50-2942 0 0,2-77-2389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9.4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213 18 4145 0 0,'-7'-17'6255'0'0,"7"19"-6106"0"0,1 0 0 0 0,-1 0 0 0 0,0 0 0 0 0,0 0 0 0 0,0 0 0 0 0,0 0 1 0 0,-1 0-1 0 0,1 0 0 0 0,0 0 0 0 0,-1 0 0 0 0,1 0 0 0 0,-1 0 0 0 0,0 0 1 0 0,0 0-1 0 0,-1 2 0 0 0,-19 33 542 0 0,14-26-376 0 0,-45 69 859 0 0,30-48-447 0 0,-31 59 0 0 0,48-79-588 0 0,0-1 1 0 0,1 1 0 0 0,0 0 0 0 0,0 1 0 0 0,2-1 0 0 0,-1 1 0 0 0,2-1 0 0 0,0 1 0 0 0,0 16-1 0 0,2-17-229 0 0,0-1 0 0 0,-1 1 0 0 0,-1-1 0 0 0,0 1 0 0 0,0-1 0 0 0,-1 1 0 0 0,-5 15 0 0 0,3-18-885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9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4609 0 0,'2'-1'262'0'0,"-1"1"0"0"0,0-1 1 0 0,0 0-1 0 0,0 1 0 0 0,1-1 1 0 0,-1 1-1 0 0,0-1 0 0 0,1 1 0 0 0,-1-1 1 0 0,0 1-1 0 0,1 0 0 0 0,-1 0 0 0 0,1 0 1 0 0,-1 0-1 0 0,0 0 0 0 0,1 0 0 0 0,-1 0 1 0 0,1 0-1 0 0,1 1 0 0 0,-1-1 4 0 0,0 1-1 0 0,0-1 1 0 0,0 0 0 0 0,0 1-1 0 0,0-1 1 0 0,0 1 0 0 0,0-1-1 0 0,-1 1 1 0 0,1 0 0 0 0,0 0-1 0 0,0 0 1 0 0,-1 0 0 0 0,1 0-1 0 0,2 3 1 0 0,-1 3-94 0 0,-1 0 0 0 0,-1 0 0 0 0,1 0 0 0 0,-1 0 1 0 0,0 0-1 0 0,-1 0 0 0 0,1 0 0 0 0,-2 10 0 0 0,2 21 397 0 0,2-20-309 0 0,1 0 0 0 0,1 0 0 0 0,0 0 0 0 0,16 33 0 0 0,41 63-393 0 0,-58-108-477 0 0,0-1 1 0 0,0 1 0 0 0,1-1 0 0 0,0 0-1 0 0,7 6 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1:49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61 6913 0 0,'-1'-1'158'0'0,"1"1"-1"0"0,-1 0 0 0 0,1 0 0 0 0,0-1 0 0 0,-1 1 0 0 0,1 0 0 0 0,0-1 0 0 0,-1 1 0 0 0,1-1 1 0 0,0 1-1 0 0,-1 0 0 0 0,1-1 0 0 0,0 1 0 0 0,0-1 0 0 0,0 1 0 0 0,-1-1 0 0 0,1 1 0 0 0,0-1 1 0 0,0 1-1 0 0,0-1 0 0 0,0 1 0 0 0,0-1 0 0 0,0 1 0 0 0,0-1 0 0 0,0 1 0 0 0,0-1 0 0 0,0 1 1 0 0,0-1-1 0 0,0 1 0 0 0,0-1 0 0 0,0 1 0 0 0,1-1 0 0 0,-1 1 0 0 0,0-1 0 0 0,15-8 5405 0 0,-10 6-7056 0 0,5-2 1210 0 0,1 0 1 0 0,0 0-1 0 0,0 1 1 0 0,1 1-1 0 0,-1 0 1 0 0,23-3-1 0 0,-18 4-784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181 476 456 0 0,'-2'2'77'0'0,"0"-1"-1"0"0,0 0 1 0 0,0 0 0 0 0,0 0-1 0 0,0 0 1 0 0,0 0 0 0 0,0 0 0 0 0,0 0-1 0 0,0 0 1 0 0,-1-1 0 0 0,1 1-1 0 0,0-1 1 0 0,0 0 0 0 0,-1 0-1 0 0,1 0 1 0 0,0 0 0 0 0,0 0-1 0 0,-1 0 1 0 0,1-1 0 0 0,0 1-1 0 0,-3-2 1 0 0,0 0 415 0 0,0-1 0 0 0,1 1 0 0 0,-1-2 0 0 0,1 1 0 0 0,0 0 0 0 0,0-1 0 0 0,-4-4 0 0 0,-13-12 1661 0 0,19 19-2063 0 0,0 0-1 0 0,0 0 0 0 0,0 0 1 0 0,-1 0-1 0 0,1 1 0 0 0,0-1 0 0 0,0 0 1 0 0,0 1-1 0 0,-1 0 0 0 0,1 0 1 0 0,0 0-1 0 0,-1 0 0 0 0,1 0 0 0 0,0 0 1 0 0,0 0-1 0 0,-1 1 0 0 0,1-1 1 0 0,0 1-1 0 0,-4 1 0 0 0,-16 9 3400 0 0,57-17-1830 0 0,62-22 0 0 0,-2 0-970 0 0,285-42 289 0 0,-245 56-999 0 0,146 3 0 0 0,-17 3 2 0 0,7-5 732 0 0,137-11 923 0 0,1685-107 701 0 0,-1952 130-2180 0 0,-1-6 1 0 0,-1-6-1 0 0,155-35 0 0 0,-249 37-161 0 0,3 0-84 0 0,62-8-1 0 0,-110 19-10 0 0,1 0 0 0 0,0 0 0 0 0,-1 0 0 0 0,1 0 1 0 0,0-1-1 0 0,-1 1 0 0 0,1 0 0 0 0,0 0 0 0 0,-1 0 0 0 0,1 0 0 0 0,0 0 0 0 0,-1 1 0 0 0,1-1 0 0 0,0 0 0 0 0,-1 0 1 0 0,1 0-1 0 0,0 1 0 0 0,-1-1 0 0 0,1 0 0 0 0,0 1 0 0 0,-1-1 0 0 0,1 0 0 0 0,-1 1 0 0 0,1-1 0 0 0,-1 1 1 0 0,1-1-1 0 0,-1 1 0 0 0,1-1 0 0 0,-1 1 0 0 0,0-1 0 0 0,1 1 0 0 0,-1-1 0 0 0,0 1 0 0 0,1 0 0 0 0,-1-1 0 0 0,1 2 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0 525 4609 0 0,'2'-13'1050'0'0,"1"1"0"0"0,0 1 0 0 0,0-1-1 0 0,1 0 1 0 0,1 1 0 0 0,0 0 0 0 0,0 0 0 0 0,8-11 0 0 0,4-10 221 0 0,-8 13-645 0 0,109-203 3246 0 0,-117 220-3820 0 0,0 0 1 0 0,1 0-1 0 0,-1 0 0 0 0,1 0 0 0 0,-1 0 1 0 0,1 0-1 0 0,0 0 0 0 0,0 1 1 0 0,-1-1-1 0 0,1 0 0 0 0,1 1 0 0 0,-1 0 1 0 0,0-1-1 0 0,0 1 0 0 0,0 0 1 0 0,1 0-1 0 0,-1 0 0 0 0,0 0 1 0 0,1 1-1 0 0,-1-1 0 0 0,1 1 0 0 0,-1-1 1 0 0,1 1-1 0 0,-1 0 0 0 0,1 0 1 0 0,-1 0-1 0 0,4 1 0 0 0,-1 0-53 0 0,-1 1-1 0 0,1 0 0 0 0,-1 0 1 0 0,1 0-1 0 0,-1 0 0 0 0,0 1 1 0 0,0-1-1 0 0,0 1 1 0 0,0 0-1 0 0,0 1 0 0 0,-1-1 1 0 0,1 1-1 0 0,3 5 1 0 0,38 53-159 0 0,-3 1-1 0 0,42 86 1 0 0,-83-146 155 0 0,1-1-1 0 0,-1 0 0 0 0,0 0 0 0 0,1 1 1 0 0,0-1-1 0 0,-1 0 0 0 0,1-1 0 0 0,0 1 1 0 0,0 0-1 0 0,3 2 0 0 0,-4-4 20 0 0,-1 1 1 0 0,1-1-1 0 0,0 0 0 0 0,0 1 0 0 0,0-1 0 0 0,0 0 0 0 0,-1 0 0 0 0,1 1 1 0 0,0-1-1 0 0,0 0 0 0 0,0 0 0 0 0,0 0 0 0 0,0 0 0 0 0,-1 0 1 0 0,1 0-1 0 0,0-1 0 0 0,0 1 0 0 0,0 0 0 0 0,0 0 0 0 0,0 0 0 0 0,0-1 1 0 0,2-1 36 0 0,0 0 0 0 0,-1 0 0 0 0,0-1 0 0 0,1 1 1 0 0,-1-1-1 0 0,0 1 0 0 0,0-1 0 0 0,0 0 0 0 0,-1 1 1 0 0,1-1-1 0 0,-1 0 0 0 0,1 0 0 0 0,-1 0 0 0 0,1-6 1 0 0,52-135 819 0 0,-43 121-809 0 0,1-1 0 0 0,0 1 1 0 0,30-39-1 0 0,-40 60-56 0 0,-1 0-1 0 0,0 1 1 0 0,1-1 0 0 0,-1 0 0 0 0,1 1-1 0 0,0-1 1 0 0,0 1 0 0 0,-1-1 0 0 0,1 1-1 0 0,0 0 1 0 0,0-1 0 0 0,0 1 0 0 0,0 0-1 0 0,0 1 1 0 0,1-1 0 0 0,-1 0-1 0 0,0 1 1 0 0,0-1 0 0 0,0 1 0 0 0,1-1-1 0 0,-1 1 1 0 0,0 0 0 0 0,1 0 0 0 0,-1 0-1 0 0,0 0 1 0 0,0 1 0 0 0,1-1 0 0 0,-1 1-1 0 0,0-1 1 0 0,0 1 0 0 0,1 0 0 0 0,-1 0-1 0 0,0 0 1 0 0,0 0 0 0 0,0 0-1 0 0,0 0 1 0 0,3 3 0 0 0,6 5 45 0 0,-1 1 1 0 0,1 0-1 0 0,-2 1 1 0 0,18 23-1 0 0,-12-15-30 0 0,6 8-21 0 0,-6-7-1 0 0,30 30-1 0 0,-40-45 1 0 0,0-1 0 0 0,0 1-1 0 0,0-1 1 0 0,1 0-1 0 0,0-1 1 0 0,0 1-1 0 0,0-1 1 0 0,0 0-1 0 0,1-1 1 0 0,12 4-1 0 0,-18-6 3 0 0,-1 0 0 0 0,1 0-1 0 0,0 0 1 0 0,0 0-1 0 0,-1 0 1 0 0,1-1 0 0 0,0 1-1 0 0,0 0 1 0 0,-1 0 0 0 0,1-1-1 0 0,0 1 1 0 0,-1 0-1 0 0,1-1 1 0 0,0 1 0 0 0,-1-1-1 0 0,1 1 1 0 0,0-1-1 0 0,-1 1 1 0 0,1-1 0 0 0,-1 1-1 0 0,1-1 1 0 0,-1 1 0 0 0,1-1-1 0 0,-1 0 1 0 0,0 1-1 0 0,1-1 1 0 0,-1 0 0 0 0,0 0-1 0 0,1 1 1 0 0,-1-1-1 0 0,0 0 1 0 0,0-1 0 0 0,8-34-48 0 0,-4 15 20 0 0,9-21 57 0 0,22-51 0 0 0,-27 77-29 0 0,0 0-1 0 0,0 1 1 0 0,2-1-1 0 0,0 2 1 0 0,1-1-1 0 0,13-13 1 0 0,-23 26 0 0 0,0 1 0 0 0,1-1 0 0 0,-1 1-1 0 0,1 0 1 0 0,-1-1 0 0 0,1 1 0 0 0,0 0 0 0 0,-1 0 0 0 0,1 0 0 0 0,0 0-1 0 0,0 0 1 0 0,0 0 0 0 0,-1 0 0 0 0,1 1 0 0 0,0-1 0 0 0,0 1-1 0 0,0-1 1 0 0,0 1 0 0 0,0 0 0 0 0,0 0 0 0 0,0 0 0 0 0,0 0 0 0 0,0 0-1 0 0,0 0 1 0 0,0 1 0 0 0,0-1 0 0 0,3 2 0 0 0,-1 0-4 0 0,0 0-1 0 0,0 1 1 0 0,-1 0 0 0 0,1 0 0 0 0,-1 0 0 0 0,0 0-1 0 0,0 0 1 0 0,0 1 0 0 0,0 0 0 0 0,-1-1 0 0 0,4 6-1 0 0,7 12-334 0 0,1 0-1 0 0,2-2 0 0 0,0 1 0 0 0,26 23 1 0 0,-26-29-2735 0 0,1-1 0 0 0,38 23 1 0 0,-37-26-2325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119 138 1376 0 0,'-18'10'441'0'0,"-1"0"0"0"0,-20 17 0 0 0,31-20 874 0 0,0 0-1 0 0,0 0 0 0 0,-11 21 5852 0 0,20-28-7062 0 0,16-2 2010 0 0,20-10-776 0 0,-37 12-1328 0 0,77-28 1761 0 0,1 4-1 0 0,134-23 0 0 0,-44 27-1412 0 0,245 4-1 0 0,23-1-216 0 0,-346 12-380 0 0,37-5 803 0 0,-111 8-1471 0 0,1-1 1 0 0,0-1-1 0 0,-1-1 1 0 0,0-1-1 0 0,21-9 1 0 0,-30 12-1482 0 0,0 1 0 0 0,0 0 0 0 0,0 0 1 0 0,13-1-1 0 0,-7 0 1252 0 0,1 0 889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3681 0 0,'0'-1'212'0'0,"-1"0"0"0"0,1 0 0 0 0,0 0 0 0 0,-1 0 0 0 0,1 0 0 0 0,-1 0 0 0 0,1 0 1 0 0,-1 0-1 0 0,1 0 0 0 0,-1 0 0 0 0,0 1 0 0 0,0-1 0 0 0,1 0 0 0 0,-1 0 0 0 0,0 1 0 0 0,0-1 0 0 0,0 0 1 0 0,0 1-1 0 0,1-1 0 0 0,-1 1 0 0 0,0-1 0 0 0,0 1 0 0 0,-2-1 0 0 0,2 1-130 0 0,1 0-1 0 0,-1-1 1 0 0,1 1-1 0 0,-1 0 1 0 0,1 0-1 0 0,-1 0 1 0 0,1 0-1 0 0,-1 0 1 0 0,1 0 0 0 0,-1 0-1 0 0,1 0 1 0 0,-1 0-1 0 0,1 0 1 0 0,0 0-1 0 0,-1 0 1 0 0,1 1-1 0 0,-1-1 1 0 0,1 0-1 0 0,-1 0 1 0 0,1 0 0 0 0,-1 1-1 0 0,1-1 1 0 0,-1 0-1 0 0,1 0 1 0 0,0 1-1 0 0,-1-1 1 0 0,1 0-1 0 0,0 1 1 0 0,-1-1-1 0 0,1 1 1 0 0,0-1 0 0 0,-1 0-1 0 0,1 1 1 0 0,0-1-1 0 0,0 1 1 0 0,-1-1-1 0 0,1 1 1 0 0,0-1-1 0 0,0 1 1 0 0,0-1-1 0 0,0 1 1 0 0,0-1-1 0 0,0 1 1 0 0,0-1 0 0 0,0 1-1 0 0,0-1 1 0 0,0 1-1 0 0,0-1 1 0 0,0 1-1 0 0,0-1 1 0 0,0 1-1 0 0,0-1 1 0 0,0 0-1 0 0,1 1 1 0 0,-1 0 0 0 0,10 101 2980 0 0,-3 111 1 0 0,4 61-2250 0 0,40 66-268 0 0,-5-53 138 0 0,-36-197-332 0 0,-2 111-1 0 0,-9-133-205 0 0,3 200 46 0 0,2-227-124 0 0,1-1 0 0 0,1 0 0 0 0,3-1 0 0 0,20 62 0 0 0,-7-45 55 0 0,-10-30-25 0 0,-2 0 0 0 0,0 1 0 0 0,-2 0 1 0 0,-2 1-1 0 0,6 41 0 0 0,-12-59-63 0 0,-1 0 0 0 0,-1 1 0 0 0,0-1 0 0 0,0 0 0 0 0,-1 0 0 0 0,-1 0 0 0 0,1 0 0 0 0,-1 0 0 0 0,-1-1 0 0 0,0 1 0 0 0,-7 9 0 0 0,8-15-116 0 0,5-6-835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0,'14'6'11941'0'0,"-2"28"-10023"0"0,-7-18-1270 0 0,0 0 0 0 0,1 0 0 0 0,1-1 0 0 0,16 26 0 0 0,-11-22-636 0 0,0 1 0 0 0,-2 0 0 0 0,0 1-1 0 0,-1 0 1 0 0,-1 0 0 0 0,-1 1 0 0 0,5 24-1 0 0,16 160 1008 0 0,-26-179-731 0 0,7 7 148 0 0,-1 6 109 0 0,-8-39-598 0 0,0-2 27 0 0,0 1 1 0 0,0 0-1 0 0,0 0 1 0 0,0 0-1 0 0,0-1 1 0 0,0 1-1 0 0,0 0 1 0 0,-1 0-1 0 0,1-1 1 0 0,0 1-1 0 0,0 0 1 0 0,0 0-1 0 0,0 0 1 0 0,-1 0-1 0 0,1-1 1 0 0,0 1-1 0 0,0 0 1 0 0,0 0-1 0 0,-1 0 1 0 0,1 0-1 0 0,0 0 1 0 0,0 0-1 0 0,-1 0 1 0 0,1-1-1 0 0,0 1 1 0 0,0 0-1 0 0,-1 0 1 0 0,1 0-1 0 0,0 0 1 0 0,0 0-1 0 0,-1 0 1 0 0,1 0-1 0 0,0 0 1 0 0,-1 0-1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268 150 1840 0 0,'-160'15'3692'0'0,"53"-13"8506"0"0,139 0-9764 0 0,123 8-1499 0 0,0-7 0 0 0,174-20 0 0 0,-262 11-812 0 0,55-6 266 0 0,209-46 0 0 0,-291 47-341 0 0,48-14-3 0 0,1 5-1 0 0,103-11 1 0 0,-189 30-226 0 0,22 1-287 0 0,-24 0 293 0 0,0 0 0 0 0,1 0-1 0 0,-1 0 1 0 0,0 0 0 0 0,0 0-1 0 0,0 0 1 0 0,0 1 0 0 0,0-1-1 0 0,-1 0 1 0 0,1 1 0 0 0,0-1 0 0 0,0 1-1 0 0,0-1 1 0 0,0 1 0 0 0,0-1-1 0 0,0 1 1 0 0,-1 0 0 0 0,1-1-1 0 0,0 1 1 0 0,1 1 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44 920 0 0,'-7'-4'12104'0'0,"12"5"-10657"0"0,19-2 26 0 0,0-1-1 0 0,-1 0 1 0 0,1-2 0 0 0,26-7-1 0 0,-28 5-1570 0 0,0 1-1 0 0,1 1 0 0 0,-1 1 0 0 0,1 1 1 0 0,39 2-1 0 0,-57 0-294 0 0,-1 1 0 0 0,1 0 0 0 0,0 0 0 0 0,-1 1-1 0 0,1-1 1 0 0,-1 1 0 0 0,5 2 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0 3225 0 0,'6'19'11066'0'0,"-7"-18"-10782"0"0,-9 26 2635 0 0,5-14-2443 0 0,-1 1-1 0 0,2-1 1 0 0,0 1-1 0 0,0 0 1 0 0,2 0 0 0 0,-1 0-1 0 0,2 0 1 0 0,0 20-1 0 0,2 15-394 0 0,9 54 1 0 0,0-7 444 0 0,-3 68-614 0 0,-8 1-1 0 0,-29 217 0 0 0,23-314-82 0 0,4 118 0 0 0,21 68-68 0 0,-16-228 254 0 0,3 93 391 0 0,-15 178 0 0 0,2-183-389 0 0,13 209 0 0 0,57 161-10 0 0,-42-375-35 0 0,6-1 0 0 0,52 145-1 0 0,-48-176-62 0 0,157 393-1898 0 0,-186-468 1988 0 0,19 44-156 0 0,48 83 0 0 0,-67-128 165 0 0,0 1 0 0 0,0 0-1 0 0,0 0 1 0 0,0-1-1 0 0,0 1 1 0 0,1 0 0 0 0,-1-1-1 0 0,1 1 1 0 0,-1-1 0 0 0,1 0-1 0 0,-1 1 1 0 0,1-1 0 0 0,0 0-1 0 0,-1 0 1 0 0,1 0-1 0 0,0 0 1 0 0,0-1 0 0 0,0 1-1 0 0,0 0 1 0 0,0-1 0 0 0,0 1-1 0 0,0-1 1 0 0,0 0-1 0 0,0 1 1 0 0,0-1 0 0 0,0 0-1 0 0,0 0 1 0 0,0-1 0 0 0,0 1-1 0 0,0 0 1 0 0,0-1 0 0 0,0 1-1 0 0,0-1 1 0 0,0 1-1 0 0,0-1 1 0 0,-1 0 0 0 0,5-2-1 0 0,-3 1 62 0 0,0-1-1 0 0,-1 1 1 0 0,1-1-1 0 0,0 0 1 0 0,-1 0-1 0 0,1 1 1 0 0,-1-2-1 0 0,0 1 1 0 0,0 0-1 0 0,0 0 1 0 0,-1-1-1 0 0,1 1 1 0 0,-1-1 0 0 0,0 1-1 0 0,0-1 1 0 0,0 0-1 0 0,0 0 1 0 0,-1 1-1 0 0,1-7 1 0 0,-9-21 488 0 0,1 20-225 0 0,6 11-329 0 0,1 0 1 0 0,0 0 0 0 0,-1 0 0 0 0,1 0-1 0 0,0 0 1 0 0,0 0 0 0 0,-1 0 0 0 0,1 0 0 0 0,0 0-1 0 0,-1 0 1 0 0,1 0 0 0 0,0 0 0 0 0,-1 0-1 0 0,1 1 1 0 0,0-1 0 0 0,0 0 0 0 0,-1 0 0 0 0,1 0-1 0 0,0 0 1 0 0,0 0 0 0 0,-1 1 0 0 0,1-1-1 0 0,0 0 1 0 0,0 0 0 0 0,-1 0 0 0 0,1 1 0 0 0,0-1-1 0 0,0 0 1 0 0,0 0 0 0 0,0 1 0 0 0,-1-1-1 0 0,1 0 1 0 0,0 1 0 0 0,0-1 0 0 0,0 0 0 0 0,0 0-1 0 0,0 1 1 0 0,0-1 0 0 0,-1 2 508 0 0,1 1-499 0 0,-1 0 1 0 0,0-1-1 0 0,-1 1 1 0 0,1 0-1 0 0,0-1 1 0 0,-1 1-1 0 0,1-1 1 0 0,-1 1-1 0 0,0-1 1 0 0,0 0-1 0 0,0 0 1 0 0,0 0-1 0 0,0 0 1 0 0,-1 0-1 0 0,1 0 1 0 0,-1 0-1 0 0,1-1 1 0 0,-4 2-1 0 0,2 0 12 0 0,-1 0 0 0 0,0 0 0 0 0,-1-1 0 0 0,1 0-1 0 0,0 0 1 0 0,-1 0 0 0 0,1 0 0 0 0,-11 1 0 0 0,0-4 24 0 0,0-1-1 0 0,1 0 1 0 0,-21-7 0 0 0,-24-3 92 0 0,39 9-129 0 0,1-2-1 0 0,0 0 1 0 0,1-1-1 0 0,-1-1 1 0 0,1-1 0 0 0,1-1-1 0 0,-20-12 1 0 0,28 16-12 0 0,-6-3-39 0 0,0 2 0 0 0,0 0 0 0 0,0 1 0 0 0,0 0 0 0 0,-1 2 0 0 0,-26-3 0 0 0,-107 1 21 0 0,41 3 69 0 0,44-6-7 0 0,-100-23-1 0 0,-27-5-130 0 0,157 34 41 0 0,-37 2 0 0 0,44 1-24 0 0,0-1 0 0 0,-46-6 0 0 0,68 4-106 0 0,0 1 0 0 0,1-1 0 0 0,-1-1 0 0 0,1 1 0 0 0,0-1 0 0 0,0 0 1 0 0,0 0-1 0 0,-8-6 0 0 0,-1-2-3389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803 336 6449 0 0,'-1'0'93'0'0,"1"-1"0"0"0,-1 1-1 0 0,0-1 1 0 0,1 1-1 0 0,-1-1 1 0 0,0 1-1 0 0,1-1 1 0 0,-1 1 0 0 0,0-1-1 0 0,1 1 1 0 0,-1 0-1 0 0,0 0 1 0 0,0-1-1 0 0,0 1 1 0 0,1 0 0 0 0,-1 0-1 0 0,0 0 1 0 0,0 0-1 0 0,0 0 1 0 0,1 0-1 0 0,-1 0 1 0 0,0 0 0 0 0,-1 0-1 0 0,1 1-67 0 0,0-1 1 0 0,0 0-1 0 0,0 0 0 0 0,0 0 0 0 0,0 0 1 0 0,0 0-1 0 0,0 0 0 0 0,0 0 0 0 0,0 0 1 0 0,0 0-1 0 0,0 0 0 0 0,0-1 0 0 0,1 1 1 0 0,-1 0-1 0 0,0-1 0 0 0,0 1 0 0 0,0 0 1 0 0,0-1-1 0 0,0 1 0 0 0,1-1 0 0 0,-1 0 1 0 0,0 1-1 0 0,0-1 0 0 0,1 0 0 0 0,-1 1 1 0 0,1-1-1 0 0,-2-1 0 0 0,2 1 98 0 0,0 0-1 0 0,0 0 1 0 0,0 0-1 0 0,0 0 1 0 0,-1 0 0 0 0,1 0-1 0 0,0 0 1 0 0,0 0-1 0 0,-1 1 1 0 0,1-1-1 0 0,-1 0 1 0 0,1 0 0 0 0,-1 0-1 0 0,1 0 1 0 0,-1 1-1 0 0,1-1 1 0 0,-1 0 0 0 0,0 1-1 0 0,1-1 1 0 0,-1 0-1 0 0,0 1 1 0 0,0-1-1 0 0,1 1 1 0 0,-2-1 0 0 0,-1-1 65 0 0,0 1 0 0 0,0 0 0 0 0,0 1 1 0 0,0-1-1 0 0,0 0 0 0 0,0 1 1 0 0,-5-1-1 0 0,-3 1 216 0 0,1 0 0 0 0,-1 1 0 0 0,-15 4 0 0 0,5-1-82 0 0,0 0 0 0 0,1-1 0 0 0,-2-1 0 0 0,1-1 0 0 0,0-1 1 0 0,-28-4-1 0 0,49 4-294 0 0,-1 0 1 0 0,1 0-1 0 0,0 0 1 0 0,0 0-1 0 0,-1 0 1 0 0,1-1-1 0 0,0 1 1 0 0,-1 0-1 0 0,1 0 1 0 0,0 0 0 0 0,0-1-1 0 0,-1 1 1 0 0,1 0-1 0 0,0-1 1 0 0,0 1-1 0 0,0 0 1 0 0,-1 0-1 0 0,1-1 1 0 0,0 1-1 0 0,0 0 1 0 0,0-1-1 0 0,0 1 1 0 0,0 0-1 0 0,0-1 1 0 0,0 1-1 0 0,0 0 1 0 0,0-1-1 0 0,0 1 1 0 0,0 0-1 0 0,0-1 1 0 0,0 1-1 0 0,0 0 1 0 0,0-1 0 0 0,0 1-1 0 0,0 0 1 0 0,0-1-1 0 0,0 1 1 0 0,0 0-1 0 0,0-1 1 0 0,1 1-1 0 0,8-22 829 0 0,0-3 29 0 0,-10 22-844 0 0,1 1 1 0 0,-1-1-1 0 0,1 0 0 0 0,-1 1 0 0 0,0-1 0 0 0,0 0 0 0 0,-1 1 0 0 0,1-1 0 0 0,0 1 0 0 0,-1 0 0 0 0,0-1 0 0 0,1 1 0 0 0,-1 0 0 0 0,0 0 0 0 0,-2-2 0 0 0,-37-30 327 0 0,32 28-273 0 0,-24-20 212 0 0,-47-34 118 0 0,70 54-417 0 0,0 0 1 0 0,0 0-1 0 0,-1 2 0 0 0,0-1 0 0 0,0 1 1 0 0,-15-4-1 0 0,6 6 43 0 0,1 0 1 0 0,-29 1-1 0 0,35 1-18 0 0,0 1 1 0 0,0-2-1 0 0,1 0 0 0 0,-1-1 1 0 0,0 0-1 0 0,0 0 1 0 0,-19-8-1 0 0,31 10-84 0 0,0 0-1 0 0,1 0 1 0 0,-1 0 0 0 0,0-1 0 0 0,1 1-1 0 0,-1 0 1 0 0,0 0 0 0 0,1-1-1 0 0,-1 1 1 0 0,0 0 0 0 0,1-1 0 0 0,-1 1-1 0 0,1 0 1 0 0,-1-1 0 0 0,1 1-1 0 0,-1-1 1 0 0,1 1 0 0 0,-1-1 0 0 0,1 1-1 0 0,-1-1 1 0 0,1 0 0 0 0,-1 1-1 0 0,1-1 1 0 0,0 1 0 0 0,0-1 0 0 0,-1 0-1 0 0,1 1 1 0 0,0-1 0 0 0,0 0-1 0 0,0 0 1 0 0,-1 1 0 0 0,1-1 0 0 0,0 0-1 0 0,0 1 1 0 0,0-1 0 0 0,0 0-1 0 0,0 1 1 0 0,1-1 0 0 0,-1 0 0 0 0,0 0-1 0 0,0 1 1 0 0,0-1 0 0 0,1 0-1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10 286 456 0 0,'-5'-18'4867'0'0,"1"-5"2991"0"0,11 6-8308 0 0,22-19 2425 0 0,56-53 0 0 0,-70 75-1607 0 0,0 1 0 0 0,1 1 0 0 0,1 1 0 0 0,-1 0 0 0 0,2 1 0 0 0,26-11 0 0 0,-40 19-320 0 0,0 0 0 0 0,0 1 0 0 0,0-1 0 0 0,1 1 0 0 0,-1 0 0 0 0,1 1-1 0 0,-1-1 1 0 0,0 1 0 0 0,1 0 0 0 0,-1 0 0 0 0,1 0 0 0 0,-1 0-1 0 0,1 1 1 0 0,-1 0 0 0 0,0 0 0 0 0,1 0 0 0 0,-1 0 0 0 0,0 1-1 0 0,0 0 1 0 0,0 0 0 0 0,0 0 0 0 0,0 0 0 0 0,0 0 0 0 0,-1 1 0 0 0,1 0-1 0 0,-1 0 1 0 0,0 0 0 0 0,0 0 0 0 0,0 0 0 0 0,0 1 0 0 0,0-1-1 0 0,-1 1 1 0 0,1 0 0 0 0,-1-1 0 0 0,0 1 0 0 0,0 0 0 0 0,-1 1 0 0 0,1-1-1 0 0,-1 0 1 0 0,0 0 0 0 0,0 1 0 0 0,0-1 0 0 0,0 1 0 0 0,-1-1-1 0 0,0 0 1 0 0,0 1 0 0 0,-1 7 0 0 0,-1 3 55 0 0,0 0 0 0 0,-1-1 0 0 0,-1 0-1 0 0,-8 21 1 0 0,7-21-30 0 0,0 1 0 0 0,1 0 0 0 0,-4 28-1 0 0,8-42-72 0 0,0 1 0 0 0,0 0 0 0 0,0 0 0 0 0,0-1 0 0 0,1 1 0 0 0,-1 0 0 0 0,1-1 0 0 0,-1 1 0 0 0,1 0 0 0 0,-1-1 0 0 0,1 1 0 0 0,0-1 0 0 0,0 1 0 0 0,0-1 0 0 0,0 1 0 0 0,0-1 0 0 0,0 0 0 0 0,0 1 0 0 0,0-1 0 0 0,1 0 0 0 0,-1 0-1 0 0,0 0 1 0 0,1 0 0 0 0,-1 0 0 0 0,1 0 0 0 0,-1 0 0 0 0,1 0 0 0 0,-1-1 0 0 0,1 1 0 0 0,0-1 0 0 0,3 1 0 0 0,6 2-6 0 0,0-1 1 0 0,1 0-1 0 0,21 0 1 0 0,-15-1 2 0 0,-5 0-8 0 0,-1 0 1 0 0,1 1 0 0 0,0 1 0 0 0,-1 0-1 0 0,1 1 1 0 0,20 9 0 0 0,-27-9 4 0 0,1 0 1 0 0,0 0-1 0 0,-1 1 1 0 0,0-1-1 0 0,0 2 1 0 0,0-1-1 0 0,-1 0 0 0 0,1 1 1 0 0,-1 0-1 0 0,-1 1 1 0 0,1-1-1 0 0,5 12 1 0 0,-7-12 4 0 0,0 1 0 0 0,0 1 0 0 0,0-1 0 0 0,-1 0 0 0 0,0 0 0 0 0,0 1 0 0 0,-1-1 0 0 0,0 1 0 0 0,-1 0 0 0 0,1-1 0 0 0,-1 1 0 0 0,-1 0 0 0 0,-1 9 0 0 0,0-6 48 0 0,-1 1 0 0 0,-1-1 0 0 0,0 0 0 0 0,0 0 1 0 0,-1 0-1 0 0,-1 0 0 0 0,-11 16 0 0 0,-6 3-157 0 0,-1-2 1 0 0,-1-1-1 0 0,-1-1 0 0 0,-42 32 0 0 0,59-50-1682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0 504 6449 0 0,'23'-4'3925'0'0,"52"-19"3001"0"0,-57 16-6258 0 0,0 1-1 0 0,0 1 1 0 0,1 0 0 0 0,0 2-1 0 0,36-3 1 0 0,-55 6-666 0 0,1 0-1 0 0,0-1 1 0 0,-1 1-1 0 0,1 0 1 0 0,0 0 0 0 0,-1 0-1 0 0,1 0 1 0 0,-1-1-1 0 0,1 1 1 0 0,-1 0 0 0 0,1-1-1 0 0,-1 1 1 0 0,1 0 0 0 0,-1-1-1 0 0,1 1 1 0 0,-1 0-1 0 0,1-1 1 0 0,-1 1 0 0 0,1-1-1 0 0,-1 1 1 0 0,0-1-1 0 0,1 1 1 0 0,-1-1 0 0 0,0 1-1 0 0,0-1 1 0 0,1 0 0 0 0,-1 1-1 0 0,0-1 1 0 0,0 0-1 0 0,3-27 91 0 0,-14-38 67 0 0,9 56-151 0 0,-3-13 106 0 0,2 0 0 0 0,0-1 0 0 0,1 1 0 0 0,3-40 0 0 0,-1 56-84 0 0,1 0 0 0 0,0 0 1 0 0,0-1-1 0 0,1 1 0 0 0,0 0 1 0 0,0 0-1 0 0,1 1 0 0 0,-1-1 0 0 0,2 0 1 0 0,-1 1-1 0 0,1 0 0 0 0,0-1 1 0 0,0 2-1 0 0,1-1 0 0 0,-1 0 1 0 0,1 1-1 0 0,0 0 0 0 0,1 0 1 0 0,8-6-1 0 0,1 4 14 0 0,1 0 0 0 0,0 2 0 0 0,0-1 0 0 0,0 2 0 0 0,1 0 0 0 0,31-3 0 0 0,-45 7-40 0 0,0-1 1 0 0,0 1-1 0 0,-1 0 0 0 0,1 0 1 0 0,0 1-1 0 0,-1-1 0 0 0,1 0 1 0 0,0 1-1 0 0,-1 0 0 0 0,1-1 1 0 0,0 1-1 0 0,-1 0 0 0 0,1 1 0 0 0,-1-1 1 0 0,0 0-1 0 0,1 1 0 0 0,-1-1 1 0 0,0 1-1 0 0,0 0 0 0 0,0-1 1 0 0,0 1-1 0 0,0 0 0 0 0,0 0 1 0 0,-1 0-1 0 0,1 1 0 0 0,-1-1 1 0 0,1 0-1 0 0,-1 1 0 0 0,0-1 1 0 0,0 1-1 0 0,0-1 0 0 0,0 1 1 0 0,1 4-1 0 0,2 10-13 0 0,-1 0 0 0 0,-1 1-1 0 0,0-1 1 0 0,-2 23 0 0 0,1-10-20 0 0,0-2-15 0 0,0-8 0 0 0,4 38 1 0 0,-4-54 44 0 0,0 0 0 0 0,0 0-1 0 0,0 0 1 0 0,0 0 0 0 0,0 0 0 0 0,1 0-1 0 0,0 0 1 0 0,0-1 0 0 0,0 1 0 0 0,0-1-1 0 0,0 1 1 0 0,1-1 0 0 0,0 0 0 0 0,-1 0-1 0 0,5 4 1 0 0,-4-6 23 0 0,0 0-1 0 0,0 0 0 0 0,0 0 1 0 0,-1 0-1 0 0,1 0 1 0 0,0 0-1 0 0,0-1 0 0 0,0 0 1 0 0,0 1-1 0 0,0-1 1 0 0,0 0-1 0 0,0 0 0 0 0,0-1 1 0 0,0 1-1 0 0,0-1 1 0 0,0 0-1 0 0,0 1 0 0 0,0-1 1 0 0,0 0-1 0 0,0-1 1 0 0,0 1-1 0 0,-1 0 0 0 0,3-3 1 0 0,10-4 90 0 0,0-2 1 0 0,23-18-1 0 0,-32 23-72 0 0,73-66 137 0 0,-55 47-818 0 0,2 1 0 0 0,0 2 1 0 0,38-24-1 0 0,-43 33-7155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10594 0 0,'0'-5'1143'0'0,"0"-1"-1"0"0,0 1 0 0 0,-1-1 1 0 0,0 1-1 0 0,0-1 0 0 0,0 1 0 0 0,0 0 1 0 0,-3-6-1 0 0,15 59 1242 0 0,-3-8-2251 0 0,100 480 231 0 0,-55-227-235 0 0,-45-257-1342 0 0,2 0 1 0 0,2-1-1 0 0,1 0 0 0 0,21 39 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2385 0 0,'0'-6'528'0'0,"0"-1"0"0"0,0 1 0 0 0,0-1 0 0 0,1 1 0 0 0,0-1 1 0 0,0 1-1 0 0,0 0 0 0 0,1 0 0 0 0,0-1 0 0 0,0 1 1 0 0,1 0-1 0 0,-1 1 0 0 0,5-8 0 0 0,2-2 1429 0 0,1 0 0 0 0,0 0 1 0 0,20-20-1 0 0,-20 24-1390 0 0,1 0 0 0 0,1 1 0 0 0,0 1-1 0 0,0 0 1 0 0,14-8 0 0 0,-20 14-507 0 0,-1 0-1 0 0,0 1 0 0 0,1-1 1 0 0,0 1-1 0 0,-1 0 1 0 0,1 0-1 0 0,0 1 0 0 0,0 0 1 0 0,0 0-1 0 0,0 0 0 0 0,0 1 1 0 0,0 0-1 0 0,1 0 1 0 0,-1 0-1 0 0,8 2 0 0 0,-11 0-56 0 0,0-1 0 0 0,0 1 0 0 0,-1 0 0 0 0,1 0 0 0 0,0 0 0 0 0,-1 0-1 0 0,1 0 1 0 0,-1 0 0 0 0,0 1 0 0 0,1-1 0 0 0,-1 1 0 0 0,0 0 0 0 0,-1-1-1 0 0,1 1 1 0 0,0 0 0 0 0,-1 0 0 0 0,0 0 0 0 0,1 0 0 0 0,-1 1 0 0 0,-1-1-1 0 0,1 0 1 0 0,0 0 0 0 0,-1 1 0 0 0,1 5 0 0 0,1 9-52 0 0,-1 0-1 0 0,-1 0 1 0 0,-2 19 0 0 0,-3-3-224 0 0,0-1 0 0 0,-18 53 0 0 0,12-46 249 0 0,-8 47 0 0 0,19-86 66 0 0,-1 0 0 0 0,1 1 0 0 0,0-1 0 0 0,-1 0 0 0 0,1 1 0 0 0,0-1 0 0 0,0 1 0 0 0,0-1 0 0 0,0 0 0 0 0,0 1 0 0 0,0-1 0 0 0,0 0 0 0 0,1 1-1 0 0,-1-1 1 0 0,0 1 0 0 0,1-1 0 0 0,-1 0 0 0 0,1 0 0 0 0,-1 1 0 0 0,1-1 0 0 0,0 0 0 0 0,0 0 0 0 0,-1 0 0 0 0,1 0 0 0 0,0 0 0 0 0,0 0 0 0 0,0 0 0 0 0,0 0 0 0 0,0 0 0 0 0,0 0 0 0 0,2 1 0 0 0,1-2 12 0 0,-1 1 0 0 0,1-1-1 0 0,0 1 1 0 0,-1-1 0 0 0,1 0 0 0 0,-1-1 0 0 0,1 1 0 0 0,0-1 0 0 0,-1 1 0 0 0,1-1 0 0 0,4-2 0 0 0,57-19-98 0 0,14-3-1315 0 0,-25 17-5282 0 0,-33 7 210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0,'1'0'288'0'0,"1"0"-288"0"0,0 0 0 0 0,0 0-112 0 0,-1 0-80 0 0,3 0-8 0 0,1 0-8 0 0,0 2 208 0 0,2 0-64 0 0,2 0 64 0 0,-2 1 0 0 0,-2-1 0 0 0,1-2-72 0 0,-3 0 72 0 0,-1 0 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130 224 6449 0 0,'-3'-3'233'0'0,"-1"0"1"0"0,1 0-1 0 0,-1 0 0 0 0,0 0 0 0 0,0 1 0 0 0,-1 0 0 0 0,1 0 0 0 0,0 0 0 0 0,-1 0 0 0 0,1 1 1 0 0,-10-2-1 0 0,-1 1 2392 0 0,-1 0 1 0 0,-25 4 2582 0 0,41-2-5141 0 0,0 0 1 0 0,0 1 0 0 0,0-1-1 0 0,1 2 813 0 0,-1-2-812 0 0,8 13 1180 0 0,14 9-740 0 0,137 119 273 0 0,-140-125-763 0 0,0-2-1 0 0,0 0 1 0 0,1-1 0 0 0,1-1-1 0 0,1-1 1 0 0,-1 0 0 0 0,35 10-1 0 0,-54-25 110 0 0,0 1 0 0 0,0-1 0 0 0,0 0 0 0 0,0 0-1 0 0,-1 0 1 0 0,0 1 0 0 0,0-1 0 0 0,2-8 0 0 0,-3 10-76 0 0,22-106 833 0 0,13-49 580 0 0,-10 82-3701 0 0,10 3-3834 0 0,-18 44-2026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7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353 648 3681 0 0,'-195'34'746'0'0,"52"-7"-380"0"0,143-26-349 0 0,-1-1 0 0 0,1 0 0 0 0,0 0 0 0 0,-1 1 0 0 0,1-1 0 0 0,-1 0 0 0 0,1 0 0 0 0,0 0 0 0 0,-1 0 0 0 0,1 0 0 0 0,-1 1 0 0 0,1-1 0 0 0,0 0 0 0 0,-1 0 0 0 0,1 0 0 0 0,-1 0 0 0 0,1 0 0 0 0,0 0 0 0 0,-1 0 0 0 0,1 0 1 0 0,-1-1-1 0 0,1 1 0 0 0,-1 0 0 0 0,1 0 0 0 0,0 0 0 0 0,-1 0 0 0 0,1-1 0 0 0,0 1 0 0 0,-1 0 0 0 0,1 0 0 0 0,0-1 0 0 0,-1 1 0 0 0,1 0 0 0 0,0 0 0 0 0,-1-1 0 0 0,1 1 0 0 0,0 0 0 0 0,0-1 0 0 0,-1 0 0 0 0,14-13 366 0 0,28-12-64 0 0,11 0-125 0 0,2 2 0 0 0,0 2 0 0 0,71-17 0 0 0,174-27 1991 0 0,-207 49-1592 0 0,33-12-28 0 0,187-70 1 0 0,113-74 763 0 0,-257 102-1156 0 0,-110 46-173 0 0,-29 11 0 0 0,1 1 0 0 0,1 1 0 0 0,0 2 0 0 0,0 1 0 0 0,47-7 0 0 0,-76 16 2 0 0,1-1 0 0 0,-1 1 1 0 0,0 0-1 0 0,1 0 0 0 0,-1 0 1 0 0,1 1-1 0 0,-1-1 0 0 0,0 0 1 0 0,0 1-1 0 0,1 0 0 0 0,1 0 1 0 0,-3 0-1 0 0,-1-1 1 0 0,1 0-1 0 0,-1 1 0 0 0,1-1 1 0 0,-1 1-1 0 0,1-1 1 0 0,-1 1-1 0 0,1-1 1 0 0,-1 0-1 0 0,0 1 1 0 0,1 0-1 0 0,-1-1 0 0 0,0 1 1 0 0,1-1-1 0 0,-1 1 1 0 0,0-1-1 0 0,0 1 1 0 0,1 0-1 0 0,-1-1 1 0 0,0 1-1 0 0,0-1 0 0 0,0 1 1 0 0,0 0-1 0 0,0-1 1 0 0,0 1-1 0 0,0 0 1 0 0,-1 3 7 0 0,0-1 1 0 0,0 0 0 0 0,-1 1-1 0 0,1-1 1 0 0,-1 0-1 0 0,0 0 1 0 0,0 0 0 0 0,0 0-1 0 0,0 0 1 0 0,-1 0-1 0 0,1-1 1 0 0,-4 4 0 0 0,-65 54 586 0 0,-3-3-1 0 0,-141 82 1 0 0,203-131-618 0 0,-99 53-297 0 0,-145 58 1 0 0,42-22-129 0 0,-198 112 630 0 0,18 30 296 0 0,363-219-421 0 0,16-11-50 0 0,1 0 0 0 0,1 1 0 0 0,-14 12 0 0 0,27-22-4 0 0,0 0 0 0 0,0 1 0 0 0,0-1 1 0 0,0 0-1 0 0,0 0 0 0 0,0 0 0 0 0,0 0 1 0 0,-1 0-1 0 0,1 0 0 0 0,0 0 0 0 0,0 0 1 0 0,0 0-1 0 0,0 0 0 0 0,0 0 0 0 0,0 1 1 0 0,0-1-1 0 0,0 0 0 0 0,0 0 0 0 0,0 0 0 0 0,0 0 1 0 0,0 0-1 0 0,0 0 0 0 0,0 0 0 0 0,0 0 1 0 0,0 1-1 0 0,0-1 0 0 0,0 0 0 0 0,0 0 1 0 0,0 0-1 0 0,0 0 0 0 0,0 0 0 0 0,0 0 1 0 0,0 0-1 0 0,0 0 0 0 0,0 0 0 0 0,0 1 1 0 0,1-1-1 0 0,-1 0 0 0 0,0 0 0 0 0,0 0 1 0 0,0 0-1 0 0,0 0 0 0 0,0 0 0 0 0,0 0 1 0 0,0 0-1 0 0,0 0 0 0 0,0 0 0 0 0,0 0 0 0 0,0 0 1 0 0,1 0-1 0 0,-1 0 0 0 0,0 0 0 0 0,0 0 1 0 0,0 0-1 0 0,0 0 0 0 0,0 0 0 0 0,0 0 1 0 0,0 0-1 0 0,0 0 0 0 0,0 0 0 0 0,1 0 1 0 0,-1 0-1 0 0,0 0 0 0 0,0 0 0 0 0,13 1 172 0 0,12-4-197 0 0,45-14-84 0 0,102-40-1 0 0,-34 9 478 0 0,857-223 831 0 0,-904 247-1212 0 0,-31 7-11 0 0,0 3 1 0 0,90-11-1 0 0,-140 24 17 0 0,0 1 1 0 0,0-1-1 0 0,0 2 0 0 0,0-1 0 0 0,-1 1 0 0 0,1 1 0 0 0,0 0 0 0 0,9 3 0 0 0,-18-5-5 0 0,-1 0 1 0 0,1 1-1 0 0,0-1 1 0 0,-1 0-1 0 0,1 1 0 0 0,0-1 1 0 0,-1 0-1 0 0,1 1 0 0 0,-1-1 1 0 0,1 1-1 0 0,-1-1 1 0 0,1 1-1 0 0,-1-1 0 0 0,1 1 1 0 0,-1-1-1 0 0,1 1 0 0 0,-1 0 1 0 0,0-1-1 0 0,1 1 1 0 0,-1 0-1 0 0,0-1 0 0 0,0 1 1 0 0,1 0-1 0 0,-1-1 1 0 0,0 1-1 0 0,0 0 0 0 0,0 0 1 0 0,0 0-1 0 0,0 1-4 0 0,-1 0 0 0 0,1 0-1 0 0,-1 0 1 0 0,1 0 0 0 0,-1-1 0 0 0,0 1-1 0 0,0 0 1 0 0,0 0 0 0 0,0-1 0 0 0,-2 3-1 0 0,-33 33-135 0 0,-84 59 639 0 0,-134 81 0 0 0,131-104-361 0 0,-150 64 0 0 0,37-21-151 0 0,-261 145-4842 0 0,485-255 4596 0 0,2 0-245 0 0,20-10 958 0 0,182-86 1426 0 0,-73 33-1364 0 0,2 0-26 0 0,331-137 121 0 0,-298 138-515 0 0,59-19-22 0 0,-158 59-75 0 0,107-18 0 0 0,-159 33 5 0 0,22-2-65 0 0,37-1-1 0 0,-56 4 61 0 0,0 0-1 0 0,0 0 0 0 0,-1 1 1 0 0,1 0-1 0 0,0 0 1 0 0,-1 1-1 0 0,1-1 1 0 0,-1 1-1 0 0,1 0 1 0 0,-1 0-1 0 0,0 1 1 0 0,8 5-1 0 0,-12-7 15 0 0,0 0 0 0 0,0 0-1 0 0,0 1 1 0 0,0-1 0 0 0,0 0 0 0 0,0 1 0 0 0,-1-1-1 0 0,1 0 1 0 0,0 1 0 0 0,-1-1 0 0 0,1 1-1 0 0,-1-1 1 0 0,0 1 0 0 0,1-1 0 0 0,-1 1 0 0 0,0 0-1 0 0,0-1 1 0 0,0 1 0 0 0,0-1 0 0 0,0 1-1 0 0,0-1 1 0 0,-1 1 0 0 0,1-1 0 0 0,0 1 0 0 0,-1 0-1 0 0,1-1 1 0 0,-1 0 0 0 0,0 1 0 0 0,1-1-1 0 0,-1 1 1 0 0,0-1 0 0 0,0 0 0 0 0,0 0 0 0 0,-1 2-1 0 0,-5 7 82 0 0,0-1-1 0 0,-1 0 0 0 0,-11 11 1 0 0,14-16-44 0 0,-65 60 838 0 0,-146 99 0 0 0,144-112-819 0 0,-455 288 806 0 0,217-146-466 0 0,242-153-349 0 0,43-27-279 0 0,0 1-1 0 0,2 2 1 0 0,-44 35 0 0 0,67-51 217 0 0,0 0 0 0 0,0 1 0 0 0,-1-1 0 0 0,1 0 0 0 0,0 0 0 0 0,0 0 0 0 0,0 0 0 0 0,0 0 0 0 0,0 0 0 0 0,-1 0 0 0 0,1 1 0 0 0,0-1 0 0 0,0 0 0 0 0,0 0 0 0 0,0 0 0 0 0,0 0 0 0 0,0 1 0 0 0,0-1 0 0 0,0 0 0 0 0,0 0 0 0 0,0 0 0 0 0,0 1 0 0 0,-1-1 0 0 0,1 0 0 0 0,0 0 0 0 0,0 0 0 0 0,0 0 0 0 0,0 1 0 0 0,0-1 0 0 0,1 0 0 0 0,-1 0 0 0 0,0 0 0 0 0,0 1 0 0 0,0-1 0 0 0,0 0 0 0 0,0 0 0 0 0,0 0 0 0 0,0 0 0 0 0,0 1 0 0 0,0-1 0 0 0,0 0 0 0 0,0 0 0 0 0,1 0 0 0 0,-1 1 0 0 0,11 1-23 0 0,14-3 251 0 0,28-10 329 0 0,-1-3 0 0 0,86-35-1 0 0,18-5 180 0 0,-68 31-627 0 0,1 4 0 0 0,1 4 0 0 0,160-5 0 0 0,-227 19-179 0 0,38 5 0 0 0,-56-4 63 0 0,-1 1 1 0 0,1 0-1 0 0,0 0 1 0 0,0 0-1 0 0,-1 1 1 0 0,1-1-1 0 0,0 1 1 0 0,-1 0 0 0 0,0 0-1 0 0,1 1 1 0 0,-1-1-1 0 0,0 1 1 0 0,0 0-1 0 0,6 6 1 0 0,-9-7-35 0 0,0 0 1 0 0,0 0-1 0 0,0 0 1 0 0,0 0-1 0 0,0 0 1 0 0,0 0 0 0 0,-1 0-1 0 0,1 1 1 0 0,-1-1-1 0 0,1 0 1 0 0,-1 0 0 0 0,0 1-1 0 0,0-1 1 0 0,0 0-1 0 0,0 0 1 0 0,0 1-1 0 0,-1-1 1 0 0,1 0 0 0 0,-1 0-1 0 0,1 0 1 0 0,-1 1-1 0 0,0-1 1 0 0,0 0 0 0 0,0 0-1 0 0,-2 3 1 0 0,-4 6-329 0 0,0-1 0 0 0,0 0 0 0 0,-13 13 0 0 0,13-16 274 0 0,-22 24-118 0 0,-2-1 0 0 0,-2-2 1 0 0,-67 46-1 0 0,-122 56 630 0 0,152-91-169 0 0,-225 103 774 0 0,260-126-1118 0 0,252-126-3371 0 0,-5 2 3443 0 0,-26 23 336 0 0,122-59 295 0 0,155-74 2634 0 0,-497 242-4588 0 0,0-2 94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9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58 345 6913 0 0,'-4'1'115'0'0,"0"1"0"0"0,0 0-1 0 0,1 0 1 0 0,-1 0 0 0 0,1 0-1 0 0,-1 0 1 0 0,1 1-1 0 0,0 0 1 0 0,0 0 0 0 0,0-1-1 0 0,0 2 1 0 0,1-1 0 0 0,-1 0-1 0 0,1 0 1 0 0,0 1-1 0 0,0-1 1 0 0,0 1 0 0 0,-1 4-1 0 0,3-7-65 0 0,-1 0 0 0 0,1 1 0 0 0,0-1 0 0 0,0 0-1 0 0,0 0 1 0 0,1 1 0 0 0,-1-1 0 0 0,0 0 0 0 0,0 0 0 0 0,1 1 0 0 0,-1-1-1 0 0,0 0 1 0 0,1 0 0 0 0,0 0 0 0 0,-1 0 0 0 0,1 1 0 0 0,0-1-1 0 0,-1 0 1 0 0,1 0 0 0 0,0 0 0 0 0,0-1 0 0 0,0 1 0 0 0,0 0-1 0 0,0 0 1 0 0,0 0 0 0 0,0-1 0 0 0,0 1 0 0 0,0 0 0 0 0,0-1 0 0 0,0 1-1 0 0,0-1 1 0 0,1 1 0 0 0,-1-1 0 0 0,0 0 0 0 0,0 1 0 0 0,3-1-1 0 0,48 9 1117 0 0,1-6-543 0 0,1-3 1 0 0,73-9-1 0 0,107-27 499 0 0,823-206 1469 0 0,-1053 241-2592 0 0,515-118 964 0 0,-375 100-308 0 0,254-1-1 0 0,-387 20-652 0 0,-5 0 0 0 0,0-1 0 0 0,0 1 0 0 0,-1 0 0 0 0,1 1 0 0 0,0-1 1 0 0,-1 1-1 0 0,1 0 0 0 0,0 1 0 0 0,-1 0 0 0 0,0-1 0 0 0,6 4 0 0 0,-11-5 4 0 0,0 0 0 0 0,0 0 0 0 0,1 0 0 0 0,-1 0 0 0 0,0 0 0 0 0,0 1 0 0 0,0-1 1 0 0,0 0-1 0 0,0 0 0 0 0,0 0 0 0 0,0 0 0 0 0,0 0 0 0 0,0 1 0 0 0,0-1 0 0 0,0 0 1 0 0,0 0-1 0 0,0 0 0 0 0,0 0 0 0 0,0 0 0 0 0,0 1 0 0 0,0-1 0 0 0,0 0 0 0 0,0 0 1 0 0,0 0-1 0 0,0 0 0 0 0,0 1 0 0 0,0-1 0 0 0,0 0 0 0 0,0 0 0 0 0,0 0 0 0 0,0 0 1 0 0,0 0-1 0 0,0 1 0 0 0,0-1 0 0 0,0 0 0 0 0,0 0 0 0 0,-1 0 0 0 0,1 0 0 0 0,0 0 1 0 0,0 0-1 0 0,0 0 0 0 0,0 1 0 0 0,0-1 0 0 0,0 0 0 0 0,-1 0 0 0 0,-10 7 47 0 0,-15 3-147 0 0,25-10 92 0 0,-283 80-2764 0 0,175-53 970 0 0,-158 62 0 0 0,129-23 2068 0 0,-167 107 1 0 0,163-88-10 0 0,-22 24-271 0 0,140-91 246 0 0,1 2 0 0 0,1 1 0 0 0,0 0 0 0 0,-25 36 0 0 0,28-24 321 0 0,19-33-550 0 0,-1 1 0 0 0,1-1 0 0 0,0 1 0 0 0,0 0 0 0 0,0-1 0 0 0,-1 1 0 0 0,1-1 0 0 0,0 1 1 0 0,0 0-1 0 0,0-1 0 0 0,0 1 0 0 0,0-1 0 0 0,0 1 0 0 0,0 0 0 0 0,1-1 0 0 0,-1 1 0 0 0,0-1 0 0 0,0 1 0 0 0,0 0 0 0 0,1-1 0 0 0,-1 1 0 0 0,1 0-12 0 0,0-1 0 0 0,-1 1 0 0 0,1-1 0 0 0,0 0 0 0 0,0 0 0 0 0,-1 1 0 0 0,1-1 0 0 0,0 0 0 0 0,0 0 0 0 0,0 0 0 0 0,0 0 0 0 0,-1 0-1 0 0,1 0 1 0 0,0 0 0 0 0,0 0 0 0 0,0 0 0 0 0,-1 0 0 0 0,1-1 0 0 0,0 1 0 0 0,0 0 0 0 0,1-1 0 0 0,14-5-196 0 0,0 0-1 0 0,-1-1 1 0 0,0-1 0 0 0,26-17 0 0 0,55-47-161 0 0,-60 43 219 0 0,237-168-77 0 0,-80 61 790 0 0,-162 113-453 0 0,15-12 74 0 0,1 1-1 0 0,2 3 0 0 0,1 1 0 0 0,55-22 0 0 0,-103 51-197 0 0,0 0 0 0 0,1 0 0 0 0,-1 1 0 0 0,1-1 0 0 0,-1 0 0 0 0,1 1 0 0 0,-1-1 0 0 0,1 1 0 0 0,4 0 0 0 0,-7 0 0 0 0,1 0 0 0 0,-1 0 0 0 0,0 0 0 0 0,0 1 0 0 0,1-1 1 0 0,-1 0-1 0 0,0 0 0 0 0,0 0 0 0 0,1 0 0 0 0,-1 0 1 0 0,0 1-1 0 0,0-1 0 0 0,0 0 0 0 0,1 0 0 0 0,-1 0 0 0 0,0 1 1 0 0,0-1-1 0 0,0 0 0 0 0,0 0 0 0 0,1 1 0 0 0,-1-1 1 0 0,0 0-1 0 0,0 0 0 0 0,0 1 0 0 0,0-1 0 0 0,0 0 0 0 0,0 1 1 0 0,0-1-1 0 0,0 0 0 0 0,0 0 0 0 0,0 1 0 0 0,-6 17-267 0 0,-61 91 370 0 0,-108 136 0 0 0,95-151 255 0 0,-107 100 0 0 0,67-74 75 0 0,83-82-48 0 0,-41 55 1 0 0,69-80-264 0 0,0-1 0 0 0,1 1 0 0 0,1 1 0 0 0,0 0 0 0 0,0 0 0 0 0,2 0 1 0 0,0 1-1 0 0,0 0 0 0 0,-2 17 0 0 0,6-30-127 0 0,1-1-1 0 0,0 0 1 0 0,-1 1 0 0 0,1-1-1 0 0,0 1 1 0 0,0-1-1 0 0,0 1 1 0 0,0-1 0 0 0,0 0-1 0 0,0 1 1 0 0,1-1-1 0 0,-1 1 1 0 0,0-1 0 0 0,1 1-1 0 0,-1-1 1 0 0,1 0-1 0 0,-1 1 1 0 0,1-1 0 0 0,0 0-1 0 0,0 0 1 0 0,0 0-1 0 0,-1 1 1 0 0,1-1 0 0 0,0 0-1 0 0,0 0 1 0 0,0 0 0 0 0,1 0-1 0 0,-1 0 1 0 0,0-1-1 0 0,0 1 1 0 0,0 0 0 0 0,1 0-1 0 0,-1-1 1 0 0,0 1-1 0 0,1-1 1 0 0,-1 1 0 0 0,0-1-1 0 0,1 0 1 0 0,-1 1-1 0 0,1-1 1 0 0,-1 0 0 0 0,1 0-1 0 0,-1 0 1 0 0,1 0 0 0 0,-1 0-1 0 0,0 0 1 0 0,1-1-1 0 0,2 0 1 0 0,9-1-235 0 0,0-1 1 0 0,0-1-1 0 0,-1 0 1 0 0,16-7-1 0 0,-22 9 216 0 0,42-19-57 0 0,-2-2 0 0 0,56-37 1 0 0,81-68 351 0 0,40-25 78 0 0,-216 149-337 0 0,2-2-5 0 0,1 0 0 0 0,-1 1 0 0 0,1 0 1 0 0,1 0-1 0 0,-1 1 0 0 0,1 1 0 0 0,12-3 1 0 0,-23 5-2 0 0,1 1 0 0 0,-1 0 1 0 0,1 0-1 0 0,-1 0 0 0 0,1 0 0 0 0,0-1 1 0 0,-1 1-1 0 0,1 0 0 0 0,-1 0 1 0 0,1 0-1 0 0,0 0 0 0 0,-1 1 0 0 0,1-1 1 0 0,-1 0-1 0 0,1 0 0 0 0,0 0 0 0 0,-1 0 1 0 0,1 1-1 0 0,-1-1 0 0 0,1 0 1 0 0,-1 0-1 0 0,1 1 0 0 0,-1-1 0 0 0,1 0 1 0 0,-1 1-1 0 0,1-1 0 0 0,-1 1 0 0 0,0-1 1 0 0,1 1-1 0 0,-1-1 0 0 0,1 0 1 0 0,-1 1-1 0 0,1 0 0 0 0,-1 1 2 0 0,0 0-1 0 0,0-1 1 0 0,0 1 0 0 0,-1-1-1 0 0,1 1 1 0 0,0-1-1 0 0,-1 1 1 0 0,1-1 0 0 0,-1 1-1 0 0,1-1 1 0 0,-1 1-1 0 0,-1 1 1 0 0,-29 42 32 0 0,30-43-34 0 0,-72 84 290 0 0,-151 137 1 0 0,-110 48 364 0 0,97-80-259 0 0,196-154-272 0 0,1 3 0 0 0,2 1 0 0 0,-45 64 0 0 0,78-98-107 0 0,-25 42 54 0 0,28-46-69 0 0,1 0 0 0 0,-1 0 0 0 0,1 0-1 0 0,0 1 1 0 0,0-1 0 0 0,0 0-1 0 0,1 1 1 0 0,-1-1 0 0 0,1 0-1 0 0,0 1 1 0 0,0-1 0 0 0,0 0 0 0 0,1 6-1 0 0,-1-8-23 0 0,1 0-1 0 0,-1 0 1 0 0,1 0-1 0 0,-1 0 1 0 0,1 0-1 0 0,0 0 1 0 0,-1 0-1 0 0,1 0 1 0 0,0 0-1 0 0,0 0 1 0 0,-1-1-1 0 0,1 1 1 0 0,0 0-1 0 0,0-1 1 0 0,0 1-1 0 0,0 0 1 0 0,0-1-1 0 0,0 1 1 0 0,0-1-1 0 0,0 1 1 0 0,0-1-1 0 0,0 0 1 0 0,0 0-1 0 0,1 1 1 0 0,-1-1-1 0 0,0 0 1 0 0,0 0-1 0 0,0 0 1 0 0,0 0-1 0 0,0 0 1 0 0,2-1-1 0 0,37-7-1026 0 0,8-9 387 0 0,-1-2 1 0 0,64-37-1 0 0,-38 18 302 0 0,153-76 542 0 0,234-111 662 0 0,41 37 1187 0 0,-459 175-1766 0 0,-33 9-213 0 0,0 2 1 0 0,0-1-1 0 0,1 1 1 0 0,17-1-1 0 0,-26 3-59 0 0,0 0-1 0 0,0 0 1 0 0,0 0 0 0 0,0 0-1 0 0,0 0 1 0 0,0 0 0 0 0,0 0-1 0 0,0 1 1 0 0,0-1 0 0 0,0 0-1 0 0,0 1 1 0 0,-1-1 0 0 0,1 1-1 0 0,0-1 1 0 0,0 1 0 0 0,0-1-1 0 0,0 1 1 0 0,-1-1 0 0 0,1 1-1 0 0,0 0 1 0 0,-1-1 0 0 0,2 2-1 0 0,-2 0-10 0 0,1 0 0 0 0,-1-1-1 0 0,0 1 1 0 0,0 0-1 0 0,0-1 1 0 0,0 1 0 0 0,0-1-1 0 0,0 1 1 0 0,0 0 0 0 0,0-1-1 0 0,-1 1 1 0 0,1 0-1 0 0,-1-1 1 0 0,1 1 0 0 0,-1-1-1 0 0,0 1 1 0 0,1-1-1 0 0,-3 3 1 0 0,-16 26-189 0 0,-2 0 0 0 0,0-2-1 0 0,-2-1 1 0 0,-48 45 0 0 0,39-40 67 0 0,-486 433 95 0 0,286-267 50 0 0,217-185-5 0 0,-311 281 82 0 0,232-201 288 0 0,-109 138-1 0 0,176-195 74 0 0,-43 72-1 0 0,63-95-408 0 0,1-1 0 0 0,0 2 0 0 0,1-1 0 0 0,0 1 0 0 0,1-1 0 0 0,0 1 0 0 0,1 0 0 0 0,1 1 0 0 0,-1 26 0 0 0,3-38-69 0 0,0 0 1 0 0,0 1-1 0 0,0-1 1 0 0,1 0-1 0 0,-1 1 1 0 0,1-1 0 0 0,0 0-1 0 0,0 1 1 0 0,0-1-1 0 0,0 0 1 0 0,1 0-1 0 0,-1 0 1 0 0,1 0 0 0 0,0 0-1 0 0,0-1 1 0 0,0 1-1 0 0,0 0 1 0 0,0-1-1 0 0,0 0 1 0 0,1 1 0 0 0,-1-1-1 0 0,1 0 1 0 0,0 0-1 0 0,-1 0 1 0 0,1-1-1 0 0,0 1 1 0 0,0-1 0 0 0,0 1-1 0 0,0-1 1 0 0,1 0-1 0 0,-1 0 1 0 0,0 0-1 0 0,0-1 1 0 0,5 1 0 0 0,4 0-23 0 0,0-1 0 0 0,0-1 0 0 0,0 0 0 0 0,0 0 0 0 0,0-1 0 0 0,-1-1 0 0 0,1 0 0 0 0,17-7 0 0 0,39-21 112 0 0,-2-2 1 0 0,90-61-1 0 0,-73 43 100 0 0,21-13 38 0 0,523-287 146 0 0,-434 253-279 0 0,59-25 46 0 0,-242 119-59 0 0,43-15 197 0 0,-51 18-215 0 0,1 0-1 0 0,0 0 0 0 0,-1 1 1 0 0,1-1-1 0 0,0 1 0 0 0,-1 0 1 0 0,1 0-1 0 0,0 0 0 0 0,-1 0 1 0 0,1 0-1 0 0,0 0 0 0 0,-1 1 1 0 0,1 0-1 0 0,-1-1 1 0 0,1 1-1 0 0,2 1 0 0 0,-4-1-14 0 0,0 0 0 0 0,0 0 0 0 0,-1 0 0 0 0,1 0-1 0 0,-1 0 1 0 0,1 0 0 0 0,-1 0 0 0 0,1 0 0 0 0,-1 0 0 0 0,1 1-1 0 0,-1-1 1 0 0,0 0 0 0 0,0 0 0 0 0,1 0 0 0 0,-1 1 0 0 0,0-1-1 0 0,0 0 1 0 0,0 0 0 0 0,-1 0 0 0 0,1 1 0 0 0,0-1 0 0 0,0 0-1 0 0,-1 0 1 0 0,1 0 0 0 0,0 0 0 0 0,-1 0 0 0 0,1 1 0 0 0,-1-1-1 0 0,0 0 1 0 0,0 1 0 0 0,-24 38-196 0 0,21-34 149 0 0,-31 43 32 0 0,-3-1 1 0 0,-61 59 0 0 0,-101 74 217 0 0,1-18-627 0 0,-201 184 380 0 0,368-315 42 0 0,-67 70-148 0 0,82-83 114 0 0,1 1-1 0 0,1 0 1 0 0,-18 34-1 0 0,32-53-31 0 0,0 0 1 0 0,0 1-1 0 0,0-1 0 0 0,1 1 1 0 0,-1-1-1 0 0,0 1 0 0 0,1-1 1 0 0,-1 1-1 0 0,1 0 0 0 0,-1-1 1 0 0,1 1-1 0 0,0-1 0 0 0,-1 1 1 0 0,1 0-1 0 0,0-1 0 0 0,0 1 1 0 0,0 0-1 0 0,1 0 0 0 0,-1-1 1 0 0,0 1-1 0 0,0-1 0 0 0,1 1 1 0 0,-1 0-1 0 0,1-1 0 0 0,0 1 1 0 0,0 1-1 0 0,1-2-89 0 0,0 0-1 0 0,0 0 0 0 0,-1-1 1 0 0,1 1-1 0 0,0-1 1 0 0,0 1-1 0 0,0-1 0 0 0,0 1 1 0 0,0-1-1 0 0,-1 0 1 0 0,1 0-1 0 0,0 0 0 0 0,0 0 1 0 0,0 0-1 0 0,0-1 1 0 0,0 1-1 0 0,0-1 0 0 0,0 1 1 0 0,-1-1-1 0 0,1 1 1 0 0,0-1-1 0 0,3-2 0 0 0,18-7-573 0 0,0-2-1 0 0,0-1 0 0 0,32-23 0 0 0,61-57 1149 0 0,-67 52-383 0 0,572-419 2375 0 0,-414 335-1723 0 0,-177 110-710 0 0,0 2 1 0 0,1 1-1 0 0,0 1 1 0 0,1 2-1 0 0,41-7 1 0 0,-69 15 44 0 0,-1 1-1 0 0,1-1 1 0 0,-1 1-1 0 0,1 0 1 0 0,0 0 0 0 0,-1 0-1 0 0,1 1 1 0 0,-1-1-1 0 0,1 1 1 0 0,-1 0-1 0 0,0 0 1 0 0,5 2 0 0 0,-7-3-16 0 0,0 1 0 0 0,0-1 0 0 0,-1 1 0 0 0,1-1 0 0 0,0 1 0 0 0,-1 0 0 0 0,1-1 0 0 0,0 1 0 0 0,-1 0 0 0 0,1 0 0 0 0,-1-1 0 0 0,1 1 0 0 0,-1 0 0 0 0,0 0 0 0 0,1 0 0 0 0,-1 0 0 0 0,0 0 0 0 0,1-1 0 0 0,-1 3 0 0 0,0-1-1 0 0,0 0 0 0 0,0 0 0 0 0,0 0 0 0 0,0 1 0 0 0,-1-1 0 0 0,1 0 0 0 0,-1 0 0 0 0,0 0 0 0 0,1 0 0 0 0,-1 0 0 0 0,-1 3 0 0 0,-16 25 22 0 0,0-1 0 0 0,-2-1 0 0 0,-40 45 0 0 0,19-23-119 0 0,-657 805 190 0 0,638-780 603 0 0,4 3 1 0 0,-86 159 0 0 0,102-158-1998 0 0,93-125 586 0 0,558-525 969 0 0,-599 560-280 0 0,96-81-83 0 0,-92 80 79 0 0,1 1 1 0 0,0 0 0 0 0,1 1-1 0 0,37-15 1 0 0,-54 25 9 0 0,0-1 1 0 0,1 0 0 0 0,-1 1 0 0 0,0-1-1 0 0,1 1 1 0 0,-1 0 0 0 0,1-1-1 0 0,-1 1 1 0 0,1 0 0 0 0,-1 0 0 0 0,1 0-1 0 0,-1 0 1 0 0,1 0 0 0 0,-1 0 0 0 0,1 0-1 0 0,-1 0 1 0 0,1 1 0 0 0,-1-1-1 0 0,0 0 1 0 0,3 2 0 0 0,-3-1-1 0 0,-1 0 0 0 0,0-1-1 0 0,1 1 1 0 0,-1 0 0 0 0,0 0 0 0 0,1 0-1 0 0,-1 0 1 0 0,0 0 0 0 0,0 0 0 0 0,0 0 0 0 0,0 0-1 0 0,0 0 1 0 0,0 0 0 0 0,0 0 0 0 0,0 0 0 0 0,0 0-1 0 0,0 0 1 0 0,0-1 0 0 0,-1 1 0 0 0,1 0 0 0 0,0 0-1 0 0,-1 0 1 0 0,0 1 0 0 0,-4 11-4 0 0,-2-1 0 0 0,0 0 0 0 0,-9 13 0 0 0,11-18 30 0 0,-482 622 1575 0 0,341-452-1363 0 0,83-101 20 0 0,4 4 0 0 0,-83 145 0 0 0,140-223-245 0 0,1 0 1 0 0,0 0-1 0 0,0 1 1 0 0,0-1-1 0 0,0 0 1 0 0,1 1 0 0 0,-1-1-1 0 0,0 1 1 0 0,1-1-1 0 0,0 5 1 0 0,0-7-18 0 0,0 0 0 0 0,0 0 0 0 0,0 1 1 0 0,0-1-1 0 0,0 0 0 0 0,0 0 0 0 0,0 0 1 0 0,0 1-1 0 0,0-1 0 0 0,1 0 0 0 0,-1 0 1 0 0,0 1-1 0 0,0-1 0 0 0,0 0 0 0 0,1 0 1 0 0,-1 0-1 0 0,0 0 0 0 0,0 1 0 0 0,0-1 1 0 0,1 0-1 0 0,-1 0 0 0 0,0 0 1 0 0,0 0-1 0 0,0 0 0 0 0,1 0 0 0 0,-1 0 1 0 0,0 0-1 0 0,0 0 0 0 0,1 0 0 0 0,-1 1 1 0 0,0-1-1 0 0,1 0 0 0 0,-1-1 0 0 0,18-5-605 0 0,13-14-70 0 0,-2-1 0 0 0,0-1 1 0 0,29-29-1 0 0,-1 1 154 0 0,72-60 261 0 0,3-4-162 0 0,167-109 0 0 0,-286 214 429 0 0,38-22-7 0 0,-48 29 1 0 0,1 1-1 0 0,-1-1 0 0 0,1 1 0 0 0,-1-1 0 0 0,1 1 0 0 0,0 0 1 0 0,-1 1-1 0 0,1-1 0 0 0,0 0 0 0 0,0 1 0 0 0,7 0 0 0 0,-10 1 8 0 0,0-1 0 0 0,-1 0 0 0 0,1 1-1 0 0,0-1 1 0 0,0 1 0 0 0,-1 0 0 0 0,1-1-1 0 0,0 1 1 0 0,-1-1 0 0 0,1 1 0 0 0,-1 0-1 0 0,1 0 1 0 0,-1-1 0 0 0,1 1 0 0 0,-1 0-1 0 0,1 0 1 0 0,-1-1 0 0 0,0 1-1 0 0,0 0 1 0 0,1 0 0 0 0,-1 0 0 0 0,0 0-1 0 0,0 0 1 0 0,0-1 0 0 0,0 1 0 0 0,0 0-1 0 0,0 0 1 0 0,0 0 0 0 0,0 0 0 0 0,0 0-1 0 0,0 0 1 0 0,0 0 0 0 0,-1-1 0 0 0,1 1-1 0 0,0 0 1 0 0,-1 1 0 0 0,-13 39 546 0 0,11-33-486 0 0,-224 492 3133 0 0,118-277-2706 0 0,84-170-430 0 0,-206 450 311 0 0,225-489-365 0 0,-1 0-9 0 0,1 0 1 0 0,0 0 0 0 0,1 1 0 0 0,0 0-1 0 0,1 0 1 0 0,1 0 0 0 0,-2 28 0 0 0,5-41-20 0 0,0 0 0 0 0,0 1-1 0 0,0-1 1 0 0,0 0 0 0 0,1 0 0 0 0,-1 0 0 0 0,1 0 0 0 0,-1 0 0 0 0,1-1 0 0 0,0 1 0 0 0,0 0 0 0 0,0 0-1 0 0,0 0 1 0 0,0-1 0 0 0,0 1 0 0 0,0 0 0 0 0,1-1 0 0 0,-1 1 0 0 0,1-1 0 0 0,2 3 0 0 0,-1-3-39 0 0,-1 0 0 0 0,1 1 1 0 0,0-1-1 0 0,0 0 0 0 0,0 0 1 0 0,0-1-1 0 0,0 1 0 0 0,0-1 1 0 0,0 1-1 0 0,0-1 1 0 0,0 0-1 0 0,4 0 0 0 0,6-2-263 0 0,0 0 1 0 0,0-1-1 0 0,-1 0 0 0 0,1-1 0 0 0,15-7 0 0 0,8-7-168 0 0,-1-1-1 0 0,-1-2 0 0 0,0-2 0 0 0,30-27 1 0 0,-24 18 17 0 0,76-44 1 0 0,-114 74 487 0 0,0 1-1 0 0,0 0 1 0 0,0 0-1 0 0,0 0 1 0 0,0 0-1 0 0,1 0 1 0 0,-1 0-1 0 0,0 1 1 0 0,0-1-1 0 0,1 1 1 0 0,-1 0-1 0 0,0-1 1 0 0,1 1-1 0 0,-1 0 1 0 0,0 0-1 0 0,4 1 1 0 0,-5 0 42 0 0,0 0 0 0 0,0 0 0 0 0,0 0 0 0 0,0 0 0 0 0,0 0 0 0 0,0 0 0 0 0,0 0 1 0 0,-1 0-1 0 0,1 0 0 0 0,0 0 0 0 0,-1 0 0 0 0,1 1 0 0 0,-1-1 0 0 0,1 0 0 0 0,-1 1 0 0 0,0-1 1 0 0,1 0-1 0 0,-1 1 0 0 0,0-1 0 0 0,0 0 0 0 0,0 1 0 0 0,0-1 0 0 0,0 0 0 0 0,0 1 1 0 0,0-1-1 0 0,-1 0 0 0 0,1 1 0 0 0,0-1 0 0 0,-2 2 0 0 0,-9 38 696 0 0,-1 0-1 0 0,-2-1 1 0 0,-2-1-1 0 0,-32 55 1 0 0,26-49-506 0 0,-230 404 822 0 0,229-409-708 0 0,-31 68-1 0 0,48-94-322 0 0,1-1 0 0 0,1 1-1 0 0,0 0 1 0 0,1 0 0 0 0,0 1 0 0 0,1-1 0 0 0,1 0 0 0 0,0 1 0 0 0,2 20-1 0 0,-1-33-98 0 0,1-1 1 0 0,-1 1-1 0 0,0 0 0 0 0,1 0 0 0 0,-1-1 0 0 0,1 1 0 0 0,-1 0 0 0 0,1-1 0 0 0,0 1 0 0 0,-1-1 0 0 0,1 1 0 0 0,0-1 0 0 0,0 1 0 0 0,0-1 0 0 0,0 0 1 0 0,1 1-1 0 0,-1-1 0 0 0,0 0 0 0 0,1 0 0 0 0,-1 0 0 0 0,3 2 0 0 0,-2-2-8 0 0,1 0-1 0 0,0 0 1 0 0,0-1 0 0 0,-1 1-1 0 0,1-1 1 0 0,0 1 0 0 0,0-1-1 0 0,0 0 1 0 0,0 0-1 0 0,0 0 1 0 0,-1 0 0 0 0,4-1-1 0 0,8-2-92 0 0,0-1 0 0 0,0 0 0 0 0,-1-1-1 0 0,15-8 1 0 0,-26 12 155 0 0,145-82-364 0 0,-19 8 724 0 0,-109 66-264 0 0,0 0-1 0 0,0 2 1 0 0,1 0 0 0 0,41-8-1 0 0,-59 15-73 0 0,0-1 0 0 0,0 1 0 0 0,0 0 0 0 0,1-1 1 0 0,-1 1-1 0 0,0 0 0 0 0,0 0 0 0 0,1 0 0 0 0,-1 1 0 0 0,0-1 0 0 0,0 0 0 0 0,0 1 0 0 0,0 0 0 0 0,0-1 1 0 0,1 1-1 0 0,-1 0 0 0 0,0 0 0 0 0,-1 0 0 0 0,1 0 0 0 0,0 1 0 0 0,0-1 0 0 0,1 2 0 0 0,-1-1 30 0 0,-1 0-1 0 0,0 1 1 0 0,0-1-1 0 0,0 0 1 0 0,0 1-1 0 0,0-1 0 0 0,-1 1 1 0 0,1 0-1 0 0,-1-1 1 0 0,1 1-1 0 0,-1-1 1 0 0,0 1-1 0 0,0-1 0 0 0,0 1 1 0 0,-1 0-1 0 0,1-1 1 0 0,-1 1-1 0 0,-1 4 1 0 0,-12 43 693 0 0,-3 0 0 0 0,-31 67 0 0 0,6-19-188 0 0,-110 311-266 0 0,113-285-281 0 0,-33 173 1 0 0,70-284 0 0 0,0 0 0 0 0,1 0 1 0 0,0 0-1 0 0,1 0 1 0 0,2 18-1 0 0,-2-29-3 0 0,0 0-1 0 0,0 0 1 0 0,0 0-1 0 0,1 0 1 0 0,-1 0-1 0 0,1 0 1 0 0,0 0-1 0 0,-1 0 1 0 0,1 0-1 0 0,0 0 1 0 0,0 0-1 0 0,0-1 1 0 0,0 1-1 0 0,1 0 1 0 0,-1-1-1 0 0,0 1 1 0 0,1-1-1 0 0,-1 1 1 0 0,1-1-1 0 0,-1 0 1 0 0,1 1-1 0 0,0-1 1 0 0,0 0-1 0 0,-1 0 1 0 0,1 0-1 0 0,0 0 1 0 0,0-1-1 0 0,0 1 1 0 0,0 0-1 0 0,0-1 1 0 0,0 0-1 0 0,0 1 1 0 0,0-1 0 0 0,0 0-1 0 0,0 0 1 0 0,1 0-1 0 0,-1 0 1 0 0,0 0-1 0 0,0-1 1 0 0,0 1-1 0 0,3-2 1 0 0,13-3-19 0 0,-1-1-1 0 0,0-1 1 0 0,0-1 0 0 0,30-18 0 0 0,-28 15-39 0 0,0 0 1 0 0,0 2-1 0 0,23-8 1 0 0,-37 15 62 0 0,1 0 1 0 0,0 0 0 0 0,0 1-1 0 0,0 0 1 0 0,1 0 0 0 0,-1 0-1 0 0,0 1 1 0 0,0 0 0 0 0,1 0-1 0 0,-1 1 1 0 0,0 0 0 0 0,0 0-1 0 0,0 0 1 0 0,0 1 0 0 0,0 0-1 0 0,0 0 1 0 0,0 0 0 0 0,-1 1-1 0 0,1 0 1 0 0,-1 0 0 0 0,1 0-1 0 0,-1 1 1 0 0,0-1 0 0 0,-1 1-1 0 0,1 1 1 0 0,-1-1 0 0 0,1 1-1 0 0,-1-1 1 0 0,-1 1 0 0 0,1 0-1 0 0,-1 1 1 0 0,0-1 0 0 0,0 0 0 0 0,0 1-1 0 0,-1 0 1 0 0,4 11 0 0 0,-1 3 107 0 0,0 0 0 0 0,-2 0 0 0 0,0 0 0 0 0,-1 0 0 0 0,-1 0 0 0 0,-1 1 0 0 0,-1-1 0 0 0,-1 0 1 0 0,0 1-1 0 0,-8 26 0 0 0,-8 19-181 0 0,-47 109 0 0 0,34-99-988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1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81 1840 0 0,'-1'0'134'0'0,"0"-3"96"0"0,0 1 0 0 0,1-1 1 0 0,-1 1-1 0 0,0-1 0 0 0,1 0 0 0 0,-1 1 1 0 0,1-1-1 0 0,0 1 0 0 0,0-6 1 0 0,0 4 144 0 0,-31-42 12859 0 0,53 140-11849 0 0,16 160-1 0 0,-24-149-1187 0 0,28 384-65 0 0,-15-129-88 0 0,0-121 161 0 0,26 485 1023 0 0,-61-457-668 0 0,-1 57-168 0 0,6-276-133 0 0,-1 0-3465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 86 456 0 0,'0'-14'485'0'0,"1"3"746"0"0,-1 1 0 0 0,-1-1 1 0 0,1 1-1 0 0,-6-20 1 0 0,-4 34 3158 0 0,-17 17-2713 0 0,20-16-851 0 0,-33 17 1660 0 0,34-20-2160 0 0,0 0 1 0 0,1 1-1 0 0,-1 0 1 0 0,1 0-1 0 0,-1 0 1 0 0,1 1-1 0 0,0-1 1 0 0,1 1-1 0 0,-1 1 1 0 0,1-1 0 0 0,-8 10-1 0 0,12-14-304 0 0,-1 1 1 0 0,1-1-1 0 0,0 1 1 0 0,0 0-1 0 0,-1-1 0 0 0,1 1 1 0 0,0-1-1 0 0,0 1 1 0 0,0 0-1 0 0,0-1 0 0 0,0 1 1 0 0,0 0-1 0 0,0-1 1 0 0,0 1-1 0 0,0 0 0 0 0,0-1 1 0 0,0 1-1 0 0,0-1 0 0 0,0 1 1 0 0,0 0-1 0 0,1-1 1 0 0,-1 1-1 0 0,0-1 0 0 0,0 1 1 0 0,1 0-1 0 0,-1-1 1 0 0,0 1-1 0 0,1 0 0 0 0,19 9 206 0 0,33-6-196 0 0,-45-3 49 0 0,51 0 4 0 0,-39-2-84 0 0,0 1 0 0 0,-1 1 0 0 0,1 1-1 0 0,-1 1 1 0 0,0 0 0 0 0,1 2 0 0 0,27 9 0 0 0,-45-13-1 0 0,0 0 0 0 0,0 0 0 0 0,0 0 0 0 0,0 0 0 0 0,0 1 0 0 0,0-1 0 0 0,-1 1 0 0 0,1-1 0 0 0,0 1 0 0 0,-1 0 0 0 0,1-1 0 0 0,-1 1 0 0 0,1 0 0 0 0,-1 0 0 0 0,0 0 0 0 0,0 0 0 0 0,0 0 0 0 0,0 0 0 0 0,0 1 0 0 0,-1-1 0 0 0,1 0 0 0 0,-1 0 0 0 0,1 0 0 0 0,-1 1 0 0 0,0-1 0 0 0,0 0 0 0 0,0 1 0 0 0,0-1 0 0 0,0 0 0 0 0,0 1 0 0 0,-1-1 0 0 0,1 0 0 0 0,-1 0 0 0 0,1 1 0 0 0,-1-1 0 0 0,0 0 0 0 0,0 0 0 0 0,-2 4 1 0 0,-5 9-3 0 0,-1-1 0 0 0,0-1 0 0 0,0 1 0 0 0,-16 15 1 0 0,16-19-5 0 0,-41 47-689 0 0,-20 24-917 0 0,70-81 1603 0 0,0 0 1 0 0,0 0-1 0 0,-1 0 1 0 0,1 1-1 0 0,0-1 1 0 0,0 0-1 0 0,0 0 0 0 0,-1 0 1 0 0,1 1-1 0 0,0-1 1 0 0,0 0-1 0 0,0 0 0 0 0,0 0 1 0 0,0 1-1 0 0,-1-1 1 0 0,1 0-1 0 0,0 0 0 0 0,0 1 1 0 0,0-1-1 0 0,0 0 1 0 0,0 0-1 0 0,0 1 0 0 0,0-1 1 0 0,0 0-1 0 0,0 0 1 0 0,0 1-1 0 0,0-1 0 0 0,0 0 1 0 0,0 1-1 0 0,0-1 1 0 0,0 0-1 0 0,0 0 0 0 0,0 1 1 0 0,0-1-1 0 0,1 0 1 0 0,-1 0-1 0 0,0 0 0 0 0,0 1 1 0 0,0-1-1 0 0,0 0 1 0 0,0 0-1 0 0,1 1 0 0 0,-1-1 1 0 0,0 0-1 0 0,0 0 1 0 0,0 0-1 0 0,1 0 0 0 0,-1 1 1 0 0,0-1-1 0 0,1 0 1 0 0,18 0-412 0 0,28-12 94 0 0,-45 11 358 0 0,19-5 81 0 0,0 1 0 0 0,1 0 0 0 0,-1 2 0 0 0,1 0-1 0 0,-1 2 1 0 0,1 0 0 0 0,0 1 0 0 0,23 4 0 0 0,-44-4-105 0 0,0 0-1 0 0,0 0 1 0 0,0 0 0 0 0,0 1-1 0 0,0-1 1 0 0,0 0 0 0 0,0 1-1 0 0,0-1 1 0 0,0 1-1 0 0,0-1 1 0 0,0 1 0 0 0,0-1-1 0 0,0 1 1 0 0,0 0 0 0 0,-1-1-1 0 0,1 1 1 0 0,0 0-1 0 0,0 0 1 0 0,-1-1 0 0 0,1 1-1 0 0,-1 0 1 0 0,1 0 0 0 0,-1 0-1 0 0,1 0 1 0 0,-1 0 0 0 0,1 0-1 0 0,-1 0 1 0 0,0 0-1 0 0,1 0 1 0 0,-1 0 0 0 0,0 0-1 0 0,0 0 1 0 0,0 0 0 0 0,0 0-1 0 0,0 0 1 0 0,0 1 0 0 0,0-1-1 0 0,0 0 1 0 0,0 0-1 0 0,-1 0 1 0 0,1 0 0 0 0,0 0-1 0 0,-1 0 1 0 0,1 0 0 0 0,-1 0-1 0 0,1 0 1 0 0,-1-1 0 0 0,-1 3-1 0 0,-3 8 91 0 0,-2-1 0 0 0,1 0 0 0 0,-13 14 0 0 0,11-14 24 0 0,-50 61 322 0 0,37-48-357 0 0,1 2 0 0 0,0 0 0 0 0,2 1 0 0 0,2 1 0 0 0,0 0 1 0 0,-12 30-1 0 0,28-56-85 0 0,-1 1 1 0 0,0-1-1 0 0,1 0 1 0 0,-1 1-1 0 0,1-1 1 0 0,0 1-1 0 0,-1-1 0 0 0,1 1 1 0 0,0-1-1 0 0,0 1 1 0 0,0-1-1 0 0,0 1 1 0 0,0-1-1 0 0,1 1 1 0 0,-1-1-1 0 0,0 1 1 0 0,1-1-1 0 0,0 3 0 0 0,0-3-7 0 0,-1-1 0 0 0,1 1 0 0 0,0 0 0 0 0,0-1 0 0 0,-1 1 0 0 0,1-1 0 0 0,0 1 0 0 0,0-1 0 0 0,0 1 0 0 0,0-1 0 0 0,0 1 0 0 0,0-1 0 0 0,0 0 0 0 0,0 1 0 0 0,0-1 0 0 0,0 0 0 0 0,0 0 0 0 0,0 0 0 0 0,0 0 0 0 0,2 0 0 0 0,7-1-87 0 0,-1-1 0 0 0,1 0-1 0 0,0 0 1 0 0,14-7 0 0 0,-9 4-68 0 0,1 0-133 0 0,1 1 1 0 0,-1 1 0 0 0,1 0-1 0 0,0 1 1 0 0,24 0 0 0 0,-36 2 111 0 0,-1 0 0 0 0,1 1 0 0 0,0 0 0 0 0,-1 0 0 0 0,1 0 0 0 0,-1 0 0 0 0,0 1 0 0 0,1 0 0 0 0,-1-1 0 0 0,0 2 0 0 0,4 1 0 0 0,-5-2 17 0 0,-1 0 0 0 0,0 0 0 0 0,0 1 0 0 0,0-1 0 0 0,0 0 1 0 0,0 1-1 0 0,0-1 0 0 0,0 1 0 0 0,-1 0 0 0 0,0 0 0 0 0,1-1 1 0 0,-1 1-1 0 0,0 0 0 0 0,0 0 0 0 0,-1 0 0 0 0,1 0 0 0 0,-1 0 1 0 0,1 5-1 0 0,-1-2-320 0 0,-1 1 0 0 0,0-1-1 0 0,-1 0 1 0 0,1 1 0 0 0,-1-1 0 0 0,0 0 0 0 0,-1 0 0 0 0,1 0 0 0 0,-1 0 0 0 0,-7 10-1 0 0,6-9-477 0 0,-8 14-2056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3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 55 1784 0 0,'2'0'76'0'0,"38"-55"18403"0"0,-39 57-18421 0 0,-1 1 0 0 0,1-1 0 0 0,-1 0-1 0 0,0 0 1 0 0,0 0 0 0 0,0 0 0 0 0,0 1 0 0 0,0-1 0 0 0,0 0-1 0 0,-1 0 1 0 0,1 0 0 0 0,-2 3 0 0 0,0 8 208 0 0,-29 315 931 0 0,24-234-1050 0 0,-47 286-147 0 0,31-255 0 0 0,5 1 0 0 0,-1 133 0 0 0,0 487-72 0 0,0-387 63 0 0,-8 110 495 0 0,22-399-408 0 0,-1 7-250 0 0,5-60-3404 0 0,-1-41 1845 0 0,-3-8-19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4.2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5 155 2761 0 0,'-4'1'6832'0'0,"21"-11"-5095"0"0,-8 8-1450 0 0,0 0-1 0 0,1 0 0 0 0,-1 1 1 0 0,0 0-1 0 0,1 0 0 0 0,-1 1 1 0 0,16 2-1 0 0,23-1-9 0 0,57-13 554 0 0,160-39 0 0 0,-156 26-273 0 0,136-13 0 0 0,-27 24-153 0 0,357 22 0 0 0,216 50 325 0 0,-456-59 386 0 0,-229-4-352 0 0,0 5 0 0 0,115 14-1 0 0,-218-13-871 0 0,16 2 272 0 0,-19-3-230 0 0,1 0-1 0 0,-1 0 1 0 0,1 0 0 0 0,-1 0-1 0 0,1 1 1 0 0,-1-1 0 0 0,1 0-1 0 0,-1 0 1 0 0,0 0 0 0 0,1 0-1 0 0,-1 1 1 0 0,1-1 0 0 0,-1 0-1 0 0,0 0 1 0 0,1 1 0 0 0,-1-1-1 0 0,0 0 1 0 0,1 0 0 0 0,-1 1-1 0 0,0-1 1 0 0,0 1 0 0 0,1-1-1 0 0,-1 0 1 0 0,0 1 0 0 0,0-1-1 0 0,0 0 1 0 0,1 1 0 0 0,-1-1-1 0 0,0 1 1 0 0,0 0 0 0 0,-1 4-1649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277 29 2304 0 0,'-33'-19'2382'0'0,"29"17"-1184"0"0,0 1 0 0 0,0-1-1 0 0,0 1 1 0 0,0 0 0 0 0,0 0 0 0 0,-8 0 0 0 0,9 9-405 0 0,1-1 0 0 0,-1 1 0 0 0,-2 15 0 0 0,5-20-738 0 0,-42 176 2608 0 0,37-149-2528 0 0,1 0 0 0 0,2 0 0 0 0,4 59-1 0 0,7 47-134 0 0,-18 266 0 0 0,-12 220 160 0 0,25-424-160 0 0,-31 281 0 0 0,-9-12 1758 0 0,18-209-947 0 0,-11-73-296 0 0,15-114-387 0 0,12-55 487 0 0,2-11-1559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811 66 3681 0 0,'-7'-7'704'0'0,"0"1"0"0"0,-1 0 0 0 0,0 0 1 0 0,0 1-1 0 0,0 0 0 0 0,0 0 0 0 0,-1 1 0 0 0,0 0 1 0 0,0 0-1 0 0,0 1 0 0 0,0 0 0 0 0,-1 1 0 0 0,1 0 1 0 0,-1 1-1 0 0,-14-1 0 0 0,11 2-320 0 0,0 0 1 0 0,0 1-1 0 0,0 1 0 0 0,0 0 1 0 0,1 1-1 0 0,-1 1 1 0 0,1 0-1 0 0,-1 0 0 0 0,1 1 1 0 0,-22 13-1 0 0,8-1-77 0 0,2 0-1 0 0,0 2 1 0 0,-37 36 0 0 0,-56 76 108 0 0,30-33-311 0 0,65-75-99 0 0,0 0-3 0 0,1 0 0 0 0,1 1 0 0 0,-21 33 0 0 0,36-49-2 0 0,1-1 0 0 0,0 1 0 0 0,1 0-1 0 0,-1 0 1 0 0,2 0 0 0 0,-1 0 0 0 0,1 1 0 0 0,0-1 0 0 0,1 1 0 0 0,0 0-1 0 0,0-1 1 0 0,1 1 0 0 0,0-1 0 0 0,0 1 0 0 0,1 0 0 0 0,3 13-1 0 0,8 17-10 0 0,1-1-1 0 0,2-1 0 0 0,2 0 0 0 0,28 47 0 0 0,-2-16-32 0 0,61 74-1 0 0,-78-111-84 0 0,0-1-1 0 0,2-2 1 0 0,1 0-1 0 0,2-2 0 0 0,0-1 1 0 0,41 23-1 0 0,-45-32-55 0 0,2-1-1 0 0,-1-2 1 0 0,2-1 0 0 0,-1-1-1 0 0,2-2 1 0 0,-1 0 0 0 0,1-3 0 0 0,40 5-1 0 0,-36-8 82 0 0,0-1 1 0 0,0-2-1 0 0,1-2 0 0 0,-1-1 0 0 0,42-9 0 0 0,-55 7 95 0 0,-1 0 0 0 0,-1-2-1 0 0,1-1 1 0 0,-1 0 0 0 0,-1-2-1 0 0,1 0 1 0 0,-2-1 0 0 0,1-1-1 0 0,26-23 1 0 0,-9 2 193 0 0,-1-1-1 0 0,-2-1 1 0 0,-2-2 0 0 0,-1-1-1 0 0,-2-1 1 0 0,33-61 0 0 0,-48 75 86 0 0,0-2 0 0 0,-2 1 0 0 0,-1-1 0 0 0,-2-1 0 0 0,0 0 0 0 0,-2 0 0 0 0,-1-1 0 0 0,-1 1 0 0 0,-2-1 0 0 0,-1 0 0 0 0,-4-57 0 0 0,0 71-201 0 0,1 0 0 0 0,-2-1 1 0 0,0 1-1 0 0,-1 0 0 0 0,-1 1 0 0 0,0-1 0 0 0,-1 1 0 0 0,-1 1 0 0 0,-12-19 0 0 0,6 14 8 0 0,0 0 0 0 0,-2 1-1 0 0,0 1 1 0 0,-1 0 0 0 0,-32-22 0 0 0,3 9 8 0 0,-1 2 0 0 0,-2 2 1 0 0,0 2-1 0 0,-84-26 0 0 0,84 32-107 0 0,-107-31-276 0 0,137 44 145 0 0,1 0-1 0 0,-1 1 1 0 0,0 1 0 0 0,0 1-1 0 0,0 1 1 0 0,-25 2-1 0 0,24 3-982 0 0,3 4-4152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55 222 1376 0 0,'1'-3'153'0'0,"-1"0"0"0"0,1 0 0 0 0,0 0 0 0 0,-1 0 0 0 0,0 0 0 0 0,0 0 0 0 0,0-1 0 0 0,0 1 0 0 0,0 0-1 0 0,-1 0 1 0 0,1 0 0 0 0,-1 0 0 0 0,0 0 0 0 0,-2-5 0 0 0,-18-42 1298 0 0,20 50-1420 0 0,0-4 178 0 0,-5-7 503 0 0,1 0 0 0 0,0 0 1 0 0,-3-15-1 0 0,7 24-528 0 0,0 0-1 0 0,1 0 1 0 0,-1 0 0 0 0,1 0 0 0 0,-1-1-1 0 0,1 1 1 0 0,0 0 0 0 0,0 0-1 0 0,0 0 1 0 0,0 0 0 0 0,0 0 0 0 0,1 0-1 0 0,-1 0 1 0 0,1 0 0 0 0,-1 0 0 0 0,1 0-1 0 0,0 0 1 0 0,0 0 0 0 0,0 0 0 0 0,0 0-1 0 0,0 0 1 0 0,0 0 0 0 0,0 1 0 0 0,0-1-1 0 0,1 0 1 0 0,2-2 0 0 0,-3 4-100 0 0,-1 0-1 0 0,1-1 1 0 0,-1 1 0 0 0,1 0-1 0 0,0 0 1 0 0,-1 0 0 0 0,1 0 0 0 0,-1 0-1 0 0,1 0 1 0 0,-1 0 0 0 0,1 0 0 0 0,-1 0-1 0 0,1 0 1 0 0,0 0 0 0 0,-1 0-1 0 0,1 1 1 0 0,-1-1 0 0 0,1 0 0 0 0,-1 0-1 0 0,1 0 1 0 0,-1 1 0 0 0,1-1-1 0 0,-1 0 1 0 0,0 1 0 0 0,1-1 0 0 0,-1 0-1 0 0,1 1 1 0 0,-1-1 0 0 0,0 0 0 0 0,1 1-1 0 0,-1-1 1 0 0,0 1 0 0 0,1-1-1 0 0,-1 1 1 0 0,0-1 0 0 0,0 1 0 0 0,1-1-1 0 0,-1 1 1 0 0,0-1 0 0 0,0 1 0 0 0,0-1-1 0 0,0 1 1 0 0,0 0 0 0 0,0-1-1 0 0,0 1 1 0 0,0 0 0 0 0,7 33 1060 0 0,-6-28-878 0 0,35 456 1866 0 0,-19-162-3571 0 0,-17-289 1091 0 0,0-7-87 0 0,1 0 0 0 0,-1 0 0 0 0,1 0 0 0 0,-1 0 0 0 0,1 0 0 0 0,3 7-1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0.3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89 3049 0 0,'-10'-2'380'0'0,"0"-1"1"0"0,0 1 0 0 0,0 1 0 0 0,0 0 0 0 0,0 1-1 0 0,0 0 1 0 0,-1 0 0 0 0,1 1 0 0 0,0 0 0 0 0,0 1-1 0 0,0 0 1 0 0,0 1 0 0 0,1 0 0 0 0,-1 0 0 0 0,1 1-1 0 0,-1 0 1 0 0,1 1 0 0 0,-11 7 0 0 0,7-3-131 0 0,0 0 1 0 0,1 0-1 0 0,0 2 1 0 0,0 0 0 0 0,1 0-1 0 0,1 1 1 0 0,0 0-1 0 0,0 0 1 0 0,2 2 0 0 0,-1-1-1 0 0,-6 16 1 0 0,14-28-251 0 0,1-1 1 0 0,-1 1-1 0 0,1-1 0 0 0,0 1 1 0 0,-1-1-1 0 0,1 1 1 0 0,0-1-1 0 0,0 1 0 0 0,-1 0 1 0 0,1-1-1 0 0,0 1 1 0 0,0-1-1 0 0,0 1 0 0 0,0 0 1 0 0,0-1-1 0 0,0 1 1 0 0,0-1-1 0 0,0 1 0 0 0,0 0 1 0 0,0-1-1 0 0,0 1 1 0 0,0-1-1 0 0,0 1 0 0 0,0 0 1 0 0,1-1-1 0 0,-1 1 1 0 0,0-1-1 0 0,0 1 0 0 0,1 0 1 0 0,15-4-67 0 0,20-20 0 0 0,73-84 569 0 0,-80 74-294 0 0,3 2-1 0 0,37-30 0 0 0,-63 56 43 0 0,0 1 0 0 0,1 0 1 0 0,-1 0-1 0 0,1 1 0 0 0,13-5 0 0 0,-18 7-124 0 0,0 0 1 0 0,0 1-1 0 0,0-1 0 0 0,0 1 0 0 0,0 0 1 0 0,0 0-1 0 0,0-1 0 0 0,1 1 1 0 0,-1 1-1 0 0,0-1 0 0 0,0 0 0 0 0,0 0 1 0 0,0 1-1 0 0,0 0 0 0 0,0-1 1 0 0,1 1-1 0 0,-1 0 0 0 0,-1 0 0 0 0,1 0 1 0 0,0 0-1 0 0,0 0 0 0 0,0 0 1 0 0,0 1-1 0 0,1 1 0 0 0,20 23 512 0 0,-1 2 1 0 0,-1 0-1 0 0,33 61 0 0 0,14 20-992 0 0,-56-93-819 0 0,0 0-1 0 0,1-1 1 0 0,1-1-1 0 0,22 19 1 0 0,-15-17-5420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1.0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10 3225 0 0,'-16'-10'11826'0'0,"10"39"-11297"0"0,1 0-1 0 0,1 1 1 0 0,1-1 0 0 0,2 1-1 0 0,3 41 1 0 0,-2 32-308 0 0,-72 558 92 0 0,5-77 584 0 0,23 167 862 0 0,30-165-531 0 0,8-485-755 0 0,5-82-1703 0 0,3-47-9268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0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2 920 0 0,'0'0'67'0'0,"-17"-1"2073"0"0,-9 1 2887 0 0,25 0-4905 0 0,1 1 0 0 0,-1-1 1 0 0,1 1-1 0 0,-1-1 0 0 0,0 1 1 0 0,1-1-1 0 0,-1 1 0 0 0,1-1 0 0 0,-1 1 1 0 0,1-1-1 0 0,0 1 0 0 0,-1 0 1 0 0,1-1-1 0 0,0 1 0 0 0,-1 0 1 0 0,1-1-1 0 0,0 1 0 0 0,0 0 0 0 0,-1-1 1 0 0,1 1-1 0 0,0 0 0 0 0,0 0 1 0 0,0-1-1 0 0,0 1 0 0 0,0 0 1 0 0,0 0-1 0 0,0-1 0 0 0,0 1 0 0 0,0 0 1 0 0,1 0-1 0 0,-1-1 0 0 0,0 1 1 0 0,1 1-1 0 0,17 115 1130 0 0,-5 1 0 0 0,-2 189-1 0 0,-10-250-886 0 0,1-35-363 0 0,-2 0-1 0 0,0-1 0 0 0,-1 1 0 0 0,-1 0 0 0 0,-1-1 1 0 0,-1 1-1 0 0,-10 31 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92 2304 0 0,'-11'1'399'0'0,"0"1"-1"0"0,0 0 0 0 0,-14 5 0 0 0,-10 10 4563 0 0,61-21-641 0 0,0 0-3400 0 0,77-15 1331 0 0,133-6-1 0 0,108 13-1376 0 0,-80 5-828 0 0,483 17 155 0 0,-596-2 312 0 0,0-6 0 0 0,0-7 1 0 0,179-29-1 0 0,-279 25-195 0 0,-3 0-26 0 0,68-3 0 0 0,-101 12-290 0 0,0 0 1 0 0,1 1-1 0 0,-1 1 1 0 0,0 0 0 0 0,0 1-1 0 0,0 0 1 0 0,0 1 0 0 0,23 11-1 0 0,-14-4-10 0 0,0-2-1 0 0,1 0 0 0 0,32 7 1 0 0,-47-14 6 0 0,-1 0 1 0 0,1-1-1 0 0,0 0 1 0 0,-1-1-1 0 0,1 0 1 0 0,0 0-1 0 0,0-1 1 0 0,-1 0 0 0 0,1-1-1 0 0,0 0 1 0 0,-1 0-1 0 0,10-5 1 0 0,-17 6-90 0 0,1 0-1 0 0,-1 0 1 0 0,0-1 0 0 0,0 1-1 0 0,0 0 1 0 0,0-1 0 0 0,0 0 0 0 0,0 1-1 0 0,0-1 1 0 0,0 0 0 0 0,-1 0 0 0 0,1 0-1 0 0,-1 0 1 0 0,0 0 0 0 0,2-4 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1664 67 920 0 0,'4'1'362'0'0,"1"-1"0"0"0,0 0 0 0 0,0 0 1 0 0,0-1-1 0 0,-1 1 0 0 0,1-1 0 0 0,0 0 0 0 0,-1 0 0 0 0,1-1 0 0 0,0 0 0 0 0,-1 1 0 0 0,0-1 0 0 0,1-1 0 0 0,-1 1 0 0 0,0-1 0 0 0,0 1 1 0 0,0-1-1 0 0,-1 0 0 0 0,1-1 0 0 0,-1 1 0 0 0,5-6 0 0 0,-8 9-318 0 0,0 0 0 0 0,0 0 0 0 0,0 0 0 0 0,0-1 0 0 0,0 1 0 0 0,1 0 1 0 0,-1 0-1 0 0,0 0 0 0 0,0 0 0 0 0,0 0 0 0 0,0 0 0 0 0,0-1 0 0 0,0 1 0 0 0,0 0 0 0 0,0 0 0 0 0,0 0 1 0 0,0 0-1 0 0,0 0 0 0 0,0 0 0 0 0,0-1 0 0 0,0 1 0 0 0,0 0 0 0 0,-1 0 0 0 0,1 0 0 0 0,0-1 397 0 0,0 1-397 0 0,-1 0 0 0 0,1 0 1 0 0,0 0-1 0 0,0 0 0 0 0,0 0 0 0 0,0-1 0 0 0,0 1 0 0 0,0 0 0 0 0,-1 0 0 0 0,1 0 0 0 0,0 0 0 0 0,0 0 1 0 0,0 0-1 0 0,0 0 0 0 0,-13-1 1574 0 0,-13 2 495 0 0,25-1-1949 0 0,-70 4 1927 0 0,-76-7 0 0 0,124 2-1823 0 0,-6 1-56 0 0,0 1 1 0 0,1 2-1 0 0,-50 10 0 0 0,-83 31 26 0 0,4-2 43 0 0,119-34-209 0 0,0-2 0 0 0,0-1 0 0 0,-43-1-1 0 0,57-5-59 0 0,1-1 0 0 0,0 0 0 0 0,-1-2 0 0 0,1-1 0 0 0,1 0 0 0 0,-31-13 0 0 0,-4-5 22 0 0,26 9 2 0 0,0 2-1 0 0,-1 1 0 0 0,0 1 0 0 0,-1 2 0 0 0,-36-4 1 0 0,20 9-36 0 0,-54 6 0 0 0,-40-2 0 0 0,118-6-1245 0 0,19 0 228 0 0,15-2 217 0 0,15 5-5417 0 0,-11 4 2845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161 199 2304 0 0,'-31'-11'749'0'0,"20"7"252"0"0,-1 0 0 0 0,0 0-1 0 0,0 1 1 0 0,-23-4 0 0 0,34 7-869 0 0,-1 0 0 0 0,0 0 0 0 0,0 0 1 0 0,0 0-1 0 0,1 0 0 0 0,-1 0 0 0 0,0 1 0 0 0,0-1 0 0 0,1 0 1 0 0,-1 1-1 0 0,0 0 0 0 0,0-1 0 0 0,1 1 0 0 0,-1 0 1 0 0,1 0-1 0 0,-1 0 0 0 0,1 0 0 0 0,-1 0 0 0 0,1 0 1 0 0,-1 0-1 0 0,1 1 0 0 0,0-1 0 0 0,0 0 0 0 0,0 1 0 0 0,0-1 1 0 0,0 1-1 0 0,0-1 0 0 0,0 1 0 0 0,0-1 0 0 0,0 1 1 0 0,1 0-1 0 0,-1 0 0 0 0,1-1 0 0 0,-1 1 0 0 0,1 0 0 0 0,0 0 1 0 0,0-1-1 0 0,0 1 0 0 0,0 2 0 0 0,1 11 58 0 0,0-1 0 0 0,2 1 0 0 0,0-1 0 0 0,0 0 0 0 0,1 0 0 0 0,1 0 0 0 0,13 26 1 0 0,-11-27-187 0 0,0 0 1 0 0,0-1-1 0 0,1 0 1 0 0,1 0 0 0 0,0 0-1 0 0,1-1 1 0 0,0-1 0 0 0,1 0-1 0 0,0 0 1 0 0,21 13 0 0 0,-28-20-11 0 0,1 0 0 0 0,0 0 0 0 0,0-1 1 0 0,0 1-1 0 0,1-1 0 0 0,-1-1 1 0 0,0 1-1 0 0,1-1 0 0 0,-1 0 1 0 0,1 0-1 0 0,0 0 0 0 0,-1-1 1 0 0,1 0-1 0 0,-1 0 0 0 0,1 0 0 0 0,0-1 1 0 0,-1 0-1 0 0,1 0 0 0 0,-1 0 1 0 0,1-1-1 0 0,-1 0 0 0 0,0 0 1 0 0,0 0-1 0 0,0-1 0 0 0,0 1 1 0 0,0-1-1 0 0,0-1 0 0 0,-1 1 1 0 0,1 0-1 0 0,5-7 0 0 0,2-2 128 0 0,-1 0 0 0 0,0-1 0 0 0,-1 0 0 0 0,0-1 0 0 0,-1 0 0 0 0,0-1 0 0 0,-1 0 0 0 0,-1 0 1 0 0,-1 0-1 0 0,0-1 0 0 0,-1 0 0 0 0,4-19 0 0 0,-7 25-62 0 0,-1 0 1 0 0,0 0 0 0 0,0 0-1 0 0,-1 0 1 0 0,0 0 0 0 0,-1 0-1 0 0,0 0 1 0 0,0 0-1 0 0,-1 0 1 0 0,-1 1 0 0 0,1-1-1 0 0,-2 0 1 0 0,1 1 0 0 0,-1 0-1 0 0,-1 0 1 0 0,0 0 0 0 0,0 1-1 0 0,0-1 1 0 0,-1 1 0 0 0,-1 0-1 0 0,-8-9 1 0 0,9 12 14 0 0,1 0 0 0 0,0 1-1 0 0,-1-1 1 0 0,0 1 0 0 0,0 0 0 0 0,-1 0 0 0 0,1 1 0 0 0,-1 0 0 0 0,1 0 0 0 0,-1 1 0 0 0,0 0 0 0 0,0 0 0 0 0,0 0-1 0 0,0 1 1 0 0,-1 0 0 0 0,1 0 0 0 0,-14 1 0 0 0,11 2 28 0 0,-1 0 0 0 0,1 0 0 0 0,0 1 0 0 0,-1 0 0 0 0,2 1 0 0 0,-1 0 0 0 0,0 1 0 0 0,1 0 0 0 0,0 0 0 0 0,0 1 0 0 0,-14 11 0 0 0,-28 32-1071 0 0,27-20-96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5.6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2152 16 5529 0 0,'-11'10'547'0'0,"-1"-1"0"0"0,0 0 0 0 0,-26 13-1 0 0,-1 1 238 0 0,31-16-100 0 0,-1-1-1 0 0,0-1 0 0 0,-1 1 0 0 0,0-1 0 0 0,0-1 0 0 0,0 0 0 0 0,0 0 0 0 0,0-1 0 0 0,-1 0 0 0 0,1-1 0 0 0,-1 0 0 0 0,-12 0 0 0 0,14-1-28 0 0,-13 0-506 0 0,21-1-69 0 0,1 0 0 0 0,-1 0 0 0 0,1-1 0 0 0,-1 1 0 0 0,1 0 0 0 0,-1 0 1 0 0,0 0-1 0 0,1 0 0 0 0,0 0 0 0 0,-1-1 0 0 0,1 1 0 0 0,-1 0 0 0 0,1 0 1 0 0,-1-1-1 0 0,1 1 0 0 0,-1 0 0 0 0,1-1 0 0 0,0 1 0 0 0,-1 0 0 0 0,1-1 1 0 0,0 1-1 0 0,-1-1 0 0 0,1 1 0 0 0,0-1 0 0 0,0 1 0 0 0,-1-1 0 0 0,1 1 1 0 0,0-1-1 0 0,0 1 0 0 0,0-1 0 0 0,-1 1 0 0 0,1-1 0 0 0,0 1 0 0 0,0-2 0 0 0,-4 2 1 0 0,-44-2 307 0 0,26 0-166 0 0,-37 1 0 0 0,3 8-123 0 0,-75 20 1 0 0,-39 5 45 0 0,-106-13-49 0 0,38-4-3 0 0,-127-2-82 0 0,340-15-11 0 0,0-1 0 0 0,0-1 0 0 0,0-2 0 0 0,1 0 0 0 0,0-2 0 0 0,-26-11 0 0 0,49 18-30 0 0,-1 0 1 0 0,1 0-1 0 0,-1 0 1 0 0,0 0 0 0 0,0 1-1 0 0,0-1 1 0 0,1 1-1 0 0,-1-1 1 0 0,0 1-1 0 0,0 0 1 0 0,0-1 0 0 0,0 1-1 0 0,0 0 1 0 0,0 0-1 0 0,0 1 1 0 0,1-1-1 0 0,-1 0 1 0 0,0 1 0 0 0,0-1-1 0 0,0 1 1 0 0,0-1-1 0 0,1 1 1 0 0,-1 0-1 0 0,0 0 1 0 0,1 0-1 0 0,-1 0 1 0 0,-2 1 0 0 0,1 0 25 0 0,0 0 1 0 0,0-1 0 0 0,0 0 0 0 0,0 0-1 0 0,0 0 1 0 0,0 0 0 0 0,0 0-1 0 0,0-1 1 0 0,-1 1 0 0 0,1-1 0 0 0,0 0-1 0 0,0 0 1 0 0,-6-1 0 0 0,-42-12-85 0 0,44 10 78 0 0,0 0 0 0 0,-1 1 1 0 0,1 0-1 0 0,-1 1 0 0 0,-9-1 1 0 0,14 2 9 0 0,0 0 0 0 0,0 0 0 0 0,0 0 0 0 0,-1 1 0 0 0,1-1 0 0 0,0 1 0 0 0,0 0 0 0 0,0-1 0 0 0,0 2 0 0 0,0-1 0 0 0,0 0 0 0 0,0 1 0 0 0,1-1 0 0 0,-1 1 0 0 0,0 0 0 0 0,1 0 0 0 0,-1 0 0 0 0,1 0 0 0 0,0 0 0 0 0,0 0 0 0 0,0 1 0 0 0,-2 2 1 0 0,1 0-2 0 0,0 0 0 0 0,1 1 0 0 0,0-1 0 0 0,1 0 0 0 0,-1 1 0 0 0,1-1 0 0 0,0 1 0 0 0,0 0 0 0 0,0-1 0 0 0,1 1 0 0 0,1 10 0 0 0,-2-11-2 0 0,1 0 0 0 0,1 1 1 0 0,-1-1-1 0 0,1 0 0 0 0,0 0 1 0 0,0 0-1 0 0,1 0 0 0 0,-1-1 0 0 0,1 1 1 0 0,0 0-1 0 0,0 0 0 0 0,1-1 0 0 0,-1 0 1 0 0,1 1-1 0 0,0-1 0 0 0,0 0 1 0 0,1 0-1 0 0,-1-1 0 0 0,1 1 0 0 0,0-1 1 0 0,0 1-1 0 0,0-1 0 0 0,0 0 0 0 0,0-1 1 0 0,1 1-1 0 0,-1-1 0 0 0,1 0 0 0 0,0 0 1 0 0,-1 0-1 0 0,1-1 0 0 0,0 0 1 0 0,0 0-1 0 0,0 0 0 0 0,0 0 0 0 0,1-1 1 0 0,-1 0-1 0 0,0 0 0 0 0,0 0 0 0 0,0 0 1 0 0,0-1-1 0 0,0 0 0 0 0,9-3 1 0 0,-5 1 8 0 0,-1 0 1 0 0,1 0-1 0 0,-1-1 1 0 0,0 0 0 0 0,0 0-1 0 0,0-1 1 0 0,0 0 0 0 0,-1 0-1 0 0,0-1 1 0 0,0 0 0 0 0,9-10-1 0 0,-8 6 14 0 0,0 0 0 0 0,0-1 0 0 0,-1 1 0 0 0,0-1 0 0 0,-1-1 1 0 0,0 1-1 0 0,-1-1 0 0 0,4-14 0 0 0,-6 17-4 0 0,-1 0 0 0 0,0 0 0 0 0,-1 0 0 0 0,1 0 0 0 0,-2 0 0 0 0,1 0 0 0 0,-1 0 0 0 0,-1-1 0 0 0,0 1 0 0 0,0 0 0 0 0,-4-12 0 0 0,3 14-10 0 0,0 1 1 0 0,-1 0-1 0 0,1 0 1 0 0,-2 1-1 0 0,1-1 0 0 0,0 0 1 0 0,-1 1-1 0 0,0 0 1 0 0,-1 0-1 0 0,1 0 1 0 0,-1 1-1 0 0,0-1 1 0 0,0 1-1 0 0,0 0 0 0 0,0 1 1 0 0,-1-1-1 0 0,-6-2 1 0 0,7 3 16 0 0,0 1 1 0 0,0 1-1 0 0,0-1 1 0 0,0 1-1 0 0,-1 0 1 0 0,1 0-1 0 0,0 1 1 0 0,0-1-1 0 0,0 1 1 0 0,-1 0 0 0 0,1 1-1 0 0,0-1 1 0 0,0 1-1 0 0,-1 0 1 0 0,1 0-1 0 0,-9 4 1 0 0,6-2-6 0 0,-1 1 0 0 0,1 1 0 0 0,0-1 1 0 0,0 1-1 0 0,0 1 0 0 0,1-1 0 0 0,-1 1 0 0 0,1 0 1 0 0,-9 11-1 0 0,11-10-14 0 0,0-1 0 0 0,0 1 0 0 0,0 0-1 0 0,1 0 1 0 0,0 0 0 0 0,1 1 0 0 0,-1 0 0 0 0,1-1 0 0 0,1 1 0 0 0,-4 14 0 0 0,6-17-5 0 0,-1-1 0 0 0,1 1 0 0 0,0 0 0 0 0,0 0 0 0 0,0 0 0 0 0,1-1 1 0 0,-1 1-1 0 0,1 0 0 0 0,0 0 0 0 0,1-1 0 0 0,-1 1 0 0 0,1-1 0 0 0,0 1 0 0 0,0-1 0 0 0,0 0 0 0 0,1 0 1 0 0,0 0-1 0 0,5 7 0 0 0,-7-9 0 0 0,1-1 0 0 0,-1 1 0 0 0,0-1 0 0 0,1 1 0 0 0,-1-1 0 0 0,1 0 0 0 0,0 1 0 0 0,0-1 0 0 0,-1 0 0 0 0,1 0 0 0 0,0 0 0 0 0,0 0 0 0 0,0-1 0 0 0,0 1 0 0 0,0 0 0 0 0,0-1 0 0 0,0 1 0 0 0,0-1 0 0 0,0 0 0 0 0,0 0 0 0 0,1 0 0 0 0,-1 0 0 0 0,0 0 0 0 0,0 0 0 0 0,0 0 0 0 0,0-1 0 0 0,0 1 0 0 0,0-1 0 0 0,0 0 1 0 0,0 1-1 0 0,0-1 0 0 0,0 0 0 0 0,0 0 0 0 0,-1 0 0 0 0,1-1 0 0 0,3-1 0 0 0,5-6-148 0 0,0 0 1 0 0,-1-1 0 0 0,0 0-1 0 0,14-21 1 0 0,0 1-985 0 0,-15 21 145 0 0,3-1-234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1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167 168 4145 0 0,'-10'-20'1779'0'0,"-1"1"1"0"0,0 0-1 0 0,-29-35 0 0 0,21 29 707 0 0,18 22-2001 0 0,-1 0-1 0 0,-1 1 1 0 0,1-1 0 0 0,0 1-1 0 0,-1-1 1 0 0,1 1-1 0 0,-1 0 1 0 0,1 0 0 0 0,-1 0-1 0 0,0 0 1 0 0,-3-2-1 0 0,5 4-364 0 0,0 0 0 0 0,1 0 0 0 0,-1 0 0 0 0,0 0 0 0 0,1 0 0 0 0,-1 0-1 0 0,0 0 1 0 0,1 0 0 0 0,-1 0 0 0 0,0 0 0 0 0,1 0 0 0 0,-1 0 0 0 0,0 0-1 0 0,1 0 1 0 0,-1 1 0 0 0,1-1 0 0 0,-1 0 0 0 0,0 1 0 0 0,1-1 0 0 0,-1 0-1 0 0,1 1 1 0 0,-2 0 0 0 0,1 0-72 0 0,0 1 0 0 0,-1-1 1 0 0,1 1-1 0 0,0 0 0 0 0,0 0 0 0 0,0-1 0 0 0,0 1 1 0 0,1 0-1 0 0,-1 0 0 0 0,-1 3 0 0 0,-3 17 75 0 0,1-1-1 0 0,1 0 0 0 0,1 1 1 0 0,1 0-1 0 0,2 28 1 0 0,16 112 328 0 0,-11-117-293 0 0,83 393-696 0 0,-79-396 627 0 0,-3-15-74 0 0,-2 0-1 0 0,2 33 1 0 0,-7-51-311 0 0,1 0-1 0 0,-1 0 1 0 0,-1-1 0 0 0,0 1 0 0 0,0 0-1 0 0,-1-1 1 0 0,0 1 0 0 0,0-1 0 0 0,-1 0-1 0 0,0 1 1 0 0,-4 7 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1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92 545 5529 0 0,'-15'-27'1180'0'0,"0"-1"-1"0"0,3 0 1 0 0,0-1 0 0 0,2-1-1 0 0,-13-56 1 0 0,21 75-831 0 0,1 0 1 0 0,0-1-1 0 0,1 1 1 0 0,0 0-1 0 0,0-1 1 0 0,2 1-1 0 0,-1 0 1 0 0,1 0-1 0 0,1 0 1 0 0,0 0-1 0 0,0 0 1 0 0,1 0-1 0 0,1 1 0 0 0,0 0 1 0 0,0 0-1 0 0,1 0 1 0 0,0 0-1 0 0,0 1 1 0 0,11-11-1 0 0,-7 10-109 0 0,0 2 0 0 0,0-1 0 0 0,0 1 0 0 0,1 0 0 0 0,1 1 0 0 0,-1 1 0 0 0,1 0 0 0 0,0 0 0 0 0,0 1 0 0 0,1 1 0 0 0,16-4 0 0 0,-22 6-232 0 0,1 0 1 0 0,-1 0-1 0 0,1 1 0 0 0,0 1 1 0 0,-1-1-1 0 0,1 1 1 0 0,0 1-1 0 0,-1-1 1 0 0,1 1-1 0 0,0 1 1 0 0,-1-1-1 0 0,1 1 0 0 0,-1 0 1 0 0,0 1-1 0 0,1 0 1 0 0,-1 0-1 0 0,-1 1 1 0 0,1 0-1 0 0,0 0 0 0 0,9 8 1 0 0,-11-7-10 0 0,-1 0 0 0 0,-1 1 0 0 0,1-1 0 0 0,-1 1 1 0 0,0 0-1 0 0,0 0 0 0 0,0 0 0 0 0,-1 0 0 0 0,0 0 0 0 0,0 0 0 0 0,-1 1 0 0 0,0-1 1 0 0,0 1-1 0 0,0-1 0 0 0,-1 1 0 0 0,0 0 0 0 0,0-1 0 0 0,-1 1 0 0 0,-1 9 1 0 0,-3 10-51 0 0,0 1-1 0 0,-2-1 1 0 0,-13 33 0 0 0,-27 52 12 0 0,32-81 77 0 0,1 1 1 0 0,1 1-1 0 0,2 0 0 0 0,-12 61 0 0 0,22-89-31 0 0,1-1 0 0 0,-1 1-1 0 0,1 0 1 0 0,0 0-1 0 0,0 0 1 0 0,0 0 0 0 0,1 0-1 0 0,-1 0 1 0 0,1 0-1 0 0,2 5 1 0 0,-2-7 1 0 0,0-1 0 0 0,0 0 1 0 0,0 0-1 0 0,0 1 0 0 0,0-1 0 0 0,0 0 0 0 0,0 0 0 0 0,0 0 1 0 0,1 0-1 0 0,-1 0 0 0 0,1 0 0 0 0,-1 0 0 0 0,0-1 1 0 0,1 1-1 0 0,-1 0 0 0 0,1-1 0 0 0,0 1 0 0 0,-1-1 0 0 0,1 0 1 0 0,-1 1-1 0 0,1-1 0 0 0,0 0 0 0 0,-1 0 0 0 0,1 0 0 0 0,0 0 1 0 0,-1 0-1 0 0,2-1 0 0 0,8 0 64 0 0,0-1 0 0 0,-1 0-1 0 0,0 0 1 0 0,1-1 0 0 0,-1 0 0 0 0,0-1 0 0 0,0 0 0 0 0,10-7-1 0 0,73-50 692 0 0,-30 18-666 0 0,-41 29-796 0 0,54-29 1435 0 0,-67 39-2675 0 0,0 0 0 0 0,0 1 1 0 0,19-4-1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2.5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14 177 5065 0 0,'0'0'390'0'0,"-1"-1"-181"0"0,0 0 0 0 0,0 1 1 0 0,0-1-1 0 0,0 0 1 0 0,0 0-1 0 0,1 1 1 0 0,-1-1-1 0 0,0 0 1 0 0,0 0-1 0 0,1 0 0 0 0,-1 0 1 0 0,1 0-1 0 0,-1 0 1 0 0,1 0-1 0 0,-1 0 1 0 0,1 0-1 0 0,-1-2 1 0 0,1 0-90 0 0,0 0 0 0 0,0 1 0 0 0,0-1 0 0 0,0 0 0 0 0,1 0 0 0 0,-1 0 0 0 0,1 1 0 0 0,0-1 0 0 0,0 0 0 0 0,0 1 0 0 0,0-1 1 0 0,0 1-1 0 0,0-1 0 0 0,1 1 0 0 0,-1-1 0 0 0,1 1 0 0 0,0 0 0 0 0,0 0 0 0 0,-1 0 0 0 0,1 0 0 0 0,1 0 0 0 0,-1 0 0 0 0,0 0 0 0 0,0 1 1 0 0,3-2-1 0 0,63-43 3263 0 0,3 3-3462 0 0,-57 36-665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2.7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1 177 6913 0 0,'4'-2'341'0'0,"-1"0"0"0"0,1 0-1 0 0,-1 0 1 0 0,1 0-1 0 0,-1-1 1 0 0,0 0-1 0 0,0 0 1 0 0,6-6-1 0 0,3-2 820 0 0,55-51 3664 0 0,-33 29-3294 0 0,2 1-3552 0 0,-21 25-740 0 0,-11 4 2649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3.0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1 104 5529 0 0,'2'-5'495'0'0,"1"1"1"0"0,0 0-1 0 0,0-1 0 0 0,0 1 1 0 0,0 1-1 0 0,0-1 0 0 0,1 0 0 0 0,0 1 1 0 0,0 0-1 0 0,5-4 0 0 0,-2 2-31 0 0,0-2 232 0 0,2 1 1 0 0,-1 0-1 0 0,0 0 0 0 0,1 1 1 0 0,0 0-1 0 0,1 0 1 0 0,11-3-1 0 0,-18 7-595 0 0,-1 0 0 0 0,1 1 1 0 0,-1-1-1 0 0,1 1 0 0 0,-1-1 1 0 0,1 1-1 0 0,-1 0 0 0 0,1 0 1 0 0,-1 0-1 0 0,1 0 0 0 0,0 1 1 0 0,-1-1-1 0 0,1 1 0 0 0,-1-1 1 0 0,1 1-1 0 0,-1 0 0 0 0,0 0 0 0 0,1 0 1 0 0,-1 0-1 0 0,0 1 0 0 0,0-1 1 0 0,0 0-1 0 0,0 1 0 0 0,0 0 1 0 0,0-1-1 0 0,0 1 0 0 0,0 0 1 0 0,0 0-1 0 0,-1 0 0 0 0,1 0 1 0 0,-1 0-1 0 0,0 1 0 0 0,0-1 0 0 0,2 3 1 0 0,8 25-110 0 0,-2 0 1 0 0,0 1 0 0 0,-3 0-1 0 0,6 49 1 0 0,-5-32-383 0 0,2 39 11 0 0,-7-55 363 0 0,2-1 0 0 0,11 50 0 0 0,-14-78 2 0 0,0 0 0 0 0,0 0-1 0 0,0 0 1 0 0,1-1 0 0 0,-1 1-1 0 0,1 0 1 0 0,-1-1 0 0 0,1 1-1 0 0,0-1 1 0 0,4 4 0 0 0,16 8-3448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3.2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12443 0 0,'4'11'544'0'0,"-2"-6"128"0"0,-1 0-544 0 0,1-1-128 0 0,0-1 0 0 0,0-3 0 0 0,-1 2 632 0 0,3 0 96 0 0,1 1 16 0 0,0 1 9 0 0,2-3-689 0 0,0-2-144 0 0,-1-3-24 0 0,-3-5-8 0 0,-1-1 112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5.5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5985 0 0,'18'1'10759'0'0,"-18"0"-10546"0"0,9 21 2342 0 0,-8-20-3000 0 0,69 217 3595 0 0,-8-71-2578 0 0,-28-73-523 0 0,-4 2 0 0 0,33 125 0 0 0,-61-190-286 0 0,5 24-79 0 0,-12-16-3274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5.7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124 454 1840 0 0,'-9'-2'430'0'0,"-1"-1"-1"0"0,0 0 1 0 0,0-1 0 0 0,1 0-1 0 0,0-1 1 0 0,0 0-1 0 0,0 0 1 0 0,-13-11-1 0 0,19 14-188 0 0,1 1 0 0 0,0-1 1 0 0,0 0-1 0 0,0 0 0 0 0,1 0 0 0 0,-1-1 0 0 0,0 1 0 0 0,1 0 0 0 0,-1-1 0 0 0,1 1 0 0 0,0-1 1 0 0,0 1-1 0 0,0-1 0 0 0,0 0 0 0 0,0 1 0 0 0,1-1 0 0 0,-1 0 0 0 0,1 0 0 0 0,0 1 0 0 0,-1-1 0 0 0,1 0 1 0 0,1 0-1 0 0,-1 0 0 0 0,0 1 0 0 0,1-1 0 0 0,-1 0 0 0 0,1 1 0 0 0,0-1 0 0 0,0 0 0 0 0,0 1 1 0 0,0-1-1 0 0,0 1 0 0 0,1-1 0 0 0,-1 1 0 0 0,1 0 0 0 0,2-4 0 0 0,20-21 806 0 0,0 1 1 0 0,2 1-1 0 0,1 1 0 0 0,30-20 0 0 0,-5 2-216 0 0,-16 10-442 0 0,34-27 246 0 0,-64 55-637 0 0,0 0 0 0 0,0 0 0 0 0,0 1 1 0 0,1-1-1 0 0,0 1 0 0 0,-1 1 1 0 0,1-1-1 0 0,0 1 0 0 0,11-1 1 0 0,-16 2-99 0 0,0 1 0 0 0,0 0 0 0 0,0 0 0 0 0,0 0 0 0 0,0 0-1 0 0,0 1 1 0 0,0-1 0 0 0,0 0 0 0 0,0 1 0 0 0,0 0 0 0 0,0-1 0 0 0,3 3 0 0 0,5 5-1264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6.0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0 304 5985 0 0,'26'-24'1206'0'0,"-13"10"316"0"0,84-90 5134 0 0,-9 7-3431 0 0,-71 81-4640 0 0,32-23-1 0 0,-35 29-4361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6.4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202 0 9674 0 0,'-42'15'1933'0'0,"25"-9"-956"0"0,1 0 1 0 0,0 0-1 0 0,-23 15 1 0 0,34-18-773 0 0,0 0 0 0 0,0 1 1 0 0,1 0-1 0 0,-1 0 1 0 0,1 0-1 0 0,0 1 0 0 0,1-1 1 0 0,-1 1-1 0 0,1 0 0 0 0,-1 0 1 0 0,1 0-1 0 0,1 0 1 0 0,-1 1-1 0 0,-2 8 0 0 0,2-5-131 0 0,1 0-1 0 0,-1 0 1 0 0,2 0-1 0 0,-1 1 0 0 0,1-1 1 0 0,1 1-1 0 0,0-1 1 0 0,0 0-1 0 0,1 1 1 0 0,0-1-1 0 0,4 17 1 0 0,-4-22-84 0 0,1 1 1 0 0,0 0 0 0 0,0-1 0 0 0,1 1 0 0 0,-1-1 0 0 0,1 0 0 0 0,0 0 0 0 0,0 0 0 0 0,1 0 0 0 0,-1-1-1 0 0,1 1 1 0 0,0-1 0 0 0,-1 0 0 0 0,2 0 0 0 0,-1 0 0 0 0,0 0 0 0 0,0-1 0 0 0,1 0 0 0 0,0 0 0 0 0,-1 0-1 0 0,1 0 1 0 0,0-1 0 0 0,8 2 0 0 0,5-1-109 0 0,0 0 0 0 0,1-1-1 0 0,-1-1 1 0 0,20-3 0 0 0,-25 2 22 0 0,0-1 1 0 0,0 2 0 0 0,0 0 0 0 0,0 0-1 0 0,0 2 1 0 0,0-1 0 0 0,0 2-1 0 0,-1-1 1 0 0,18 7 0 0 0,-29-8 88 0 0,1-1 0 0 0,-1 1 1 0 0,0-1-1 0 0,0 1 0 0 0,0 0 1 0 0,0-1-1 0 0,0 1 0 0 0,0 0 1 0 0,0 0-1 0 0,0 0 0 0 0,0 0 1 0 0,-1 0-1 0 0,1 0 0 0 0,0 0 1 0 0,0 0-1 0 0,-1 0 0 0 0,1 0 1 0 0,-1 0-1 0 0,1 0 0 0 0,-1 0 1 0 0,1 1-1 0 0,-1-1 0 0 0,1 2 1 0 0,-2 0 31 0 0,1-1 0 0 0,0 0 0 0 0,0 0 0 0 0,-1 1 0 0 0,1-1 0 0 0,-1 0 0 0 0,0 0 1 0 0,0 0-1 0 0,1 1 0 0 0,-2-1 0 0 0,1 0 0 0 0,-1 2 0 0 0,-4 4 197 0 0,0 0 0 0 0,-1-1-1 0 0,1 1 1 0 0,-15 10 0 0 0,-4 2 352 0 0,-52 32 1 0 0,59-42-1560 0 0,-38 15-1 0 0,26-16-5565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7.5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88 3225 0 0,'8'-2'1550'0'0,"0"0"1"0"0,0-1-1 0 0,0 0 1 0 0,0 0-1 0 0,0-1 1 0 0,-1 1-1 0 0,9-7 1 0 0,14-13 1135 0 0,-1 1-2300 0 0,-27 20-792 0 0,1 0-1 0 0,0 1 0 0 0,0-1 1 0 0,0 1-1 0 0,0 0 1 0 0,0 0-1 0 0,0 0 0 0 0,6-1 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7.7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0 264 8290 0 0,'16'-10'1164'0'0,"0"0"1"0"0,-1-1-1 0 0,-1-1 0 0 0,16-16 1 0 0,-4 5-420 0 0,7-6 378 0 0,-3 4-1380 0 0,-2-1 0 0 0,31-36 0 0 0,-38 35 243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181 476 456 0 0,'-2'2'77'0'0,"0"-1"-1"0"0,0 0 1 0 0,0 0 0 0 0,0 0-1 0 0,0 0 1 0 0,0 0 0 0 0,0 0 0 0 0,0 0-1 0 0,0 0 1 0 0,-1-1 0 0 0,1 1-1 0 0,0-1 1 0 0,0 0 0 0 0,-1 0-1 0 0,1 0 1 0 0,0 0 0 0 0,0 0-1 0 0,-1 0 1 0 0,1-1 0 0 0,0 1-1 0 0,-3-2 1 0 0,0 0 415 0 0,0-1 0 0 0,1 1 0 0 0,-1-2 0 0 0,1 1 0 0 0,0 0 0 0 0,0-1 0 0 0,-4-4 0 0 0,-13-12 1661 0 0,19 19-2063 0 0,0 0-1 0 0,0 0 0 0 0,0 0 1 0 0,-1 0-1 0 0,1 1 0 0 0,0-1 0 0 0,0 0 1 0 0,0 1-1 0 0,-1 0 0 0 0,1 0 1 0 0,0 0-1 0 0,-1 0 0 0 0,1 0 0 0 0,0 0 1 0 0,0 0-1 0 0,-1 1 0 0 0,1-1 1 0 0,0 1-1 0 0,-4 1 0 0 0,-16 9 3400 0 0,57-17-1830 0 0,62-22 0 0 0,-2 0-970 0 0,285-42 289 0 0,-245 56-999 0 0,146 3 0 0 0,-17 3 2 0 0,7-5 732 0 0,137-11 923 0 0,1685-107 701 0 0,-1952 130-2180 0 0,-1-6 1 0 0,-1-6-1 0 0,155-35 0 0 0,-249 37-161 0 0,3 0-84 0 0,62-8-1 0 0,-110 19-10 0 0,1 0 0 0 0,0 0 0 0 0,-1 0 0 0 0,1 0 1 0 0,0-1-1 0 0,-1 1 0 0 0,1 0 0 0 0,0 0 0 0 0,-1 0 0 0 0,1 0 0 0 0,0 0 0 0 0,-1 1 0 0 0,1-1 0 0 0,0 0 0 0 0,-1 0 1 0 0,1 0-1 0 0,0 1 0 0 0,-1-1 0 0 0,1 0 0 0 0,0 1 0 0 0,-1-1 0 0 0,1 0 0 0 0,-1 1 0 0 0,1-1 0 0 0,-1 1 1 0 0,1-1-1 0 0,-1 1 0 0 0,1-1 0 0 0,-1 1 0 0 0,0-1 0 0 0,1 1 0 0 0,-1-1 0 0 0,0 1 0 0 0,1 0 0 0 0,-1-1 0 0 0,1 2 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0 525 4609 0 0,'2'-13'1050'0'0,"1"1"0"0"0,0 1 0 0 0,0-1-1 0 0,1 0 1 0 0,1 1 0 0 0,0 0 0 0 0,0 0 0 0 0,8-11 0 0 0,4-10 221 0 0,-8 13-645 0 0,109-203 3246 0 0,-117 220-3820 0 0,0 0 1 0 0,1 0-1 0 0,-1 0 0 0 0,1 0 0 0 0,-1 0 1 0 0,1 0-1 0 0,0 0 0 0 0,0 1 1 0 0,-1-1-1 0 0,1 0 0 0 0,1 1 0 0 0,-1 0 1 0 0,0-1-1 0 0,0 1 0 0 0,0 0 1 0 0,1 0-1 0 0,-1 0 0 0 0,0 0 1 0 0,1 1-1 0 0,-1-1 0 0 0,1 1 0 0 0,-1-1 1 0 0,1 1-1 0 0,-1 0 0 0 0,1 0 1 0 0,-1 0-1 0 0,4 1 0 0 0,-1 0-53 0 0,-1 1-1 0 0,1 0 0 0 0,-1 0 1 0 0,1 0-1 0 0,-1 0 0 0 0,0 1 1 0 0,0-1-1 0 0,0 1 1 0 0,0 0-1 0 0,0 1 0 0 0,-1-1 1 0 0,1 1-1 0 0,3 5 1 0 0,38 53-159 0 0,-3 1-1 0 0,42 86 1 0 0,-83-146 155 0 0,1-1-1 0 0,-1 0 0 0 0,0 0 0 0 0,1 1 1 0 0,0-1-1 0 0,-1 0 0 0 0,1-1 0 0 0,0 1 1 0 0,0 0-1 0 0,3 2 0 0 0,-4-4 20 0 0,-1 1 1 0 0,1-1-1 0 0,0 0 0 0 0,0 1 0 0 0,0-1 0 0 0,0 0 0 0 0,-1 0 0 0 0,1 1 1 0 0,0-1-1 0 0,0 0 0 0 0,0 0 0 0 0,0 0 0 0 0,0 0 0 0 0,-1 0 1 0 0,1 0-1 0 0,0-1 0 0 0,0 1 0 0 0,0 0 0 0 0,0 0 0 0 0,0 0 0 0 0,0-1 1 0 0,2-1 36 0 0,0 0 0 0 0,-1 0 0 0 0,0-1 0 0 0,1 1 1 0 0,-1-1-1 0 0,0 1 0 0 0,0-1 0 0 0,0 0 0 0 0,-1 1 1 0 0,1-1-1 0 0,-1 0 0 0 0,1 0 0 0 0,-1 0 0 0 0,1-6 1 0 0,52-135 819 0 0,-43 121-809 0 0,1-1 0 0 0,0 1 1 0 0,30-39-1 0 0,-40 60-56 0 0,-1 0-1 0 0,0 1 1 0 0,1-1 0 0 0,-1 0 0 0 0,1 1-1 0 0,0-1 1 0 0,0 1 0 0 0,-1-1 0 0 0,1 1-1 0 0,0 0 1 0 0,0-1 0 0 0,0 1 0 0 0,0 0-1 0 0,0 1 1 0 0,1-1 0 0 0,-1 0-1 0 0,0 1 1 0 0,0-1 0 0 0,0 1 0 0 0,1-1-1 0 0,-1 1 1 0 0,0 0 0 0 0,1 0 0 0 0,-1 0-1 0 0,0 0 1 0 0,0 1 0 0 0,1-1 0 0 0,-1 1-1 0 0,0-1 1 0 0,0 1 0 0 0,1 0 0 0 0,-1 0-1 0 0,0 0 1 0 0,0 0 0 0 0,0 0-1 0 0,0 0 1 0 0,3 3 0 0 0,6 5 45 0 0,-1 1 1 0 0,1 0-1 0 0,-2 1 1 0 0,18 23-1 0 0,-12-15-30 0 0,6 8-21 0 0,-6-7-1 0 0,30 30-1 0 0,-40-45 1 0 0,0-1 0 0 0,0 1-1 0 0,0-1 1 0 0,1 0-1 0 0,0-1 1 0 0,0 1-1 0 0,0-1 1 0 0,0 0-1 0 0,1-1 1 0 0,12 4-1 0 0,-18-6 3 0 0,-1 0 0 0 0,1 0-1 0 0,0 0 1 0 0,0 0-1 0 0,-1 0 1 0 0,1-1 0 0 0,0 1-1 0 0,0 0 1 0 0,-1 0 0 0 0,1-1-1 0 0,0 1 1 0 0,-1 0-1 0 0,1-1 1 0 0,0 1 0 0 0,-1-1-1 0 0,1 1 1 0 0,0-1-1 0 0,-1 1 1 0 0,1-1 0 0 0,-1 1-1 0 0,1-1 1 0 0,-1 1 0 0 0,1-1-1 0 0,-1 0 1 0 0,0 1-1 0 0,1-1 1 0 0,-1 0 0 0 0,0 0-1 0 0,1 1 1 0 0,-1-1-1 0 0,0 0 1 0 0,0-1 0 0 0,8-34-48 0 0,-4 15 20 0 0,9-21 57 0 0,22-51 0 0 0,-27 77-29 0 0,0 0-1 0 0,0 1 1 0 0,2-1-1 0 0,0 2 1 0 0,1-1-1 0 0,13-13 1 0 0,-23 26 0 0 0,0 1 0 0 0,1-1 0 0 0,-1 1-1 0 0,1 0 1 0 0,-1-1 0 0 0,1 1 0 0 0,0 0 0 0 0,-1 0 0 0 0,1 0 0 0 0,0 0-1 0 0,0 0 1 0 0,0 0 0 0 0,-1 0 0 0 0,1 1 0 0 0,0-1 0 0 0,0 1-1 0 0,0-1 1 0 0,0 1 0 0 0,0 0 0 0 0,0 0 0 0 0,0 0 0 0 0,0 0 0 0 0,0 0-1 0 0,0 0 1 0 0,0 1 0 0 0,0-1 0 0 0,3 2 0 0 0,-1 0-4 0 0,0 0-1 0 0,0 1 1 0 0,-1 0 0 0 0,1 0 0 0 0,-1 0 0 0 0,0 0-1 0 0,0 0 1 0 0,0 1 0 0 0,0 0 0 0 0,-1-1 0 0 0,4 6-1 0 0,7 12-334 0 0,1 0-1 0 0,2-2 0 0 0,0 1 0 0 0,26 23 1 0 0,-26-29-2735 0 0,1-1 0 0 0,38 23 1 0 0,-37-26-2325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119 138 1376 0 0,'-18'10'441'0'0,"-1"0"0"0"0,-20 17 0 0 0,31-20 874 0 0,0 0-1 0 0,0 0 0 0 0,-11 21 5852 0 0,20-28-7062 0 0,16-2 2010 0 0,20-10-776 0 0,-37 12-1328 0 0,77-28 1761 0 0,1 4-1 0 0,134-23 0 0 0,-44 27-1412 0 0,245 4-1 0 0,23-1-216 0 0,-346 12-380 0 0,37-5 803 0 0,-111 8-1471 0 0,1-1 1 0 0,0-1-1 0 0,-1-1 1 0 0,0-1-1 0 0,21-9 1 0 0,-30 12-1482 0 0,0 1 0 0 0,0 0 0 0 0,0 0 1 0 0,13-1-1 0 0,-7 0 1252 0 0,1 0 889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3681 0 0,'0'-1'212'0'0,"-1"0"0"0"0,1 0 0 0 0,0 0 0 0 0,-1 0 0 0 0,1 0 0 0 0,-1 0 0 0 0,1 0 1 0 0,-1 0-1 0 0,1 0 0 0 0,-1 0 0 0 0,0 1 0 0 0,0-1 0 0 0,1 0 0 0 0,-1 0 0 0 0,0 1 0 0 0,0-1 0 0 0,0 0 1 0 0,0 1-1 0 0,1-1 0 0 0,-1 1 0 0 0,0-1 0 0 0,0 1 0 0 0,-2-1 0 0 0,2 1-130 0 0,1 0-1 0 0,-1-1 1 0 0,1 1-1 0 0,-1 0 1 0 0,1 0-1 0 0,-1 0 1 0 0,1 0-1 0 0,-1 0 1 0 0,1 0 0 0 0,-1 0-1 0 0,1 0 1 0 0,-1 0-1 0 0,1 0 1 0 0,0 0-1 0 0,-1 0 1 0 0,1 1-1 0 0,-1-1 1 0 0,1 0-1 0 0,-1 0 1 0 0,1 0 0 0 0,-1 1-1 0 0,1-1 1 0 0,-1 0-1 0 0,1 0 1 0 0,0 1-1 0 0,-1-1 1 0 0,1 0-1 0 0,0 1 1 0 0,-1-1-1 0 0,1 1 1 0 0,0-1 0 0 0,-1 0-1 0 0,1 1 1 0 0,0-1-1 0 0,0 1 1 0 0,-1-1-1 0 0,1 1 1 0 0,0-1-1 0 0,0 1 1 0 0,0-1-1 0 0,0 1 1 0 0,0-1-1 0 0,0 1 1 0 0,0-1 0 0 0,0 1-1 0 0,0-1 1 0 0,0 1-1 0 0,0-1 1 0 0,0 1-1 0 0,0-1 1 0 0,0 1-1 0 0,0-1 1 0 0,0 0-1 0 0,1 1 1 0 0,-1 0 0 0 0,10 101 2980 0 0,-3 111 1 0 0,4 61-2250 0 0,40 66-268 0 0,-5-53 138 0 0,-36-197-332 0 0,-2 111-1 0 0,-9-133-205 0 0,3 200 46 0 0,2-227-124 0 0,1-1 0 0 0,1 0 0 0 0,3-1 0 0 0,20 62 0 0 0,-7-45 55 0 0,-10-30-25 0 0,-2 0 0 0 0,0 1 0 0 0,-2 0 1 0 0,-2 1-1 0 0,6 41 0 0 0,-12-59-63 0 0,-1 0 0 0 0,-1 1 0 0 0,0-1 0 0 0,0 0 0 0 0,-1 0 0 0 0,-1 0 0 0 0,1 0 0 0 0,-1 0 0 0 0,-1-1 0 0 0,0 1 0 0 0,-7 9 0 0 0,8-15-116 0 0,5-6-835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0,'14'6'11941'0'0,"-2"28"-10023"0"0,-7-18-1270 0 0,0 0 0 0 0,1 0 0 0 0,1-1 0 0 0,16 26 0 0 0,-11-22-636 0 0,0 1 0 0 0,-2 0 0 0 0,0 1-1 0 0,-1 0 1 0 0,-1 0 0 0 0,-1 1 0 0 0,5 24-1 0 0,16 160 1008 0 0,-26-179-731 0 0,7 7 148 0 0,-1 6 109 0 0,-8-39-598 0 0,0-2 27 0 0,0 1 1 0 0,0 0-1 0 0,0 0 1 0 0,0 0-1 0 0,0-1 1 0 0,0 1-1 0 0,0 0 1 0 0,-1 0-1 0 0,1-1 1 0 0,0 1-1 0 0,0 0 1 0 0,0 0-1 0 0,0 0 1 0 0,-1 0-1 0 0,1-1 1 0 0,0 1-1 0 0,0 0 1 0 0,0 0-1 0 0,-1 0 1 0 0,1 0-1 0 0,0 0 1 0 0,0 0-1 0 0,-1 0 1 0 0,1-1-1 0 0,0 1 1 0 0,0 0-1 0 0,-1 0 1 0 0,1 0-1 0 0,0 0 1 0 0,0 0-1 0 0,-1 0 1 0 0,1 0-1 0 0,0 0 1 0 0,-1 0-1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268 150 1840 0 0,'-160'15'3692'0'0,"53"-13"8506"0"0,139 0-9764 0 0,123 8-1499 0 0,0-7 0 0 0,174-20 0 0 0,-262 11-812 0 0,55-6 266 0 0,209-46 0 0 0,-291 47-341 0 0,48-14-3 0 0,1 5-1 0 0,103-11 1 0 0,-189 30-226 0 0,22 1-287 0 0,-24 0 293 0 0,0 0 0 0 0,1 0-1 0 0,-1 0 1 0 0,0 0 0 0 0,0 0-1 0 0,0 0 1 0 0,0 1 0 0 0,0-1-1 0 0,-1 0 1 0 0,1 1 0 0 0,0-1 0 0 0,0 1-1 0 0,0-1 1 0 0,0 1 0 0 0,0-1-1 0 0,0 1 1 0 0,-1 0 0 0 0,1-1-1 0 0,0 1 1 0 0,1 1 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44 920 0 0,'-7'-4'12104'0'0,"12"5"-10657"0"0,19-2 26 0 0,0-1-1 0 0,-1 0 1 0 0,1-2 0 0 0,26-7-1 0 0,-28 5-1570 0 0,0 1-1 0 0,1 1 0 0 0,-1 1 0 0 0,1 1 1 0 0,39 2-1 0 0,-57 0-294 0 0,-1 1 0 0 0,1 0 0 0 0,0 0 0 0 0,-1 1-1 0 0,1-1 1 0 0,-1 1 0 0 0,5 2 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0 3225 0 0,'6'19'11066'0'0,"-7"-18"-10782"0"0,-9 26 2635 0 0,5-14-2443 0 0,-1 1-1 0 0,2-1 1 0 0,0 1-1 0 0,0 0 1 0 0,2 0 0 0 0,-1 0-1 0 0,2 0 1 0 0,0 20-1 0 0,2 15-394 0 0,9 54 1 0 0,0-7 444 0 0,-3 68-614 0 0,-8 1-1 0 0,-29 217 0 0 0,23-314-82 0 0,4 118 0 0 0,21 68-68 0 0,-16-228 254 0 0,3 93 391 0 0,-15 178 0 0 0,2-183-389 0 0,13 209 0 0 0,57 161-10 0 0,-42-375-35 0 0,6-1 0 0 0,52 145-1 0 0,-48-176-62 0 0,157 393-1898 0 0,-186-468 1988 0 0,19 44-156 0 0,48 83 0 0 0,-67-128 165 0 0,0 1 0 0 0,0 0-1 0 0,0 0 1 0 0,0-1-1 0 0,0 1 1 0 0,1 0 0 0 0,-1-1-1 0 0,1 1 1 0 0,-1-1 0 0 0,1 0-1 0 0,-1 1 1 0 0,1-1 0 0 0,0 0-1 0 0,-1 0 1 0 0,1 0-1 0 0,0 0 1 0 0,0-1 0 0 0,0 1-1 0 0,0 0 1 0 0,0-1 0 0 0,0 1-1 0 0,0-1 1 0 0,0 0-1 0 0,0 1 1 0 0,0-1 0 0 0,0 0-1 0 0,0 0 1 0 0,0-1 0 0 0,0 1-1 0 0,0 0 1 0 0,0-1 0 0 0,0 1-1 0 0,0-1 1 0 0,0 1-1 0 0,0-1 1 0 0,-1 0 0 0 0,5-2-1 0 0,-3 1 62 0 0,0-1-1 0 0,-1 1 1 0 0,1-1-1 0 0,0 0 1 0 0,-1 0-1 0 0,1 1 1 0 0,-1-2-1 0 0,0 1 1 0 0,0 0-1 0 0,0 0 1 0 0,-1-1-1 0 0,1 1 1 0 0,-1-1 0 0 0,0 1-1 0 0,0-1 1 0 0,0 0-1 0 0,0 0 1 0 0,-1 1-1 0 0,1-7 1 0 0,-9-21 488 0 0,1 20-225 0 0,6 11-329 0 0,1 0 1 0 0,0 0 0 0 0,-1 0 0 0 0,1 0-1 0 0,0 0 1 0 0,0 0 0 0 0,-1 0 0 0 0,1 0 0 0 0,0 0-1 0 0,-1 0 1 0 0,1 0 0 0 0,0 0 0 0 0,-1 0-1 0 0,1 1 1 0 0,0-1 0 0 0,0 0 0 0 0,-1 0 0 0 0,1 0-1 0 0,0 0 1 0 0,0 0 0 0 0,-1 1 0 0 0,1-1-1 0 0,0 0 1 0 0,0 0 0 0 0,-1 0 0 0 0,1 1 0 0 0,0-1-1 0 0,0 0 1 0 0,0 0 0 0 0,0 1 0 0 0,-1-1-1 0 0,1 0 1 0 0,0 1 0 0 0,0-1 0 0 0,0 0 0 0 0,0 0-1 0 0,0 1 1 0 0,0-1 0 0 0,-1 2 508 0 0,1 1-499 0 0,-1 0 1 0 0,0-1-1 0 0,-1 1 1 0 0,1 0-1 0 0,0-1 1 0 0,-1 1-1 0 0,1-1 1 0 0,-1 1-1 0 0,0-1 1 0 0,0 0-1 0 0,0 0 1 0 0,0 0-1 0 0,0 0 1 0 0,-1 0-1 0 0,1 0 1 0 0,-1 0-1 0 0,1-1 1 0 0,-4 2-1 0 0,2 0 12 0 0,-1 0 0 0 0,0 0 0 0 0,-1-1 0 0 0,1 0-1 0 0,0 0 1 0 0,-1 0 0 0 0,1 0 0 0 0,-11 1 0 0 0,0-4 24 0 0,0-1-1 0 0,1 0 1 0 0,-21-7 0 0 0,-24-3 92 0 0,39 9-129 0 0,1-2-1 0 0,0 0 1 0 0,1-1-1 0 0,-1-1 1 0 0,1-1 0 0 0,1-1-1 0 0,-20-12 1 0 0,28 16-12 0 0,-6-3-39 0 0,0 2 0 0 0,0 0 0 0 0,0 1 0 0 0,0 0 0 0 0,-1 2 0 0 0,-26-3 0 0 0,-107 1 21 0 0,41 3 69 0 0,44-6-7 0 0,-100-23-1 0 0,-27-5-130 0 0,157 34 41 0 0,-37 2 0 0 0,44 1-24 0 0,0-1 0 0 0,-46-6 0 0 0,68 4-106 0 0,0 1 0 0 0,1-1 0 0 0,-1-1 0 0 0,1 1 0 0 0,0-1 0 0 0,0 0 1 0 0,0 0-1 0 0,-8-6 0 0 0,-1-2-3389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803 336 6449 0 0,'-1'0'93'0'0,"1"-1"0"0"0,-1 1-1 0 0,0-1 1 0 0,1 1-1 0 0,-1-1 1 0 0,0 1-1 0 0,1-1 1 0 0,-1 1 0 0 0,0-1-1 0 0,1 1 1 0 0,-1 0-1 0 0,0 0 1 0 0,0-1-1 0 0,0 1 1 0 0,1 0 0 0 0,-1 0-1 0 0,0 0 1 0 0,0 0-1 0 0,0 0 1 0 0,1 0-1 0 0,-1 0 1 0 0,0 0 0 0 0,-1 0-1 0 0,1 1-67 0 0,0-1 1 0 0,0 0-1 0 0,0 0 0 0 0,0 0 0 0 0,0 0 1 0 0,0 0-1 0 0,0 0 0 0 0,0 0 0 0 0,0 0 1 0 0,0 0-1 0 0,0 0 0 0 0,0-1 0 0 0,1 1 1 0 0,-1 0-1 0 0,0-1 0 0 0,0 1 0 0 0,0 0 1 0 0,0-1-1 0 0,0 1 0 0 0,1-1 0 0 0,-1 0 1 0 0,0 1-1 0 0,0-1 0 0 0,1 0 0 0 0,-1 1 1 0 0,1-1-1 0 0,-2-1 0 0 0,2 1 98 0 0,0 0-1 0 0,0 0 1 0 0,0 0-1 0 0,0 0 1 0 0,-1 0 0 0 0,1 0-1 0 0,0 0 1 0 0,0 0-1 0 0,-1 1 1 0 0,1-1-1 0 0,-1 0 1 0 0,1 0 0 0 0,-1 0-1 0 0,1 0 1 0 0,-1 1-1 0 0,1-1 1 0 0,-1 0 0 0 0,0 1-1 0 0,1-1 1 0 0,-1 0-1 0 0,0 1 1 0 0,0-1-1 0 0,1 1 1 0 0,-2-1 0 0 0,-1-1 65 0 0,0 1 0 0 0,0 0 0 0 0,0 1 1 0 0,0-1-1 0 0,0 0 0 0 0,0 1 1 0 0,-5-1-1 0 0,-3 1 216 0 0,1 0 0 0 0,-1 1 0 0 0,-15 4 0 0 0,5-1-82 0 0,0 0 0 0 0,1-1 0 0 0,-2-1 0 0 0,1-1 0 0 0,0-1 1 0 0,-28-4-1 0 0,49 4-294 0 0,-1 0 1 0 0,1 0-1 0 0,0 0 1 0 0,0 0-1 0 0,-1 0 1 0 0,1-1-1 0 0,0 1 1 0 0,-1 0-1 0 0,1 0 1 0 0,0 0 0 0 0,0-1-1 0 0,-1 1 1 0 0,1 0-1 0 0,0-1 1 0 0,0 1-1 0 0,0 0 1 0 0,-1 0-1 0 0,1-1 1 0 0,0 1-1 0 0,0 0 1 0 0,0-1-1 0 0,0 1 1 0 0,0 0-1 0 0,0-1 1 0 0,0 1-1 0 0,0 0 1 0 0,0-1-1 0 0,0 1 1 0 0,0 0-1 0 0,0-1 1 0 0,0 1-1 0 0,0 0 1 0 0,0-1 0 0 0,0 1-1 0 0,0 0 1 0 0,0-1-1 0 0,0 1 1 0 0,0 0-1 0 0,0-1 1 0 0,1 1-1 0 0,8-22 829 0 0,0-3 29 0 0,-10 22-844 0 0,1 1 1 0 0,-1-1-1 0 0,1 0 0 0 0,-1 1 0 0 0,0-1 0 0 0,0 0 0 0 0,-1 1 0 0 0,1-1 0 0 0,0 1 0 0 0,-1 0 0 0 0,0-1 0 0 0,1 1 0 0 0,-1 0 0 0 0,0 0 0 0 0,-2-2 0 0 0,-37-30 327 0 0,32 28-273 0 0,-24-20 212 0 0,-47-34 118 0 0,70 54-417 0 0,0 0 1 0 0,0 0-1 0 0,-1 2 0 0 0,0-1 0 0 0,0 1 1 0 0,-15-4-1 0 0,6 6 43 0 0,1 0 1 0 0,-29 1-1 0 0,35 1-18 0 0,0 1 1 0 0,0-2-1 0 0,1 0 0 0 0,-1-1 1 0 0,0 0-1 0 0,0 0 1 0 0,-19-8-1 0 0,31 10-84 0 0,0 0-1 0 0,1 0 1 0 0,-1 0 0 0 0,0-1 0 0 0,1 1-1 0 0,-1 0 1 0 0,0 0 0 0 0,1-1-1 0 0,-1 1 1 0 0,0 0 0 0 0,1-1 0 0 0,-1 1-1 0 0,1 0 1 0 0,-1-1 0 0 0,1 1-1 0 0,-1-1 1 0 0,1 1 0 0 0,-1-1 0 0 0,1 1-1 0 0,-1-1 1 0 0,1 0 0 0 0,-1 1-1 0 0,1-1 1 0 0,0 1 0 0 0,0-1 0 0 0,-1 0-1 0 0,1 1 1 0 0,0-1 0 0 0,0 0-1 0 0,0 0 1 0 0,-1 1 0 0 0,1-1 0 0 0,0 0-1 0 0,0 1 1 0 0,0-1 0 0 0,0 0-1 0 0,0 1 1 0 0,1-1 0 0 0,-1 0 0 0 0,0 0-1 0 0,0 1 1 0 0,0-1 0 0 0,1 0-1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10 286 456 0 0,'-5'-18'4867'0'0,"1"-5"2991"0"0,11 6-8308 0 0,22-19 2425 0 0,56-53 0 0 0,-70 75-1607 0 0,0 1 0 0 0,1 1 0 0 0,1 1 0 0 0,-1 0 0 0 0,2 1 0 0 0,26-11 0 0 0,-40 19-320 0 0,0 0 0 0 0,0 1 0 0 0,0-1 0 0 0,1 1 0 0 0,-1 0 0 0 0,1 1-1 0 0,-1-1 1 0 0,0 1 0 0 0,1 0 0 0 0,-1 0 0 0 0,1 0 0 0 0,-1 0-1 0 0,1 1 1 0 0,-1 0 0 0 0,0 0 0 0 0,1 0 0 0 0,-1 0 0 0 0,0 1-1 0 0,0 0 1 0 0,0 0 0 0 0,0 0 0 0 0,0 0 0 0 0,0 0 0 0 0,-1 1 0 0 0,1 0-1 0 0,-1 0 1 0 0,0 0 0 0 0,0 0 0 0 0,0 0 0 0 0,0 1 0 0 0,0-1-1 0 0,-1 1 1 0 0,1 0 0 0 0,-1-1 0 0 0,0 1 0 0 0,0 0 0 0 0,-1 1 0 0 0,1-1-1 0 0,-1 0 1 0 0,0 0 0 0 0,0 1 0 0 0,0-1 0 0 0,0 1 0 0 0,-1-1-1 0 0,0 0 1 0 0,0 1 0 0 0,-1 7 0 0 0,-1 3 55 0 0,0 0 0 0 0,-1-1 0 0 0,-1 0-1 0 0,-8 21 1 0 0,7-21-30 0 0,0 1 0 0 0,1 0 0 0 0,-4 28-1 0 0,8-42-72 0 0,0 1 0 0 0,0 0 0 0 0,0 0 0 0 0,0-1 0 0 0,1 1 0 0 0,-1 0 0 0 0,1-1 0 0 0,-1 1 0 0 0,1 0 0 0 0,-1-1 0 0 0,1 1 0 0 0,0-1 0 0 0,0 1 0 0 0,0-1 0 0 0,0 1 0 0 0,0-1 0 0 0,0 0 0 0 0,0 1 0 0 0,0-1 0 0 0,1 0 0 0 0,-1 0-1 0 0,0 0 1 0 0,1 0 0 0 0,-1 0 0 0 0,1 0 0 0 0,-1 0 0 0 0,1 0 0 0 0,-1-1 0 0 0,1 1 0 0 0,0-1 0 0 0,3 1 0 0 0,6 2-6 0 0,0-1 1 0 0,1 0-1 0 0,21 0 1 0 0,-15-1 2 0 0,-5 0-8 0 0,-1 0 1 0 0,1 1 0 0 0,0 1 0 0 0,-1 0-1 0 0,1 1 1 0 0,20 9 0 0 0,-27-9 4 0 0,1 0 1 0 0,0 0-1 0 0,-1 1 1 0 0,0-1-1 0 0,0 2 1 0 0,0-1-1 0 0,-1 0 0 0 0,1 1 1 0 0,-1 0-1 0 0,-1 1 1 0 0,1-1-1 0 0,5 12 1 0 0,-7-12 4 0 0,0 1 0 0 0,0 1 0 0 0,0-1 0 0 0,-1 0 0 0 0,0 0 0 0 0,0 1 0 0 0,-1-1 0 0 0,0 1 0 0 0,-1 0 0 0 0,1-1 0 0 0,-1 1 0 0 0,-1 0 0 0 0,-1 9 0 0 0,0-6 48 0 0,-1 1 0 0 0,-1-1 0 0 0,0 0 0 0 0,0 0 1 0 0,-1 0-1 0 0,-1 0 0 0 0,-11 16 0 0 0,-6 3-157 0 0,-1-2 1 0 0,-1-1-1 0 0,-1-1 0 0 0,-42 32 0 0 0,59-50-1682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0 504 6449 0 0,'23'-4'3925'0'0,"52"-19"3001"0"0,-57 16-6258 0 0,0 1-1 0 0,0 1 1 0 0,1 0 0 0 0,0 2-1 0 0,36-3 1 0 0,-55 6-666 0 0,1 0-1 0 0,0-1 1 0 0,-1 1-1 0 0,1 0 1 0 0,0 0 0 0 0,-1 0-1 0 0,1 0 1 0 0,-1-1-1 0 0,1 1 1 0 0,-1 0 0 0 0,1-1-1 0 0,-1 1 1 0 0,1 0 0 0 0,-1-1-1 0 0,1 1 1 0 0,-1 0-1 0 0,1-1 1 0 0,-1 1 0 0 0,1-1-1 0 0,-1 1 1 0 0,0-1-1 0 0,1 1 1 0 0,-1-1 0 0 0,0 1-1 0 0,0-1 1 0 0,1 0 0 0 0,-1 1-1 0 0,0-1 1 0 0,0 0-1 0 0,3-27 91 0 0,-14-38 67 0 0,9 56-151 0 0,-3-13 106 0 0,2 0 0 0 0,0-1 0 0 0,1 1 0 0 0,3-40 0 0 0,-1 56-84 0 0,1 0 0 0 0,0 0 1 0 0,0-1-1 0 0,1 1 0 0 0,0 0 1 0 0,0 0-1 0 0,1 1 0 0 0,-1-1 0 0 0,2 0 1 0 0,-1 1-1 0 0,1 0 0 0 0,0-1 1 0 0,0 2-1 0 0,1-1 0 0 0,-1 0 1 0 0,1 1-1 0 0,0 0 0 0 0,1 0 1 0 0,8-6-1 0 0,1 4 14 0 0,1 0 0 0 0,0 2 0 0 0,0-1 0 0 0,0 2 0 0 0,1 0 0 0 0,31-3 0 0 0,-45 7-40 0 0,0-1 1 0 0,0 1-1 0 0,-1 0 0 0 0,1 0 1 0 0,0 1-1 0 0,-1-1 0 0 0,1 0 1 0 0,0 1-1 0 0,-1 0 0 0 0,1-1 1 0 0,0 1-1 0 0,-1 0 0 0 0,1 1 0 0 0,-1-1 1 0 0,0 0-1 0 0,1 1 0 0 0,-1-1 1 0 0,0 1-1 0 0,0 0 0 0 0,0-1 1 0 0,0 1-1 0 0,0 0 0 0 0,0 0 1 0 0,-1 0-1 0 0,1 1 0 0 0,-1-1 1 0 0,1 0-1 0 0,-1 1 0 0 0,0-1 1 0 0,0 1-1 0 0,0-1 0 0 0,0 1 1 0 0,1 4-1 0 0,2 10-13 0 0,-1 0 0 0 0,-1 1-1 0 0,0-1 1 0 0,-2 23 0 0 0,1-10-20 0 0,0-2-15 0 0,0-8 0 0 0,4 38 1 0 0,-4-54 44 0 0,0 0 0 0 0,0 0-1 0 0,0 0 1 0 0,0 0 0 0 0,0 0 0 0 0,1 0-1 0 0,0 0 1 0 0,0-1 0 0 0,0 1 0 0 0,0-1-1 0 0,0 1 1 0 0,1-1 0 0 0,0 0 0 0 0,-1 0-1 0 0,5 4 1 0 0,-4-6 23 0 0,0 0-1 0 0,0 0 0 0 0,0 0 1 0 0,-1 0-1 0 0,1 0 1 0 0,0 0-1 0 0,0-1 0 0 0,0 0 1 0 0,0 1-1 0 0,0-1 1 0 0,0 0-1 0 0,0 0 0 0 0,0-1 1 0 0,0 1-1 0 0,0-1 1 0 0,0 0-1 0 0,0 1 0 0 0,0-1 1 0 0,0 0-1 0 0,0-1 1 0 0,0 1-1 0 0,-1 0 0 0 0,3-3 1 0 0,10-4 90 0 0,0-2 1 0 0,23-18-1 0 0,-32 23-72 0 0,73-66 137 0 0,-55 47-818 0 0,2 1 0 0 0,0 2 1 0 0,38-24-1 0 0,-43 33-7155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10594 0 0,'0'-5'1143'0'0,"0"-1"-1"0"0,0 1 0 0 0,-1-1 1 0 0,0 1-1 0 0,0-1 0 0 0,0 1 0 0 0,0 0 1 0 0,-3-6-1 0 0,15 59 1242 0 0,-3-8-2251 0 0,100 480 231 0 0,-55-227-235 0 0,-45-257-1342 0 0,2 0 1 0 0,2-1-1 0 0,1 0 0 0 0,21 39 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2385 0 0,'0'-6'528'0'0,"0"-1"0"0"0,0 1 0 0 0,0-1 0 0 0,1 1 0 0 0,0-1 1 0 0,0 1-1 0 0,0 0 0 0 0,1 0 0 0 0,0-1 0 0 0,0 1 1 0 0,1 0-1 0 0,-1 1 0 0 0,5-8 0 0 0,2-2 1429 0 0,1 0 0 0 0,0 0 1 0 0,20-20-1 0 0,-20 24-1390 0 0,1 0 0 0 0,1 1 0 0 0,0 1-1 0 0,0 0 1 0 0,14-8 0 0 0,-20 14-507 0 0,-1 0-1 0 0,0 1 0 0 0,1-1 1 0 0,0 1-1 0 0,-1 0 1 0 0,1 0-1 0 0,0 1 0 0 0,0 0 1 0 0,0 0-1 0 0,0 0 0 0 0,0 1 1 0 0,0 0-1 0 0,1 0 1 0 0,-1 0-1 0 0,8 2 0 0 0,-11 0-56 0 0,0-1 0 0 0,0 1 0 0 0,-1 0 0 0 0,1 0 0 0 0,0 0 0 0 0,-1 0-1 0 0,1 0 1 0 0,-1 0 0 0 0,0 1 0 0 0,1-1 0 0 0,-1 1 0 0 0,0 0 0 0 0,-1-1-1 0 0,1 1 1 0 0,0 0 0 0 0,-1 0 0 0 0,0 0 0 0 0,1 0 0 0 0,-1 1 0 0 0,-1-1-1 0 0,1 0 1 0 0,0 0 0 0 0,-1 1 0 0 0,1 5 0 0 0,1 9-52 0 0,-1 0-1 0 0,-1 0 1 0 0,-2 19 0 0 0,-3-3-224 0 0,0-1 0 0 0,-18 53 0 0 0,12-46 249 0 0,-8 47 0 0 0,19-86 66 0 0,-1 0 0 0 0,1 1 0 0 0,0-1 0 0 0,-1 0 0 0 0,1 1 0 0 0,0-1 0 0 0,0 1 0 0 0,0-1 0 0 0,0 0 0 0 0,0 1 0 0 0,0-1 0 0 0,0 0 0 0 0,1 1-1 0 0,-1-1 1 0 0,0 1 0 0 0,1-1 0 0 0,-1 0 0 0 0,1 0 0 0 0,-1 1 0 0 0,1-1 0 0 0,0 0 0 0 0,0 0 0 0 0,-1 0 0 0 0,1 0 0 0 0,0 0 0 0 0,0 0 0 0 0,0 0 0 0 0,0 0 0 0 0,0 0 0 0 0,0 0 0 0 0,2 1 0 0 0,1-2 12 0 0,-1 1 0 0 0,1-1-1 0 0,0 1 1 0 0,-1-1 0 0 0,1 0 0 0 0,-1-1 0 0 0,1 1 0 0 0,0-1 0 0 0,-1 1 0 0 0,1-1 0 0 0,4-2 0 0 0,57-19-98 0 0,14-3-1315 0 0,-25 17-5282 0 0,-33 7 210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0,'1'0'288'0'0,"1"0"-288"0"0,0 0 0 0 0,0 0-112 0 0,-1 0-80 0 0,3 0-8 0 0,1 0-8 0 0,0 2 208 0 0,2 0-64 0 0,2 0 64 0 0,-2 1 0 0 0,-2-1 0 0 0,1-2-72 0 0,-3 0 72 0 0,-1 0 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130 224 6449 0 0,'-3'-3'233'0'0,"-1"0"1"0"0,1 0-1 0 0,-1 0 0 0 0,0 0 0 0 0,0 1 0 0 0,-1 0 0 0 0,1 0 0 0 0,0 0 0 0 0,-1 0 0 0 0,1 1 1 0 0,-10-2-1 0 0,-1 1 2392 0 0,-1 0 1 0 0,-25 4 2582 0 0,41-2-5141 0 0,0 0 1 0 0,0 1 0 0 0,0-1-1 0 0,1 2 813 0 0,-1-2-812 0 0,8 13 1180 0 0,14 9-740 0 0,137 119 273 0 0,-140-125-763 0 0,0-2-1 0 0,0 0 1 0 0,1-1 0 0 0,1-1-1 0 0,1-1 1 0 0,-1 0 0 0 0,35 10-1 0 0,-54-25 110 0 0,0 1 0 0 0,0-1 0 0 0,0 0 0 0 0,0 0-1 0 0,-1 0 1 0 0,0 1 0 0 0,0-1 0 0 0,2-8 0 0 0,-3 10-76 0 0,22-106 833 0 0,13-49 580 0 0,-10 82-3701 0 0,10 3-3834 0 0,-18 44-2026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7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353 648 3681 0 0,'-195'34'746'0'0,"52"-7"-380"0"0,143-26-349 0 0,-1-1 0 0 0,1 0 0 0 0,0 0 0 0 0,-1 1 0 0 0,1-1 0 0 0,-1 0 0 0 0,1 0 0 0 0,0 0 0 0 0,-1 0 0 0 0,1 0 0 0 0,-1 1 0 0 0,1-1 0 0 0,0 0 0 0 0,-1 0 0 0 0,1 0 0 0 0,-1 0 0 0 0,1 0 0 0 0,0 0 0 0 0,-1 0 0 0 0,1 0 1 0 0,-1-1-1 0 0,1 1 0 0 0,-1 0 0 0 0,1 0 0 0 0,0 0 0 0 0,-1 0 0 0 0,1-1 0 0 0,0 1 0 0 0,-1 0 0 0 0,1 0 0 0 0,0-1 0 0 0,-1 1 0 0 0,1 0 0 0 0,0 0 0 0 0,-1-1 0 0 0,1 1 0 0 0,0 0 0 0 0,0-1 0 0 0,-1 0 0 0 0,14-13 366 0 0,28-12-64 0 0,11 0-125 0 0,2 2 0 0 0,0 2 0 0 0,71-17 0 0 0,174-27 1991 0 0,-207 49-1592 0 0,33-12-28 0 0,187-70 1 0 0,113-74 763 0 0,-257 102-1156 0 0,-110 46-173 0 0,-29 11 0 0 0,1 1 0 0 0,1 1 0 0 0,0 2 0 0 0,0 1 0 0 0,47-7 0 0 0,-76 16 2 0 0,1-1 0 0 0,-1 1 1 0 0,0 0-1 0 0,1 0 0 0 0,-1 0 1 0 0,1 1-1 0 0,-1-1 0 0 0,0 0 1 0 0,0 1-1 0 0,1 0 0 0 0,1 0 1 0 0,-3 0-1 0 0,-1-1 1 0 0,1 0-1 0 0,-1 1 0 0 0,1-1 1 0 0,-1 1-1 0 0,1-1 1 0 0,-1 1-1 0 0,1-1 1 0 0,-1 0-1 0 0,0 1 1 0 0,1 0-1 0 0,-1-1 0 0 0,0 1 1 0 0,1-1-1 0 0,-1 1 1 0 0,0-1-1 0 0,0 1 1 0 0,1 0-1 0 0,-1-1 1 0 0,0 1-1 0 0,0-1 0 0 0,0 1 1 0 0,0 0-1 0 0,0-1 1 0 0,0 1-1 0 0,0 0 1 0 0,-1 3 7 0 0,0-1 1 0 0,0 0 0 0 0,-1 1-1 0 0,1-1 1 0 0,-1 0-1 0 0,0 0 1 0 0,0 0 0 0 0,0 0-1 0 0,0 0 1 0 0,-1 0-1 0 0,1-1 1 0 0,-4 4 0 0 0,-65 54 586 0 0,-3-3-1 0 0,-141 82 1 0 0,203-131-618 0 0,-99 53-297 0 0,-145 58 1 0 0,42-22-129 0 0,-198 112 630 0 0,18 30 296 0 0,363-219-421 0 0,16-11-50 0 0,1 0 0 0 0,1 1 0 0 0,-14 12 0 0 0,27-22-4 0 0,0 0 0 0 0,0 1 0 0 0,0-1 1 0 0,0 0-1 0 0,0 0 0 0 0,0 0 0 0 0,0 0 1 0 0,-1 0-1 0 0,1 0 0 0 0,0 0 0 0 0,0 0 1 0 0,0 0-1 0 0,0 0 0 0 0,0 0 0 0 0,0 1 1 0 0,0-1-1 0 0,0 0 0 0 0,0 0 0 0 0,0 0 0 0 0,0 0 1 0 0,0 0-1 0 0,0 0 0 0 0,0 0 0 0 0,0 0 1 0 0,0 1-1 0 0,0-1 0 0 0,0 0 0 0 0,0 0 1 0 0,0 0-1 0 0,0 0 0 0 0,0 0 0 0 0,0 0 1 0 0,0 0-1 0 0,0 0 0 0 0,0 0 0 0 0,0 1 1 0 0,1-1-1 0 0,-1 0 0 0 0,0 0 0 0 0,0 0 1 0 0,0 0-1 0 0,0 0 0 0 0,0 0 0 0 0,0 0 1 0 0,0 0-1 0 0,0 0 0 0 0,0 0 0 0 0,0 0 0 0 0,0 0 1 0 0,1 0-1 0 0,-1 0 0 0 0,0 0 0 0 0,0 0 1 0 0,0 0-1 0 0,0 0 0 0 0,0 0 0 0 0,0 0 1 0 0,0 0-1 0 0,0 0 0 0 0,0 0 0 0 0,1 0 1 0 0,-1 0-1 0 0,0 0 0 0 0,0 0 0 0 0,13 1 172 0 0,12-4-197 0 0,45-14-84 0 0,102-40-1 0 0,-34 9 478 0 0,857-223 831 0 0,-904 247-1212 0 0,-31 7-11 0 0,0 3 1 0 0,90-11-1 0 0,-140 24 17 0 0,0 1 1 0 0,0-1-1 0 0,0 2 0 0 0,0-1 0 0 0,-1 1 0 0 0,1 1 0 0 0,0 0 0 0 0,9 3 0 0 0,-18-5-5 0 0,-1 0 1 0 0,1 1-1 0 0,0-1 1 0 0,-1 0-1 0 0,1 1 0 0 0,0-1 1 0 0,-1 0-1 0 0,1 1 0 0 0,-1-1 1 0 0,1 1-1 0 0,-1-1 1 0 0,1 1-1 0 0,-1-1 0 0 0,1 1 1 0 0,-1-1-1 0 0,1 1 0 0 0,-1 0 1 0 0,0-1-1 0 0,1 1 1 0 0,-1 0-1 0 0,0-1 0 0 0,0 1 1 0 0,1 0-1 0 0,-1-1 1 0 0,0 1-1 0 0,0 0 0 0 0,0 0 1 0 0,0 0-1 0 0,0 1-4 0 0,-1 0 0 0 0,1 0-1 0 0,-1 0 1 0 0,1 0 0 0 0,-1-1 0 0 0,0 1-1 0 0,0 0 1 0 0,0 0 0 0 0,0-1 0 0 0,-2 3-1 0 0,-33 33-135 0 0,-84 59 639 0 0,-134 81 0 0 0,131-104-361 0 0,-150 64 0 0 0,37-21-151 0 0,-261 145-4842 0 0,485-255 4596 0 0,2 0-245 0 0,20-10 958 0 0,182-86 1426 0 0,-73 33-1364 0 0,2 0-26 0 0,331-137 121 0 0,-298 138-515 0 0,59-19-22 0 0,-158 59-75 0 0,107-18 0 0 0,-159 33 5 0 0,22-2-65 0 0,37-1-1 0 0,-56 4 61 0 0,0 0-1 0 0,0 0 0 0 0,-1 1 1 0 0,1 0-1 0 0,0 0 1 0 0,-1 1-1 0 0,1-1 1 0 0,-1 1-1 0 0,1 0 1 0 0,-1 0-1 0 0,0 1 1 0 0,8 5-1 0 0,-12-7 15 0 0,0 0 0 0 0,0 0-1 0 0,0 1 1 0 0,0-1 0 0 0,0 0 0 0 0,0 1 0 0 0,-1-1-1 0 0,1 0 1 0 0,0 1 0 0 0,-1-1 0 0 0,1 1-1 0 0,-1-1 1 0 0,0 1 0 0 0,1-1 0 0 0,-1 1 0 0 0,0 0-1 0 0,0-1 1 0 0,0 1 0 0 0,0-1 0 0 0,0 1-1 0 0,0-1 1 0 0,-1 1 0 0 0,1-1 0 0 0,0 1 0 0 0,-1 0-1 0 0,1-1 1 0 0,-1 0 0 0 0,0 1 0 0 0,1-1-1 0 0,-1 1 1 0 0,0-1 0 0 0,0 0 0 0 0,0 0 0 0 0,-1 2-1 0 0,-5 7 82 0 0,0-1-1 0 0,-1 0 0 0 0,-11 11 1 0 0,14-16-44 0 0,-65 60 838 0 0,-146 99 0 0 0,144-112-819 0 0,-455 288 806 0 0,217-146-466 0 0,242-153-349 0 0,43-27-279 0 0,0 1-1 0 0,2 2 1 0 0,-44 35 0 0 0,67-51 217 0 0,0 0 0 0 0,0 1 0 0 0,-1-1 0 0 0,1 0 0 0 0,0 0 0 0 0,0 0 0 0 0,0 0 0 0 0,0 0 0 0 0,0 0 0 0 0,-1 0 0 0 0,1 1 0 0 0,0-1 0 0 0,0 0 0 0 0,0 0 0 0 0,0 0 0 0 0,0 0 0 0 0,0 1 0 0 0,0-1 0 0 0,0 0 0 0 0,0 0 0 0 0,0 0 0 0 0,0 1 0 0 0,-1-1 0 0 0,1 0 0 0 0,0 0 0 0 0,0 0 0 0 0,0 0 0 0 0,0 1 0 0 0,0-1 0 0 0,1 0 0 0 0,-1 0 0 0 0,0 0 0 0 0,0 1 0 0 0,0-1 0 0 0,0 0 0 0 0,0 0 0 0 0,0 0 0 0 0,0 0 0 0 0,0 1 0 0 0,0-1 0 0 0,0 0 0 0 0,0 0 0 0 0,1 0 0 0 0,-1 1 0 0 0,11 1-23 0 0,14-3 251 0 0,28-10 329 0 0,-1-3 0 0 0,86-35-1 0 0,18-5 180 0 0,-68 31-627 0 0,1 4 0 0 0,1 4 0 0 0,160-5 0 0 0,-227 19-179 0 0,38 5 0 0 0,-56-4 63 0 0,-1 1 1 0 0,1 0-1 0 0,0 0 1 0 0,0 0-1 0 0,-1 1 1 0 0,1-1-1 0 0,0 1 1 0 0,-1 0 0 0 0,0 0-1 0 0,1 1 1 0 0,-1-1-1 0 0,0 1 1 0 0,0 0-1 0 0,6 6 1 0 0,-9-7-35 0 0,0 0 1 0 0,0 0-1 0 0,0 0 1 0 0,0 0-1 0 0,0 0 1 0 0,0 0 0 0 0,-1 0-1 0 0,1 1 1 0 0,-1-1-1 0 0,1 0 1 0 0,-1 0 0 0 0,0 1-1 0 0,0-1 1 0 0,0 0-1 0 0,0 0 1 0 0,0 1-1 0 0,-1-1 1 0 0,1 0 0 0 0,-1 0-1 0 0,1 0 1 0 0,-1 1-1 0 0,0-1 1 0 0,0 0 0 0 0,0 0-1 0 0,-2 3 1 0 0,-4 6-329 0 0,0-1 0 0 0,0 0 0 0 0,-13 13 0 0 0,13-16 274 0 0,-22 24-118 0 0,-2-1 0 0 0,-2-2 1 0 0,-67 46-1 0 0,-122 56 630 0 0,152-91-169 0 0,-225 103 774 0 0,260-126-1118 0 0,252-126-3371 0 0,-5 2 3443 0 0,-26 23 336 0 0,122-59 295 0 0,155-74 2634 0 0,-497 242-4588 0 0,0-2 94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9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58 345 6913 0 0,'-4'1'115'0'0,"0"1"0"0"0,0 0-1 0 0,1 0 1 0 0,-1 0 0 0 0,1 0-1 0 0,-1 0 1 0 0,1 1-1 0 0,0 0 1 0 0,0 0 0 0 0,0-1-1 0 0,0 2 1 0 0,1-1 0 0 0,-1 0-1 0 0,1 0 1 0 0,0 1-1 0 0,0-1 1 0 0,0 1 0 0 0,-1 4-1 0 0,3-7-65 0 0,-1 0 0 0 0,1 1 0 0 0,0-1 0 0 0,0 0-1 0 0,0 0 1 0 0,1 1 0 0 0,-1-1 0 0 0,0 0 0 0 0,0 0 0 0 0,1 1 0 0 0,-1-1-1 0 0,0 0 1 0 0,1 0 0 0 0,0 0 0 0 0,-1 0 0 0 0,1 1 0 0 0,0-1-1 0 0,-1 0 1 0 0,1 0 0 0 0,0 0 0 0 0,0-1 0 0 0,0 1 0 0 0,0 0-1 0 0,0 0 1 0 0,0 0 0 0 0,0-1 0 0 0,0 1 0 0 0,0 0 0 0 0,0-1 0 0 0,0 1-1 0 0,0-1 1 0 0,1 1 0 0 0,-1-1 0 0 0,0 0 0 0 0,0 1 0 0 0,3-1-1 0 0,48 9 1117 0 0,1-6-543 0 0,1-3 1 0 0,73-9-1 0 0,107-27 499 0 0,823-206 1469 0 0,-1053 241-2592 0 0,515-118 964 0 0,-375 100-308 0 0,254-1-1 0 0,-387 20-652 0 0,-5 0 0 0 0,0-1 0 0 0,0 1 0 0 0,-1 0 0 0 0,1 1 0 0 0,0-1 1 0 0,-1 1-1 0 0,1 0 0 0 0,0 1 0 0 0,-1 0 0 0 0,0-1 0 0 0,6 4 0 0 0,-11-5 4 0 0,0 0 0 0 0,0 0 0 0 0,1 0 0 0 0,-1 0 0 0 0,0 0 0 0 0,0 1 0 0 0,0-1 1 0 0,0 0-1 0 0,0 0 0 0 0,0 0 0 0 0,0 0 0 0 0,0 0 0 0 0,0 1 0 0 0,0-1 0 0 0,0 0 1 0 0,0 0-1 0 0,0 0 0 0 0,0 0 0 0 0,0 0 0 0 0,0 1 0 0 0,0-1 0 0 0,0 0 0 0 0,0 0 1 0 0,0 0-1 0 0,0 0 0 0 0,0 1 0 0 0,0-1 0 0 0,0 0 0 0 0,0 0 0 0 0,0 0 0 0 0,0 0 1 0 0,0 0-1 0 0,0 1 0 0 0,0-1 0 0 0,0 0 0 0 0,0 0 0 0 0,-1 0 0 0 0,1 0 0 0 0,0 0 1 0 0,0 0-1 0 0,0 0 0 0 0,0 1 0 0 0,0-1 0 0 0,0 0 0 0 0,-1 0 0 0 0,-10 7 47 0 0,-15 3-147 0 0,25-10 92 0 0,-283 80-2764 0 0,175-53 970 0 0,-158 62 0 0 0,129-23 2068 0 0,-167 107 1 0 0,163-88-10 0 0,-22 24-271 0 0,140-91 246 0 0,1 2 0 0 0,1 1 0 0 0,0 0 0 0 0,-25 36 0 0 0,28-24 321 0 0,19-33-550 0 0,-1 1 0 0 0,1-1 0 0 0,0 1 0 0 0,0 0 0 0 0,0-1 0 0 0,-1 1 0 0 0,1-1 0 0 0,0 1 1 0 0,0 0-1 0 0,0-1 0 0 0,0 1 0 0 0,0-1 0 0 0,0 1 0 0 0,0 0 0 0 0,1-1 0 0 0,-1 1 0 0 0,0-1 0 0 0,0 1 0 0 0,0 0 0 0 0,1-1 0 0 0,-1 1 0 0 0,1 0-12 0 0,0-1 0 0 0,-1 1 0 0 0,1-1 0 0 0,0 0 0 0 0,0 0 0 0 0,-1 1 0 0 0,1-1 0 0 0,0 0 0 0 0,0 0 0 0 0,0 0 0 0 0,0 0 0 0 0,-1 0-1 0 0,1 0 1 0 0,0 0 0 0 0,0 0 0 0 0,0 0 0 0 0,-1 0 0 0 0,1-1 0 0 0,0 1 0 0 0,0 0 0 0 0,1-1 0 0 0,14-5-196 0 0,0 0-1 0 0,-1-1 1 0 0,0-1 0 0 0,26-17 0 0 0,55-47-161 0 0,-60 43 219 0 0,237-168-77 0 0,-80 61 790 0 0,-162 113-453 0 0,15-12 74 0 0,1 1-1 0 0,2 3 0 0 0,1 1 0 0 0,55-22 0 0 0,-103 51-197 0 0,0 0 0 0 0,1 0 0 0 0,-1 1 0 0 0,1-1 0 0 0,-1 0 0 0 0,1 1 0 0 0,-1-1 0 0 0,1 1 0 0 0,4 0 0 0 0,-7 0 0 0 0,1 0 0 0 0,-1 0 0 0 0,0 0 0 0 0,0 1 0 0 0,1-1 1 0 0,-1 0-1 0 0,0 0 0 0 0,0 0 0 0 0,1 0 0 0 0,-1 0 1 0 0,0 1-1 0 0,0-1 0 0 0,0 0 0 0 0,1 0 0 0 0,-1 0 0 0 0,0 1 1 0 0,0-1-1 0 0,0 0 0 0 0,0 0 0 0 0,1 1 0 0 0,-1-1 1 0 0,0 0-1 0 0,0 0 0 0 0,0 1 0 0 0,0-1 0 0 0,0 0 0 0 0,0 1 1 0 0,0-1-1 0 0,0 0 0 0 0,0 0 0 0 0,0 1 0 0 0,-6 17-267 0 0,-61 91 370 0 0,-108 136 0 0 0,95-151 255 0 0,-107 100 0 0 0,67-74 75 0 0,83-82-48 0 0,-41 55 1 0 0,69-80-264 0 0,0-1 0 0 0,1 1 0 0 0,1 1 0 0 0,0 0 0 0 0,0 0 0 0 0,2 0 1 0 0,0 1-1 0 0,0 0 0 0 0,-2 17 0 0 0,6-30-127 0 0,1-1-1 0 0,0 0 1 0 0,-1 1 0 0 0,1-1-1 0 0,0 1 1 0 0,0-1-1 0 0,0 1 1 0 0,0-1 0 0 0,0 0-1 0 0,0 1 1 0 0,1-1-1 0 0,-1 1 1 0 0,0-1 0 0 0,1 1-1 0 0,-1-1 1 0 0,1 0-1 0 0,-1 1 1 0 0,1-1 0 0 0,0 0-1 0 0,0 0 1 0 0,0 0-1 0 0,-1 1 1 0 0,1-1 0 0 0,0 0-1 0 0,0 0 1 0 0,0 0 0 0 0,1 0-1 0 0,-1 0 1 0 0,0-1-1 0 0,0 1 1 0 0,0 0 0 0 0,1 0-1 0 0,-1-1 1 0 0,0 1-1 0 0,1-1 1 0 0,-1 1 0 0 0,0-1-1 0 0,1 0 1 0 0,-1 1-1 0 0,1-1 1 0 0,-1 0 0 0 0,1 0-1 0 0,-1 0 1 0 0,1 0 0 0 0,-1 0-1 0 0,0 0 1 0 0,1-1-1 0 0,2 0 1 0 0,9-1-235 0 0,0-1 1 0 0,0-1-1 0 0,-1 0 1 0 0,16-7-1 0 0,-22 9 216 0 0,42-19-57 0 0,-2-2 0 0 0,56-37 1 0 0,81-68 351 0 0,40-25 78 0 0,-216 149-337 0 0,2-2-5 0 0,1 0 0 0 0,-1 1 0 0 0,1 0 1 0 0,1 0-1 0 0,-1 1 0 0 0,1 1 0 0 0,12-3 1 0 0,-23 5-2 0 0,1 1 0 0 0,-1 0 1 0 0,1 0-1 0 0,-1 0 0 0 0,1 0 0 0 0,0-1 1 0 0,-1 1-1 0 0,1 0 0 0 0,-1 0 1 0 0,1 0-1 0 0,0 0 0 0 0,-1 1 0 0 0,1-1 1 0 0,-1 0-1 0 0,1 0 0 0 0,0 0 0 0 0,-1 0 1 0 0,1 1-1 0 0,-1-1 0 0 0,1 0 1 0 0,-1 0-1 0 0,1 1 0 0 0,-1-1 0 0 0,1 0 1 0 0,-1 1-1 0 0,1-1 0 0 0,-1 1 0 0 0,0-1 1 0 0,1 1-1 0 0,-1-1 0 0 0,1 0 1 0 0,-1 1-1 0 0,1 0 0 0 0,-1 1 2 0 0,0 0-1 0 0,0-1 1 0 0,0 1 0 0 0,-1-1-1 0 0,1 1 1 0 0,0-1-1 0 0,-1 1 1 0 0,1-1 0 0 0,-1 1-1 0 0,1-1 1 0 0,-1 1-1 0 0,-1 1 1 0 0,-29 42 32 0 0,30-43-34 0 0,-72 84 290 0 0,-151 137 1 0 0,-110 48 364 0 0,97-80-259 0 0,196-154-272 0 0,1 3 0 0 0,2 1 0 0 0,-45 64 0 0 0,78-98-107 0 0,-25 42 54 0 0,28-46-69 0 0,1 0 0 0 0,-1 0 0 0 0,1 0-1 0 0,0 1 1 0 0,0-1 0 0 0,0 0-1 0 0,1 1 1 0 0,-1-1 0 0 0,1 0-1 0 0,0 1 1 0 0,0-1 0 0 0,0 0 0 0 0,1 6-1 0 0,-1-8-23 0 0,1 0-1 0 0,-1 0 1 0 0,1 0-1 0 0,-1 0 1 0 0,1 0-1 0 0,0 0 1 0 0,-1 0-1 0 0,1 0 1 0 0,0 0-1 0 0,0 0 1 0 0,-1-1-1 0 0,1 1 1 0 0,0 0-1 0 0,0-1 1 0 0,0 1-1 0 0,0 0 1 0 0,0-1-1 0 0,0 1 1 0 0,0-1-1 0 0,0 1 1 0 0,0-1-1 0 0,0 0 1 0 0,0 0-1 0 0,1 1 1 0 0,-1-1-1 0 0,0 0 1 0 0,0 0-1 0 0,0 0 1 0 0,0 0-1 0 0,0 0 1 0 0,2-1-1 0 0,37-7-1026 0 0,8-9 387 0 0,-1-2 1 0 0,64-37-1 0 0,-38 18 302 0 0,153-76 542 0 0,234-111 662 0 0,41 37 1187 0 0,-459 175-1766 0 0,-33 9-213 0 0,0 2 1 0 0,0-1-1 0 0,1 1 1 0 0,17-1-1 0 0,-26 3-59 0 0,0 0-1 0 0,0 0 1 0 0,0 0 0 0 0,0 0-1 0 0,0 0 1 0 0,0 0 0 0 0,0 0-1 0 0,0 1 1 0 0,0-1 0 0 0,0 0-1 0 0,0 1 1 0 0,-1-1 0 0 0,1 1-1 0 0,0-1 1 0 0,0 1 0 0 0,0-1-1 0 0,0 1 1 0 0,-1-1 0 0 0,1 1-1 0 0,0 0 1 0 0,-1-1 0 0 0,2 2-1 0 0,-2 0-10 0 0,1 0 0 0 0,-1-1-1 0 0,0 1 1 0 0,0 0-1 0 0,0-1 1 0 0,0 1 0 0 0,0-1-1 0 0,0 1 1 0 0,0 0 0 0 0,0-1-1 0 0,-1 1 1 0 0,1 0-1 0 0,-1-1 1 0 0,1 1 0 0 0,-1-1-1 0 0,0 1 1 0 0,1-1-1 0 0,-3 3 1 0 0,-16 26-189 0 0,-2 0 0 0 0,0-2-1 0 0,-2-1 1 0 0,-48 45 0 0 0,39-40 67 0 0,-486 433 95 0 0,286-267 50 0 0,217-185-5 0 0,-311 281 82 0 0,232-201 288 0 0,-109 138-1 0 0,176-195 74 0 0,-43 72-1 0 0,63-95-408 0 0,1-1 0 0 0,0 2 0 0 0,1-1 0 0 0,0 1 0 0 0,1-1 0 0 0,0 1 0 0 0,1 0 0 0 0,1 1 0 0 0,-1 26 0 0 0,3-38-69 0 0,0 0 1 0 0,0 1-1 0 0,0-1 1 0 0,1 0-1 0 0,-1 1 1 0 0,1-1 0 0 0,0 0-1 0 0,0 1 1 0 0,0-1-1 0 0,0 0 1 0 0,1 0-1 0 0,-1 0 1 0 0,1 0 0 0 0,0 0-1 0 0,0-1 1 0 0,0 1-1 0 0,0 0 1 0 0,0-1-1 0 0,0 0 1 0 0,1 1 0 0 0,-1-1-1 0 0,1 0 1 0 0,0 0-1 0 0,-1 0 1 0 0,1-1-1 0 0,0 1 1 0 0,0-1 0 0 0,0 1-1 0 0,0-1 1 0 0,1 0-1 0 0,-1 0 1 0 0,0 0-1 0 0,0-1 1 0 0,5 1 0 0 0,4 0-23 0 0,0-1 0 0 0,0-1 0 0 0,0 0 0 0 0,0 0 0 0 0,0-1 0 0 0,-1-1 0 0 0,1 0 0 0 0,17-7 0 0 0,39-21 112 0 0,-2-2 1 0 0,90-61-1 0 0,-73 43 100 0 0,21-13 38 0 0,523-287 146 0 0,-434 253-279 0 0,59-25 46 0 0,-242 119-59 0 0,43-15 197 0 0,-51 18-215 0 0,1 0-1 0 0,0 0 0 0 0,-1 1 1 0 0,1-1-1 0 0,0 1 0 0 0,-1 0 1 0 0,1 0-1 0 0,0 0 0 0 0,-1 0 1 0 0,1 0-1 0 0,0 0 0 0 0,-1 1 1 0 0,1 0-1 0 0,-1-1 1 0 0,1 1-1 0 0,2 1 0 0 0,-4-1-14 0 0,0 0 0 0 0,0 0 0 0 0,-1 0 0 0 0,1 0-1 0 0,-1 0 1 0 0,1 0 0 0 0,-1 0 0 0 0,1 0 0 0 0,-1 0 0 0 0,1 1-1 0 0,-1-1 1 0 0,0 0 0 0 0,0 0 0 0 0,1 0 0 0 0,-1 1 0 0 0,0-1-1 0 0,0 0 1 0 0,0 0 0 0 0,-1 0 0 0 0,1 1 0 0 0,0-1 0 0 0,0 0-1 0 0,-1 0 1 0 0,1 0 0 0 0,0 0 0 0 0,-1 0 0 0 0,1 1 0 0 0,-1-1-1 0 0,0 0 1 0 0,0 1 0 0 0,-24 38-196 0 0,21-34 149 0 0,-31 43 32 0 0,-3-1 1 0 0,-61 59 0 0 0,-101 74 217 0 0,1-18-627 0 0,-201 184 380 0 0,368-315 42 0 0,-67 70-148 0 0,82-83 114 0 0,1 1-1 0 0,1 0 1 0 0,-18 34-1 0 0,32-53-31 0 0,0 0 1 0 0,0 1-1 0 0,0-1 0 0 0,1 1 1 0 0,-1-1-1 0 0,0 1 0 0 0,1-1 1 0 0,-1 1-1 0 0,1 0 0 0 0,-1-1 1 0 0,1 1-1 0 0,0-1 0 0 0,-1 1 1 0 0,1 0-1 0 0,0-1 0 0 0,0 1 1 0 0,0 0-1 0 0,1 0 0 0 0,-1-1 1 0 0,0 1-1 0 0,0-1 0 0 0,1 1 1 0 0,-1 0-1 0 0,1-1 0 0 0,0 1 1 0 0,0 1-1 0 0,1-2-89 0 0,0 0-1 0 0,0 0 0 0 0,-1-1 1 0 0,1 1-1 0 0,0-1 1 0 0,0 1-1 0 0,0-1 0 0 0,0 1 1 0 0,0-1-1 0 0,-1 0 1 0 0,1 0-1 0 0,0 0 0 0 0,0 0 1 0 0,0 0-1 0 0,0-1 1 0 0,0 1-1 0 0,0-1 0 0 0,0 1 1 0 0,-1-1-1 0 0,1 1 1 0 0,0-1-1 0 0,3-2 0 0 0,18-7-573 0 0,0-2-1 0 0,0-1 0 0 0,32-23 0 0 0,61-57 1149 0 0,-67 52-383 0 0,572-419 2375 0 0,-414 335-1723 0 0,-177 110-710 0 0,0 2 1 0 0,1 1-1 0 0,0 1 1 0 0,1 2-1 0 0,41-7 1 0 0,-69 15 44 0 0,-1 1-1 0 0,1-1 1 0 0,-1 1-1 0 0,1 0 1 0 0,0 0 0 0 0,-1 0-1 0 0,1 1 1 0 0,-1-1-1 0 0,1 1 1 0 0,-1 0-1 0 0,0 0 1 0 0,5 2 0 0 0,-7-3-16 0 0,0 1 0 0 0,0-1 0 0 0,-1 1 0 0 0,1-1 0 0 0,0 1 0 0 0,-1 0 0 0 0,1-1 0 0 0,0 1 0 0 0,-1 0 0 0 0,1 0 0 0 0,-1-1 0 0 0,1 1 0 0 0,-1 0 0 0 0,0 0 0 0 0,1 0 0 0 0,-1 0 0 0 0,0 0 0 0 0,1-1 0 0 0,-1 3 0 0 0,0-1-1 0 0,0 0 0 0 0,0 0 0 0 0,0 0 0 0 0,0 1 0 0 0,-1-1 0 0 0,1 0 0 0 0,-1 0 0 0 0,0 0 0 0 0,1 0 0 0 0,-1 0 0 0 0,-1 3 0 0 0,-16 25 22 0 0,0-1 0 0 0,-2-1 0 0 0,-40 45 0 0 0,19-23-119 0 0,-657 805 190 0 0,638-780 603 0 0,4 3 1 0 0,-86 159 0 0 0,102-158-1998 0 0,93-125 586 0 0,558-525 969 0 0,-599 560-280 0 0,96-81-83 0 0,-92 80 79 0 0,1 1 1 0 0,0 0 0 0 0,1 1-1 0 0,37-15 1 0 0,-54 25 9 0 0,0-1 1 0 0,1 0 0 0 0,-1 1 0 0 0,0-1-1 0 0,1 1 1 0 0,-1 0 0 0 0,1-1-1 0 0,-1 1 1 0 0,1 0 0 0 0,-1 0 0 0 0,1 0-1 0 0,-1 0 1 0 0,1 0 0 0 0,-1 0 0 0 0,1 0-1 0 0,-1 0 1 0 0,1 1 0 0 0,-1-1-1 0 0,0 0 1 0 0,3 2 0 0 0,-3-1-1 0 0,-1 0 0 0 0,0-1-1 0 0,1 1 1 0 0,-1 0 0 0 0,0 0 0 0 0,1 0-1 0 0,-1 0 1 0 0,0 0 0 0 0,0 0 0 0 0,0 0 0 0 0,0 0-1 0 0,0 0 1 0 0,0 0 0 0 0,0 0 0 0 0,0 0 0 0 0,0 0-1 0 0,0 0 1 0 0,0-1 0 0 0,-1 1 0 0 0,1 0 0 0 0,0 0-1 0 0,-1 0 1 0 0,0 1 0 0 0,-4 11-4 0 0,-2-1 0 0 0,0 0 0 0 0,-9 13 0 0 0,11-18 30 0 0,-482 622 1575 0 0,341-452-1363 0 0,83-101 20 0 0,4 4 0 0 0,-83 145 0 0 0,140-223-245 0 0,1 0 1 0 0,0 0-1 0 0,0 1 1 0 0,0-1-1 0 0,0 0 1 0 0,1 1 0 0 0,-1-1-1 0 0,0 1 1 0 0,1-1-1 0 0,0 5 1 0 0,0-7-18 0 0,0 0 0 0 0,0 0 0 0 0,0 1 1 0 0,0-1-1 0 0,0 0 0 0 0,0 0 0 0 0,0 0 1 0 0,0 1-1 0 0,0-1 0 0 0,1 0 0 0 0,-1 0 1 0 0,0 1-1 0 0,0-1 0 0 0,0 0 0 0 0,1 0 1 0 0,-1 0-1 0 0,0 0 0 0 0,0 1 0 0 0,0-1 1 0 0,1 0-1 0 0,-1 0 0 0 0,0 0 1 0 0,0 0-1 0 0,0 0 0 0 0,1 0 0 0 0,-1 0 1 0 0,0 0-1 0 0,0 0 0 0 0,1 0 0 0 0,-1 1 1 0 0,0-1-1 0 0,1 0 0 0 0,-1-1 0 0 0,18-5-605 0 0,13-14-70 0 0,-2-1 0 0 0,0-1 1 0 0,29-29-1 0 0,-1 1 154 0 0,72-60 261 0 0,3-4-162 0 0,167-109 0 0 0,-286 214 429 0 0,38-22-7 0 0,-48 29 1 0 0,1 1-1 0 0,-1-1 0 0 0,1 1 0 0 0,-1-1 0 0 0,1 1 0 0 0,0 0 1 0 0,-1 1-1 0 0,1-1 0 0 0,0 0 0 0 0,0 1 0 0 0,7 0 0 0 0,-10 1 8 0 0,0-1 0 0 0,-1 0 0 0 0,1 1-1 0 0,0-1 1 0 0,0 1 0 0 0,-1 0 0 0 0,1-1-1 0 0,0 1 1 0 0,-1-1 0 0 0,1 1 0 0 0,-1 0-1 0 0,1 0 1 0 0,-1-1 0 0 0,1 1 0 0 0,-1 0-1 0 0,1 0 1 0 0,-1-1 0 0 0,0 1-1 0 0,0 0 1 0 0,1 0 0 0 0,-1 0 0 0 0,0 0-1 0 0,0 0 1 0 0,0-1 0 0 0,0 1 0 0 0,0 0-1 0 0,0 0 1 0 0,0 0 0 0 0,0 0 0 0 0,0 0-1 0 0,0 0 1 0 0,0 0 0 0 0,-1-1 0 0 0,1 1-1 0 0,0 0 1 0 0,-1 1 0 0 0,-13 39 546 0 0,11-33-486 0 0,-224 492 3133 0 0,118-277-2706 0 0,84-170-430 0 0,-206 450 311 0 0,225-489-365 0 0,-1 0-9 0 0,1 0 1 0 0,0 0 0 0 0,1 1 0 0 0,0 0-1 0 0,1 0 1 0 0,1 0 0 0 0,-2 28 0 0 0,5-41-20 0 0,0 0 0 0 0,0 1-1 0 0,0-1 1 0 0,0 0 0 0 0,1 0 0 0 0,-1 0 0 0 0,1 0 0 0 0,-1 0 0 0 0,1-1 0 0 0,0 1 0 0 0,0 0 0 0 0,0 0-1 0 0,0 0 1 0 0,0-1 0 0 0,0 1 0 0 0,0 0 0 0 0,1-1 0 0 0,-1 1 0 0 0,1-1 0 0 0,2 3 0 0 0,-1-3-39 0 0,-1 0 0 0 0,1 1 1 0 0,0-1-1 0 0,0 0 0 0 0,0 0 1 0 0,0-1-1 0 0,0 1 0 0 0,0-1 1 0 0,0 1-1 0 0,0-1 1 0 0,0 0-1 0 0,4 0 0 0 0,6-2-263 0 0,0 0 1 0 0,0-1-1 0 0,-1 0 0 0 0,1-1 0 0 0,15-7 0 0 0,8-7-168 0 0,-1-1-1 0 0,-1-2 0 0 0,0-2 0 0 0,30-27 1 0 0,-24 18 17 0 0,76-44 1 0 0,-114 74 487 0 0,0 1-1 0 0,0 0 1 0 0,0 0-1 0 0,0 0 1 0 0,0 0-1 0 0,1 0 1 0 0,-1 0-1 0 0,0 1 1 0 0,0-1-1 0 0,1 1 1 0 0,-1 0-1 0 0,0-1 1 0 0,1 1-1 0 0,-1 0 1 0 0,0 0-1 0 0,4 1 1 0 0,-5 0 42 0 0,0 0 0 0 0,0 0 0 0 0,0 0 0 0 0,0 0 0 0 0,0 0 0 0 0,0 0 0 0 0,0 0 1 0 0,-1 0-1 0 0,1 0 0 0 0,0 0 0 0 0,-1 0 0 0 0,1 1 0 0 0,-1-1 0 0 0,1 0 0 0 0,-1 1 0 0 0,0-1 1 0 0,1 0-1 0 0,-1 1 0 0 0,0-1 0 0 0,0 0 0 0 0,0 1 0 0 0,0-1 0 0 0,0 0 0 0 0,0 1 1 0 0,0-1-1 0 0,-1 0 0 0 0,1 1 0 0 0,0-1 0 0 0,-2 2 0 0 0,-9 38 696 0 0,-1 0-1 0 0,-2-1 1 0 0,-2-1-1 0 0,-32 55 1 0 0,26-49-506 0 0,-230 404 822 0 0,229-409-708 0 0,-31 68-1 0 0,48-94-322 0 0,1-1 0 0 0,1 1-1 0 0,0 0 1 0 0,1 0 0 0 0,0 1 0 0 0,1-1 0 0 0,1 0 0 0 0,0 1 0 0 0,2 20-1 0 0,-1-33-98 0 0,1-1 1 0 0,-1 1-1 0 0,0 0 0 0 0,1 0 0 0 0,-1-1 0 0 0,1 1 0 0 0,-1 0 0 0 0,1-1 0 0 0,0 1 0 0 0,-1-1 0 0 0,1 1 0 0 0,0-1 0 0 0,0 1 0 0 0,0-1 0 0 0,0 0 1 0 0,1 1-1 0 0,-1-1 0 0 0,0 0 0 0 0,1 0 0 0 0,-1 0 0 0 0,3 2 0 0 0,-2-2-8 0 0,1 0-1 0 0,0 0 1 0 0,0-1 0 0 0,-1 1-1 0 0,1-1 1 0 0,0 1 0 0 0,0-1-1 0 0,0 0 1 0 0,0 0-1 0 0,0 0 1 0 0,-1 0 0 0 0,4-1-1 0 0,8-2-92 0 0,0-1 0 0 0,0 0 0 0 0,-1-1-1 0 0,15-8 1 0 0,-26 12 155 0 0,145-82-364 0 0,-19 8 724 0 0,-109 66-264 0 0,0 0-1 0 0,0 2 1 0 0,1 0 0 0 0,41-8-1 0 0,-59 15-73 0 0,0-1 0 0 0,0 1 0 0 0,0 0 0 0 0,1-1 1 0 0,-1 1-1 0 0,0 0 0 0 0,0 0 0 0 0,1 0 0 0 0,-1 1 0 0 0,0-1 0 0 0,0 0 0 0 0,0 1 0 0 0,0 0 0 0 0,0-1 1 0 0,1 1-1 0 0,-1 0 0 0 0,0 0 0 0 0,-1 0 0 0 0,1 0 0 0 0,0 1 0 0 0,0-1 0 0 0,1 2 0 0 0,-1-1 30 0 0,-1 0-1 0 0,0 1 1 0 0,0-1-1 0 0,0 0 1 0 0,0 1-1 0 0,0-1 0 0 0,-1 1 1 0 0,1 0-1 0 0,-1-1 1 0 0,1 1-1 0 0,-1-1 1 0 0,0 1-1 0 0,0-1 0 0 0,0 1 1 0 0,-1 0-1 0 0,1-1 1 0 0,-1 1-1 0 0,-1 4 1 0 0,-12 43 693 0 0,-3 0 0 0 0,-31 67 0 0 0,6-19-188 0 0,-110 311-266 0 0,113-285-281 0 0,-33 173 1 0 0,70-284 0 0 0,0 0 0 0 0,1 0 1 0 0,0 0-1 0 0,1 0 1 0 0,2 18-1 0 0,-2-29-3 0 0,0 0-1 0 0,0 0 1 0 0,0 0-1 0 0,1 0 1 0 0,-1 0-1 0 0,1 0 1 0 0,0 0-1 0 0,-1 0 1 0 0,1 0-1 0 0,0 0 1 0 0,0 0-1 0 0,0-1 1 0 0,0 1-1 0 0,1 0 1 0 0,-1-1-1 0 0,0 1 1 0 0,1-1-1 0 0,-1 1 1 0 0,1-1-1 0 0,-1 0 1 0 0,1 1-1 0 0,0-1 1 0 0,0 0-1 0 0,-1 0 1 0 0,1 0-1 0 0,0 0 1 0 0,0-1-1 0 0,0 1 1 0 0,0 0-1 0 0,0-1 1 0 0,0 0-1 0 0,0 1 1 0 0,0-1 0 0 0,0 0-1 0 0,0 0 1 0 0,1 0-1 0 0,-1 0 1 0 0,0 0-1 0 0,0-1 1 0 0,0 1-1 0 0,3-2 1 0 0,13-3-19 0 0,-1-1-1 0 0,0-1 1 0 0,0-1 0 0 0,30-18 0 0 0,-28 15-39 0 0,0 0 1 0 0,0 2-1 0 0,23-8 1 0 0,-37 15 62 0 0,1 0 1 0 0,0 0 0 0 0,0 1-1 0 0,0 0 1 0 0,1 0 0 0 0,-1 0-1 0 0,0 1 1 0 0,0 0 0 0 0,1 0-1 0 0,-1 1 1 0 0,0 0 0 0 0,0 0-1 0 0,0 0 1 0 0,0 1 0 0 0,0 0-1 0 0,0 0 1 0 0,0 0 0 0 0,-1 1-1 0 0,1 0 1 0 0,-1 0 0 0 0,1 0-1 0 0,-1 1 1 0 0,0-1 0 0 0,-1 1-1 0 0,1 1 1 0 0,-1-1 0 0 0,1 1-1 0 0,-1-1 1 0 0,-1 1 0 0 0,1 0-1 0 0,-1 1 1 0 0,0-1 0 0 0,0 0 0 0 0,0 1-1 0 0,-1 0 1 0 0,4 11 0 0 0,-1 3 107 0 0,0 0 0 0 0,-2 0 0 0 0,0 0 0 0 0,-1 0 0 0 0,-1 0 0 0 0,-1 1 0 0 0,-1-1 0 0 0,-1 0 1 0 0,0 1-1 0 0,-8 26 0 0 0,-8 19-181 0 0,-47 109 0 0 0,34-99-988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1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81 1840 0 0,'-1'0'134'0'0,"0"-3"96"0"0,0 1 0 0 0,1-1 1 0 0,-1 1-1 0 0,0-1 0 0 0,1 0 0 0 0,-1 1 1 0 0,1-1-1 0 0,0 1 0 0 0,0-6 1 0 0,0 4 144 0 0,-31-42 12859 0 0,53 140-11849 0 0,16 160-1 0 0,-24-149-1187 0 0,28 384-65 0 0,-15-129-88 0 0,0-121 161 0 0,26 485 1023 0 0,-61-457-668 0 0,-1 57-168 0 0,6-276-133 0 0,-1 0-3465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 86 456 0 0,'0'-14'485'0'0,"1"3"746"0"0,-1 1 0 0 0,-1-1 1 0 0,1 1-1 0 0,-6-20 1 0 0,-4 34 3158 0 0,-17 17-2713 0 0,20-16-851 0 0,-33 17 1660 0 0,34-20-2160 0 0,0 0 1 0 0,1 1-1 0 0,-1 0 1 0 0,1 0-1 0 0,-1 0 1 0 0,1 1-1 0 0,0-1 1 0 0,1 1-1 0 0,-1 1 1 0 0,1-1 0 0 0,-8 10-1 0 0,12-14-304 0 0,-1 1 1 0 0,1-1-1 0 0,0 1 1 0 0,0 0-1 0 0,-1-1 0 0 0,1 1 1 0 0,0-1-1 0 0,0 1 1 0 0,0 0-1 0 0,0-1 0 0 0,0 1 1 0 0,0 0-1 0 0,0-1 1 0 0,0 1-1 0 0,0 0 0 0 0,0-1 1 0 0,0 1-1 0 0,0-1 0 0 0,0 1 1 0 0,0 0-1 0 0,1-1 1 0 0,-1 1-1 0 0,0-1 0 0 0,0 1 1 0 0,1 0-1 0 0,-1-1 1 0 0,0 1-1 0 0,1 0 0 0 0,19 9 206 0 0,33-6-196 0 0,-45-3 49 0 0,51 0 4 0 0,-39-2-84 0 0,0 1 0 0 0,-1 1 0 0 0,1 1-1 0 0,-1 1 1 0 0,0 0 0 0 0,1 2 0 0 0,27 9 0 0 0,-45-13-1 0 0,0 0 0 0 0,0 0 0 0 0,0 0 0 0 0,0 0 0 0 0,0 1 0 0 0,0-1 0 0 0,-1 1 0 0 0,1-1 0 0 0,0 1 0 0 0,-1 0 0 0 0,1-1 0 0 0,-1 1 0 0 0,1 0 0 0 0,-1 0 0 0 0,0 0 0 0 0,0 0 0 0 0,0 0 0 0 0,0 0 0 0 0,0 1 0 0 0,-1-1 0 0 0,1 0 0 0 0,-1 0 0 0 0,1 0 0 0 0,-1 1 0 0 0,0-1 0 0 0,0 0 0 0 0,0 1 0 0 0,0-1 0 0 0,0 0 0 0 0,0 1 0 0 0,-1-1 0 0 0,1 0 0 0 0,-1 0 0 0 0,1 1 0 0 0,-1-1 0 0 0,0 0 0 0 0,0 0 0 0 0,-2 4 1 0 0,-5 9-3 0 0,-1-1 0 0 0,0-1 0 0 0,0 1 0 0 0,-16 15 1 0 0,16-19-5 0 0,-41 47-689 0 0,-20 24-917 0 0,70-81 1603 0 0,0 0 1 0 0,0 0-1 0 0,-1 0 1 0 0,1 1-1 0 0,0-1 1 0 0,0 0-1 0 0,0 0 0 0 0,-1 0 1 0 0,1 1-1 0 0,0-1 1 0 0,0 0-1 0 0,0 0 0 0 0,0 0 1 0 0,0 1-1 0 0,-1-1 1 0 0,1 0-1 0 0,0 0 0 0 0,0 1 1 0 0,0-1-1 0 0,0 0 1 0 0,0 0-1 0 0,0 1 0 0 0,0-1 1 0 0,0 0-1 0 0,0 0 1 0 0,0 1-1 0 0,0-1 0 0 0,0 0 1 0 0,0 1-1 0 0,0-1 1 0 0,0 0-1 0 0,0 0 0 0 0,0 1 1 0 0,0-1-1 0 0,1 0 1 0 0,-1 0-1 0 0,0 0 0 0 0,0 1 1 0 0,0-1-1 0 0,0 0 1 0 0,0 0-1 0 0,1 1 0 0 0,-1-1 1 0 0,0 0-1 0 0,0 0 1 0 0,0 0-1 0 0,1 0 0 0 0,-1 1 1 0 0,0-1-1 0 0,1 0 1 0 0,18 0-412 0 0,28-12 94 0 0,-45 11 358 0 0,19-5 81 0 0,0 1 0 0 0,1 0 0 0 0,-1 2 0 0 0,1 0-1 0 0,-1 2 1 0 0,1 0 0 0 0,0 1 0 0 0,23 4 0 0 0,-44-4-105 0 0,0 0-1 0 0,0 0 1 0 0,0 0 0 0 0,0 1-1 0 0,0-1 1 0 0,0 0 0 0 0,0 1-1 0 0,0-1 1 0 0,0 1-1 0 0,0-1 1 0 0,0 1 0 0 0,0-1-1 0 0,0 1 1 0 0,0 0 0 0 0,-1-1-1 0 0,1 1 1 0 0,0 0-1 0 0,0 0 1 0 0,-1-1 0 0 0,1 1-1 0 0,-1 0 1 0 0,1 0 0 0 0,-1 0-1 0 0,1 0 1 0 0,-1 0 0 0 0,1 0-1 0 0,-1 0 1 0 0,0 0-1 0 0,1 0 1 0 0,-1 0 0 0 0,0 0-1 0 0,0 0 1 0 0,0 0 0 0 0,0 0-1 0 0,0 0 1 0 0,0 1 0 0 0,0-1-1 0 0,0 0 1 0 0,0 0-1 0 0,-1 0 1 0 0,1 0 0 0 0,0 0-1 0 0,-1 0 1 0 0,1 0 0 0 0,-1 0-1 0 0,1 0 1 0 0,-1-1 0 0 0,-1 3-1 0 0,-3 8 91 0 0,-2-1 0 0 0,1 0 0 0 0,-13 14 0 0 0,11-14 24 0 0,-50 61 322 0 0,37-48-357 0 0,1 2 0 0 0,0 0 0 0 0,2 1 0 0 0,2 1 0 0 0,0 0 1 0 0,-12 30-1 0 0,28-56-85 0 0,-1 1 1 0 0,0-1-1 0 0,1 0 1 0 0,-1 1-1 0 0,1-1 1 0 0,0 1-1 0 0,-1-1 0 0 0,1 1 1 0 0,0-1-1 0 0,0 1 1 0 0,0-1-1 0 0,0 1 1 0 0,0-1-1 0 0,1 1 1 0 0,-1-1-1 0 0,0 1 1 0 0,1-1-1 0 0,0 3 0 0 0,0-3-7 0 0,-1-1 0 0 0,1 1 0 0 0,0 0 0 0 0,0-1 0 0 0,-1 1 0 0 0,1-1 0 0 0,0 1 0 0 0,0-1 0 0 0,0 1 0 0 0,0-1 0 0 0,0 1 0 0 0,0-1 0 0 0,0 0 0 0 0,0 1 0 0 0,0-1 0 0 0,0 0 0 0 0,0 0 0 0 0,0 0 0 0 0,0 0 0 0 0,2 0 0 0 0,7-1-87 0 0,-1-1 0 0 0,1 0-1 0 0,0 0 1 0 0,14-7 0 0 0,-9 4-68 0 0,1 0-133 0 0,1 1 1 0 0,-1 1 0 0 0,1 0-1 0 0,0 1 1 0 0,24 0 0 0 0,-36 2 111 0 0,-1 0 0 0 0,1 1 0 0 0,0 0 0 0 0,-1 0 0 0 0,1 0 0 0 0,-1 0 0 0 0,0 1 0 0 0,1 0 0 0 0,-1-1 0 0 0,0 2 0 0 0,4 1 0 0 0,-5-2 17 0 0,-1 0 0 0 0,0 0 0 0 0,0 1 0 0 0,0-1 0 0 0,0 0 1 0 0,0 1-1 0 0,0-1 0 0 0,0 1 0 0 0,-1 0 0 0 0,0 0 0 0 0,1-1 1 0 0,-1 1-1 0 0,0 0 0 0 0,0 0 0 0 0,-1 0 0 0 0,1 0 0 0 0,-1 0 1 0 0,1 5-1 0 0,-1-2-320 0 0,-1 1 0 0 0,0-1-1 0 0,-1 0 1 0 0,1 1 0 0 0,-1-1 0 0 0,0 0 0 0 0,-1 0 0 0 0,1 0 0 0 0,-1 0 0 0 0,-7 10-1 0 0,6-9-477 0 0,-8 14-2056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3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 55 1784 0 0,'2'0'76'0'0,"38"-55"18403"0"0,-39 57-18421 0 0,-1 1 0 0 0,1-1 0 0 0,-1 0-1 0 0,0 0 1 0 0,0 0 0 0 0,0 0 0 0 0,0 1 0 0 0,0-1 0 0 0,0 0-1 0 0,-1 0 1 0 0,1 0 0 0 0,-2 3 0 0 0,0 8 208 0 0,-29 315 931 0 0,24-234-1050 0 0,-47 286-147 0 0,31-255 0 0 0,5 1 0 0 0,-1 133 0 0 0,0 487-72 0 0,0-387 63 0 0,-8 110 495 0 0,22-399-408 0 0,-1 7-250 0 0,5-60-3404 0 0,-1-41 1845 0 0,-3-8-19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4.2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5 155 2761 0 0,'-4'1'6832'0'0,"21"-11"-5095"0"0,-8 8-1450 0 0,0 0-1 0 0,1 0 0 0 0,-1 1 1 0 0,0 0-1 0 0,1 0 0 0 0,-1 1 1 0 0,16 2-1 0 0,23-1-9 0 0,57-13 554 0 0,160-39 0 0 0,-156 26-273 0 0,136-13 0 0 0,-27 24-153 0 0,357 22 0 0 0,216 50 325 0 0,-456-59 386 0 0,-229-4-352 0 0,0 5 0 0 0,115 14-1 0 0,-218-13-871 0 0,16 2 272 0 0,-19-3-230 0 0,1 0-1 0 0,-1 0 1 0 0,1 0 0 0 0,-1 0-1 0 0,1 1 1 0 0,-1-1 0 0 0,1 0-1 0 0,-1 0 1 0 0,0 0 0 0 0,1 0-1 0 0,-1 1 1 0 0,1-1 0 0 0,-1 0-1 0 0,0 0 1 0 0,1 1 0 0 0,-1-1-1 0 0,0 0 1 0 0,1 0 0 0 0,-1 1-1 0 0,0-1 1 0 0,0 1 0 0 0,1-1-1 0 0,-1 0 1 0 0,0 1 0 0 0,0-1-1 0 0,0 0 1 0 0,1 1 0 0 0,-1-1-1 0 0,0 1 1 0 0,0 0 0 0 0,-1 4-1649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277 29 2304 0 0,'-33'-19'2382'0'0,"29"17"-1184"0"0,0 1 0 0 0,0-1-1 0 0,0 1 1 0 0,0 0 0 0 0,0 0 0 0 0,-8 0 0 0 0,9 9-405 0 0,1-1 0 0 0,-1 1 0 0 0,-2 15 0 0 0,5-20-738 0 0,-42 176 2608 0 0,37-149-2528 0 0,1 0 0 0 0,2 0 0 0 0,4 59-1 0 0,7 47-134 0 0,-18 266 0 0 0,-12 220 160 0 0,25-424-160 0 0,-31 281 0 0 0,-9-12 1758 0 0,18-209-947 0 0,-11-73-296 0 0,15-114-387 0 0,12-55 487 0 0,2-11-1559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811 66 3681 0 0,'-7'-7'704'0'0,"0"1"0"0"0,-1 0 0 0 0,0 0 1 0 0,0 1-1 0 0,0 0 0 0 0,0 0 0 0 0,-1 1 0 0 0,0 0 1 0 0,0 0-1 0 0,0 1 0 0 0,0 0 0 0 0,-1 1 0 0 0,1 0 1 0 0,-1 1-1 0 0,-14-1 0 0 0,11 2-320 0 0,0 0 1 0 0,0 1-1 0 0,0 1 0 0 0,0 0 1 0 0,1 1-1 0 0,-1 1 1 0 0,1 0-1 0 0,-1 0 0 0 0,1 1 1 0 0,-22 13-1 0 0,8-1-77 0 0,2 0-1 0 0,0 2 1 0 0,-37 36 0 0 0,-56 76 108 0 0,30-33-311 0 0,65-75-99 0 0,0 0-3 0 0,1 0 0 0 0,1 1 0 0 0,-21 33 0 0 0,36-49-2 0 0,1-1 0 0 0,0 1 0 0 0,1 0-1 0 0,-1 0 1 0 0,2 0 0 0 0,-1 0 0 0 0,1 1 0 0 0,0-1 0 0 0,1 1 0 0 0,0 0-1 0 0,0-1 1 0 0,1 1 0 0 0,0-1 0 0 0,0 1 0 0 0,1 0 0 0 0,3 13-1 0 0,8 17-10 0 0,1-1-1 0 0,2-1 0 0 0,2 0 0 0 0,28 47 0 0 0,-2-16-32 0 0,61 74-1 0 0,-78-111-84 0 0,0-1-1 0 0,2-2 1 0 0,1 0-1 0 0,2-2 0 0 0,0-1 1 0 0,41 23-1 0 0,-45-32-55 0 0,2-1-1 0 0,-1-2 1 0 0,2-1 0 0 0,-1-1-1 0 0,2-2 1 0 0,-1 0 0 0 0,1-3 0 0 0,40 5-1 0 0,-36-8 82 0 0,0-1 1 0 0,0-2-1 0 0,1-2 0 0 0,-1-1 0 0 0,42-9 0 0 0,-55 7 95 0 0,-1 0 0 0 0,-1-2-1 0 0,1-1 1 0 0,-1 0 0 0 0,-1-2-1 0 0,1 0 1 0 0,-2-1 0 0 0,1-1-1 0 0,26-23 1 0 0,-9 2 193 0 0,-1-1-1 0 0,-2-1 1 0 0,-2-2 0 0 0,-1-1-1 0 0,-2-1 1 0 0,33-61 0 0 0,-48 75 86 0 0,0-2 0 0 0,-2 1 0 0 0,-1-1 0 0 0,-2-1 0 0 0,0 0 0 0 0,-2 0 0 0 0,-1-1 0 0 0,-1 1 0 0 0,-2-1 0 0 0,-1 0 0 0 0,-4-57 0 0 0,0 71-201 0 0,1 0 0 0 0,-2-1 1 0 0,0 1-1 0 0,-1 0 0 0 0,-1 1 0 0 0,0-1 0 0 0,-1 1 0 0 0,-1 1 0 0 0,-12-19 0 0 0,6 14 8 0 0,0 0 0 0 0,-2 1-1 0 0,0 1 1 0 0,-1 0 0 0 0,-32-22 0 0 0,3 9 8 0 0,-1 2 0 0 0,-2 2 1 0 0,0 2-1 0 0,-84-26 0 0 0,84 32-107 0 0,-107-31-276 0 0,137 44 145 0 0,1 0-1 0 0,-1 1 1 0 0,0 1 0 0 0,0 1-1 0 0,0 1 1 0 0,-25 2-1 0 0,24 3-982 0 0,3 4-4152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55 222 1376 0 0,'1'-3'153'0'0,"-1"0"0"0"0,1 0 0 0 0,0 0 0 0 0,-1 0 0 0 0,0 0 0 0 0,0 0 0 0 0,0-1 0 0 0,0 1 0 0 0,0 0-1 0 0,-1 0 1 0 0,1 0 0 0 0,-1 0 0 0 0,0 0 0 0 0,-2-5 0 0 0,-18-42 1298 0 0,20 50-1420 0 0,0-4 178 0 0,-5-7 503 0 0,1 0 0 0 0,0 0 1 0 0,-3-15-1 0 0,7 24-528 0 0,0 0-1 0 0,1 0 1 0 0,-1 0 0 0 0,1 0 0 0 0,-1-1-1 0 0,1 1 1 0 0,0 0 0 0 0,0 0-1 0 0,0 0 1 0 0,0 0 0 0 0,0 0 0 0 0,1 0-1 0 0,-1 0 1 0 0,1 0 0 0 0,-1 0 0 0 0,1 0-1 0 0,0 0 1 0 0,0 0 0 0 0,0 0 0 0 0,0 0-1 0 0,0 0 1 0 0,0 0 0 0 0,0 1 0 0 0,0-1-1 0 0,1 0 1 0 0,2-2 0 0 0,-3 4-100 0 0,-1 0-1 0 0,1-1 1 0 0,-1 1 0 0 0,1 0-1 0 0,0 0 1 0 0,-1 0 0 0 0,1 0 0 0 0,-1 0-1 0 0,1 0 1 0 0,-1 0 0 0 0,1 0 0 0 0,-1 0-1 0 0,1 0 1 0 0,0 0 0 0 0,-1 0-1 0 0,1 1 1 0 0,-1-1 0 0 0,1 0 0 0 0,-1 0-1 0 0,1 0 1 0 0,-1 1 0 0 0,1-1-1 0 0,-1 0 1 0 0,0 1 0 0 0,1-1 0 0 0,-1 0-1 0 0,1 1 1 0 0,-1-1 0 0 0,0 0 0 0 0,1 1-1 0 0,-1-1 1 0 0,0 1 0 0 0,1-1-1 0 0,-1 1 1 0 0,0-1 0 0 0,0 1 0 0 0,1-1-1 0 0,-1 1 1 0 0,0-1 0 0 0,0 1 0 0 0,0-1-1 0 0,0 1 1 0 0,0 0 0 0 0,0-1-1 0 0,0 1 1 0 0,0 0 0 0 0,7 33 1060 0 0,-6-28-878 0 0,35 456 1866 0 0,-19-162-3571 0 0,-17-289 1091 0 0,0-7-87 0 0,1 0 0 0 0,-1 0 0 0 0,1 0 0 0 0,-1 0 0 0 0,1 0 0 0 0,3 7-1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0.3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89 3049 0 0,'-10'-2'380'0'0,"0"-1"1"0"0,0 1 0 0 0,0 1 0 0 0,0 0 0 0 0,0 1-1 0 0,0 0 1 0 0,-1 0 0 0 0,1 1 0 0 0,0 0 0 0 0,0 1-1 0 0,0 0 1 0 0,0 1 0 0 0,1 0 0 0 0,-1 0 0 0 0,1 1-1 0 0,-1 0 1 0 0,1 1 0 0 0,-11 7 0 0 0,7-3-131 0 0,0 0 1 0 0,1 0-1 0 0,0 2 1 0 0,0 0 0 0 0,1 0-1 0 0,1 1 1 0 0,0 0-1 0 0,0 0 1 0 0,2 2 0 0 0,-1-1-1 0 0,-6 16 1 0 0,14-28-251 0 0,1-1 1 0 0,-1 1-1 0 0,1-1 0 0 0,0 1 1 0 0,-1-1-1 0 0,1 1 1 0 0,0-1-1 0 0,0 1 0 0 0,-1 0 1 0 0,1-1-1 0 0,0 1 1 0 0,0-1-1 0 0,0 1 0 0 0,0 0 1 0 0,0-1-1 0 0,0 1 1 0 0,0-1-1 0 0,0 1 0 0 0,0 0 1 0 0,0-1-1 0 0,0 1 1 0 0,0-1-1 0 0,0 1 0 0 0,0 0 1 0 0,1-1-1 0 0,-1 1 1 0 0,0-1-1 0 0,0 1 0 0 0,1 0 1 0 0,15-4-67 0 0,20-20 0 0 0,73-84 569 0 0,-80 74-294 0 0,3 2-1 0 0,37-30 0 0 0,-63 56 43 0 0,0 1 0 0 0,1 0 1 0 0,-1 0-1 0 0,1 1 0 0 0,13-5 0 0 0,-18 7-124 0 0,0 0 1 0 0,0 1-1 0 0,0-1 0 0 0,0 1 0 0 0,0 0 1 0 0,0 0-1 0 0,0-1 0 0 0,1 1 1 0 0,-1 1-1 0 0,0-1 0 0 0,0 0 0 0 0,0 0 1 0 0,0 1-1 0 0,0 0 0 0 0,0-1 1 0 0,1 1-1 0 0,-1 0 0 0 0,-1 0 0 0 0,1 0 1 0 0,0 0-1 0 0,0 0 0 0 0,0 0 1 0 0,0 1-1 0 0,1 1 0 0 0,20 23 512 0 0,-1 2 1 0 0,-1 0-1 0 0,33 61 0 0 0,14 20-992 0 0,-56-93-819 0 0,0 0-1 0 0,1-1 1 0 0,1-1-1 0 0,22 19 1 0 0,-15-17-5420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1.0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10 3225 0 0,'-16'-10'11826'0'0,"10"39"-11297"0"0,1 0-1 0 0,1 1 1 0 0,1-1 0 0 0,2 1-1 0 0,3 41 1 0 0,-2 32-308 0 0,-72 558 92 0 0,5-77 584 0 0,23 167 862 0 0,30-165-531 0 0,8-485-755 0 0,5-82-1703 0 0,3-47-9268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0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2 920 0 0,'0'0'67'0'0,"-17"-1"2073"0"0,-9 1 2887 0 0,25 0-4905 0 0,1 1 0 0 0,-1-1 1 0 0,1 1-1 0 0,-1-1 0 0 0,0 1 1 0 0,1-1-1 0 0,-1 1 0 0 0,1-1 0 0 0,-1 1 1 0 0,1-1-1 0 0,0 1 0 0 0,-1 0 1 0 0,1-1-1 0 0,0 1 0 0 0,-1 0 1 0 0,1-1-1 0 0,0 1 0 0 0,0 0 0 0 0,-1-1 1 0 0,1 1-1 0 0,0 0 0 0 0,0 0 1 0 0,0-1-1 0 0,0 1 0 0 0,0 0 1 0 0,0 0-1 0 0,0-1 0 0 0,0 1 0 0 0,0 0 1 0 0,1 0-1 0 0,-1-1 0 0 0,0 1 1 0 0,1 1-1 0 0,17 115 1130 0 0,-5 1 0 0 0,-2 189-1 0 0,-10-250-886 0 0,1-35-363 0 0,-2 0-1 0 0,0-1 0 0 0,-1 1 0 0 0,-1 0 0 0 0,-1-1 1 0 0,-1 1-1 0 0,-10 31 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92 2304 0 0,'-11'1'399'0'0,"0"1"-1"0"0,0 0 0 0 0,-14 5 0 0 0,-10 10 4563 0 0,61-21-641 0 0,0 0-3400 0 0,77-15 1331 0 0,133-6-1 0 0,108 13-1376 0 0,-80 5-828 0 0,483 17 155 0 0,-596-2 312 0 0,0-6 0 0 0,0-7 1 0 0,179-29-1 0 0,-279 25-195 0 0,-3 0-26 0 0,68-3 0 0 0,-101 12-290 0 0,0 0 1 0 0,1 1-1 0 0,-1 1 1 0 0,0 0 0 0 0,0 1-1 0 0,0 0 1 0 0,0 1 0 0 0,23 11-1 0 0,-14-4-10 0 0,0-2-1 0 0,1 0 0 0 0,32 7 1 0 0,-47-14 6 0 0,-1 0 1 0 0,1-1-1 0 0,0 0 1 0 0,-1-1-1 0 0,1 0 1 0 0,0 0-1 0 0,0-1 1 0 0,-1 0 0 0 0,1-1-1 0 0,0 0 1 0 0,-1 0-1 0 0,10-5 1 0 0,-17 6-90 0 0,1 0-1 0 0,-1 0 1 0 0,0-1 0 0 0,0 1-1 0 0,0 0 1 0 0,0-1 0 0 0,0 0 0 0 0,0 1-1 0 0,0-1 1 0 0,0 0 0 0 0,-1 0 0 0 0,1 0-1 0 0,-1 0 1 0 0,0 0 0 0 0,2-4 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1664 67 920 0 0,'4'1'362'0'0,"1"-1"0"0"0,0 0 0 0 0,0 0 1 0 0,0-1-1 0 0,-1 1 0 0 0,1-1 0 0 0,0 0 0 0 0,-1 0 0 0 0,1-1 0 0 0,0 0 0 0 0,-1 1 0 0 0,0-1 0 0 0,1-1 0 0 0,-1 1 0 0 0,0-1 0 0 0,0 1 1 0 0,0-1-1 0 0,-1 0 0 0 0,1-1 0 0 0,-1 1 0 0 0,5-6 0 0 0,-8 9-318 0 0,0 0 0 0 0,0 0 0 0 0,0 0 0 0 0,0-1 0 0 0,0 1 0 0 0,1 0 1 0 0,-1 0-1 0 0,0 0 0 0 0,0 0 0 0 0,0 0 0 0 0,0 0 0 0 0,0-1 0 0 0,0 1 0 0 0,0 0 0 0 0,0 0 0 0 0,0 0 1 0 0,0 0-1 0 0,0 0 0 0 0,0 0 0 0 0,0-1 0 0 0,0 1 0 0 0,0 0 0 0 0,-1 0 0 0 0,1 0 0 0 0,0-1 397 0 0,0 1-397 0 0,-1 0 0 0 0,1 0 1 0 0,0 0-1 0 0,0 0 0 0 0,0 0 0 0 0,0-1 0 0 0,0 1 0 0 0,0 0 0 0 0,-1 0 0 0 0,1 0 0 0 0,0 0 0 0 0,0 0 1 0 0,0 0-1 0 0,0 0 0 0 0,-13-1 1574 0 0,-13 2 495 0 0,25-1-1949 0 0,-70 4 1927 0 0,-76-7 0 0 0,124 2-1823 0 0,-6 1-56 0 0,0 1 1 0 0,1 2-1 0 0,-50 10 0 0 0,-83 31 26 0 0,4-2 43 0 0,119-34-209 0 0,0-2 0 0 0,0-1 0 0 0,-43-1-1 0 0,57-5-59 0 0,1-1 0 0 0,0 0 0 0 0,-1-2 0 0 0,1-1 0 0 0,1 0 0 0 0,-31-13 0 0 0,-4-5 22 0 0,26 9 2 0 0,0 2-1 0 0,-1 1 0 0 0,0 1 0 0 0,-1 2 0 0 0,-36-4 1 0 0,20 9-36 0 0,-54 6 0 0 0,-40-2 0 0 0,118-6-1245 0 0,19 0 228 0 0,15-2 217 0 0,15 5-5417 0 0,-11 4 2845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161 199 2304 0 0,'-31'-11'749'0'0,"20"7"252"0"0,-1 0 0 0 0,0 0-1 0 0,0 1 1 0 0,-23-4 0 0 0,34 7-869 0 0,-1 0 0 0 0,0 0 0 0 0,0 0 1 0 0,0 0-1 0 0,1 0 0 0 0,-1 0 0 0 0,0 1 0 0 0,0-1 0 0 0,1 0 1 0 0,-1 1-1 0 0,0 0 0 0 0,0-1 0 0 0,1 1 0 0 0,-1 0 1 0 0,1 0-1 0 0,-1 0 0 0 0,1 0 0 0 0,-1 0 0 0 0,1 0 1 0 0,-1 0-1 0 0,1 1 0 0 0,0-1 0 0 0,0 0 0 0 0,0 1 0 0 0,0-1 1 0 0,0 1-1 0 0,0-1 0 0 0,0 1 0 0 0,0-1 0 0 0,0 1 1 0 0,1 0-1 0 0,-1 0 0 0 0,1-1 0 0 0,-1 1 0 0 0,1 0 0 0 0,0 0 1 0 0,0-1-1 0 0,0 1 0 0 0,0 2 0 0 0,1 11 58 0 0,0-1 0 0 0,2 1 0 0 0,0-1 0 0 0,0 0 0 0 0,1 0 0 0 0,1 0 0 0 0,13 26 1 0 0,-11-27-187 0 0,0 0 1 0 0,0-1-1 0 0,1 0 1 0 0,1 0 0 0 0,0 0-1 0 0,1-1 1 0 0,0-1 0 0 0,1 0-1 0 0,0 0 1 0 0,21 13 0 0 0,-28-20-11 0 0,1 0 0 0 0,0 0 0 0 0,0-1 1 0 0,0 1-1 0 0,1-1 0 0 0,-1-1 1 0 0,0 1-1 0 0,1-1 0 0 0,-1 0 1 0 0,1 0-1 0 0,0 0 0 0 0,-1-1 1 0 0,1 0-1 0 0,-1 0 0 0 0,1 0 0 0 0,0-1 1 0 0,-1 0-1 0 0,1 0 0 0 0,-1 0 1 0 0,1-1-1 0 0,-1 0 0 0 0,0 0 1 0 0,0 0-1 0 0,0-1 0 0 0,0 1 1 0 0,0-1-1 0 0,0-1 0 0 0,-1 1 1 0 0,1 0-1 0 0,5-7 0 0 0,2-2 128 0 0,-1 0 0 0 0,0-1 0 0 0,-1 0 0 0 0,0-1 0 0 0,-1 0 0 0 0,0-1 0 0 0,-1 0 0 0 0,-1 0 1 0 0,-1 0-1 0 0,0-1 0 0 0,-1 0 0 0 0,4-19 0 0 0,-7 25-62 0 0,-1 0 1 0 0,0 0 0 0 0,0 0-1 0 0,-1 0 1 0 0,0 0 0 0 0,-1 0-1 0 0,0 0 1 0 0,0 0-1 0 0,-1 0 1 0 0,-1 1 0 0 0,1-1-1 0 0,-2 0 1 0 0,1 1 0 0 0,-1 0-1 0 0,-1 0 1 0 0,0 0 0 0 0,0 1-1 0 0,0-1 1 0 0,-1 1 0 0 0,-1 0-1 0 0,-8-9 1 0 0,9 12 14 0 0,1 0 0 0 0,0 1-1 0 0,-1-1 1 0 0,0 1 0 0 0,0 0 0 0 0,-1 0 0 0 0,1 1 0 0 0,-1 0 0 0 0,1 0 0 0 0,-1 1 0 0 0,0 0 0 0 0,0 0 0 0 0,0 0-1 0 0,0 1 1 0 0,-1 0 0 0 0,1 0 0 0 0,-14 1 0 0 0,11 2 28 0 0,-1 0 0 0 0,1 0 0 0 0,0 1 0 0 0,-1 0 0 0 0,2 1 0 0 0,-1 0 0 0 0,0 1 0 0 0,1 0 0 0 0,0 0 0 0 0,0 1 0 0 0,-14 11 0 0 0,-28 32-1071 0 0,27-20-96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5.6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2152 16 5529 0 0,'-11'10'547'0'0,"-1"-1"0"0"0,0 0 0 0 0,-26 13-1 0 0,-1 1 238 0 0,31-16-100 0 0,-1-1-1 0 0,0-1 0 0 0,-1 1 0 0 0,0-1 0 0 0,0-1 0 0 0,0 0 0 0 0,0 0 0 0 0,0-1 0 0 0,-1 0 0 0 0,1-1 0 0 0,-1 0 0 0 0,-12 0 0 0 0,14-1-28 0 0,-13 0-506 0 0,21-1-69 0 0,1 0 0 0 0,-1 0 0 0 0,1-1 0 0 0,-1 1 0 0 0,1 0 0 0 0,-1 0 1 0 0,0 0-1 0 0,1 0 0 0 0,0 0 0 0 0,-1-1 0 0 0,1 1 0 0 0,-1 0 0 0 0,1 0 1 0 0,-1-1-1 0 0,1 1 0 0 0,-1 0 0 0 0,1-1 0 0 0,0 1 0 0 0,-1 0 0 0 0,1-1 1 0 0,0 1-1 0 0,-1-1 0 0 0,1 1 0 0 0,0-1 0 0 0,0 1 0 0 0,-1-1 0 0 0,1 1 1 0 0,0-1-1 0 0,0 1 0 0 0,0-1 0 0 0,-1 1 0 0 0,1-1 0 0 0,0 1 0 0 0,0-2 0 0 0,-4 2 1 0 0,-44-2 307 0 0,26 0-166 0 0,-37 1 0 0 0,3 8-123 0 0,-75 20 1 0 0,-39 5 45 0 0,-106-13-49 0 0,38-4-3 0 0,-127-2-82 0 0,340-15-11 0 0,0-1 0 0 0,0-1 0 0 0,0-2 0 0 0,1 0 0 0 0,0-2 0 0 0,-26-11 0 0 0,49 18-30 0 0,-1 0 1 0 0,1 0-1 0 0,-1 0 1 0 0,0 0 0 0 0,0 1-1 0 0,0-1 1 0 0,1 1-1 0 0,-1-1 1 0 0,0 1-1 0 0,0 0 1 0 0,0-1 0 0 0,0 1-1 0 0,0 0 1 0 0,0 0-1 0 0,0 1 1 0 0,1-1-1 0 0,-1 0 1 0 0,0 1 0 0 0,0-1-1 0 0,0 1 1 0 0,0-1-1 0 0,1 1 1 0 0,-1 0-1 0 0,0 0 1 0 0,1 0-1 0 0,-1 0 1 0 0,-2 1 0 0 0,1 0 25 0 0,0 0 1 0 0,0-1 0 0 0,0 0 0 0 0,0 0-1 0 0,0 0 1 0 0,0 0 0 0 0,0 0-1 0 0,0-1 1 0 0,-1 1 0 0 0,1-1 0 0 0,0 0-1 0 0,0 0 1 0 0,-6-1 0 0 0,-42-12-85 0 0,44 10 78 0 0,0 0 0 0 0,-1 1 1 0 0,1 0-1 0 0,-1 1 0 0 0,-9-1 1 0 0,14 2 9 0 0,0 0 0 0 0,0 0 0 0 0,0 0 0 0 0,-1 1 0 0 0,1-1 0 0 0,0 1 0 0 0,0 0 0 0 0,0-1 0 0 0,0 2 0 0 0,0-1 0 0 0,0 0 0 0 0,0 1 0 0 0,1-1 0 0 0,-1 1 0 0 0,0 0 0 0 0,1 0 0 0 0,-1 0 0 0 0,1 0 0 0 0,0 0 0 0 0,0 0 0 0 0,0 1 0 0 0,-2 2 1 0 0,1 0-2 0 0,0 0 0 0 0,1 1 0 0 0,0-1 0 0 0,1 0 0 0 0,-1 1 0 0 0,1-1 0 0 0,0 1 0 0 0,0 0 0 0 0,0-1 0 0 0,1 1 0 0 0,1 10 0 0 0,-2-11-2 0 0,1 0 0 0 0,1 1 1 0 0,-1-1-1 0 0,1 0 0 0 0,0 0 1 0 0,0 0-1 0 0,1 0 0 0 0,-1-1 0 0 0,1 1 1 0 0,0 0-1 0 0,0 0 0 0 0,1-1 0 0 0,-1 0 1 0 0,1 1-1 0 0,0-1 0 0 0,0 0 1 0 0,1 0-1 0 0,-1-1 0 0 0,1 1 0 0 0,0-1 1 0 0,0 1-1 0 0,0-1 0 0 0,0 0 0 0 0,0-1 1 0 0,1 1-1 0 0,-1-1 0 0 0,1 0 0 0 0,0 0 1 0 0,-1 0-1 0 0,1-1 0 0 0,0 0 1 0 0,0 0-1 0 0,0 0 0 0 0,0 0 0 0 0,1-1 1 0 0,-1 0-1 0 0,0 0 0 0 0,0 0 0 0 0,0 0 1 0 0,0-1-1 0 0,0 0 0 0 0,9-3 1 0 0,-5 1 8 0 0,-1 0 1 0 0,1 0-1 0 0,-1-1 1 0 0,0 0 0 0 0,0 0-1 0 0,0-1 1 0 0,0 0 0 0 0,-1 0-1 0 0,0-1 1 0 0,0 0 0 0 0,9-10-1 0 0,-8 6 14 0 0,0 0 0 0 0,0-1 0 0 0,-1 1 0 0 0,0-1 0 0 0,-1-1 1 0 0,0 1-1 0 0,-1-1 0 0 0,4-14 0 0 0,-6 17-4 0 0,-1 0 0 0 0,0 0 0 0 0,-1 0 0 0 0,1 0 0 0 0,-2 0 0 0 0,1 0 0 0 0,-1 0 0 0 0,-1-1 0 0 0,0 1 0 0 0,0 0 0 0 0,-4-12 0 0 0,3 14-10 0 0,0 1 1 0 0,-1 0-1 0 0,1 0 1 0 0,-2 1-1 0 0,1-1 0 0 0,0 0 1 0 0,-1 1-1 0 0,0 0 1 0 0,-1 0-1 0 0,1 0 1 0 0,-1 1-1 0 0,0-1 1 0 0,0 1-1 0 0,0 0 0 0 0,0 1 1 0 0,-1-1-1 0 0,-6-2 1 0 0,7 3 16 0 0,0 1 1 0 0,0 1-1 0 0,0-1 1 0 0,0 1-1 0 0,-1 0 1 0 0,1 0-1 0 0,0 1 1 0 0,0-1-1 0 0,0 1 1 0 0,-1 0 0 0 0,1 1-1 0 0,0-1 1 0 0,0 1-1 0 0,-1 0 1 0 0,1 0-1 0 0,-9 4 1 0 0,6-2-6 0 0,-1 1 0 0 0,1 1 0 0 0,0-1 1 0 0,0 1-1 0 0,0 1 0 0 0,1-1 0 0 0,-1 1 0 0 0,1 0 1 0 0,-9 11-1 0 0,11-10-14 0 0,0-1 0 0 0,0 1 0 0 0,0 0-1 0 0,1 0 1 0 0,0 0 0 0 0,1 1 0 0 0,-1 0 0 0 0,1-1 0 0 0,1 1 0 0 0,-4 14 0 0 0,6-17-5 0 0,-1-1 0 0 0,1 1 0 0 0,0 0 0 0 0,0 0 0 0 0,0 0 0 0 0,1-1 1 0 0,-1 1-1 0 0,1 0 0 0 0,0 0 0 0 0,1-1 0 0 0,-1 1 0 0 0,1-1 0 0 0,0 1 0 0 0,0-1 0 0 0,0 0 0 0 0,1 0 1 0 0,0 0-1 0 0,5 7 0 0 0,-7-9 0 0 0,1-1 0 0 0,-1 1 0 0 0,0-1 0 0 0,1 1 0 0 0,-1-1 0 0 0,1 0 0 0 0,0 1 0 0 0,0-1 0 0 0,-1 0 0 0 0,1 0 0 0 0,0 0 0 0 0,0 0 0 0 0,0-1 0 0 0,0 1 0 0 0,0 0 0 0 0,0-1 0 0 0,0 1 0 0 0,0-1 0 0 0,0 0 0 0 0,0 0 0 0 0,1 0 0 0 0,-1 0 0 0 0,0 0 0 0 0,0 0 0 0 0,0 0 0 0 0,0-1 0 0 0,0 1 0 0 0,0-1 0 0 0,0 0 1 0 0,0 1-1 0 0,0-1 0 0 0,0 0 0 0 0,0 0 0 0 0,-1 0 0 0 0,1-1 0 0 0,3-1 0 0 0,5-6-148 0 0,0 0 1 0 0,-1-1 0 0 0,0 0-1 0 0,14-21 1 0 0,0 1-985 0 0,-15 21 145 0 0,3-1-234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1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167 168 4145 0 0,'-10'-20'1779'0'0,"-1"1"1"0"0,0 0-1 0 0,-29-35 0 0 0,21 29 707 0 0,18 22-2001 0 0,-1 0-1 0 0,-1 1 1 0 0,1-1 0 0 0,0 1-1 0 0,-1-1 1 0 0,1 1-1 0 0,-1 0 1 0 0,1 0 0 0 0,-1 0-1 0 0,0 0 1 0 0,-3-2-1 0 0,5 4-364 0 0,0 0 0 0 0,1 0 0 0 0,-1 0 0 0 0,0 0 0 0 0,1 0 0 0 0,-1 0-1 0 0,0 0 1 0 0,1 0 0 0 0,-1 0 0 0 0,0 0 0 0 0,1 0 0 0 0,-1 0 0 0 0,0 0-1 0 0,1 0 1 0 0,-1 1 0 0 0,1-1 0 0 0,-1 0 0 0 0,0 1 0 0 0,1-1 0 0 0,-1 0-1 0 0,1 1 1 0 0,-2 0 0 0 0,1 0-72 0 0,0 1 0 0 0,-1-1 1 0 0,1 1-1 0 0,0 0 0 0 0,0 0 0 0 0,0-1 0 0 0,0 1 1 0 0,1 0-1 0 0,-1 0 0 0 0,-1 3 0 0 0,-3 17 75 0 0,1-1-1 0 0,1 0 0 0 0,1 1 1 0 0,1 0-1 0 0,2 28 1 0 0,16 112 328 0 0,-11-117-293 0 0,83 393-696 0 0,-79-396 627 0 0,-3-15-74 0 0,-2 0-1 0 0,2 33 1 0 0,-7-51-311 0 0,1 0-1 0 0,-1 0 1 0 0,-1-1 0 0 0,0 1 0 0 0,0 0-1 0 0,-1-1 1 0 0,0 1 0 0 0,0-1 0 0 0,-1 0-1 0 0,0 1 1 0 0,-4 7 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1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92 545 5529 0 0,'-15'-27'1180'0'0,"0"-1"-1"0"0,3 0 1 0 0,0-1 0 0 0,2-1-1 0 0,-13-56 1 0 0,21 75-831 0 0,1 0 1 0 0,0-1-1 0 0,1 1 1 0 0,0 0-1 0 0,0-1 1 0 0,2 1-1 0 0,-1 0 1 0 0,1 0-1 0 0,1 0 1 0 0,0 0-1 0 0,0 0 1 0 0,1 0-1 0 0,1 1 0 0 0,0 0 1 0 0,0 0-1 0 0,1 0 1 0 0,0 0-1 0 0,0 1 1 0 0,11-11-1 0 0,-7 10-109 0 0,0 2 0 0 0,0-1 0 0 0,0 1 0 0 0,1 0 0 0 0,1 1 0 0 0,-1 1 0 0 0,1 0 0 0 0,0 0 0 0 0,0 1 0 0 0,1 1 0 0 0,16-4 0 0 0,-22 6-232 0 0,1 0 1 0 0,-1 0-1 0 0,1 1 0 0 0,0 1 1 0 0,-1-1-1 0 0,1 1 1 0 0,0 1-1 0 0,-1-1 1 0 0,1 1-1 0 0,0 1 1 0 0,-1-1-1 0 0,1 1 0 0 0,-1 0 1 0 0,0 1-1 0 0,1 0 1 0 0,-1 0-1 0 0,-1 1 1 0 0,1 0-1 0 0,0 0 0 0 0,9 8 1 0 0,-11-7-10 0 0,-1 0 0 0 0,-1 1 0 0 0,1-1 0 0 0,-1 1 1 0 0,0 0-1 0 0,0 0 0 0 0,0 0 0 0 0,-1 0 0 0 0,0 0 0 0 0,0 0 0 0 0,-1 1 0 0 0,0-1 1 0 0,0 1-1 0 0,0-1 0 0 0,-1 1 0 0 0,0 0 0 0 0,0-1 0 0 0,-1 1 0 0 0,-1 9 1 0 0,-3 10-51 0 0,0 1-1 0 0,-2-1 1 0 0,-13 33 0 0 0,-27 52 12 0 0,32-81 77 0 0,1 1 1 0 0,1 1-1 0 0,2 0 0 0 0,-12 61 0 0 0,22-89-31 0 0,1-1 0 0 0,-1 1-1 0 0,1 0 1 0 0,0 0-1 0 0,0 0 1 0 0,0 0 0 0 0,1 0-1 0 0,-1 0 1 0 0,1 0-1 0 0,2 5 1 0 0,-2-7 1 0 0,0-1 0 0 0,0 0 1 0 0,0 0-1 0 0,0 1 0 0 0,0-1 0 0 0,0 0 0 0 0,0 0 0 0 0,0 0 1 0 0,1 0-1 0 0,-1 0 0 0 0,1 0 0 0 0,-1 0 0 0 0,0-1 1 0 0,1 1-1 0 0,-1 0 0 0 0,1-1 0 0 0,0 1 0 0 0,-1-1 0 0 0,1 0 1 0 0,-1 1-1 0 0,1-1 0 0 0,0 0 0 0 0,-1 0 0 0 0,1 0 0 0 0,0 0 1 0 0,-1 0-1 0 0,2-1 0 0 0,8 0 64 0 0,0-1 0 0 0,-1 0-1 0 0,0 0 1 0 0,1-1 0 0 0,-1 0 0 0 0,0-1 0 0 0,0 0 0 0 0,10-7-1 0 0,73-50 692 0 0,-30 18-666 0 0,-41 29-796 0 0,54-29 1435 0 0,-67 39-2675 0 0,0 0 0 0 0,0 1 1 0 0,19-4-1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2.5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14 177 5065 0 0,'0'0'390'0'0,"-1"-1"-181"0"0,0 0 0 0 0,0 1 1 0 0,0-1-1 0 0,0 0 1 0 0,0 0-1 0 0,1 1 1 0 0,-1-1-1 0 0,0 0 1 0 0,0 0-1 0 0,1 0 0 0 0,-1 0 1 0 0,1 0-1 0 0,-1 0 1 0 0,1 0-1 0 0,-1 0 1 0 0,1 0-1 0 0,-1-2 1 0 0,1 0-90 0 0,0 0 0 0 0,0 1 0 0 0,0-1 0 0 0,0 0 0 0 0,1 0 0 0 0,-1 0 0 0 0,1 1 0 0 0,0-1 0 0 0,0 0 0 0 0,0 1 0 0 0,0-1 1 0 0,0 1-1 0 0,0-1 0 0 0,1 1 0 0 0,-1-1 0 0 0,1 1 0 0 0,0 0 0 0 0,0 0 0 0 0,-1 0 0 0 0,1 0 0 0 0,1 0 0 0 0,-1 0 0 0 0,0 0 0 0 0,0 1 1 0 0,3-2-1 0 0,63-43 3263 0 0,3 3-3462 0 0,-57 36-665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2.7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1 177 6913 0 0,'4'-2'341'0'0,"-1"0"0"0"0,1 0-1 0 0,-1 0 1 0 0,1 0-1 0 0,-1-1 1 0 0,0 0-1 0 0,0 0 1 0 0,6-6-1 0 0,3-2 820 0 0,55-51 3664 0 0,-33 29-3294 0 0,2 1-3552 0 0,-21 25-740 0 0,-11 4 2649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3.0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1 104 5529 0 0,'2'-5'495'0'0,"1"1"1"0"0,0 0-1 0 0,0-1 0 0 0,0 1 1 0 0,0 1-1 0 0,0-1 0 0 0,1 0 0 0 0,0 1 1 0 0,0 0-1 0 0,5-4 0 0 0,-2 2-31 0 0,0-2 232 0 0,2 1 1 0 0,-1 0-1 0 0,0 0 0 0 0,1 1 1 0 0,0 0-1 0 0,1 0 1 0 0,11-3-1 0 0,-18 7-595 0 0,-1 0 0 0 0,1 1 1 0 0,-1-1-1 0 0,1 1 0 0 0,-1-1 1 0 0,1 1-1 0 0,-1 0 0 0 0,1 0 1 0 0,-1 0-1 0 0,1 0 0 0 0,0 1 1 0 0,-1-1-1 0 0,1 1 0 0 0,-1-1 1 0 0,1 1-1 0 0,-1 0 0 0 0,0 0 0 0 0,1 0 1 0 0,-1 0-1 0 0,0 1 0 0 0,0-1 1 0 0,0 0-1 0 0,0 1 0 0 0,0 0 1 0 0,0-1-1 0 0,0 1 0 0 0,0 0 1 0 0,0 0-1 0 0,-1 0 0 0 0,1 0 1 0 0,-1 0-1 0 0,0 1 0 0 0,0-1 0 0 0,2 3 1 0 0,8 25-110 0 0,-2 0 1 0 0,0 1 0 0 0,-3 0-1 0 0,6 49 1 0 0,-5-32-383 0 0,2 39 11 0 0,-7-55 363 0 0,2-1 0 0 0,11 50 0 0 0,-14-78 2 0 0,0 0 0 0 0,0 0-1 0 0,0 0 1 0 0,1-1 0 0 0,-1 1-1 0 0,1 0 1 0 0,-1-1 0 0 0,1 1-1 0 0,0-1 1 0 0,4 4 0 0 0,16 8-3448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3.2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12443 0 0,'4'11'544'0'0,"-2"-6"128"0"0,-1 0-544 0 0,1-1-128 0 0,0-1 0 0 0,0-3 0 0 0,-1 2 632 0 0,3 0 96 0 0,1 1 16 0 0,0 1 9 0 0,2-3-689 0 0,0-2-144 0 0,-1-3-24 0 0,-3-5-8 0 0,-1-1 112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59.0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184 64 4145 0 0,'-4'-4'756'0'0,"0"0"1"0"0,-1 1-1 0 0,1 0 1 0 0,-1 0-1 0 0,1 0 1 0 0,-1 0-1 0 0,-8-3 1 0 0,2 3 118 0 0,1 0-1 0 0,-1 0 1 0 0,0 2 0 0 0,-17-2 0 0 0,-31-6 2300 0 0,49-3 2017 0 0,10 12-5109 0 0,1 5-19 0 0,1 6-27 0 0,1 0-1 0 0,0-1 1 0 0,0 1-1 0 0,1-1 1 0 0,0 0-1 0 0,11 18 1 0 0,-3-9-33 0 0,-1 0-1 0 0,0 0 1 0 0,-2 1-1 0 0,9 28 1 0 0,20 87 43 0 0,-25-80-91 0 0,22 54-1 0 0,140 313 189 0 0,-163-390-285 0 0,-4-16-135 0 0,-2 0-1 0 0,0 1 1 0 0,-1 0-1 0 0,0 0 1 0 0,-2 0-1 0 0,4 33 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59.6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149 302 456 0 0,'-20'-27'315'0'0,"-7"-17"4464"0"0,-11-16 488 0 0,37 57-5032 0 0,-1 0-1 0 0,1 0 1 0 0,0 0 0 0 0,0 0-1 0 0,0 0 1 0 0,1 0 0 0 0,-1-1-1 0 0,1 1 1 0 0,-1 0-1 0 0,1 0 1 0 0,0-1 0 0 0,1 1-1 0 0,-1 0 1 0 0,0 0 0 0 0,1 0-1 0 0,0-1 1 0 0,0 1 0 0 0,0 0-1 0 0,0 0 1 0 0,0 0 0 0 0,0 0-1 0 0,1 0 1 0 0,-1 1 0 0 0,1-1-1 0 0,4-4 1 0 0,0-2 136 0 0,0 1 0 0 0,0 0 0 0 0,1 1 0 0 0,0 0 0 0 0,0 0 0 0 0,1 0 0 0 0,9-6 0 0 0,-11 10-292 0 0,-1 0 0 0 0,0 0 0 0 0,1 1 0 0 0,0 0 0 0 0,-1 0 1 0 0,1 1-1 0 0,0-1 0 0 0,0 1 0 0 0,0 1 0 0 0,0-1 1 0 0,0 1-1 0 0,0 0 0 0 0,0 0 0 0 0,0 0 0 0 0,-1 1 0 0 0,1 0 1 0 0,0 1-1 0 0,0-1 0 0 0,0 1 0 0 0,-1 0 0 0 0,1 0 1 0 0,-1 1-1 0 0,1 0 0 0 0,-1 0 0 0 0,9 6 0 0 0,-9-5-113 0 0,0 0-1 0 0,-1 0 0 0 0,1 1 0 0 0,-1-1 1 0 0,0 1-1 0 0,0 0 0 0 0,0 0 1 0 0,0 0-1 0 0,-1 1 0 0 0,0-1 0 0 0,0 1 1 0 0,-1 0-1 0 0,0 0 0 0 0,0 0 1 0 0,0 0-1 0 0,0 0 0 0 0,-1 1 0 0 0,0-1 1 0 0,-1 0-1 0 0,1 0 0 0 0,-1 1 1 0 0,0-1-1 0 0,-1 1 0 0 0,-1 6 0 0 0,-7 16-141 0 0,-1-1 0 0 0,-1-1 0 0 0,-2 0-1 0 0,-1 0 1 0 0,-28 42 0 0 0,18-32 161 0 0,-119 172 1224 0 0,84-126-905 0 0,32-43-144 0 0,27-39-96 0 0,29-21 831 0 0,-20 16-846 0 0,1-1 0 0 0,-1 1 0 0 0,1 1 0 0 0,-1-1 1 0 0,1 2-1 0 0,0-1 0 0 0,0 1 0 0 0,15 0 1 0 0,12 0-4 0 0,38 4 0 0 0,19-1 220 0 0,-12-12 47 0 0,-57 6-156 0 0,0 1 0 0 0,28 0 0 0 0,-53 4-145 0 0,1 0-1 0 0,0 0 1 0 0,-1 0 0 0 0,1 0-1 0 0,0 0 1 0 0,0 0 0 0 0,-1 1-1 0 0,1-1 1 0 0,-1 0 0 0 0,1 0-1 0 0,0 1 1 0 0,-1-1 0 0 0,1 0-1 0 0,0 1 1 0 0,-1-1 0 0 0,1 0-1 0 0,-1 1 1 0 0,1-1 0 0 0,-1 1-1 0 0,1-1 1 0 0,-1 1 0 0 0,1-1-1 0 0,-1 1 1 0 0,0 0 0 0 0,1-1-1 0 0,-1 1 1 0 0,0-1 0 0 0,1 1-1 0 0,-1 0 1 0 0,0-1 0 0 0,0 1-1 0 0,1 1 1 0 0,4 7-1193 0 0,-4-9 794 0 0,0 0 0 0 0,0 0 0 0 0,0 1 1 0 0,0-1-1 0 0,0-1 0 0 0,0 1 0 0 0,0 0 0 0 0,0 0 0 0 0,0 0 0 0 0,0 0 0 0 0,0-1 0 0 0,0 1 0 0 0,0 0 0 0 0,0-1 1 0 0,2-1-775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3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53 322 3681 0 0,'-2'-1'304'0'0,"0"1"0"0"0,0 0 1 0 0,0-1-1 0 0,1 1 0 0 0,-1-1 1 0 0,0 1-1 0 0,0-1 0 0 0,1 0 0 0 0,-1 0 1 0 0,1 0-1 0 0,-1 0 0 0 0,1 0 1 0 0,-1 0-1 0 0,1 0 0 0 0,0-1 1 0 0,-1 1-1 0 0,1 0 0 0 0,0-1 0 0 0,-1-1 1 0 0,-19-32 10866 0 0,21 35-11010 0 0,1 7-7 0 0,5 26-140 0 0,2 0 0 0 0,1-1 0 0 0,1 0 0 0 0,22 45 0 0 0,74 125-3 0 0,-37-75-12 0 0,50 95 361 0 0,-119-222-353 0 0,0 0 0 0 0,0 0 0 0 0,0 0 1 0 0,0 1-1 0 0,1-1 0 0 0,-1 0 0 0 0,0 0 0 0 0,0 0 1 0 0,0 0-1 0 0,0 0 0 0 0,0 0 0 0 0,0 0 1 0 0,0 0-1 0 0,0 0 0 0 0,1 0 0 0 0,-1 0 0 0 0,0 0 1 0 0,0 0-1 0 0,0 0 0 0 0,0 0 0 0 0,0 0 1 0 0,0 0-1 0 0,1 0 0 0 0,-1 0 0 0 0,0 0 0 0 0,0 0 1 0 0,0 0-1 0 0,0-1 0 0 0,0 1 0 0 0,0 0 1 0 0,0 0-1 0 0,0 0 0 0 0,0 0 0 0 0,1 0 0 0 0,-1 0 1 0 0,0 0-1 0 0,0 0 0 0 0,0 0 0 0 0,0 0 1 0 0,0-1-1 0 0,0 1 0 0 0,0 0 0 0 0,0 0 1 0 0,0 0-1 0 0,0 0 0 0 0,0 0 0 0 0,0 0 0 0 0,0 0 1 0 0,0 0-1 0 0,0-1 0 0 0,0 1 0 0 0,0 0 1 0 0,0 0-1 0 0,0 0 0 0 0,0 0 0 0 0,0 0 0 0 0,0 0 1 0 0,0-1-1 0 0,0 1 0 0 0,0 0 0 0 0,0 0 1 0 0,0 0-1 0 0,0 0 0 0 0,0 0 0 0 0,0 0 0 0 0,0 0 1 0 0,0 0-1 0 0,0-1 0 0 0,2-18 219 0 0,0-23-30 0 0,2-140 300 0 0,15-251-93 0 0,-13 360-359 0 0,-4 32-42 0 0,2-1 0 0 0,1 1-1 0 0,2 0 1 0 0,18-56 0 0 0,-25 96-16 0 0,1 0-1 0 0,-1 0 1 0 0,0 0 0 0 0,1 0 0 0 0,-1 0-1 0 0,1 0 1 0 0,-1 0 0 0 0,1 0-1 0 0,-1 1 1 0 0,1-1 0 0 0,-1 0 0 0 0,1 0-1 0 0,0 0 1 0 0,0 1 0 0 0,-1-1-1 0 0,1 0 1 0 0,1 0 0 0 0,-2 1-6 0 0,1 0-1 0 0,-1 0 1 0 0,1 0 0 0 0,-1 0 0 0 0,0 1 0 0 0,1-1 0 0 0,-1 0-1 0 0,1 0 1 0 0,-1 0 0 0 0,0 1 0 0 0,1-1 0 0 0,-1 0-1 0 0,0 0 1 0 0,1 1 0 0 0,-1-1 0 0 0,0 0 0 0 0,0 1-1 0 0,1-1 1 0 0,-1 0 0 0 0,0 1 0 0 0,0-1 0 0 0,1 0-1 0 0,-1 1 1 0 0,0-1 0 0 0,0 0 0 0 0,0 1 0 0 0,0 0 0 0 0,10 39-2528 0 0,-9-34 1674 0 0,4 18-6188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3.5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147 168 456 0 0,'10'-29'282'0'0,"2"-19"5742"0"0,-11 44-5472 0 0,-1-1 0 0 0,1 1 0 0 0,-1-1 0 0 0,0 0 0 0 0,0 1 0 0 0,-1-1 0 0 0,1 1 0 0 0,-1-1 0 0 0,0 1 0 0 0,0 0 0 0 0,0-1 0 0 0,-1 1 0 0 0,1 0 0 0 0,-1 0 0 0 0,-4-7 0 0 0,5 10-456 0 0,1 0 0 0 0,-1 0 0 0 0,0 0 1 0 0,0 0-1 0 0,0 1 0 0 0,0-1 0 0 0,0 0 0 0 0,0 0 0 0 0,0 0 0 0 0,0 1 1 0 0,0-1-1 0 0,0 1 0 0 0,0-1 0 0 0,0 0 0 0 0,0 1 0 0 0,0 0 1 0 0,-1-1-1 0 0,1 1 0 0 0,0 0 0 0 0,0 0 0 0 0,-1 0 0 0 0,-1-1 0 0 0,1 2-6 0 0,-1-1 1 0 0,1 1-1 0 0,-1 0 0 0 0,1-1 0 0 0,-1 1 0 0 0,1 0 0 0 0,0 0 0 0 0,-1 1 0 0 0,1-1 0 0 0,-3 3 0 0 0,-3 2 44 0 0,0 1-1 0 0,1 0 1 0 0,0 0 0 0 0,-9 12-1 0 0,10-11-124 0 0,0 0-1 0 0,0 0 0 0 0,1 0 1 0 0,0 1-1 0 0,1-1 0 0 0,-1 1 1 0 0,2 0-1 0 0,-1 1 0 0 0,1-1 1 0 0,1 1-1 0 0,-3 15 0 0 0,5-24-22 0 0,1 0 1 0 0,-1 1-1 0 0,0-1 0 0 0,0 0 1 0 0,0 0-1 0 0,1 1 0 0 0,-1-1 1 0 0,1 0-1 0 0,-1 0 0 0 0,1 1 0 0 0,0-1 1 0 0,-1 0-1 0 0,1 0 0 0 0,0 0 1 0 0,0 0-1 0 0,0 0 0 0 0,-1 0 0 0 0,1 0 1 0 0,0 0-1 0 0,1 0 0 0 0,-1 0 1 0 0,0-1-1 0 0,0 1 0 0 0,0 0 1 0 0,0-1-1 0 0,0 1 0 0 0,1-1 0 0 0,-1 1 1 0 0,0-1-1 0 0,1 0 0 0 0,-1 1 1 0 0,0-1-1 0 0,1 0 0 0 0,-1 0 0 0 0,2 0 1 0 0,7 0-183 0 0,0 0 0 0 0,1 0 0 0 0,17-4-1 0 0,-12 2 42 0 0,-2 1-5 0 0,8-1-315 0 0,0 0 0 0 0,32 3 0 0 0,-50 0 406 0 0,0-1 0 0 0,1 0-1 0 0,-1 1 1 0 0,1 0 0 0 0,-1 0-1 0 0,0 0 1 0 0,1 1-1 0 0,-1 0 1 0 0,0-1 0 0 0,0 1-1 0 0,0 1 1 0 0,0-1 0 0 0,-1 1-1 0 0,1-1 1 0 0,-1 1 0 0 0,1 0-1 0 0,-1 0 1 0 0,4 6 0 0 0,-5-6 98 0 0,-1 1 0 0 0,1-1 1 0 0,-1 0-1 0 0,0 1 0 0 0,0 0 1 0 0,-1-1-1 0 0,1 1 1 0 0,-1 0-1 0 0,0-1 0 0 0,0 1 1 0 0,0 0-1 0 0,0-1 0 0 0,0 1 1 0 0,-1 0-1 0 0,0-1 1 0 0,0 1-1 0 0,0-1 0 0 0,0 1 1 0 0,0-1-1 0 0,-1 1 0 0 0,-2 3 1 0 0,-5 10 537 0 0,-1 0 0 0 0,-20 25 0 0 0,24-33-318 0 0,-2 2-32 0 0,-1 0-1 0 0,0-1 1 0 0,0 0-1 0 0,-1 0 1 0 0,0-1 0 0 0,-1 0-1 0 0,-12 7 1 0 0,-26 8-2821 0 0,39-20-1650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3.8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102 362 2761 0 0,'-5'1'-231'0'0,"-44"6"1748"0"0,46-7-1162 0 0,1 0 0 0 0,0 0 1 0 0,-1 0-1 0 0,1 0 0 0 0,0 0 1 0 0,-1-1-1 0 0,1 1 0 0 0,0-1 1 0 0,-1 1-1 0 0,1-1 0 0 0,0 0 0 0 0,0 0 1 0 0,0 0-1 0 0,0 0 0 0 0,0 0 1 0 0,0-1-1 0 0,-3-2 0 0 0,4 3-185 0 0,0 0 1 0 0,1 0-1 0 0,0 0 0 0 0,-1-1 0 0 0,1 1 1 0 0,0 0-1 0 0,-1 0 0 0 0,1-1 0 0 0,0 1 0 0 0,0 0 1 0 0,0 0-1 0 0,0-1 0 0 0,0 1 0 0 0,0 0 0 0 0,0 0 1 0 0,1-1-1 0 0,-1 1 0 0 0,0 0 0 0 0,1 0 1 0 0,-1 0-1 0 0,1-1 0 0 0,-1 1 0 0 0,1 0 0 0 0,0 0 1 0 0,-1 0-1 0 0,1 0 0 0 0,1-1 0 0 0,23-28 1886 0 0,-3 10-1488 0 0,1 1 0 0 0,0 1 0 0 0,2 1 0 0 0,0 1 0 0 0,0 2 0 0 0,2 0 0 0 0,-1 1 0 0 0,45-13 0 0 0,24-1-675 0 0,120-20-1 0 0,-61 16-88 0 0,-38 8-1030 0 0,-66 18-4782 0 0,-27 3-337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4.2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1 8754 0 0,'-27'10'5606'0'0,"41"13"-3154"0"0,3 6-1891 0 0,0 1 1 0 0,-2 1-1 0 0,-2 0 1 0 0,0 1-1 0 0,-2 0 1 0 0,-2 0-1 0 0,8 49 1 0 0,2 79-3193 0 0,-15 0-6460 0 0,-4-148 4926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4.6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9 396 456 0 0,'-3'-18'901'0'0,"1"0"0"0"0,0 1 1 0 0,1-1-1 0 0,1 0 0 0 0,0 0 0 0 0,2 0 0 0 0,5-25 1 0 0,-5 31-619 0 0,1 0 1 0 0,0 0 0 0 0,1 1 0 0 0,0-1-1 0 0,1 1 1 0 0,1 0 0 0 0,0 0-1 0 0,0 0 1 0 0,1 1 0 0 0,0 0 0 0 0,1 0-1 0 0,0 1 1 0 0,0 0 0 0 0,1 1 0 0 0,0-1-1 0 0,1 2 1 0 0,0-1 0 0 0,0 1-1 0 0,0 1 1 0 0,1 0 0 0 0,0 0 0 0 0,0 1-1 0 0,24-7 1 0 0,-33 12-223 0 0,1-1 0 0 0,0 0 0 0 0,-1 1 0 0 0,1 0 0 0 0,-1 0-1 0 0,1-1 1 0 0,-1 2 0 0 0,1-1 0 0 0,0 0 0 0 0,-1 0 0 0 0,1 1 0 0 0,-1-1 0 0 0,1 1-1 0 0,-1 0 1 0 0,0 0 0 0 0,1 0 0 0 0,-1 0 0 0 0,0 0 0 0 0,1 1 0 0 0,-1-1 0 0 0,3 3 0 0 0,-3-1-47 0 0,1 0 0 0 0,-1 0 0 0 0,1 1 0 0 0,-1-1 0 0 0,0 1 0 0 0,0-1 0 0 0,-1 1 0 0 0,1 0 1 0 0,-1 0-1 0 0,0 0 0 0 0,0 0 0 0 0,1 5 0 0 0,0 6-99 0 0,-1 0 0 0 0,-1 0 0 0 0,0 1 0 0 0,-1-1 0 0 0,-1 0 0 0 0,-3 17 0 0 0,-2-8-88 0 0,-1-1-1 0 0,-1 0 0 0 0,-13 26 0 0 0,-5 11 760 0 0,26-59-491 0 0,1 0 0 0 0,-1 0 0 0 0,1 0 0 0 0,-1 0 0 0 0,1 0 0 0 0,-1 0 1 0 0,1 1-1 0 0,0-1 0 0 0,-1 0 0 0 0,1 0 0 0 0,0 0 0 0 0,0 0 0 0 0,0 0 0 0 0,0 0 0 0 0,0 1 0 0 0,0-1 0 0 0,0 0 1 0 0,0 0-1 0 0,1 0 0 0 0,-1 0 0 0 0,0 0 0 0 0,1 0 0 0 0,-1 0 0 0 0,0 0 0 0 0,1 0 0 0 0,-1 0 0 0 0,1 0 0 0 0,0 0 1 0 0,-1 0-1 0 0,1 0 0 0 0,0 0 0 0 0,0 0 0 0 0,0-1 0 0 0,-1 1 0 0 0,1 0 0 0 0,0-1 0 0 0,0 1 0 0 0,0 0 0 0 0,0-1 0 0 0,0 1 1 0 0,0-1-1 0 0,0 0 0 0 0,0 1 0 0 0,0-1 0 0 0,1 0 0 0 0,-1 1 0 0 0,0-1 0 0 0,0 0 0 0 0,0 0 0 0 0,0 0 0 0 0,0 0 1 0 0,0 0-1 0 0,2-1 0 0 0,10 1 224 0 0,0-1 1 0 0,0 0-1 0 0,23-7 0 0 0,-24 5-92 0 0,58-15 360 0 0,-21 4-2390 0 0,-16 7-3865 0 0,-17 5-819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8.2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45 5065 0 0,'-9'-4'71'0'0,"-26"-11"4869"0"0,34 15-4516 0 0,0-1 0 0 0,0 1-1 0 0,0-1 1 0 0,-1 0 0 0 0,1 0 0 0 0,0 0-1 0 0,0 0 1 0 0,0 0 0 0 0,0 0 0 0 0,0 0-1 0 0,1 0 1 0 0,-1 0 0 0 0,0 0 0 0 0,0 0-1 0 0,1-1 1 0 0,-1 1 0 0 0,0 0 0 0 0,1 0 0 0 0,0-1-1 0 0,-1 1 1 0 0,0-3 725 0 0,5 29 809 0 0,19 220-1252 0 0,30 192-989 0 0,-36-364-1642 0 0,44 114 0 0 0,-27-89-4217 0 0,-24-56 3935 0 0,-11-26 2063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8.4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1 185 10138 0 0,'1'-4'587'0'0,"1"0"1"0"0,0 0-1 0 0,1 0 0 0 0,-1 0 1 0 0,1 1-1 0 0,0-1 0 0 0,0 1 1 0 0,0-1-1 0 0,0 1 0 0 0,6-5 1 0 0,2-3 103 0 0,39-38-162 0 0,-41 40-1127 0 0,1 1 0 0 0,0 0 0 0 0,1 1 0 0 0,0 0 0 0 0,0 1-1 0 0,14-7 1 0 0,-1 0 588 0 0,-19 4 103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8.7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0 214 5065 0 0,'6'-16'8729'0'0,"13"-26"-5398"0"0,-7 20-2029 0 0,2 0-1 0 0,28-35 1 0 0,-38 52-1496 0 0,0 1 1 0 0,0-1-1 0 0,1 1 0 0 0,0 0 1 0 0,-1 0-1 0 0,1 0 1 0 0,1 1-1 0 0,-1 0 0 0 0,0 0 1 0 0,1 0-1 0 0,0 0 1 0 0,-1 1-1 0 0,1 0 0 0 0,0 1 1 0 0,0-1-1 0 0,0 1 1 0 0,9-1-1 0 0,3 3-6245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9.2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 2761 0 0,'0'0'8829'0'0,"5"-1"-8159"0"0,-1 1-443 0 0,10-2 636 0 0,0 1 0 0 0,0 0 0 0 0,17 2 0 0 0,-26-1-783 0 0,-1 1-1 0 0,0-1 1 0 0,0 1 0 0 0,0 0-1 0 0,0 1 1 0 0,0-1 0 0 0,0 1-1 0 0,0-1 1 0 0,0 1 0 0 0,-1 0-1 0 0,1 1 1 0 0,-1-1-1 0 0,0 0 1 0 0,1 1 0 0 0,-1 0-1 0 0,4 4 1 0 0,-4-3-22 0 0,-1 0 0 0 0,1-1 0 0 0,-1 1 0 0 0,0 0-1 0 0,0 0 1 0 0,0 0 0 0 0,0 0 0 0 0,-1 1 0 0 0,1-1 0 0 0,-1 0 0 0 0,-1 1 0 0 0,1-1-1 0 0,0 1 1 0 0,-1-1 0 0 0,0 1 0 0 0,0-1 0 0 0,0 1 0 0 0,-1-1 0 0 0,0 1 0 0 0,1-1-1 0 0,-1 1 1 0 0,-1-1 0 0 0,1 0 0 0 0,-4 7 0 0 0,-28 66 213 0 0,29-69-792 0 0,0 0-1 0 0,-1 0 1 0 0,0 0 0 0 0,-1-1-1 0 0,0 1 1 0 0,0-1 0 0 0,-8 6-1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9.9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183 1 1840 0 0,'-5'5'851'0'0,"0"0"-1"0"0,0 0 0 0 0,0-1 0 0 0,-1 0 0 0 0,0 0 0 0 0,0 0 0 0 0,0 0 0 0 0,-7 2 0 0 0,10-4-490 0 0,1 1 0 0 0,0-1 0 0 0,0 1 0 0 0,0 0 0 0 0,0-1 0 0 0,0 1 0 0 0,1 0 0 0 0,-1 0 0 0 0,1 0 0 0 0,0 1 0 0 0,0-1 0 0 0,0 0 0 0 0,-1 6 0 0 0,-3 5 496 0 0,-31 63 1100 0 0,23-51-1757 0 0,1 0-1 0 0,1 1 1 0 0,-12 44-1 0 0,22-69-268 0 0,1 0-1 0 0,0 0 1 0 0,0 0 0 0 0,0 0-1 0 0,0 0 1 0 0,0 1 0 0 0,0-1-1 0 0,0 0 1 0 0,1 0 0 0 0,-1 0-1 0 0,1 0 1 0 0,-1 0-1 0 0,1 0 1 0 0,0 0 0 0 0,0 0-1 0 0,0 0 1 0 0,0 0 0 0 0,1 2-1 0 0,30 25-4122 0 0,-20-19-548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0.2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93 2304 0 0,'25'-29'7050'0'0,"5"-7"-5174"0"0,-27 32-2208 0 0,0 1 0 0 0,0 0 0 0 0,1 0 0 0 0,-1 1 0 0 0,1-1 0 0 0,0 1 0 0 0,0 0 0 0 0,6-3 0 0 0,-10 5 325 0 0,1 0 0 0 0,-1 0-1 0 0,1 0 1 0 0,-1-1 0 0 0,1 1 0 0 0,-1 0 0 0 0,1 0 0 0 0,-1 0 0 0 0,1 0 0 0 0,-1 0 0 0 0,1 0-1 0 0,0 0 1 0 0,-1 0 0 0 0,1 0 0 0 0,-1 0 0 0 0,1 1 0 0 0,-1-1 0 0 0,1 0 0 0 0,-1 0 0 0 0,1 0 0 0 0,-1 1-1 0 0,1-1 1 0 0,-1 0 0 0 0,1 1 0 0 0,-1-1 0 0 0,0 0 0 0 0,1 1 0 0 0,-1-1 0 0 0,1 1 0 0 0,-1-1-1 0 0,0 0 1 0 0,1 1 0 0 0,-1-1 0 0 0,0 1 0 0 0,0-1 0 0 0,1 1 0 0 0,-1 0 0 0 0,1 0 6 0 0,-1 1 0 0 0,0-1 1 0 0,0 0-1 0 0,1 1 0 0 0,-1-1 1 0 0,0 1-1 0 0,0-1 0 0 0,0 0 1 0 0,0 1-1 0 0,-1-1 0 0 0,1 0 1 0 0,0 1-1 0 0,0-1 0 0 0,-1 2 1 0 0,-6 10 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0.4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27 3681 0 0,'-1'1'31'0'0,"1"-1"-1"0"0,-1 1 1 0 0,1 0 0 0 0,0 0 0 0 0,-1-1 0 0 0,1 1-1 0 0,0 0 1 0 0,0 0 0 0 0,0-1 0 0 0,-1 1-1 0 0,1 0 1 0 0,0 0 0 0 0,0 0 0 0 0,0 0 0 0 0,0-1-1 0 0,0 1 1 0 0,0 0 0 0 0,1 0 0 0 0,-1 1 0 0 0,17-3 4381 0 0,-13-2-3799 0 0,44-22-427 0 0,-10 13-4070 0 0,-32 10 3421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3.9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32 126 6449 0 0,'-3'-8'858'0'0,"0"-1"-1"0"0,0 1 0 0 0,1 0 0 0 0,0-1 0 0 0,0 0 1 0 0,1 1-1 0 0,0-1 0 0 0,0 0 0 0 0,1 0 0 0 0,0 1 1 0 0,1-1-1 0 0,2-13 0 0 0,-3 22-835 0 0,0 0 0 0 0,0 0 0 0 0,0 0 0 0 0,0 0 0 0 0,0 0 0 0 0,1 1 306 0 0,-1-1-306 0 0,0 0 0 0 0,0 0 0 0 0,0 0 0 0 0,0 0 0 0 0,0 0 0 0 0,0 0 0 0 0,0 0 0 0 0,1 0 0 0 0,-1 0-1 0 0,0 0 1 0 0,0 0 0 0 0,0 0 0 0 0,0 0 0 0 0,0 0 0 0 0,0 0 0 0 0,0 0 0 0 0,0 0 0 0 0,0 0 0 0 0,0 0 0 0 0,0 0 0 0 0,1-1 306 0 0,-1 1-306 0 0,3 11 368 0 0,0 14-165 0 0,16 649 2901 0 0,-17-635-3100 0 0,1 3-46 0 0,-2 1 0 0 0,-1 0 0 0 0,-3 0 0 0 0,-8 46 0 0 0,9-82-421 0 0,0 1 0 0 0,-1-1 0 0 0,0 0 0 0 0,0 0-1 0 0,0 0 1 0 0,-6 9 0 0 0,-3 1-6639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4.4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0 205 3225 0 0,'1'-9'233'0'0,"0"0"0"0"0,0 0 0 0 0,1 0 0 0 0,0 0 0 0 0,0 0 0 0 0,1 1 0 0 0,0-1 0 0 0,1 1 1 0 0,0-1-1 0 0,0 1 0 0 0,1 0 0 0 0,0 1 0 0 0,0-1 0 0 0,1 1 0 0 0,0 0 0 0 0,10-9 0 0 0,-9 10 7 0 0,0 0-1 0 0,0 0 0 0 0,1 1 0 0 0,-1 0 1 0 0,1 1-1 0 0,0-1 0 0 0,1 2 0 0 0,-1-1 1 0 0,12-2-1 0 0,-13 4 375 0 0,0 1 0 0 0,1-1 0 0 0,-1 2 0 0 0,0-1 0 0 0,1 1 0 0 0,-1 0 0 0 0,10 2 0 0 0,-13-2-512 0 0,0 1 0 0 0,0 0 0 0 0,-1 0-1 0 0,1 0 1 0 0,0 0 0 0 0,0 1-1 0 0,-1-1 1 0 0,1 1 0 0 0,-1 0 0 0 0,1 0-1 0 0,-1 0 1 0 0,0 1 0 0 0,0-1-1 0 0,0 1 1 0 0,0 0 0 0 0,0 0 0 0 0,3 5-1 0 0,-3-3-153 0 0,0 0 0 0 0,0 0-1 0 0,-1 1 1 0 0,1 0 0 0 0,-2-1-1 0 0,1 1 1 0 0,0 0 0 0 0,-1 0 0 0 0,0 0-1 0 0,0 9 1 0 0,-1 3-315 0 0,-1 0 0 0 0,-1-1 0 0 0,0 1 0 0 0,-1-1 0 0 0,-1 1 0 0 0,-11 30 0 0 0,-7 3 341 0 0,-51 89 1 0 0,-1-19 3877 0 0,67-108-2770 0 0,10-9-16 0 0,17-10 476 0 0,-5 1-1360 0 0,7-1 6 0 0,1 2-1 0 0,-1 1 1 0 0,1 0-1 0 0,-1 2 1 0 0,28 2-1 0 0,58 9-3439 0 0,-85-6-3550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4.7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0 135 15203 0 0,'4'-4'427'0'0,"0"0"0"0"0,0 0-1 0 0,0 0 1 0 0,0 1 0 0 0,1-1-1 0 0,-1 1 1 0 0,7-3 0 0 0,6-5 125 0 0,10-10-313 0 0,-14 10-423 0 0,2 0 1 0 0,-1 1-1 0 0,1 1 1 0 0,0 0-1 0 0,22-9 1 0 0,-35 17 64 0 0,-1 1 1 0 0,0 0-1 0 0,0-1 1 0 0,0 1 0 0 0,0 0-1 0 0,0 0 1 0 0,0 0 0 0 0,0 0-1 0 0,1 0 1 0 0,-1 0 0 0 0,0 0-1 0 0,0 0 1 0 0,0 0-1 0 0,0 0 1 0 0,0 1 0 0 0,0-1-1 0 0,0 1 1 0 0,1-1 0 0 0,-1 0-1 0 0,0 1 1 0 0,0 0 0 0 0,-1-1-1 0 0,1 1 1 0 0,0 0-1 0 0,0-1 1 0 0,1 2 0 0 0,14 26-4135 0 0,-14-24 3592 0 0,2 6-3223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4.9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77 5529 0 0,'3'0'207'0'0,"0"0"0"0"0,1 0-1 0 0,-1-1 1 0 0,0 1 0 0 0,0-1 0 0 0,0 0-1 0 0,0 0 1 0 0,0 0 0 0 0,5-3-1 0 0,0 1 56 0 0,178-58 3585 0 0,-175 58-8014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5.7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2 200 7834 0 0,'-1'-4'1917'0'0,"6"-6"-930"0"0,10-9-431 0 0,-14 18-514 0 0,16-18 26 0 0,32-31 1 0 0,-42 44 93 0 0,1 0 1 0 0,0 1-1 0 0,1-1 1 0 0,-1 2 0 0 0,1-1-1 0 0,0 1 1 0 0,17-5-1 0 0,-19 7 81 0 0,31-10 1292 0 0,1 1 0 0 0,0 2 1 0 0,1 2-1 0 0,50-3 0 0 0,-87 10-1571 0 0,0 0 0 0 0,1 0 0 0 0,-1 0-1 0 0,0 0 1 0 0,1 1 0 0 0,-1-1-1 0 0,0 1 1 0 0,1 0 0 0 0,-1 0 0 0 0,0 0-1 0 0,0 0 1 0 0,0 0 0 0 0,0 1-1 0 0,0-1 1 0 0,0 1 0 0 0,0 0 0 0 0,-1 0-1 0 0,1 0 1 0 0,-1 0 0 0 0,1 1-1 0 0,-1-1 1 0 0,0 1 0 0 0,0-1 0 0 0,0 1-1 0 0,0 0 1 0 0,0 0 0 0 0,-1 0-1 0 0,1 0 1 0 0,-1 0 0 0 0,0 0 0 0 0,0 0-1 0 0,0 0 1 0 0,0 1 0 0 0,0-1-1 0 0,-1 0 1 0 0,1 1 0 0 0,-1-1-1 0 0,0 0 1 0 0,-1 7 0 0 0,0 9 148 0 0,-2 1 1 0 0,0-1-1 0 0,-1 0 0 0 0,-1 0 1 0 0,-10 25-1 0 0,9-31 60 0 0,4-11-132 0 0,1 1-1 0 0,-1-1 0 0 0,1 1 0 0 0,0 0 0 0 0,0-1 0 0 0,0 1 0 0 0,0 0 1 0 0,0 0-1 0 0,0 0 0 0 0,1 0 0 0 0,0 0 0 0 0,-1 5 0 0 0,4-7-47 0 0,0-1 0 0 0,0 1 0 0 0,0-1 0 0 0,0 0 0 0 0,1 0-1 0 0,-1 0 1 0 0,0-1 0 0 0,0 1 0 0 0,5-2 0 0 0,-4 1-8 0 0,17-2-10 0 0,0 1-1 0 0,0 0 1 0 0,-1 2 0 0 0,1 0-1 0 0,22 4 1 0 0,-37-3 47 0 0,0 0 0 0 0,0 0-1 0 0,0 1 1 0 0,0 0 0 0 0,-1 0 0 0 0,1 1 0 0 0,-1 0-1 0 0,0-1 1 0 0,0 2 0 0 0,0-1 0 0 0,0 1 0 0 0,0-1-1 0 0,-1 1 1 0 0,1 1 0 0 0,-1-1 0 0 0,0 1-1 0 0,0-1 1 0 0,-1 1 0 0 0,0 0 0 0 0,1 0 0 0 0,-2 1-1 0 0,4 6 1 0 0,-3-5 44 0 0,-1-1 1 0 0,1 1-1 0 0,-1 0 1 0 0,-1 0-1 0 0,1 0 0 0 0,-1 0 1 0 0,-1 0-1 0 0,1 1 0 0 0,-1-1 1 0 0,0 0-1 0 0,-1 0 0 0 0,0 0 1 0 0,0 0-1 0 0,0 0 0 0 0,-1 0 1 0 0,0 0-1 0 0,0 0 1 0 0,-1 0-1 0 0,0-1 0 0 0,-6 11 1 0 0,0-5-8 0 0,1-1 1 0 0,-1 0 0 0 0,-1-1 0 0 0,0 0 0 0 0,0-1 0 0 0,-1 0 0 0 0,0 0 0 0 0,-1-1 0 0 0,-21 11 0 0 0,-113 48-441 0 0,83-43-2550 0 0,45-18-4148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6.4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44 6913 0 0,'-4'-31'3753'0'0,"-2"19"-586"0"0,6 12-3093 0 0,-1 0-1 0 0,1 0 1 0 0,-1 0 0 0 0,1 0 0 0 0,0 0 0 0 0,-1 0-1 0 0,1 0 1 0 0,-1 0 0 0 0,1 0 0 0 0,-1 0 0 0 0,1 1-1 0 0,0-1 1 0 0,-1 0 0 0 0,1 0 0 0 0,-1 0 0 0 0,1 1-1 0 0,0-1 1 0 0,-1 0 0 0 0,1 0 0 0 0,0 1-1 0 0,-1-1 1 0 0,1 0 0 0 0,0 1 0 0 0,0-1 0 0 0,-1 0-1 0 0,1 1 1 0 0,0-1 0 0 0,0 1 0 0 0,0-1 0 0 0,-1 0-1 0 0,1 1 1 0 0,-2 4 246 0 0,0-1 0 0 0,0 1 0 0 0,0 0 0 0 0,0 0 1 0 0,1 0-1 0 0,0 0 0 0 0,0 0 0 0 0,0 0 0 0 0,1 0 0 0 0,0 0 0 0 0,0 0 0 0 0,1 10 0 0 0,13 63 1247 0 0,-12-69-1398 0 0,20 82 11 0 0,30 143 562 0 0,-44-184-2093 0 0,-2-1-1 0 0,-1 90 1 0 0,-6-116-1006 0 0,-4-2-3851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6.7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0 154 11058 0 0,'104'-63'2522'0'0,"-78"45"-1798"0"0,1 2 0 0 0,0 0 0 0 0,46-18 0 0 0,-69 33-584 0 0,0-1 0 0 0,0 1 0 0 0,1 1 1 0 0,-1-1-1 0 0,0 0 0 0 0,9 1 1 0 0,3 3-4906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7.0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78 8754 0 0,'16'-11'776'0'0,"-6"4"-616"0"0,2 0-160 0 0,-3 4 0 0 0,-4 1 1104 0 0,-1 0 193 0 0,3 2 39 0 0,3-3 8 0 0,6-1-832 0 0,5-1-160 0 0,0 0-32 0 0,0 0 0 0 0,-2 1-1312 0 0,-1 2-256 0 0,-1 1-48 0 0,-3-1-17 0 0,0-3 1025 0 0,-5-4 192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7.5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249 2 3585 0 0,'-4'-1'6221'0'0,"-10"9"-3408"0"0,-14 11-285 0 0,-9 12-1399 0 0,-34 35 1 0 0,57-51-853 0 0,0 0 0 0 0,2 1 0 0 0,0 0 0 0 0,1 1 0 0 0,-11 22 0 0 0,20-37-269 0 0,1 1 0 0 0,0-1 0 0 0,0 1 1 0 0,0 0-1 0 0,0 0 0 0 0,0-1 0 0 0,0 1 0 0 0,1 0 0 0 0,0 0 0 0 0,-1 0 0 0 0,1 0 1 0 0,0 0-1 0 0,0-1 0 0 0,1 1 0 0 0,-1 0 0 0 0,1 0 0 0 0,-1 0 0 0 0,1 0 0 0 0,2 5 0 0 0,-1-5 4 0 0,0-1 0 0 0,0 1 1 0 0,1 0-1 0 0,-1-1 0 0 0,1 1 0 0 0,-1-1 0 0 0,1 0 0 0 0,0 0 0 0 0,0 0 0 0 0,0 0 0 0 0,0 0 0 0 0,0-1 0 0 0,0 1 0 0 0,1-1 0 0 0,-1 0 0 0 0,4 1 0 0 0,38 10 140 0 0,-18-5-84 0 0,49 20 1 0 0,-68-23 51 0 0,0 0 0 0 0,0 0 0 0 0,-1 1 0 0 0,0 0 0 0 0,1 1 0 0 0,-2-1 0 0 0,1 1 0 0 0,-1 1 0 0 0,0-1 0 0 0,6 9 0 0 0,-10-13-61 0 0,-1 0 0 0 0,1 0-1 0 0,-1 0 1 0 0,0 0 0 0 0,0 0-1 0 0,0 0 1 0 0,0 0 0 0 0,0 1-1 0 0,0-1 1 0 0,-1 0 0 0 0,1 1-1 0 0,-1-1 1 0 0,0 0-1 0 0,1 1 1 0 0,-1-1 0 0 0,0 1-1 0 0,-1-1 1 0 0,1 0 0 0 0,0 1-1 0 0,-1 3 1 0 0,-1-3-30 0 0,1 0 1 0 0,-1 0-1 0 0,0 0 1 0 0,0 0-1 0 0,0 0 0 0 0,0-1 1 0 0,0 1-1 0 0,0-1 0 0 0,-1 1 1 0 0,1-1-1 0 0,-1 0 1 0 0,-5 4-1 0 0,-3 0-206 0 0,0 0-1 0 0,-1-1 1 0 0,1 0 0 0 0,-1-1-1 0 0,0 0 1 0 0,-21 3 0 0 0,16-3-828 0 0,12-3 418 0 0,0 0-1 0 0,0 0 1 0 0,0 0 0 0 0,0 0 0 0 0,-1-1-1 0 0,1 0 1 0 0,0 0 0 0 0,0 0-1 0 0,-10-2 1 0 0,6-3 443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7.9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65 7370 0 0,'0'0'13'0'0,"0"0"-1"0"0,0 0 1 0 0,0 0 0 0 0,0 0 0 0 0,0 0 0 0 0,0 0 0 0 0,0-1 0 0 0,0 1 0 0 0,0 0 0 0 0,0 0 0 0 0,0 0 0 0 0,0 0 0 0 0,-1 0 0 0 0,1 0 0 0 0,0 0 0 0 0,0 0-1 0 0,0 0 1 0 0,0 0 0 0 0,0 0 0 0 0,0 0 0 0 0,0 0 0 0 0,0 0 0 0 0,0-1 0 0 0,0 1 0 0 0,0 0 0 0 0,0 0 0 0 0,0 0 0 0 0,0 0 0 0 0,-1 0 0 0 0,1 0 0 0 0,0 0-1 0 0,0 0 1 0 0,0 0 0 0 0,0 0 0 0 0,0 0 0 0 0,0 0 0 0 0,0 0 0 0 0,0 0 0 0 0,0 0 0 0 0,0 0 0 0 0,0 0 0 0 0,-1 0 0 0 0,1 0 0 0 0,0 0 0 0 0,0 0 0 0 0,0 0 0 0 0,0 0-1 0 0,0 0 1 0 0,0 0 0 0 0,0 1 0 0 0,9-10-132 0 0,18-9 68 0 0,7 7 766 0 0,18 4 4831 0 0,0 0-2611 0 0,-17-5-7005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8.1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 17052 0 0,'1'2'95'0'0,"-1"-1"0"0"0,0 0 1 0 0,1 0-1 0 0,0 1 0 0 0,-1-1 1 0 0,1 0-1 0 0,0 0 1 0 0,-1 0-1 0 0,1 0 0 0 0,0 0 1 0 0,0 0-1 0 0,0 0 0 0 0,0 0 1 0 0,0 0-1 0 0,0 0 0 0 0,0 0 1 0 0,0-1-1 0 0,0 1 0 0 0,0 0 1 0 0,3 0-1 0 0,-1 0-4 0 0,1 0 0 0 0,-1 0 0 0 0,1 0-1 0 0,0-1 1 0 0,0 0 0 0 0,-1 1 0 0 0,7-2 0 0 0,5 0-132 0 0,1-1 0 0 0,25-8 0 0 0,-37 9 43 0 0,62-19-1323 0 0,-41 12-442 0 0,0 0 0 0 0,33-5-1 0 0,-40 10 566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42.3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86 80 3681 0 0,'-1'-4'528'0'0,"1"1"-1"0"0,-1-1 1 0 0,1 0 0 0 0,0 0 0 0 0,0 1-1 0 0,0-1 1 0 0,1 0 0 0 0,-1 1 0 0 0,1-1-1 0 0,2-6 1 0 0,-5-23 11559 0 0,-6 50-12007 0 0,0-1 0 0 0,1 1 1 0 0,1 0-1 0 0,1 0 0 0 0,0 1 0 0 0,1 0 1 0 0,1-1-1 0 0,-2 24 0 0 0,3 17 79 0 0,-14 74-1 0 0,9-83 91 0 0,1 0-1 0 0,2 76 0 0 0,4-121-237 0 0,0 0 0 0 0,0 0-1 0 0,0-1 1 0 0,1 1 0 0 0,0 0 0 0 0,0 0 0 0 0,0 0-1 0 0,0-1 1 0 0,0 1 0 0 0,1-1 0 0 0,0 1 0 0 0,0-1-1 0 0,2 5 1 0 0,-2-7-1 0 0,-1 0 0 0 0,1 0 0 0 0,0 0 0 0 0,-1-1-1 0 0,1 1 1 0 0,0 0 0 0 0,-1-1 0 0 0,1 1 0 0 0,0-1-1 0 0,0 1 1 0 0,-1-1 0 0 0,1 0 0 0 0,0 0 0 0 0,0 0-1 0 0,0 0 1 0 0,0 0 0 0 0,-1 0 0 0 0,1 0 0 0 0,0-1-1 0 0,0 1 1 0 0,0-1 0 0 0,-1 1 0 0 0,1-1 0 0 0,0 0-1 0 0,-1 1 1 0 0,1-1 0 0 0,0 0 0 0 0,-1 0 0 0 0,3-2-1 0 0,77-39-329 0 0,1 4 0 0 0,112-36 0 0 0,-150 65-3817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42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30 5065 0 0,'0'-1'119'0'0,"0"0"0"0"0,-1 1 0 0 0,1-1 0 0 0,0 0 0 0 0,0 0 0 0 0,0 0 0 0 0,0 0 0 0 0,0 0 0 0 0,0 0 0 0 0,0 0 0 0 0,0 1 0 0 0,0-1 0 0 0,1 0 0 0 0,-1 0 0 0 0,0 0 0 0 0,0 0 0 0 0,1 1 0 0 0,-1-1 0 0 0,1 0 0 0 0,-1 0 0 0 0,1 0 0 0 0,-1 1 0 0 0,1-1 0 0 0,-1 0 0 0 0,1 1 0 0 0,0-1 0 0 0,-1 1 0 0 0,1-1 0 0 0,0 0 0 0 0,-1 1 0 0 0,1 0 0 0 0,0-1 0 0 0,0 1 0 0 0,0-1 0 0 0,-1 1 0 0 0,1 0 0 0 0,0 0 0 0 0,0-1 0 0 0,1 1 0 0 0,-1-1 147 0 0,1 1 0 0 0,-1 0 0 0 0,1-1 0 0 0,-1 1 0 0 0,1 0-1 0 0,-1-1 1 0 0,1 1 0 0 0,-1 0 0 0 0,1 0 0 0 0,-1 0-1 0 0,1 1 1 0 0,-1-1 0 0 0,1 0 0 0 0,-1 0 0 0 0,1 1-1 0 0,-1-1 1 0 0,0 1 0 0 0,1-1 0 0 0,-1 1 0 0 0,0 0-1 0 0,1 0 1 0 0,-1-1 0 0 0,0 1 0 0 0,0 0 0 0 0,1 0-1 0 0,0 2 1 0 0,3 5 215 0 0,1 1 0 0 0,-2 0 0 0 0,1 0 0 0 0,-1 0 0 0 0,-1 1 0 0 0,0 0 0 0 0,0-1 0 0 0,-1 1 0 0 0,0 0 0 0 0,1 18 0 0 0,-2 13-185 0 0,-4 55 0 0 0,0-47 85 0 0,-8 154 71 0 0,-2 75-562 0 0,12-227-149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181 476 456 0 0,'-2'2'77'0'0,"0"-1"-1"0"0,0 0 1 0 0,0 0 0 0 0,0 0-1 0 0,0 0 1 0 0,0 0 0 0 0,0 0 0 0 0,0 0-1 0 0,0 0 1 0 0,-1-1 0 0 0,1 1-1 0 0,0-1 1 0 0,0 0 0 0 0,-1 0-1 0 0,1 0 1 0 0,0 0 0 0 0,0 0-1 0 0,-1 0 1 0 0,1-1 0 0 0,0 1-1 0 0,-3-2 1 0 0,0 0 415 0 0,0-1 0 0 0,1 1 0 0 0,-1-2 0 0 0,1 1 0 0 0,0 0 0 0 0,0-1 0 0 0,-4-4 0 0 0,-13-12 1661 0 0,19 19-2063 0 0,0 0-1 0 0,0 0 0 0 0,0 0 1 0 0,-1 0-1 0 0,1 1 0 0 0,0-1 0 0 0,0 0 1 0 0,0 1-1 0 0,-1 0 0 0 0,1 0 1 0 0,0 0-1 0 0,-1 0 0 0 0,1 0 0 0 0,0 0 1 0 0,0 0-1 0 0,-1 1 0 0 0,1-1 1 0 0,0 1-1 0 0,-4 1 0 0 0,-16 9 3400 0 0,57-17-1830 0 0,62-22 0 0 0,-2 0-970 0 0,285-42 289 0 0,-245 56-999 0 0,146 3 0 0 0,-17 3 2 0 0,7-5 732 0 0,137-11 923 0 0,1685-107 701 0 0,-1952 130-2180 0 0,-1-6 1 0 0,-1-6-1 0 0,155-35 0 0 0,-249 37-161 0 0,3 0-84 0 0,62-8-1 0 0,-110 19-10 0 0,1 0 0 0 0,0 0 0 0 0,-1 0 0 0 0,1 0 1 0 0,0-1-1 0 0,-1 1 0 0 0,1 0 0 0 0,0 0 0 0 0,-1 0 0 0 0,1 0 0 0 0,0 0 0 0 0,-1 1 0 0 0,1-1 0 0 0,0 0 0 0 0,-1 0 1 0 0,1 0-1 0 0,0 1 0 0 0,-1-1 0 0 0,1 0 0 0 0,0 1 0 0 0,-1-1 0 0 0,1 0 0 0 0,-1 1 0 0 0,1-1 0 0 0,-1 1 1 0 0,1-1-1 0 0,-1 1 0 0 0,1-1 0 0 0,-1 1 0 0 0,0-1 0 0 0,1 1 0 0 0,-1-1 0 0 0,0 1 0 0 0,1 0 0 0 0,-1-1 0 0 0,1 2 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0 525 4609 0 0,'2'-13'1050'0'0,"1"1"0"0"0,0 1 0 0 0,0-1-1 0 0,1 0 1 0 0,1 1 0 0 0,0 0 0 0 0,0 0 0 0 0,8-11 0 0 0,4-10 221 0 0,-8 13-645 0 0,109-203 3246 0 0,-117 220-3820 0 0,0 0 1 0 0,1 0-1 0 0,-1 0 0 0 0,1 0 0 0 0,-1 0 1 0 0,1 0-1 0 0,0 0 0 0 0,0 1 1 0 0,-1-1-1 0 0,1 0 0 0 0,1 1 0 0 0,-1 0 1 0 0,0-1-1 0 0,0 1 0 0 0,0 0 1 0 0,1 0-1 0 0,-1 0 0 0 0,0 0 1 0 0,1 1-1 0 0,-1-1 0 0 0,1 1 0 0 0,-1-1 1 0 0,1 1-1 0 0,-1 0 0 0 0,1 0 1 0 0,-1 0-1 0 0,4 1 0 0 0,-1 0-53 0 0,-1 1-1 0 0,1 0 0 0 0,-1 0 1 0 0,1 0-1 0 0,-1 0 0 0 0,0 1 1 0 0,0-1-1 0 0,0 1 1 0 0,0 0-1 0 0,0 1 0 0 0,-1-1 1 0 0,1 1-1 0 0,3 5 1 0 0,38 53-159 0 0,-3 1-1 0 0,42 86 1 0 0,-83-146 155 0 0,1-1-1 0 0,-1 0 0 0 0,0 0 0 0 0,1 1 1 0 0,0-1-1 0 0,-1 0 0 0 0,1-1 0 0 0,0 1 1 0 0,0 0-1 0 0,3 2 0 0 0,-4-4 20 0 0,-1 1 1 0 0,1-1-1 0 0,0 0 0 0 0,0 1 0 0 0,0-1 0 0 0,0 0 0 0 0,-1 0 0 0 0,1 1 1 0 0,0-1-1 0 0,0 0 0 0 0,0 0 0 0 0,0 0 0 0 0,0 0 0 0 0,-1 0 1 0 0,1 0-1 0 0,0-1 0 0 0,0 1 0 0 0,0 0 0 0 0,0 0 0 0 0,0 0 0 0 0,0-1 1 0 0,2-1 36 0 0,0 0 0 0 0,-1 0 0 0 0,0-1 0 0 0,1 1 1 0 0,-1-1-1 0 0,0 1 0 0 0,0-1 0 0 0,0 0 0 0 0,-1 1 1 0 0,1-1-1 0 0,-1 0 0 0 0,1 0 0 0 0,-1 0 0 0 0,1-6 1 0 0,52-135 819 0 0,-43 121-809 0 0,1-1 0 0 0,0 1 1 0 0,30-39-1 0 0,-40 60-56 0 0,-1 0-1 0 0,0 1 1 0 0,1-1 0 0 0,-1 0 0 0 0,1 1-1 0 0,0-1 1 0 0,0 1 0 0 0,-1-1 0 0 0,1 1-1 0 0,0 0 1 0 0,0-1 0 0 0,0 1 0 0 0,0 0-1 0 0,0 1 1 0 0,1-1 0 0 0,-1 0-1 0 0,0 1 1 0 0,0-1 0 0 0,0 1 0 0 0,1-1-1 0 0,-1 1 1 0 0,0 0 0 0 0,1 0 0 0 0,-1 0-1 0 0,0 0 1 0 0,0 1 0 0 0,1-1 0 0 0,-1 1-1 0 0,0-1 1 0 0,0 1 0 0 0,1 0 0 0 0,-1 0-1 0 0,0 0 1 0 0,0 0 0 0 0,0 0-1 0 0,0 0 1 0 0,3 3 0 0 0,6 5 45 0 0,-1 1 1 0 0,1 0-1 0 0,-2 1 1 0 0,18 23-1 0 0,-12-15-30 0 0,6 8-21 0 0,-6-7-1 0 0,30 30-1 0 0,-40-45 1 0 0,0-1 0 0 0,0 1-1 0 0,0-1 1 0 0,1 0-1 0 0,0-1 1 0 0,0 1-1 0 0,0-1 1 0 0,0 0-1 0 0,1-1 1 0 0,12 4-1 0 0,-18-6 3 0 0,-1 0 0 0 0,1 0-1 0 0,0 0 1 0 0,0 0-1 0 0,-1 0 1 0 0,1-1 0 0 0,0 1-1 0 0,0 0 1 0 0,-1 0 0 0 0,1-1-1 0 0,0 1 1 0 0,-1 0-1 0 0,1-1 1 0 0,0 1 0 0 0,-1-1-1 0 0,1 1 1 0 0,0-1-1 0 0,-1 1 1 0 0,1-1 0 0 0,-1 1-1 0 0,1-1 1 0 0,-1 1 0 0 0,1-1-1 0 0,-1 0 1 0 0,0 1-1 0 0,1-1 1 0 0,-1 0 0 0 0,0 0-1 0 0,1 1 1 0 0,-1-1-1 0 0,0 0 1 0 0,0-1 0 0 0,8-34-48 0 0,-4 15 20 0 0,9-21 57 0 0,22-51 0 0 0,-27 77-29 0 0,0 0-1 0 0,0 1 1 0 0,2-1-1 0 0,0 2 1 0 0,1-1-1 0 0,13-13 1 0 0,-23 26 0 0 0,0 1 0 0 0,1-1 0 0 0,-1 1-1 0 0,1 0 1 0 0,-1-1 0 0 0,1 1 0 0 0,0 0 0 0 0,-1 0 0 0 0,1 0 0 0 0,0 0-1 0 0,0 0 1 0 0,0 0 0 0 0,-1 0 0 0 0,1 1 0 0 0,0-1 0 0 0,0 1-1 0 0,0-1 1 0 0,0 1 0 0 0,0 0 0 0 0,0 0 0 0 0,0 0 0 0 0,0 0 0 0 0,0 0-1 0 0,0 0 1 0 0,0 1 0 0 0,0-1 0 0 0,3 2 0 0 0,-1 0-4 0 0,0 0-1 0 0,0 1 1 0 0,-1 0 0 0 0,1 0 0 0 0,-1 0 0 0 0,0 0-1 0 0,0 0 1 0 0,0 1 0 0 0,0 0 0 0 0,-1-1 0 0 0,4 6-1 0 0,7 12-334 0 0,1 0-1 0 0,2-2 0 0 0,0 1 0 0 0,26 23 1 0 0,-26-29-2735 0 0,1-1 0 0 0,38 23 1 0 0,-37-26-2325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119 138 1376 0 0,'-18'10'441'0'0,"-1"0"0"0"0,-20 17 0 0 0,31-20 874 0 0,0 0-1 0 0,0 0 0 0 0,-11 21 5852 0 0,20-28-7062 0 0,16-2 2010 0 0,20-10-776 0 0,-37 12-1328 0 0,77-28 1761 0 0,1 4-1 0 0,134-23 0 0 0,-44 27-1412 0 0,245 4-1 0 0,23-1-216 0 0,-346 12-380 0 0,37-5 803 0 0,-111 8-1471 0 0,1-1 1 0 0,0-1-1 0 0,-1-1 1 0 0,0-1-1 0 0,21-9 1 0 0,-30 12-1482 0 0,0 1 0 0 0,0 0 0 0 0,0 0 1 0 0,13-1-1 0 0,-7 0 1252 0 0,1 0 889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3681 0 0,'0'-1'212'0'0,"-1"0"0"0"0,1 0 0 0 0,0 0 0 0 0,-1 0 0 0 0,1 0 0 0 0,-1 0 0 0 0,1 0 1 0 0,-1 0-1 0 0,1 0 0 0 0,-1 0 0 0 0,0 1 0 0 0,0-1 0 0 0,1 0 0 0 0,-1 0 0 0 0,0 1 0 0 0,0-1 0 0 0,0 0 1 0 0,0 1-1 0 0,1-1 0 0 0,-1 1 0 0 0,0-1 0 0 0,0 1 0 0 0,-2-1 0 0 0,2 1-130 0 0,1 0-1 0 0,-1-1 1 0 0,1 1-1 0 0,-1 0 1 0 0,1 0-1 0 0,-1 0 1 0 0,1 0-1 0 0,-1 0 1 0 0,1 0 0 0 0,-1 0-1 0 0,1 0 1 0 0,-1 0-1 0 0,1 0 1 0 0,0 0-1 0 0,-1 0 1 0 0,1 1-1 0 0,-1-1 1 0 0,1 0-1 0 0,-1 0 1 0 0,1 0 0 0 0,-1 1-1 0 0,1-1 1 0 0,-1 0-1 0 0,1 0 1 0 0,0 1-1 0 0,-1-1 1 0 0,1 0-1 0 0,0 1 1 0 0,-1-1-1 0 0,1 1 1 0 0,0-1 0 0 0,-1 0-1 0 0,1 1 1 0 0,0-1-1 0 0,0 1 1 0 0,-1-1-1 0 0,1 1 1 0 0,0-1-1 0 0,0 1 1 0 0,0-1-1 0 0,0 1 1 0 0,0-1-1 0 0,0 1 1 0 0,0-1 0 0 0,0 1-1 0 0,0-1 1 0 0,0 1-1 0 0,0-1 1 0 0,0 1-1 0 0,0-1 1 0 0,0 1-1 0 0,0-1 1 0 0,0 0-1 0 0,1 1 1 0 0,-1 0 0 0 0,10 101 2980 0 0,-3 111 1 0 0,4 61-2250 0 0,40 66-268 0 0,-5-53 138 0 0,-36-197-332 0 0,-2 111-1 0 0,-9-133-205 0 0,3 200 46 0 0,2-227-124 0 0,1-1 0 0 0,1 0 0 0 0,3-1 0 0 0,20 62 0 0 0,-7-45 55 0 0,-10-30-25 0 0,-2 0 0 0 0,0 1 0 0 0,-2 0 1 0 0,-2 1-1 0 0,6 41 0 0 0,-12-59-63 0 0,-1 0 0 0 0,-1 1 0 0 0,0-1 0 0 0,0 0 0 0 0,-1 0 0 0 0,-1 0 0 0 0,1 0 0 0 0,-1 0 0 0 0,-1-1 0 0 0,0 1 0 0 0,-7 9 0 0 0,8-15-116 0 0,5-6-835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0,'14'6'11941'0'0,"-2"28"-10023"0"0,-7-18-1270 0 0,0 0 0 0 0,1 0 0 0 0,1-1 0 0 0,16 26 0 0 0,-11-22-636 0 0,0 1 0 0 0,-2 0 0 0 0,0 1-1 0 0,-1 0 1 0 0,-1 0 0 0 0,-1 1 0 0 0,5 24-1 0 0,16 160 1008 0 0,-26-179-731 0 0,7 7 148 0 0,-1 6 109 0 0,-8-39-598 0 0,0-2 27 0 0,0 1 1 0 0,0 0-1 0 0,0 0 1 0 0,0 0-1 0 0,0-1 1 0 0,0 1-1 0 0,0 0 1 0 0,-1 0-1 0 0,1-1 1 0 0,0 1-1 0 0,0 0 1 0 0,0 0-1 0 0,0 0 1 0 0,-1 0-1 0 0,1-1 1 0 0,0 1-1 0 0,0 0 1 0 0,0 0-1 0 0,-1 0 1 0 0,1 0-1 0 0,0 0 1 0 0,0 0-1 0 0,-1 0 1 0 0,1-1-1 0 0,0 1 1 0 0,0 0-1 0 0,-1 0 1 0 0,1 0-1 0 0,0 0 1 0 0,0 0-1 0 0,-1 0 1 0 0,1 0-1 0 0,0 0 1 0 0,-1 0-1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268 150 1840 0 0,'-160'15'3692'0'0,"53"-13"8506"0"0,139 0-9764 0 0,123 8-1499 0 0,0-7 0 0 0,174-20 0 0 0,-262 11-812 0 0,55-6 266 0 0,209-46 0 0 0,-291 47-341 0 0,48-14-3 0 0,1 5-1 0 0,103-11 1 0 0,-189 30-226 0 0,22 1-287 0 0,-24 0 293 0 0,0 0 0 0 0,1 0-1 0 0,-1 0 1 0 0,0 0 0 0 0,0 0-1 0 0,0 0 1 0 0,0 1 0 0 0,0-1-1 0 0,-1 0 1 0 0,1 1 0 0 0,0-1 0 0 0,0 1-1 0 0,0-1 1 0 0,0 1 0 0 0,0-1-1 0 0,0 1 1 0 0,-1 0 0 0 0,1-1-1 0 0,0 1 1 0 0,1 1 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44 920 0 0,'-7'-4'12104'0'0,"12"5"-10657"0"0,19-2 26 0 0,0-1-1 0 0,-1 0 1 0 0,1-2 0 0 0,26-7-1 0 0,-28 5-1570 0 0,0 1-1 0 0,1 1 0 0 0,-1 1 0 0 0,1 1 1 0 0,39 2-1 0 0,-57 0-294 0 0,-1 1 0 0 0,1 0 0 0 0,0 0 0 0 0,-1 1-1 0 0,1-1 1 0 0,-1 1 0 0 0,5 2 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0 3225 0 0,'6'19'11066'0'0,"-7"-18"-10782"0"0,-9 26 2635 0 0,5-14-2443 0 0,-1 1-1 0 0,2-1 1 0 0,0 1-1 0 0,0 0 1 0 0,2 0 0 0 0,-1 0-1 0 0,2 0 1 0 0,0 20-1 0 0,2 15-394 0 0,9 54 1 0 0,0-7 444 0 0,-3 68-614 0 0,-8 1-1 0 0,-29 217 0 0 0,23-314-82 0 0,4 118 0 0 0,21 68-68 0 0,-16-228 254 0 0,3 93 391 0 0,-15 178 0 0 0,2-183-389 0 0,13 209 0 0 0,57 161-10 0 0,-42-375-35 0 0,6-1 0 0 0,52 145-1 0 0,-48-176-62 0 0,157 393-1898 0 0,-186-468 1988 0 0,19 44-156 0 0,48 83 0 0 0,-67-128 165 0 0,0 1 0 0 0,0 0-1 0 0,0 0 1 0 0,0-1-1 0 0,0 1 1 0 0,1 0 0 0 0,-1-1-1 0 0,1 1 1 0 0,-1-1 0 0 0,1 0-1 0 0,-1 1 1 0 0,1-1 0 0 0,0 0-1 0 0,-1 0 1 0 0,1 0-1 0 0,0 0 1 0 0,0-1 0 0 0,0 1-1 0 0,0 0 1 0 0,0-1 0 0 0,0 1-1 0 0,0-1 1 0 0,0 0-1 0 0,0 1 1 0 0,0-1 0 0 0,0 0-1 0 0,0 0 1 0 0,0-1 0 0 0,0 1-1 0 0,0 0 1 0 0,0-1 0 0 0,0 1-1 0 0,0-1 1 0 0,0 1-1 0 0,0-1 1 0 0,-1 0 0 0 0,5-2-1 0 0,-3 1 62 0 0,0-1-1 0 0,-1 1 1 0 0,1-1-1 0 0,0 0 1 0 0,-1 0-1 0 0,1 1 1 0 0,-1-2-1 0 0,0 1 1 0 0,0 0-1 0 0,0 0 1 0 0,-1-1-1 0 0,1 1 1 0 0,-1-1 0 0 0,0 1-1 0 0,0-1 1 0 0,0 0-1 0 0,0 0 1 0 0,-1 1-1 0 0,1-7 1 0 0,-9-21 488 0 0,1 20-225 0 0,6 11-329 0 0,1 0 1 0 0,0 0 0 0 0,-1 0 0 0 0,1 0-1 0 0,0 0 1 0 0,0 0 0 0 0,-1 0 0 0 0,1 0 0 0 0,0 0-1 0 0,-1 0 1 0 0,1 0 0 0 0,0 0 0 0 0,-1 0-1 0 0,1 1 1 0 0,0-1 0 0 0,0 0 0 0 0,-1 0 0 0 0,1 0-1 0 0,0 0 1 0 0,0 0 0 0 0,-1 1 0 0 0,1-1-1 0 0,0 0 1 0 0,0 0 0 0 0,-1 0 0 0 0,1 1 0 0 0,0-1-1 0 0,0 0 1 0 0,0 0 0 0 0,0 1 0 0 0,-1-1-1 0 0,1 0 1 0 0,0 1 0 0 0,0-1 0 0 0,0 0 0 0 0,0 0-1 0 0,0 1 1 0 0,0-1 0 0 0,-1 2 508 0 0,1 1-499 0 0,-1 0 1 0 0,0-1-1 0 0,-1 1 1 0 0,1 0-1 0 0,0-1 1 0 0,-1 1-1 0 0,1-1 1 0 0,-1 1-1 0 0,0-1 1 0 0,0 0-1 0 0,0 0 1 0 0,0 0-1 0 0,0 0 1 0 0,-1 0-1 0 0,1 0 1 0 0,-1 0-1 0 0,1-1 1 0 0,-4 2-1 0 0,2 0 12 0 0,-1 0 0 0 0,0 0 0 0 0,-1-1 0 0 0,1 0-1 0 0,0 0 1 0 0,-1 0 0 0 0,1 0 0 0 0,-11 1 0 0 0,0-4 24 0 0,0-1-1 0 0,1 0 1 0 0,-21-7 0 0 0,-24-3 92 0 0,39 9-129 0 0,1-2-1 0 0,0 0 1 0 0,1-1-1 0 0,-1-1 1 0 0,1-1 0 0 0,1-1-1 0 0,-20-12 1 0 0,28 16-12 0 0,-6-3-39 0 0,0 2 0 0 0,0 0 0 0 0,0 1 0 0 0,0 0 0 0 0,-1 2 0 0 0,-26-3 0 0 0,-107 1 21 0 0,41 3 69 0 0,44-6-7 0 0,-100-23-1 0 0,-27-5-130 0 0,157 34 41 0 0,-37 2 0 0 0,44 1-24 0 0,0-1 0 0 0,-46-6 0 0 0,68 4-106 0 0,0 1 0 0 0,1-1 0 0 0,-1-1 0 0 0,1 1 0 0 0,0-1 0 0 0,0 0 1 0 0,0 0-1 0 0,-8-6 0 0 0,-1-2-3389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803 336 6449 0 0,'-1'0'93'0'0,"1"-1"0"0"0,-1 1-1 0 0,0-1 1 0 0,1 1-1 0 0,-1-1 1 0 0,0 1-1 0 0,1-1 1 0 0,-1 1 0 0 0,0-1-1 0 0,1 1 1 0 0,-1 0-1 0 0,0 0 1 0 0,0-1-1 0 0,0 1 1 0 0,1 0 0 0 0,-1 0-1 0 0,0 0 1 0 0,0 0-1 0 0,0 0 1 0 0,1 0-1 0 0,-1 0 1 0 0,0 0 0 0 0,-1 0-1 0 0,1 1-67 0 0,0-1 1 0 0,0 0-1 0 0,0 0 0 0 0,0 0 0 0 0,0 0 1 0 0,0 0-1 0 0,0 0 0 0 0,0 0 0 0 0,0 0 1 0 0,0 0-1 0 0,0 0 0 0 0,0-1 0 0 0,1 1 1 0 0,-1 0-1 0 0,0-1 0 0 0,0 1 0 0 0,0 0 1 0 0,0-1-1 0 0,0 1 0 0 0,1-1 0 0 0,-1 0 1 0 0,0 1-1 0 0,0-1 0 0 0,1 0 0 0 0,-1 1 1 0 0,1-1-1 0 0,-2-1 0 0 0,2 1 98 0 0,0 0-1 0 0,0 0 1 0 0,0 0-1 0 0,0 0 1 0 0,-1 0 0 0 0,1 0-1 0 0,0 0 1 0 0,0 0-1 0 0,-1 1 1 0 0,1-1-1 0 0,-1 0 1 0 0,1 0 0 0 0,-1 0-1 0 0,1 0 1 0 0,-1 1-1 0 0,1-1 1 0 0,-1 0 0 0 0,0 1-1 0 0,1-1 1 0 0,-1 0-1 0 0,0 1 1 0 0,0-1-1 0 0,1 1 1 0 0,-2-1 0 0 0,-1-1 65 0 0,0 1 0 0 0,0 0 0 0 0,0 1 1 0 0,0-1-1 0 0,0 0 0 0 0,0 1 1 0 0,-5-1-1 0 0,-3 1 216 0 0,1 0 0 0 0,-1 1 0 0 0,-15 4 0 0 0,5-1-82 0 0,0 0 0 0 0,1-1 0 0 0,-2-1 0 0 0,1-1 0 0 0,0-1 1 0 0,-28-4-1 0 0,49 4-294 0 0,-1 0 1 0 0,1 0-1 0 0,0 0 1 0 0,0 0-1 0 0,-1 0 1 0 0,1-1-1 0 0,0 1 1 0 0,-1 0-1 0 0,1 0 1 0 0,0 0 0 0 0,0-1-1 0 0,-1 1 1 0 0,1 0-1 0 0,0-1 1 0 0,0 1-1 0 0,0 0 1 0 0,-1 0-1 0 0,1-1 1 0 0,0 1-1 0 0,0 0 1 0 0,0-1-1 0 0,0 1 1 0 0,0 0-1 0 0,0-1 1 0 0,0 1-1 0 0,0 0 1 0 0,0-1-1 0 0,0 1 1 0 0,0 0-1 0 0,0-1 1 0 0,0 1-1 0 0,0 0 1 0 0,0-1 0 0 0,0 1-1 0 0,0 0 1 0 0,0-1-1 0 0,0 1 1 0 0,0 0-1 0 0,0-1 1 0 0,1 1-1 0 0,8-22 829 0 0,0-3 29 0 0,-10 22-844 0 0,1 1 1 0 0,-1-1-1 0 0,1 0 0 0 0,-1 1 0 0 0,0-1 0 0 0,0 0 0 0 0,-1 1 0 0 0,1-1 0 0 0,0 1 0 0 0,-1 0 0 0 0,0-1 0 0 0,1 1 0 0 0,-1 0 0 0 0,0 0 0 0 0,-2-2 0 0 0,-37-30 327 0 0,32 28-273 0 0,-24-20 212 0 0,-47-34 118 0 0,70 54-417 0 0,0 0 1 0 0,0 0-1 0 0,-1 2 0 0 0,0-1 0 0 0,0 1 1 0 0,-15-4-1 0 0,6 6 43 0 0,1 0 1 0 0,-29 1-1 0 0,35 1-18 0 0,0 1 1 0 0,0-2-1 0 0,1 0 0 0 0,-1-1 1 0 0,0 0-1 0 0,0 0 1 0 0,-19-8-1 0 0,31 10-84 0 0,0 0-1 0 0,1 0 1 0 0,-1 0 0 0 0,0-1 0 0 0,1 1-1 0 0,-1 0 1 0 0,0 0 0 0 0,1-1-1 0 0,-1 1 1 0 0,0 0 0 0 0,1-1 0 0 0,-1 1-1 0 0,1 0 1 0 0,-1-1 0 0 0,1 1-1 0 0,-1-1 1 0 0,1 1 0 0 0,-1-1 0 0 0,1 1-1 0 0,-1-1 1 0 0,1 0 0 0 0,-1 1-1 0 0,1-1 1 0 0,0 1 0 0 0,0-1 0 0 0,-1 0-1 0 0,1 1 1 0 0,0-1 0 0 0,0 0-1 0 0,0 0 1 0 0,-1 1 0 0 0,1-1 0 0 0,0 0-1 0 0,0 1 1 0 0,0-1 0 0 0,0 0-1 0 0,0 1 1 0 0,1-1 0 0 0,-1 0 0 0 0,0 0-1 0 0,0 1 1 0 0,0-1 0 0 0,1 0-1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10 286 456 0 0,'-5'-18'4867'0'0,"1"-5"2991"0"0,11 6-8308 0 0,22-19 2425 0 0,56-53 0 0 0,-70 75-1607 0 0,0 1 0 0 0,1 1 0 0 0,1 1 0 0 0,-1 0 0 0 0,2 1 0 0 0,26-11 0 0 0,-40 19-320 0 0,0 0 0 0 0,0 1 0 0 0,0-1 0 0 0,1 1 0 0 0,-1 0 0 0 0,1 1-1 0 0,-1-1 1 0 0,0 1 0 0 0,1 0 0 0 0,-1 0 0 0 0,1 0 0 0 0,-1 0-1 0 0,1 1 1 0 0,-1 0 0 0 0,0 0 0 0 0,1 0 0 0 0,-1 0 0 0 0,0 1-1 0 0,0 0 1 0 0,0 0 0 0 0,0 0 0 0 0,0 0 0 0 0,0 0 0 0 0,-1 1 0 0 0,1 0-1 0 0,-1 0 1 0 0,0 0 0 0 0,0 0 0 0 0,0 0 0 0 0,0 1 0 0 0,0-1-1 0 0,-1 1 1 0 0,1 0 0 0 0,-1-1 0 0 0,0 1 0 0 0,0 0 0 0 0,-1 1 0 0 0,1-1-1 0 0,-1 0 1 0 0,0 0 0 0 0,0 1 0 0 0,0-1 0 0 0,0 1 0 0 0,-1-1-1 0 0,0 0 1 0 0,0 1 0 0 0,-1 7 0 0 0,-1 3 55 0 0,0 0 0 0 0,-1-1 0 0 0,-1 0-1 0 0,-8 21 1 0 0,7-21-30 0 0,0 1 0 0 0,1 0 0 0 0,-4 28-1 0 0,8-42-72 0 0,0 1 0 0 0,0 0 0 0 0,0 0 0 0 0,0-1 0 0 0,1 1 0 0 0,-1 0 0 0 0,1-1 0 0 0,-1 1 0 0 0,1 0 0 0 0,-1-1 0 0 0,1 1 0 0 0,0-1 0 0 0,0 1 0 0 0,0-1 0 0 0,0 1 0 0 0,0-1 0 0 0,0 0 0 0 0,0 1 0 0 0,0-1 0 0 0,1 0 0 0 0,-1 0-1 0 0,0 0 1 0 0,1 0 0 0 0,-1 0 0 0 0,1 0 0 0 0,-1 0 0 0 0,1 0 0 0 0,-1-1 0 0 0,1 1 0 0 0,0-1 0 0 0,3 1 0 0 0,6 2-6 0 0,0-1 1 0 0,1 0-1 0 0,21 0 1 0 0,-15-1 2 0 0,-5 0-8 0 0,-1 0 1 0 0,1 1 0 0 0,0 1 0 0 0,-1 0-1 0 0,1 1 1 0 0,20 9 0 0 0,-27-9 4 0 0,1 0 1 0 0,0 0-1 0 0,-1 1 1 0 0,0-1-1 0 0,0 2 1 0 0,0-1-1 0 0,-1 0 0 0 0,1 1 1 0 0,-1 0-1 0 0,-1 1 1 0 0,1-1-1 0 0,5 12 1 0 0,-7-12 4 0 0,0 1 0 0 0,0 1 0 0 0,0-1 0 0 0,-1 0 0 0 0,0 0 0 0 0,0 1 0 0 0,-1-1 0 0 0,0 1 0 0 0,-1 0 0 0 0,1-1 0 0 0,-1 1 0 0 0,-1 0 0 0 0,-1 9 0 0 0,0-6 48 0 0,-1 1 0 0 0,-1-1 0 0 0,0 0 0 0 0,0 0 1 0 0,-1 0-1 0 0,-1 0 0 0 0,-11 16 0 0 0,-6 3-157 0 0,-1-2 1 0 0,-1-1-1 0 0,-1-1 0 0 0,-42 32 0 0 0,59-50-1682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0 504 6449 0 0,'23'-4'3925'0'0,"52"-19"3001"0"0,-57 16-6258 0 0,0 1-1 0 0,0 1 1 0 0,1 0 0 0 0,0 2-1 0 0,36-3 1 0 0,-55 6-666 0 0,1 0-1 0 0,0-1 1 0 0,-1 1-1 0 0,1 0 1 0 0,0 0 0 0 0,-1 0-1 0 0,1 0 1 0 0,-1-1-1 0 0,1 1 1 0 0,-1 0 0 0 0,1-1-1 0 0,-1 1 1 0 0,1 0 0 0 0,-1-1-1 0 0,1 1 1 0 0,-1 0-1 0 0,1-1 1 0 0,-1 1 0 0 0,1-1-1 0 0,-1 1 1 0 0,0-1-1 0 0,1 1 1 0 0,-1-1 0 0 0,0 1-1 0 0,0-1 1 0 0,1 0 0 0 0,-1 1-1 0 0,0-1 1 0 0,0 0-1 0 0,3-27 91 0 0,-14-38 67 0 0,9 56-151 0 0,-3-13 106 0 0,2 0 0 0 0,0-1 0 0 0,1 1 0 0 0,3-40 0 0 0,-1 56-84 0 0,1 0 0 0 0,0 0 1 0 0,0-1-1 0 0,1 1 0 0 0,0 0 1 0 0,0 0-1 0 0,1 1 0 0 0,-1-1 0 0 0,2 0 1 0 0,-1 1-1 0 0,1 0 0 0 0,0-1 1 0 0,0 2-1 0 0,1-1 0 0 0,-1 0 1 0 0,1 1-1 0 0,0 0 0 0 0,1 0 1 0 0,8-6-1 0 0,1 4 14 0 0,1 0 0 0 0,0 2 0 0 0,0-1 0 0 0,0 2 0 0 0,1 0 0 0 0,31-3 0 0 0,-45 7-40 0 0,0-1 1 0 0,0 1-1 0 0,-1 0 0 0 0,1 0 1 0 0,0 1-1 0 0,-1-1 0 0 0,1 0 1 0 0,0 1-1 0 0,-1 0 0 0 0,1-1 1 0 0,0 1-1 0 0,-1 0 0 0 0,1 1 0 0 0,-1-1 1 0 0,0 0-1 0 0,1 1 0 0 0,-1-1 1 0 0,0 1-1 0 0,0 0 0 0 0,0-1 1 0 0,0 1-1 0 0,0 0 0 0 0,0 0 1 0 0,-1 0-1 0 0,1 1 0 0 0,-1-1 1 0 0,1 0-1 0 0,-1 1 0 0 0,0-1 1 0 0,0 1-1 0 0,0-1 0 0 0,0 1 1 0 0,1 4-1 0 0,2 10-13 0 0,-1 0 0 0 0,-1 1-1 0 0,0-1 1 0 0,-2 23 0 0 0,1-10-20 0 0,0-2-15 0 0,0-8 0 0 0,4 38 1 0 0,-4-54 44 0 0,0 0 0 0 0,0 0-1 0 0,0 0 1 0 0,0 0 0 0 0,0 0 0 0 0,1 0-1 0 0,0 0 1 0 0,0-1 0 0 0,0 1 0 0 0,0-1-1 0 0,0 1 1 0 0,1-1 0 0 0,0 0 0 0 0,-1 0-1 0 0,5 4 1 0 0,-4-6 23 0 0,0 0-1 0 0,0 0 0 0 0,0 0 1 0 0,-1 0-1 0 0,1 0 1 0 0,0 0-1 0 0,0-1 0 0 0,0 0 1 0 0,0 1-1 0 0,0-1 1 0 0,0 0-1 0 0,0 0 0 0 0,0-1 1 0 0,0 1-1 0 0,0-1 1 0 0,0 0-1 0 0,0 1 0 0 0,0-1 1 0 0,0 0-1 0 0,0-1 1 0 0,0 1-1 0 0,-1 0 0 0 0,3-3 1 0 0,10-4 90 0 0,0-2 1 0 0,23-18-1 0 0,-32 23-72 0 0,73-66 137 0 0,-55 47-818 0 0,2 1 0 0 0,0 2 1 0 0,38-24-1 0 0,-43 33-7155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10594 0 0,'0'-5'1143'0'0,"0"-1"-1"0"0,0 1 0 0 0,-1-1 1 0 0,0 1-1 0 0,0-1 0 0 0,0 1 0 0 0,0 0 1 0 0,-3-6-1 0 0,15 59 1242 0 0,-3-8-2251 0 0,100 480 231 0 0,-55-227-235 0 0,-45-257-1342 0 0,2 0 1 0 0,2-1-1 0 0,1 0 0 0 0,21 39 0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2385 0 0,'0'-6'528'0'0,"0"-1"0"0"0,0 1 0 0 0,0-1 0 0 0,1 1 0 0 0,0-1 1 0 0,0 1-1 0 0,0 0 0 0 0,1 0 0 0 0,0-1 0 0 0,0 1 1 0 0,1 0-1 0 0,-1 1 0 0 0,5-8 0 0 0,2-2 1429 0 0,1 0 0 0 0,0 0 1 0 0,20-20-1 0 0,-20 24-1390 0 0,1 0 0 0 0,1 1 0 0 0,0 1-1 0 0,0 0 1 0 0,14-8 0 0 0,-20 14-507 0 0,-1 0-1 0 0,0 1 0 0 0,1-1 1 0 0,0 1-1 0 0,-1 0 1 0 0,1 0-1 0 0,0 1 0 0 0,0 0 1 0 0,0 0-1 0 0,0 0 0 0 0,0 1 1 0 0,0 0-1 0 0,1 0 1 0 0,-1 0-1 0 0,8 2 0 0 0,-11 0-56 0 0,0-1 0 0 0,0 1 0 0 0,-1 0 0 0 0,1 0 0 0 0,0 0 0 0 0,-1 0-1 0 0,1 0 1 0 0,-1 0 0 0 0,0 1 0 0 0,1-1 0 0 0,-1 1 0 0 0,0 0 0 0 0,-1-1-1 0 0,1 1 1 0 0,0 0 0 0 0,-1 0 0 0 0,0 0 0 0 0,1 0 0 0 0,-1 1 0 0 0,-1-1-1 0 0,1 0 1 0 0,0 0 0 0 0,-1 1 0 0 0,1 5 0 0 0,1 9-52 0 0,-1 0-1 0 0,-1 0 1 0 0,-2 19 0 0 0,-3-3-224 0 0,0-1 0 0 0,-18 53 0 0 0,12-46 249 0 0,-8 47 0 0 0,19-86 66 0 0,-1 0 0 0 0,1 1 0 0 0,0-1 0 0 0,-1 0 0 0 0,1 1 0 0 0,0-1 0 0 0,0 1 0 0 0,0-1 0 0 0,0 0 0 0 0,0 1 0 0 0,0-1 0 0 0,0 0 0 0 0,1 1-1 0 0,-1-1 1 0 0,0 1 0 0 0,1-1 0 0 0,-1 0 0 0 0,1 0 0 0 0,-1 1 0 0 0,1-1 0 0 0,0 0 0 0 0,0 0 0 0 0,-1 0 0 0 0,1 0 0 0 0,0 0 0 0 0,0 0 0 0 0,0 0 0 0 0,0 0 0 0 0,0 0 0 0 0,0 0 0 0 0,2 1 0 0 0,1-2 12 0 0,-1 1 0 0 0,1-1-1 0 0,0 1 1 0 0,-1-1 0 0 0,1 0 0 0 0,-1-1 0 0 0,1 1 0 0 0,0-1 0 0 0,-1 1 0 0 0,1-1 0 0 0,4-2 0 0 0,57-19-98 0 0,14-3-1315 0 0,-25 17-5282 0 0,-33 7 210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0,'1'0'288'0'0,"1"0"-288"0"0,0 0 0 0 0,0 0-112 0 0,-1 0-80 0 0,3 0-8 0 0,1 0-8 0 0,0 2 208 0 0,2 0-64 0 0,2 0 64 0 0,-2 1 0 0 0,-2-1 0 0 0,1-2-72 0 0,-3 0 72 0 0,-1 0 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130 224 6449 0 0,'-3'-3'233'0'0,"-1"0"1"0"0,1 0-1 0 0,-1 0 0 0 0,0 0 0 0 0,0 1 0 0 0,-1 0 0 0 0,1 0 0 0 0,0 0 0 0 0,-1 0 0 0 0,1 1 1 0 0,-10-2-1 0 0,-1 1 2392 0 0,-1 0 1 0 0,-25 4 2582 0 0,41-2-5141 0 0,0 0 1 0 0,0 1 0 0 0,0-1-1 0 0,1 2 813 0 0,-1-2-812 0 0,8 13 1180 0 0,14 9-740 0 0,137 119 273 0 0,-140-125-763 0 0,0-2-1 0 0,0 0 1 0 0,1-1 0 0 0,1-1-1 0 0,1-1 1 0 0,-1 0 0 0 0,35 10-1 0 0,-54-25 110 0 0,0 1 0 0 0,0-1 0 0 0,0 0 0 0 0,0 0-1 0 0,-1 0 1 0 0,0 1 0 0 0,0-1 0 0 0,2-8 0 0 0,-3 10-76 0 0,22-106 833 0 0,13-49 580 0 0,-10 82-3701 0 0,10 3-3834 0 0,-18 44-2026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7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353 648 3681 0 0,'-195'34'746'0'0,"52"-7"-380"0"0,143-26-349 0 0,-1-1 0 0 0,1 0 0 0 0,0 0 0 0 0,-1 1 0 0 0,1-1 0 0 0,-1 0 0 0 0,1 0 0 0 0,0 0 0 0 0,-1 0 0 0 0,1 0 0 0 0,-1 1 0 0 0,1-1 0 0 0,0 0 0 0 0,-1 0 0 0 0,1 0 0 0 0,-1 0 0 0 0,1 0 0 0 0,0 0 0 0 0,-1 0 0 0 0,1 0 1 0 0,-1-1-1 0 0,1 1 0 0 0,-1 0 0 0 0,1 0 0 0 0,0 0 0 0 0,-1 0 0 0 0,1-1 0 0 0,0 1 0 0 0,-1 0 0 0 0,1 0 0 0 0,0-1 0 0 0,-1 1 0 0 0,1 0 0 0 0,0 0 0 0 0,-1-1 0 0 0,1 1 0 0 0,0 0 0 0 0,0-1 0 0 0,-1 0 0 0 0,14-13 366 0 0,28-12-64 0 0,11 0-125 0 0,2 2 0 0 0,0 2 0 0 0,71-17 0 0 0,174-27 1991 0 0,-207 49-1592 0 0,33-12-28 0 0,187-70 1 0 0,113-74 763 0 0,-257 102-1156 0 0,-110 46-173 0 0,-29 11 0 0 0,1 1 0 0 0,1 1 0 0 0,0 2 0 0 0,0 1 0 0 0,47-7 0 0 0,-76 16 2 0 0,1-1 0 0 0,-1 1 1 0 0,0 0-1 0 0,1 0 0 0 0,-1 0 1 0 0,1 1-1 0 0,-1-1 0 0 0,0 0 1 0 0,0 1-1 0 0,1 0 0 0 0,1 0 1 0 0,-3 0-1 0 0,-1-1 1 0 0,1 0-1 0 0,-1 1 0 0 0,1-1 1 0 0,-1 1-1 0 0,1-1 1 0 0,-1 1-1 0 0,1-1 1 0 0,-1 0-1 0 0,0 1 1 0 0,1 0-1 0 0,-1-1 0 0 0,0 1 1 0 0,1-1-1 0 0,-1 1 1 0 0,0-1-1 0 0,0 1 1 0 0,1 0-1 0 0,-1-1 1 0 0,0 1-1 0 0,0-1 0 0 0,0 1 1 0 0,0 0-1 0 0,0-1 1 0 0,0 1-1 0 0,0 0 1 0 0,-1 3 7 0 0,0-1 1 0 0,0 0 0 0 0,-1 1-1 0 0,1-1 1 0 0,-1 0-1 0 0,0 0 1 0 0,0 0 0 0 0,0 0-1 0 0,0 0 1 0 0,-1 0-1 0 0,1-1 1 0 0,-4 4 0 0 0,-65 54 586 0 0,-3-3-1 0 0,-141 82 1 0 0,203-131-618 0 0,-99 53-297 0 0,-145 58 1 0 0,42-22-129 0 0,-198 112 630 0 0,18 30 296 0 0,363-219-421 0 0,16-11-50 0 0,1 0 0 0 0,1 1 0 0 0,-14 12 0 0 0,27-22-4 0 0,0 0 0 0 0,0 1 0 0 0,0-1 1 0 0,0 0-1 0 0,0 0 0 0 0,0 0 0 0 0,0 0 1 0 0,-1 0-1 0 0,1 0 0 0 0,0 0 0 0 0,0 0 1 0 0,0 0-1 0 0,0 0 0 0 0,0 0 0 0 0,0 1 1 0 0,0-1-1 0 0,0 0 0 0 0,0 0 0 0 0,0 0 0 0 0,0 0 1 0 0,0 0-1 0 0,0 0 0 0 0,0 0 0 0 0,0 0 1 0 0,0 1-1 0 0,0-1 0 0 0,0 0 0 0 0,0 0 1 0 0,0 0-1 0 0,0 0 0 0 0,0 0 0 0 0,0 0 1 0 0,0 0-1 0 0,0 0 0 0 0,0 0 0 0 0,0 1 1 0 0,1-1-1 0 0,-1 0 0 0 0,0 0 0 0 0,0 0 1 0 0,0 0-1 0 0,0 0 0 0 0,0 0 0 0 0,0 0 1 0 0,0 0-1 0 0,0 0 0 0 0,0 0 0 0 0,0 0 0 0 0,0 0 1 0 0,1 0-1 0 0,-1 0 0 0 0,0 0 0 0 0,0 0 1 0 0,0 0-1 0 0,0 0 0 0 0,0 0 0 0 0,0 0 1 0 0,0 0-1 0 0,0 0 0 0 0,0 0 0 0 0,1 0 1 0 0,-1 0-1 0 0,0 0 0 0 0,0 0 0 0 0,13 1 172 0 0,12-4-197 0 0,45-14-84 0 0,102-40-1 0 0,-34 9 478 0 0,857-223 831 0 0,-904 247-1212 0 0,-31 7-11 0 0,0 3 1 0 0,90-11-1 0 0,-140 24 17 0 0,0 1 1 0 0,0-1-1 0 0,0 2 0 0 0,0-1 0 0 0,-1 1 0 0 0,1 1 0 0 0,0 0 0 0 0,9 3 0 0 0,-18-5-5 0 0,-1 0 1 0 0,1 1-1 0 0,0-1 1 0 0,-1 0-1 0 0,1 1 0 0 0,0-1 1 0 0,-1 0-1 0 0,1 1 0 0 0,-1-1 1 0 0,1 1-1 0 0,-1-1 1 0 0,1 1-1 0 0,-1-1 0 0 0,1 1 1 0 0,-1-1-1 0 0,1 1 0 0 0,-1 0 1 0 0,0-1-1 0 0,1 1 1 0 0,-1 0-1 0 0,0-1 0 0 0,0 1 1 0 0,1 0-1 0 0,-1-1 1 0 0,0 1-1 0 0,0 0 0 0 0,0 0 1 0 0,0 0-1 0 0,0 1-4 0 0,-1 0 0 0 0,1 0-1 0 0,-1 0 1 0 0,1 0 0 0 0,-1-1 0 0 0,0 1-1 0 0,0 0 1 0 0,0 0 0 0 0,0-1 0 0 0,-2 3-1 0 0,-33 33-135 0 0,-84 59 639 0 0,-134 81 0 0 0,131-104-361 0 0,-150 64 0 0 0,37-21-151 0 0,-261 145-4842 0 0,485-255 4596 0 0,2 0-245 0 0,20-10 958 0 0,182-86 1426 0 0,-73 33-1364 0 0,2 0-26 0 0,331-137 121 0 0,-298 138-515 0 0,59-19-22 0 0,-158 59-75 0 0,107-18 0 0 0,-159 33 5 0 0,22-2-65 0 0,37-1-1 0 0,-56 4 61 0 0,0 0-1 0 0,0 0 0 0 0,-1 1 1 0 0,1 0-1 0 0,0 0 1 0 0,-1 1-1 0 0,1-1 1 0 0,-1 1-1 0 0,1 0 1 0 0,-1 0-1 0 0,0 1 1 0 0,8 5-1 0 0,-12-7 15 0 0,0 0 0 0 0,0 0-1 0 0,0 1 1 0 0,0-1 0 0 0,0 0 0 0 0,0 1 0 0 0,-1-1-1 0 0,1 0 1 0 0,0 1 0 0 0,-1-1 0 0 0,1 1-1 0 0,-1-1 1 0 0,0 1 0 0 0,1-1 0 0 0,-1 1 0 0 0,0 0-1 0 0,0-1 1 0 0,0 1 0 0 0,0-1 0 0 0,0 1-1 0 0,0-1 1 0 0,-1 1 0 0 0,1-1 0 0 0,0 1 0 0 0,-1 0-1 0 0,1-1 1 0 0,-1 0 0 0 0,0 1 0 0 0,1-1-1 0 0,-1 1 1 0 0,0-1 0 0 0,0 0 0 0 0,0 0 0 0 0,-1 2-1 0 0,-5 7 82 0 0,0-1-1 0 0,-1 0 0 0 0,-11 11 1 0 0,14-16-44 0 0,-65 60 838 0 0,-146 99 0 0 0,144-112-819 0 0,-455 288 806 0 0,217-146-466 0 0,242-153-349 0 0,43-27-279 0 0,0 1-1 0 0,2 2 1 0 0,-44 35 0 0 0,67-51 217 0 0,0 0 0 0 0,0 1 0 0 0,-1-1 0 0 0,1 0 0 0 0,0 0 0 0 0,0 0 0 0 0,0 0 0 0 0,0 0 0 0 0,0 0 0 0 0,-1 0 0 0 0,1 1 0 0 0,0-1 0 0 0,0 0 0 0 0,0 0 0 0 0,0 0 0 0 0,0 0 0 0 0,0 1 0 0 0,0-1 0 0 0,0 0 0 0 0,0 0 0 0 0,0 0 0 0 0,0 1 0 0 0,-1-1 0 0 0,1 0 0 0 0,0 0 0 0 0,0 0 0 0 0,0 0 0 0 0,0 1 0 0 0,0-1 0 0 0,1 0 0 0 0,-1 0 0 0 0,0 0 0 0 0,0 1 0 0 0,0-1 0 0 0,0 0 0 0 0,0 0 0 0 0,0 0 0 0 0,0 0 0 0 0,0 1 0 0 0,0-1 0 0 0,0 0 0 0 0,0 0 0 0 0,1 0 0 0 0,-1 1 0 0 0,11 1-23 0 0,14-3 251 0 0,28-10 329 0 0,-1-3 0 0 0,86-35-1 0 0,18-5 180 0 0,-68 31-627 0 0,1 4 0 0 0,1 4 0 0 0,160-5 0 0 0,-227 19-179 0 0,38 5 0 0 0,-56-4 63 0 0,-1 1 1 0 0,1 0-1 0 0,0 0 1 0 0,0 0-1 0 0,-1 1 1 0 0,1-1-1 0 0,0 1 1 0 0,-1 0 0 0 0,0 0-1 0 0,1 1 1 0 0,-1-1-1 0 0,0 1 1 0 0,0 0-1 0 0,6 6 1 0 0,-9-7-35 0 0,0 0 1 0 0,0 0-1 0 0,0 0 1 0 0,0 0-1 0 0,0 0 1 0 0,0 0 0 0 0,-1 0-1 0 0,1 1 1 0 0,-1-1-1 0 0,1 0 1 0 0,-1 0 0 0 0,0 1-1 0 0,0-1 1 0 0,0 0-1 0 0,0 0 1 0 0,0 1-1 0 0,-1-1 1 0 0,1 0 0 0 0,-1 0-1 0 0,1 0 1 0 0,-1 1-1 0 0,0-1 1 0 0,0 0 0 0 0,0 0-1 0 0,-2 3 1 0 0,-4 6-329 0 0,0-1 0 0 0,0 0 0 0 0,-13 13 0 0 0,13-16 274 0 0,-22 24-118 0 0,-2-1 0 0 0,-2-2 1 0 0,-67 46-1 0 0,-122 56 630 0 0,152-91-169 0 0,-225 103 774 0 0,260-126-1118 0 0,252-126-3371 0 0,-5 2 3443 0 0,-26 23 336 0 0,122-59 295 0 0,155-74 2634 0 0,-497 242-4588 0 0,0-2 94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9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58 345 6913 0 0,'-4'1'115'0'0,"0"1"0"0"0,0 0-1 0 0,1 0 1 0 0,-1 0 0 0 0,1 0-1 0 0,-1 0 1 0 0,1 1-1 0 0,0 0 1 0 0,0 0 0 0 0,0-1-1 0 0,0 2 1 0 0,1-1 0 0 0,-1 0-1 0 0,1 0 1 0 0,0 1-1 0 0,0-1 1 0 0,0 1 0 0 0,-1 4-1 0 0,3-7-65 0 0,-1 0 0 0 0,1 1 0 0 0,0-1 0 0 0,0 0-1 0 0,0 0 1 0 0,1 1 0 0 0,-1-1 0 0 0,0 0 0 0 0,0 0 0 0 0,1 1 0 0 0,-1-1-1 0 0,0 0 1 0 0,1 0 0 0 0,0 0 0 0 0,-1 0 0 0 0,1 1 0 0 0,0-1-1 0 0,-1 0 1 0 0,1 0 0 0 0,0 0 0 0 0,0-1 0 0 0,0 1 0 0 0,0 0-1 0 0,0 0 1 0 0,0 0 0 0 0,0-1 0 0 0,0 1 0 0 0,0 0 0 0 0,0-1 0 0 0,0 1-1 0 0,0-1 1 0 0,1 1 0 0 0,-1-1 0 0 0,0 0 0 0 0,0 1 0 0 0,3-1-1 0 0,48 9 1117 0 0,1-6-543 0 0,1-3 1 0 0,73-9-1 0 0,107-27 499 0 0,823-206 1469 0 0,-1053 241-2592 0 0,515-118 964 0 0,-375 100-308 0 0,254-1-1 0 0,-387 20-652 0 0,-5 0 0 0 0,0-1 0 0 0,0 1 0 0 0,-1 0 0 0 0,1 1 0 0 0,0-1 1 0 0,-1 1-1 0 0,1 0 0 0 0,0 1 0 0 0,-1 0 0 0 0,0-1 0 0 0,6 4 0 0 0,-11-5 4 0 0,0 0 0 0 0,0 0 0 0 0,1 0 0 0 0,-1 0 0 0 0,0 0 0 0 0,0 1 0 0 0,0-1 1 0 0,0 0-1 0 0,0 0 0 0 0,0 0 0 0 0,0 0 0 0 0,0 0 0 0 0,0 1 0 0 0,0-1 0 0 0,0 0 1 0 0,0 0-1 0 0,0 0 0 0 0,0 0 0 0 0,0 0 0 0 0,0 1 0 0 0,0-1 0 0 0,0 0 0 0 0,0 0 1 0 0,0 0-1 0 0,0 0 0 0 0,0 1 0 0 0,0-1 0 0 0,0 0 0 0 0,0 0 0 0 0,0 0 0 0 0,0 0 1 0 0,0 0-1 0 0,0 1 0 0 0,0-1 0 0 0,0 0 0 0 0,0 0 0 0 0,-1 0 0 0 0,1 0 0 0 0,0 0 1 0 0,0 0-1 0 0,0 0 0 0 0,0 1 0 0 0,0-1 0 0 0,0 0 0 0 0,-1 0 0 0 0,-10 7 47 0 0,-15 3-147 0 0,25-10 92 0 0,-283 80-2764 0 0,175-53 970 0 0,-158 62 0 0 0,129-23 2068 0 0,-167 107 1 0 0,163-88-10 0 0,-22 24-271 0 0,140-91 246 0 0,1 2 0 0 0,1 1 0 0 0,0 0 0 0 0,-25 36 0 0 0,28-24 321 0 0,19-33-550 0 0,-1 1 0 0 0,1-1 0 0 0,0 1 0 0 0,0 0 0 0 0,0-1 0 0 0,-1 1 0 0 0,1-1 0 0 0,0 1 1 0 0,0 0-1 0 0,0-1 0 0 0,0 1 0 0 0,0-1 0 0 0,0 1 0 0 0,0 0 0 0 0,1-1 0 0 0,-1 1 0 0 0,0-1 0 0 0,0 1 0 0 0,0 0 0 0 0,1-1 0 0 0,-1 1 0 0 0,1 0-12 0 0,0-1 0 0 0,-1 1 0 0 0,1-1 0 0 0,0 0 0 0 0,0 0 0 0 0,-1 1 0 0 0,1-1 0 0 0,0 0 0 0 0,0 0 0 0 0,0 0 0 0 0,0 0 0 0 0,-1 0-1 0 0,1 0 1 0 0,0 0 0 0 0,0 0 0 0 0,0 0 0 0 0,-1 0 0 0 0,1-1 0 0 0,0 1 0 0 0,0 0 0 0 0,1-1 0 0 0,14-5-196 0 0,0 0-1 0 0,-1-1 1 0 0,0-1 0 0 0,26-17 0 0 0,55-47-161 0 0,-60 43 219 0 0,237-168-77 0 0,-80 61 790 0 0,-162 113-453 0 0,15-12 74 0 0,1 1-1 0 0,2 3 0 0 0,1 1 0 0 0,55-22 0 0 0,-103 51-197 0 0,0 0 0 0 0,1 0 0 0 0,-1 1 0 0 0,1-1 0 0 0,-1 0 0 0 0,1 1 0 0 0,-1-1 0 0 0,1 1 0 0 0,4 0 0 0 0,-7 0 0 0 0,1 0 0 0 0,-1 0 0 0 0,0 0 0 0 0,0 1 0 0 0,1-1 1 0 0,-1 0-1 0 0,0 0 0 0 0,0 0 0 0 0,1 0 0 0 0,-1 0 1 0 0,0 1-1 0 0,0-1 0 0 0,0 0 0 0 0,1 0 0 0 0,-1 0 0 0 0,0 1 1 0 0,0-1-1 0 0,0 0 0 0 0,0 0 0 0 0,1 1 0 0 0,-1-1 1 0 0,0 0-1 0 0,0 0 0 0 0,0 1 0 0 0,0-1 0 0 0,0 0 0 0 0,0 1 1 0 0,0-1-1 0 0,0 0 0 0 0,0 0 0 0 0,0 1 0 0 0,-6 17-267 0 0,-61 91 370 0 0,-108 136 0 0 0,95-151 255 0 0,-107 100 0 0 0,67-74 75 0 0,83-82-48 0 0,-41 55 1 0 0,69-80-264 0 0,0-1 0 0 0,1 1 0 0 0,1 1 0 0 0,0 0 0 0 0,0 0 0 0 0,2 0 1 0 0,0 1-1 0 0,0 0 0 0 0,-2 17 0 0 0,6-30-127 0 0,1-1-1 0 0,0 0 1 0 0,-1 1 0 0 0,1-1-1 0 0,0 1 1 0 0,0-1-1 0 0,0 1 1 0 0,0-1 0 0 0,0 0-1 0 0,0 1 1 0 0,1-1-1 0 0,-1 1 1 0 0,0-1 0 0 0,1 1-1 0 0,-1-1 1 0 0,1 0-1 0 0,-1 1 1 0 0,1-1 0 0 0,0 0-1 0 0,0 0 1 0 0,0 0-1 0 0,-1 1 1 0 0,1-1 0 0 0,0 0-1 0 0,0 0 1 0 0,0 0 0 0 0,1 0-1 0 0,-1 0 1 0 0,0-1-1 0 0,0 1 1 0 0,0 0 0 0 0,1 0-1 0 0,-1-1 1 0 0,0 1-1 0 0,1-1 1 0 0,-1 1 0 0 0,0-1-1 0 0,1 0 1 0 0,-1 1-1 0 0,1-1 1 0 0,-1 0 0 0 0,1 0-1 0 0,-1 0 1 0 0,1 0 0 0 0,-1 0-1 0 0,0 0 1 0 0,1-1-1 0 0,2 0 1 0 0,9-1-235 0 0,0-1 1 0 0,0-1-1 0 0,-1 0 1 0 0,16-7-1 0 0,-22 9 216 0 0,42-19-57 0 0,-2-2 0 0 0,56-37 1 0 0,81-68 351 0 0,40-25 78 0 0,-216 149-337 0 0,2-2-5 0 0,1 0 0 0 0,-1 1 0 0 0,1 0 1 0 0,1 0-1 0 0,-1 1 0 0 0,1 1 0 0 0,12-3 1 0 0,-23 5-2 0 0,1 1 0 0 0,-1 0 1 0 0,1 0-1 0 0,-1 0 0 0 0,1 0 0 0 0,0-1 1 0 0,-1 1-1 0 0,1 0 0 0 0,-1 0 1 0 0,1 0-1 0 0,0 0 0 0 0,-1 1 0 0 0,1-1 1 0 0,-1 0-1 0 0,1 0 0 0 0,0 0 0 0 0,-1 0 1 0 0,1 1-1 0 0,-1-1 0 0 0,1 0 1 0 0,-1 0-1 0 0,1 1 0 0 0,-1-1 0 0 0,1 0 1 0 0,-1 1-1 0 0,1-1 0 0 0,-1 1 0 0 0,0-1 1 0 0,1 1-1 0 0,-1-1 0 0 0,1 0 1 0 0,-1 1-1 0 0,1 0 0 0 0,-1 1 2 0 0,0 0-1 0 0,0-1 1 0 0,0 1 0 0 0,-1-1-1 0 0,1 1 1 0 0,0-1-1 0 0,-1 1 1 0 0,1-1 0 0 0,-1 1-1 0 0,1-1 1 0 0,-1 1-1 0 0,-1 1 1 0 0,-29 42 32 0 0,30-43-34 0 0,-72 84 290 0 0,-151 137 1 0 0,-110 48 364 0 0,97-80-259 0 0,196-154-272 0 0,1 3 0 0 0,2 1 0 0 0,-45 64 0 0 0,78-98-107 0 0,-25 42 54 0 0,28-46-69 0 0,1 0 0 0 0,-1 0 0 0 0,1 0-1 0 0,0 1 1 0 0,0-1 0 0 0,0 0-1 0 0,1 1 1 0 0,-1-1 0 0 0,1 0-1 0 0,0 1 1 0 0,0-1 0 0 0,0 0 0 0 0,1 6-1 0 0,-1-8-23 0 0,1 0-1 0 0,-1 0 1 0 0,1 0-1 0 0,-1 0 1 0 0,1 0-1 0 0,0 0 1 0 0,-1 0-1 0 0,1 0 1 0 0,0 0-1 0 0,0 0 1 0 0,-1-1-1 0 0,1 1 1 0 0,0 0-1 0 0,0-1 1 0 0,0 1-1 0 0,0 0 1 0 0,0-1-1 0 0,0 1 1 0 0,0-1-1 0 0,0 1 1 0 0,0-1-1 0 0,0 0 1 0 0,0 0-1 0 0,1 1 1 0 0,-1-1-1 0 0,0 0 1 0 0,0 0-1 0 0,0 0 1 0 0,0 0-1 0 0,0 0 1 0 0,2-1-1 0 0,37-7-1026 0 0,8-9 387 0 0,-1-2 1 0 0,64-37-1 0 0,-38 18 302 0 0,153-76 542 0 0,234-111 662 0 0,41 37 1187 0 0,-459 175-1766 0 0,-33 9-213 0 0,0 2 1 0 0,0-1-1 0 0,1 1 1 0 0,17-1-1 0 0,-26 3-59 0 0,0 0-1 0 0,0 0 1 0 0,0 0 0 0 0,0 0-1 0 0,0 0 1 0 0,0 0 0 0 0,0 0-1 0 0,0 1 1 0 0,0-1 0 0 0,0 0-1 0 0,0 1 1 0 0,-1-1 0 0 0,1 1-1 0 0,0-1 1 0 0,0 1 0 0 0,0-1-1 0 0,0 1 1 0 0,-1-1 0 0 0,1 1-1 0 0,0 0 1 0 0,-1-1 0 0 0,2 2-1 0 0,-2 0-10 0 0,1 0 0 0 0,-1-1-1 0 0,0 1 1 0 0,0 0-1 0 0,0-1 1 0 0,0 1 0 0 0,0-1-1 0 0,0 1 1 0 0,0 0 0 0 0,0-1-1 0 0,-1 1 1 0 0,1 0-1 0 0,-1-1 1 0 0,1 1 0 0 0,-1-1-1 0 0,0 1 1 0 0,1-1-1 0 0,-3 3 1 0 0,-16 26-189 0 0,-2 0 0 0 0,0-2-1 0 0,-2-1 1 0 0,-48 45 0 0 0,39-40 67 0 0,-486 433 95 0 0,286-267 50 0 0,217-185-5 0 0,-311 281 82 0 0,232-201 288 0 0,-109 138-1 0 0,176-195 74 0 0,-43 72-1 0 0,63-95-408 0 0,1-1 0 0 0,0 2 0 0 0,1-1 0 0 0,0 1 0 0 0,1-1 0 0 0,0 1 0 0 0,1 0 0 0 0,1 1 0 0 0,-1 26 0 0 0,3-38-69 0 0,0 0 1 0 0,0 1-1 0 0,0-1 1 0 0,1 0-1 0 0,-1 1 1 0 0,1-1 0 0 0,0 0-1 0 0,0 1 1 0 0,0-1-1 0 0,0 0 1 0 0,1 0-1 0 0,-1 0 1 0 0,1 0 0 0 0,0 0-1 0 0,0-1 1 0 0,0 1-1 0 0,0 0 1 0 0,0-1-1 0 0,0 0 1 0 0,1 1 0 0 0,-1-1-1 0 0,1 0 1 0 0,0 0-1 0 0,-1 0 1 0 0,1-1-1 0 0,0 1 1 0 0,0-1 0 0 0,0 1-1 0 0,0-1 1 0 0,1 0-1 0 0,-1 0 1 0 0,0 0-1 0 0,0-1 1 0 0,5 1 0 0 0,4 0-23 0 0,0-1 0 0 0,0-1 0 0 0,0 0 0 0 0,0 0 0 0 0,0-1 0 0 0,-1-1 0 0 0,1 0 0 0 0,17-7 0 0 0,39-21 112 0 0,-2-2 1 0 0,90-61-1 0 0,-73 43 100 0 0,21-13 38 0 0,523-287 146 0 0,-434 253-279 0 0,59-25 46 0 0,-242 119-59 0 0,43-15 197 0 0,-51 18-215 0 0,1 0-1 0 0,0 0 0 0 0,-1 1 1 0 0,1-1-1 0 0,0 1 0 0 0,-1 0 1 0 0,1 0-1 0 0,0 0 0 0 0,-1 0 1 0 0,1 0-1 0 0,0 0 0 0 0,-1 1 1 0 0,1 0-1 0 0,-1-1 1 0 0,1 1-1 0 0,2 1 0 0 0,-4-1-14 0 0,0 0 0 0 0,0 0 0 0 0,-1 0 0 0 0,1 0-1 0 0,-1 0 1 0 0,1 0 0 0 0,-1 0 0 0 0,1 0 0 0 0,-1 0 0 0 0,1 1-1 0 0,-1-1 1 0 0,0 0 0 0 0,0 0 0 0 0,1 0 0 0 0,-1 1 0 0 0,0-1-1 0 0,0 0 1 0 0,0 0 0 0 0,-1 0 0 0 0,1 1 0 0 0,0-1 0 0 0,0 0-1 0 0,-1 0 1 0 0,1 0 0 0 0,0 0 0 0 0,-1 0 0 0 0,1 1 0 0 0,-1-1-1 0 0,0 0 1 0 0,0 1 0 0 0,-24 38-196 0 0,21-34 149 0 0,-31 43 32 0 0,-3-1 1 0 0,-61 59 0 0 0,-101 74 217 0 0,1-18-627 0 0,-201 184 380 0 0,368-315 42 0 0,-67 70-148 0 0,82-83 114 0 0,1 1-1 0 0,1 0 1 0 0,-18 34-1 0 0,32-53-31 0 0,0 0 1 0 0,0 1-1 0 0,0-1 0 0 0,1 1 1 0 0,-1-1-1 0 0,0 1 0 0 0,1-1 1 0 0,-1 1-1 0 0,1 0 0 0 0,-1-1 1 0 0,1 1-1 0 0,0-1 0 0 0,-1 1 1 0 0,1 0-1 0 0,0-1 0 0 0,0 1 1 0 0,0 0-1 0 0,1 0 0 0 0,-1-1 1 0 0,0 1-1 0 0,0-1 0 0 0,1 1 1 0 0,-1 0-1 0 0,1-1 0 0 0,0 1 1 0 0,0 1-1 0 0,1-2-89 0 0,0 0-1 0 0,0 0 0 0 0,-1-1 1 0 0,1 1-1 0 0,0-1 1 0 0,0 1-1 0 0,0-1 0 0 0,0 1 1 0 0,0-1-1 0 0,-1 0 1 0 0,1 0-1 0 0,0 0 0 0 0,0 0 1 0 0,0 0-1 0 0,0-1 1 0 0,0 1-1 0 0,0-1 0 0 0,0 1 1 0 0,-1-1-1 0 0,1 1 1 0 0,0-1-1 0 0,3-2 0 0 0,18-7-573 0 0,0-2-1 0 0,0-1 0 0 0,32-23 0 0 0,61-57 1149 0 0,-67 52-383 0 0,572-419 2375 0 0,-414 335-1723 0 0,-177 110-710 0 0,0 2 1 0 0,1 1-1 0 0,0 1 1 0 0,1 2-1 0 0,41-7 1 0 0,-69 15 44 0 0,-1 1-1 0 0,1-1 1 0 0,-1 1-1 0 0,1 0 1 0 0,0 0 0 0 0,-1 0-1 0 0,1 1 1 0 0,-1-1-1 0 0,1 1 1 0 0,-1 0-1 0 0,0 0 1 0 0,5 2 0 0 0,-7-3-16 0 0,0 1 0 0 0,0-1 0 0 0,-1 1 0 0 0,1-1 0 0 0,0 1 0 0 0,-1 0 0 0 0,1-1 0 0 0,0 1 0 0 0,-1 0 0 0 0,1 0 0 0 0,-1-1 0 0 0,1 1 0 0 0,-1 0 0 0 0,0 0 0 0 0,1 0 0 0 0,-1 0 0 0 0,0 0 0 0 0,1-1 0 0 0,-1 3 0 0 0,0-1-1 0 0,0 0 0 0 0,0 0 0 0 0,0 0 0 0 0,0 1 0 0 0,-1-1 0 0 0,1 0 0 0 0,-1 0 0 0 0,0 0 0 0 0,1 0 0 0 0,-1 0 0 0 0,-1 3 0 0 0,-16 25 22 0 0,0-1 0 0 0,-2-1 0 0 0,-40 45 0 0 0,19-23-119 0 0,-657 805 190 0 0,638-780 603 0 0,4 3 1 0 0,-86 159 0 0 0,102-158-1998 0 0,93-125 586 0 0,558-525 969 0 0,-599 560-280 0 0,96-81-83 0 0,-92 80 79 0 0,1 1 1 0 0,0 0 0 0 0,1 1-1 0 0,37-15 1 0 0,-54 25 9 0 0,0-1 1 0 0,1 0 0 0 0,-1 1 0 0 0,0-1-1 0 0,1 1 1 0 0,-1 0 0 0 0,1-1-1 0 0,-1 1 1 0 0,1 0 0 0 0,-1 0 0 0 0,1 0-1 0 0,-1 0 1 0 0,1 0 0 0 0,-1 0 0 0 0,1 0-1 0 0,-1 0 1 0 0,1 1 0 0 0,-1-1-1 0 0,0 0 1 0 0,3 2 0 0 0,-3-1-1 0 0,-1 0 0 0 0,0-1-1 0 0,1 1 1 0 0,-1 0 0 0 0,0 0 0 0 0,1 0-1 0 0,-1 0 1 0 0,0 0 0 0 0,0 0 0 0 0,0 0 0 0 0,0 0-1 0 0,0 0 1 0 0,0 0 0 0 0,0 0 0 0 0,0 0 0 0 0,0 0-1 0 0,0 0 1 0 0,0-1 0 0 0,-1 1 0 0 0,1 0 0 0 0,0 0-1 0 0,-1 0 1 0 0,0 1 0 0 0,-4 11-4 0 0,-2-1 0 0 0,0 0 0 0 0,-9 13 0 0 0,11-18 30 0 0,-482 622 1575 0 0,341-452-1363 0 0,83-101 20 0 0,4 4 0 0 0,-83 145 0 0 0,140-223-245 0 0,1 0 1 0 0,0 0-1 0 0,0 1 1 0 0,0-1-1 0 0,0 0 1 0 0,1 1 0 0 0,-1-1-1 0 0,0 1 1 0 0,1-1-1 0 0,0 5 1 0 0,0-7-18 0 0,0 0 0 0 0,0 0 0 0 0,0 1 1 0 0,0-1-1 0 0,0 0 0 0 0,0 0 0 0 0,0 0 1 0 0,0 1-1 0 0,0-1 0 0 0,1 0 0 0 0,-1 0 1 0 0,0 1-1 0 0,0-1 0 0 0,0 0 0 0 0,1 0 1 0 0,-1 0-1 0 0,0 0 0 0 0,0 1 0 0 0,0-1 1 0 0,1 0-1 0 0,-1 0 0 0 0,0 0 1 0 0,0 0-1 0 0,0 0 0 0 0,1 0 0 0 0,-1 0 1 0 0,0 0-1 0 0,0 0 0 0 0,1 0 0 0 0,-1 1 1 0 0,0-1-1 0 0,1 0 0 0 0,-1-1 0 0 0,18-5-605 0 0,13-14-70 0 0,-2-1 0 0 0,0-1 1 0 0,29-29-1 0 0,-1 1 154 0 0,72-60 261 0 0,3-4-162 0 0,167-109 0 0 0,-286 214 429 0 0,38-22-7 0 0,-48 29 1 0 0,1 1-1 0 0,-1-1 0 0 0,1 1 0 0 0,-1-1 0 0 0,1 1 0 0 0,0 0 1 0 0,-1 1-1 0 0,1-1 0 0 0,0 0 0 0 0,0 1 0 0 0,7 0 0 0 0,-10 1 8 0 0,0-1 0 0 0,-1 0 0 0 0,1 1-1 0 0,0-1 1 0 0,0 1 0 0 0,-1 0 0 0 0,1-1-1 0 0,0 1 1 0 0,-1-1 0 0 0,1 1 0 0 0,-1 0-1 0 0,1 0 1 0 0,-1-1 0 0 0,1 1 0 0 0,-1 0-1 0 0,1 0 1 0 0,-1-1 0 0 0,0 1-1 0 0,0 0 1 0 0,1 0 0 0 0,-1 0 0 0 0,0 0-1 0 0,0 0 1 0 0,0-1 0 0 0,0 1 0 0 0,0 0-1 0 0,0 0 1 0 0,0 0 0 0 0,0 0 0 0 0,0 0-1 0 0,0 0 1 0 0,0 0 0 0 0,-1-1 0 0 0,1 1-1 0 0,0 0 1 0 0,-1 1 0 0 0,-13 39 546 0 0,11-33-486 0 0,-224 492 3133 0 0,118-277-2706 0 0,84-170-430 0 0,-206 450 311 0 0,225-489-365 0 0,-1 0-9 0 0,1 0 1 0 0,0 0 0 0 0,1 1 0 0 0,0 0-1 0 0,1 0 1 0 0,1 0 0 0 0,-2 28 0 0 0,5-41-20 0 0,0 0 0 0 0,0 1-1 0 0,0-1 1 0 0,0 0 0 0 0,1 0 0 0 0,-1 0 0 0 0,1 0 0 0 0,-1 0 0 0 0,1-1 0 0 0,0 1 0 0 0,0 0 0 0 0,0 0-1 0 0,0 0 1 0 0,0-1 0 0 0,0 1 0 0 0,0 0 0 0 0,1-1 0 0 0,-1 1 0 0 0,1-1 0 0 0,2 3 0 0 0,-1-3-39 0 0,-1 0 0 0 0,1 1 1 0 0,0-1-1 0 0,0 0 0 0 0,0 0 1 0 0,0-1-1 0 0,0 1 0 0 0,0-1 1 0 0,0 1-1 0 0,0-1 1 0 0,0 0-1 0 0,4 0 0 0 0,6-2-263 0 0,0 0 1 0 0,0-1-1 0 0,-1 0 0 0 0,1-1 0 0 0,15-7 0 0 0,8-7-168 0 0,-1-1-1 0 0,-1-2 0 0 0,0-2 0 0 0,30-27 1 0 0,-24 18 17 0 0,76-44 1 0 0,-114 74 487 0 0,0 1-1 0 0,0 0 1 0 0,0 0-1 0 0,0 0 1 0 0,0 0-1 0 0,1 0 1 0 0,-1 0-1 0 0,0 1 1 0 0,0-1-1 0 0,1 1 1 0 0,-1 0-1 0 0,0-1 1 0 0,1 1-1 0 0,-1 0 1 0 0,0 0-1 0 0,4 1 1 0 0,-5 0 42 0 0,0 0 0 0 0,0 0 0 0 0,0 0 0 0 0,0 0 0 0 0,0 0 0 0 0,0 0 0 0 0,0 0 1 0 0,-1 0-1 0 0,1 0 0 0 0,0 0 0 0 0,-1 0 0 0 0,1 1 0 0 0,-1-1 0 0 0,1 0 0 0 0,-1 1 0 0 0,0-1 1 0 0,1 0-1 0 0,-1 1 0 0 0,0-1 0 0 0,0 0 0 0 0,0 1 0 0 0,0-1 0 0 0,0 0 0 0 0,0 1 1 0 0,0-1-1 0 0,-1 0 0 0 0,1 1 0 0 0,0-1 0 0 0,-2 2 0 0 0,-9 38 696 0 0,-1 0-1 0 0,-2-1 1 0 0,-2-1-1 0 0,-32 55 1 0 0,26-49-506 0 0,-230 404 822 0 0,229-409-708 0 0,-31 68-1 0 0,48-94-322 0 0,1-1 0 0 0,1 1-1 0 0,0 0 1 0 0,1 0 0 0 0,0 1 0 0 0,1-1 0 0 0,1 0 0 0 0,0 1 0 0 0,2 20-1 0 0,-1-33-98 0 0,1-1 1 0 0,-1 1-1 0 0,0 0 0 0 0,1 0 0 0 0,-1-1 0 0 0,1 1 0 0 0,-1 0 0 0 0,1-1 0 0 0,0 1 0 0 0,-1-1 0 0 0,1 1 0 0 0,0-1 0 0 0,0 1 0 0 0,0-1 0 0 0,0 0 1 0 0,1 1-1 0 0,-1-1 0 0 0,0 0 0 0 0,1 0 0 0 0,-1 0 0 0 0,3 2 0 0 0,-2-2-8 0 0,1 0-1 0 0,0 0 1 0 0,0-1 0 0 0,-1 1-1 0 0,1-1 1 0 0,0 1 0 0 0,0-1-1 0 0,0 0 1 0 0,0 0-1 0 0,0 0 1 0 0,-1 0 0 0 0,4-1-1 0 0,8-2-92 0 0,0-1 0 0 0,0 0 0 0 0,-1-1-1 0 0,15-8 1 0 0,-26 12 155 0 0,145-82-364 0 0,-19 8 724 0 0,-109 66-264 0 0,0 0-1 0 0,0 2 1 0 0,1 0 0 0 0,41-8-1 0 0,-59 15-73 0 0,0-1 0 0 0,0 1 0 0 0,0 0 0 0 0,1-1 1 0 0,-1 1-1 0 0,0 0 0 0 0,0 0 0 0 0,1 0 0 0 0,-1 1 0 0 0,0-1 0 0 0,0 0 0 0 0,0 1 0 0 0,0 0 0 0 0,0-1 1 0 0,1 1-1 0 0,-1 0 0 0 0,0 0 0 0 0,-1 0 0 0 0,1 0 0 0 0,0 1 0 0 0,0-1 0 0 0,1 2 0 0 0,-1-1 30 0 0,-1 0-1 0 0,0 1 1 0 0,0-1-1 0 0,0 0 1 0 0,0 1-1 0 0,0-1 0 0 0,-1 1 1 0 0,1 0-1 0 0,-1-1 1 0 0,1 1-1 0 0,-1-1 1 0 0,0 1-1 0 0,0-1 0 0 0,0 1 1 0 0,-1 0-1 0 0,1-1 1 0 0,-1 1-1 0 0,-1 4 1 0 0,-12 43 693 0 0,-3 0 0 0 0,-31 67 0 0 0,6-19-188 0 0,-110 311-266 0 0,113-285-281 0 0,-33 173 1 0 0,70-284 0 0 0,0 0 0 0 0,1 0 1 0 0,0 0-1 0 0,1 0 1 0 0,2 18-1 0 0,-2-29-3 0 0,0 0-1 0 0,0 0 1 0 0,0 0-1 0 0,1 0 1 0 0,-1 0-1 0 0,1 0 1 0 0,0 0-1 0 0,-1 0 1 0 0,1 0-1 0 0,0 0 1 0 0,0 0-1 0 0,0-1 1 0 0,0 1-1 0 0,1 0 1 0 0,-1-1-1 0 0,0 1 1 0 0,1-1-1 0 0,-1 1 1 0 0,1-1-1 0 0,-1 0 1 0 0,1 1-1 0 0,0-1 1 0 0,0 0-1 0 0,-1 0 1 0 0,1 0-1 0 0,0 0 1 0 0,0-1-1 0 0,0 1 1 0 0,0 0-1 0 0,0-1 1 0 0,0 0-1 0 0,0 1 1 0 0,0-1 0 0 0,0 0-1 0 0,0 0 1 0 0,1 0-1 0 0,-1 0 1 0 0,0 0-1 0 0,0-1 1 0 0,0 1-1 0 0,3-2 1 0 0,13-3-19 0 0,-1-1-1 0 0,0-1 1 0 0,0-1 0 0 0,30-18 0 0 0,-28 15-39 0 0,0 0 1 0 0,0 2-1 0 0,23-8 1 0 0,-37 15 62 0 0,1 0 1 0 0,0 0 0 0 0,0 1-1 0 0,0 0 1 0 0,1 0 0 0 0,-1 0-1 0 0,0 1 1 0 0,0 0 0 0 0,1 0-1 0 0,-1 1 1 0 0,0 0 0 0 0,0 0-1 0 0,0 0 1 0 0,0 1 0 0 0,0 0-1 0 0,0 0 1 0 0,0 0 0 0 0,-1 1-1 0 0,1 0 1 0 0,-1 0 0 0 0,1 0-1 0 0,-1 1 1 0 0,0-1 0 0 0,-1 1-1 0 0,1 1 1 0 0,-1-1 0 0 0,1 1-1 0 0,-1-1 1 0 0,-1 1 0 0 0,1 0-1 0 0,-1 1 1 0 0,0-1 0 0 0,0 0 0 0 0,0 1-1 0 0,-1 0 1 0 0,4 11 0 0 0,-1 3 107 0 0,0 0 0 0 0,-2 0 0 0 0,0 0 0 0 0,-1 0 0 0 0,-1 0 0 0 0,-1 1 0 0 0,-1-1 0 0 0,-1 0 1 0 0,0 1-1 0 0,-8 26 0 0 0,-8 19-181 0 0,-47 109 0 0 0,34-99-988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1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81 1840 0 0,'-1'0'134'0'0,"0"-3"96"0"0,0 1 0 0 0,1-1 1 0 0,-1 1-1 0 0,0-1 0 0 0,1 0 0 0 0,-1 1 1 0 0,1-1-1 0 0,0 1 0 0 0,0-6 1 0 0,0 4 144 0 0,-31-42 12859 0 0,53 140-11849 0 0,16 160-1 0 0,-24-149-1187 0 0,28 384-65 0 0,-15-129-88 0 0,0-121 161 0 0,26 485 1023 0 0,-61-457-668 0 0,-1 57-168 0 0,6-276-133 0 0,-1 0-3465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 86 456 0 0,'0'-14'485'0'0,"1"3"746"0"0,-1 1 0 0 0,-1-1 1 0 0,1 1-1 0 0,-6-20 1 0 0,-4 34 3158 0 0,-17 17-2713 0 0,20-16-851 0 0,-33 17 1660 0 0,34-20-2160 0 0,0 0 1 0 0,1 1-1 0 0,-1 0 1 0 0,1 0-1 0 0,-1 0 1 0 0,1 1-1 0 0,0-1 1 0 0,1 1-1 0 0,-1 1 1 0 0,1-1 0 0 0,-8 10-1 0 0,12-14-304 0 0,-1 1 1 0 0,1-1-1 0 0,0 1 1 0 0,0 0-1 0 0,-1-1 0 0 0,1 1 1 0 0,0-1-1 0 0,0 1 1 0 0,0 0-1 0 0,0-1 0 0 0,0 1 1 0 0,0 0-1 0 0,0-1 1 0 0,0 1-1 0 0,0 0 0 0 0,0-1 1 0 0,0 1-1 0 0,0-1 0 0 0,0 1 1 0 0,0 0-1 0 0,1-1 1 0 0,-1 1-1 0 0,0-1 0 0 0,0 1 1 0 0,1 0-1 0 0,-1-1 1 0 0,0 1-1 0 0,1 0 0 0 0,19 9 206 0 0,33-6-196 0 0,-45-3 49 0 0,51 0 4 0 0,-39-2-84 0 0,0 1 0 0 0,-1 1 0 0 0,1 1-1 0 0,-1 1 1 0 0,0 0 0 0 0,1 2 0 0 0,27 9 0 0 0,-45-13-1 0 0,0 0 0 0 0,0 0 0 0 0,0 0 0 0 0,0 0 0 0 0,0 1 0 0 0,0-1 0 0 0,-1 1 0 0 0,1-1 0 0 0,0 1 0 0 0,-1 0 0 0 0,1-1 0 0 0,-1 1 0 0 0,1 0 0 0 0,-1 0 0 0 0,0 0 0 0 0,0 0 0 0 0,0 0 0 0 0,0 0 0 0 0,0 1 0 0 0,-1-1 0 0 0,1 0 0 0 0,-1 0 0 0 0,1 0 0 0 0,-1 1 0 0 0,0-1 0 0 0,0 0 0 0 0,0 1 0 0 0,0-1 0 0 0,0 0 0 0 0,0 1 0 0 0,-1-1 0 0 0,1 0 0 0 0,-1 0 0 0 0,1 1 0 0 0,-1-1 0 0 0,0 0 0 0 0,0 0 0 0 0,-2 4 1 0 0,-5 9-3 0 0,-1-1 0 0 0,0-1 0 0 0,0 1 0 0 0,-16 15 1 0 0,16-19-5 0 0,-41 47-689 0 0,-20 24-917 0 0,70-81 1603 0 0,0 0 1 0 0,0 0-1 0 0,-1 0 1 0 0,1 1-1 0 0,0-1 1 0 0,0 0-1 0 0,0 0 0 0 0,-1 0 1 0 0,1 1-1 0 0,0-1 1 0 0,0 0-1 0 0,0 0 0 0 0,0 0 1 0 0,0 1-1 0 0,-1-1 1 0 0,1 0-1 0 0,0 0 0 0 0,0 1 1 0 0,0-1-1 0 0,0 0 1 0 0,0 0-1 0 0,0 1 0 0 0,0-1 1 0 0,0 0-1 0 0,0 0 1 0 0,0 1-1 0 0,0-1 0 0 0,0 0 1 0 0,0 1-1 0 0,0-1 1 0 0,0 0-1 0 0,0 0 0 0 0,0 1 1 0 0,0-1-1 0 0,1 0 1 0 0,-1 0-1 0 0,0 0 0 0 0,0 1 1 0 0,0-1-1 0 0,0 0 1 0 0,0 0-1 0 0,1 1 0 0 0,-1-1 1 0 0,0 0-1 0 0,0 0 1 0 0,0 0-1 0 0,1 0 0 0 0,-1 1 1 0 0,0-1-1 0 0,1 0 1 0 0,18 0-412 0 0,28-12 94 0 0,-45 11 358 0 0,19-5 81 0 0,0 1 0 0 0,1 0 0 0 0,-1 2 0 0 0,1 0-1 0 0,-1 2 1 0 0,1 0 0 0 0,0 1 0 0 0,23 4 0 0 0,-44-4-105 0 0,0 0-1 0 0,0 0 1 0 0,0 0 0 0 0,0 1-1 0 0,0-1 1 0 0,0 0 0 0 0,0 1-1 0 0,0-1 1 0 0,0 1-1 0 0,0-1 1 0 0,0 1 0 0 0,0-1-1 0 0,0 1 1 0 0,0 0 0 0 0,-1-1-1 0 0,1 1 1 0 0,0 0-1 0 0,0 0 1 0 0,-1-1 0 0 0,1 1-1 0 0,-1 0 1 0 0,1 0 0 0 0,-1 0-1 0 0,1 0 1 0 0,-1 0 0 0 0,1 0-1 0 0,-1 0 1 0 0,0 0-1 0 0,1 0 1 0 0,-1 0 0 0 0,0 0-1 0 0,0 0 1 0 0,0 0 0 0 0,0 0-1 0 0,0 0 1 0 0,0 1 0 0 0,0-1-1 0 0,0 0 1 0 0,0 0-1 0 0,-1 0 1 0 0,1 0 0 0 0,0 0-1 0 0,-1 0 1 0 0,1 0 0 0 0,-1 0-1 0 0,1 0 1 0 0,-1-1 0 0 0,-1 3-1 0 0,-3 8 91 0 0,-2-1 0 0 0,1 0 0 0 0,-13 14 0 0 0,11-14 24 0 0,-50 61 322 0 0,37-48-357 0 0,1 2 0 0 0,0 0 0 0 0,2 1 0 0 0,2 1 0 0 0,0 0 1 0 0,-12 30-1 0 0,28-56-85 0 0,-1 1 1 0 0,0-1-1 0 0,1 0 1 0 0,-1 1-1 0 0,1-1 1 0 0,0 1-1 0 0,-1-1 0 0 0,1 1 1 0 0,0-1-1 0 0,0 1 1 0 0,0-1-1 0 0,0 1 1 0 0,0-1-1 0 0,1 1 1 0 0,-1-1-1 0 0,0 1 1 0 0,1-1-1 0 0,0 3 0 0 0,0-3-7 0 0,-1-1 0 0 0,1 1 0 0 0,0 0 0 0 0,0-1 0 0 0,-1 1 0 0 0,1-1 0 0 0,0 1 0 0 0,0-1 0 0 0,0 1 0 0 0,0-1 0 0 0,0 1 0 0 0,0-1 0 0 0,0 0 0 0 0,0 1 0 0 0,0-1 0 0 0,0 0 0 0 0,0 0 0 0 0,0 0 0 0 0,0 0 0 0 0,2 0 0 0 0,7-1-87 0 0,-1-1 0 0 0,1 0-1 0 0,0 0 1 0 0,14-7 0 0 0,-9 4-68 0 0,1 0-133 0 0,1 1 1 0 0,-1 1 0 0 0,1 0-1 0 0,0 1 1 0 0,24 0 0 0 0,-36 2 111 0 0,-1 0 0 0 0,1 1 0 0 0,0 0 0 0 0,-1 0 0 0 0,1 0 0 0 0,-1 0 0 0 0,0 1 0 0 0,1 0 0 0 0,-1-1 0 0 0,0 2 0 0 0,4 1 0 0 0,-5-2 17 0 0,-1 0 0 0 0,0 0 0 0 0,0 1 0 0 0,0-1 0 0 0,0 0 1 0 0,0 1-1 0 0,0-1 0 0 0,0 1 0 0 0,-1 0 0 0 0,0 0 0 0 0,1-1 1 0 0,-1 1-1 0 0,0 0 0 0 0,0 0 0 0 0,-1 0 0 0 0,1 0 0 0 0,-1 0 1 0 0,1 5-1 0 0,-1-2-320 0 0,-1 1 0 0 0,0-1-1 0 0,-1 0 1 0 0,1 1 0 0 0,-1-1 0 0 0,0 0 0 0 0,-1 0 0 0 0,1 0 0 0 0,-1 0 0 0 0,-7 10-1 0 0,6-9-477 0 0,-8 14-2056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3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 55 1784 0 0,'2'0'76'0'0,"38"-55"18403"0"0,-39 57-18421 0 0,-1 1 0 0 0,1-1 0 0 0,-1 0-1 0 0,0 0 1 0 0,0 0 0 0 0,0 0 0 0 0,0 1 0 0 0,0-1 0 0 0,0 0-1 0 0,-1 0 1 0 0,1 0 0 0 0,-2 3 0 0 0,0 8 208 0 0,-29 315 931 0 0,24-234-1050 0 0,-47 286-147 0 0,31-255 0 0 0,5 1 0 0 0,-1 133 0 0 0,0 487-72 0 0,0-387 63 0 0,-8 110 495 0 0,22-399-408 0 0,-1 7-250 0 0,5-60-3404 0 0,-1-41 1845 0 0,-3-8-19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4.2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5 155 2761 0 0,'-4'1'6832'0'0,"21"-11"-5095"0"0,-8 8-1450 0 0,0 0-1 0 0,1 0 0 0 0,-1 1 1 0 0,0 0-1 0 0,1 0 0 0 0,-1 1 1 0 0,16 2-1 0 0,23-1-9 0 0,57-13 554 0 0,160-39 0 0 0,-156 26-273 0 0,136-13 0 0 0,-27 24-153 0 0,357 22 0 0 0,216 50 325 0 0,-456-59 386 0 0,-229-4-352 0 0,0 5 0 0 0,115 14-1 0 0,-218-13-871 0 0,16 2 272 0 0,-19-3-230 0 0,1 0-1 0 0,-1 0 1 0 0,1 0 0 0 0,-1 0-1 0 0,1 1 1 0 0,-1-1 0 0 0,1 0-1 0 0,-1 0 1 0 0,0 0 0 0 0,1 0-1 0 0,-1 1 1 0 0,1-1 0 0 0,-1 0-1 0 0,0 0 1 0 0,1 1 0 0 0,-1-1-1 0 0,0 0 1 0 0,1 0 0 0 0,-1 1-1 0 0,0-1 1 0 0,0 1 0 0 0,1-1-1 0 0,-1 0 1 0 0,0 1 0 0 0,0-1-1 0 0,0 0 1 0 0,1 1 0 0 0,-1-1-1 0 0,0 1 1 0 0,0 0 0 0 0,-1 4-1649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277 29 2304 0 0,'-33'-19'2382'0'0,"29"17"-1184"0"0,0 1 0 0 0,0-1-1 0 0,0 1 1 0 0,0 0 0 0 0,0 0 0 0 0,-8 0 0 0 0,9 9-405 0 0,1-1 0 0 0,-1 1 0 0 0,-2 15 0 0 0,5-20-738 0 0,-42 176 2608 0 0,37-149-2528 0 0,1 0 0 0 0,2 0 0 0 0,4 59-1 0 0,7 47-134 0 0,-18 266 0 0 0,-12 220 160 0 0,25-424-160 0 0,-31 281 0 0 0,-9-12 1758 0 0,18-209-947 0 0,-11-73-296 0 0,15-114-387 0 0,12-55 487 0 0,2-11-1559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811 66 3681 0 0,'-7'-7'704'0'0,"0"1"0"0"0,-1 0 0 0 0,0 0 1 0 0,0 1-1 0 0,0 0 0 0 0,0 0 0 0 0,-1 1 0 0 0,0 0 1 0 0,0 0-1 0 0,0 1 0 0 0,0 0 0 0 0,-1 1 0 0 0,1 0 1 0 0,-1 1-1 0 0,-14-1 0 0 0,11 2-320 0 0,0 0 1 0 0,0 1-1 0 0,0 1 0 0 0,0 0 1 0 0,1 1-1 0 0,-1 1 1 0 0,1 0-1 0 0,-1 0 0 0 0,1 1 1 0 0,-22 13-1 0 0,8-1-77 0 0,2 0-1 0 0,0 2 1 0 0,-37 36 0 0 0,-56 76 108 0 0,30-33-311 0 0,65-75-99 0 0,0 0-3 0 0,1 0 0 0 0,1 1 0 0 0,-21 33 0 0 0,36-49-2 0 0,1-1 0 0 0,0 1 0 0 0,1 0-1 0 0,-1 0 1 0 0,2 0 0 0 0,-1 0 0 0 0,1 1 0 0 0,0-1 0 0 0,1 1 0 0 0,0 0-1 0 0,0-1 1 0 0,1 1 0 0 0,0-1 0 0 0,0 1 0 0 0,1 0 0 0 0,3 13-1 0 0,8 17-10 0 0,1-1-1 0 0,2-1 0 0 0,2 0 0 0 0,28 47 0 0 0,-2-16-32 0 0,61 74-1 0 0,-78-111-84 0 0,0-1-1 0 0,2-2 1 0 0,1 0-1 0 0,2-2 0 0 0,0-1 1 0 0,41 23-1 0 0,-45-32-55 0 0,2-1-1 0 0,-1-2 1 0 0,2-1 0 0 0,-1-1-1 0 0,2-2 1 0 0,-1 0 0 0 0,1-3 0 0 0,40 5-1 0 0,-36-8 82 0 0,0-1 1 0 0,0-2-1 0 0,1-2 0 0 0,-1-1 0 0 0,42-9 0 0 0,-55 7 95 0 0,-1 0 0 0 0,-1-2-1 0 0,1-1 1 0 0,-1 0 0 0 0,-1-2-1 0 0,1 0 1 0 0,-2-1 0 0 0,1-1-1 0 0,26-23 1 0 0,-9 2 193 0 0,-1-1-1 0 0,-2-1 1 0 0,-2-2 0 0 0,-1-1-1 0 0,-2-1 1 0 0,33-61 0 0 0,-48 75 86 0 0,0-2 0 0 0,-2 1 0 0 0,-1-1 0 0 0,-2-1 0 0 0,0 0 0 0 0,-2 0 0 0 0,-1-1 0 0 0,-1 1 0 0 0,-2-1 0 0 0,-1 0 0 0 0,-4-57 0 0 0,0 71-201 0 0,1 0 0 0 0,-2-1 1 0 0,0 1-1 0 0,-1 0 0 0 0,-1 1 0 0 0,0-1 0 0 0,-1 1 0 0 0,-1 1 0 0 0,-12-19 0 0 0,6 14 8 0 0,0 0 0 0 0,-2 1-1 0 0,0 1 1 0 0,-1 0 0 0 0,-32-22 0 0 0,3 9 8 0 0,-1 2 0 0 0,-2 2 1 0 0,0 2-1 0 0,-84-26 0 0 0,84 32-107 0 0,-107-31-276 0 0,137 44 145 0 0,1 0-1 0 0,-1 1 1 0 0,0 1 0 0 0,0 1-1 0 0,0 1 1 0 0,-25 2-1 0 0,24 3-982 0 0,3 4-4152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55 222 1376 0 0,'1'-3'153'0'0,"-1"0"0"0"0,1 0 0 0 0,0 0 0 0 0,-1 0 0 0 0,0 0 0 0 0,0 0 0 0 0,0-1 0 0 0,0 1 0 0 0,0 0-1 0 0,-1 0 1 0 0,1 0 0 0 0,-1 0 0 0 0,0 0 0 0 0,-2-5 0 0 0,-18-42 1298 0 0,20 50-1420 0 0,0-4 178 0 0,-5-7 503 0 0,1 0 0 0 0,0 0 1 0 0,-3-15-1 0 0,7 24-528 0 0,0 0-1 0 0,1 0 1 0 0,-1 0 0 0 0,1 0 0 0 0,-1-1-1 0 0,1 1 1 0 0,0 0 0 0 0,0 0-1 0 0,0 0 1 0 0,0 0 0 0 0,0 0 0 0 0,1 0-1 0 0,-1 0 1 0 0,1 0 0 0 0,-1 0 0 0 0,1 0-1 0 0,0 0 1 0 0,0 0 0 0 0,0 0 0 0 0,0 0-1 0 0,0 0 1 0 0,0 0 0 0 0,0 1 0 0 0,0-1-1 0 0,1 0 1 0 0,2-2 0 0 0,-3 4-100 0 0,-1 0-1 0 0,1-1 1 0 0,-1 1 0 0 0,1 0-1 0 0,0 0 1 0 0,-1 0 0 0 0,1 0 0 0 0,-1 0-1 0 0,1 0 1 0 0,-1 0 0 0 0,1 0 0 0 0,-1 0-1 0 0,1 0 1 0 0,0 0 0 0 0,-1 0-1 0 0,1 1 1 0 0,-1-1 0 0 0,1 0 0 0 0,-1 0-1 0 0,1 0 1 0 0,-1 1 0 0 0,1-1-1 0 0,-1 0 1 0 0,0 1 0 0 0,1-1 0 0 0,-1 0-1 0 0,1 1 1 0 0,-1-1 0 0 0,0 0 0 0 0,1 1-1 0 0,-1-1 1 0 0,0 1 0 0 0,1-1-1 0 0,-1 1 1 0 0,0-1 0 0 0,0 1 0 0 0,1-1-1 0 0,-1 1 1 0 0,0-1 0 0 0,0 1 0 0 0,0-1-1 0 0,0 1 1 0 0,0 0 0 0 0,0-1-1 0 0,0 1 1 0 0,0 0 0 0 0,7 33 1060 0 0,-6-28-878 0 0,35 456 1866 0 0,-19-162-3571 0 0,-17-289 1091 0 0,0-7-87 0 0,1 0 0 0 0,-1 0 0 0 0,1 0 0 0 0,-1 0 0 0 0,1 0 0 0 0,3 7-1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0.3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89 3049 0 0,'-10'-2'380'0'0,"0"-1"1"0"0,0 1 0 0 0,0 1 0 0 0,0 0 0 0 0,0 1-1 0 0,0 0 1 0 0,-1 0 0 0 0,1 1 0 0 0,0 0 0 0 0,0 1-1 0 0,0 0 1 0 0,0 1 0 0 0,1 0 0 0 0,-1 0 0 0 0,1 1-1 0 0,-1 0 1 0 0,1 1 0 0 0,-11 7 0 0 0,7-3-131 0 0,0 0 1 0 0,1 0-1 0 0,0 2 1 0 0,0 0 0 0 0,1 0-1 0 0,1 1 1 0 0,0 0-1 0 0,0 0 1 0 0,2 2 0 0 0,-1-1-1 0 0,-6 16 1 0 0,14-28-251 0 0,1-1 1 0 0,-1 1-1 0 0,1-1 0 0 0,0 1 1 0 0,-1-1-1 0 0,1 1 1 0 0,0-1-1 0 0,0 1 0 0 0,-1 0 1 0 0,1-1-1 0 0,0 1 1 0 0,0-1-1 0 0,0 1 0 0 0,0 0 1 0 0,0-1-1 0 0,0 1 1 0 0,0-1-1 0 0,0 1 0 0 0,0 0 1 0 0,0-1-1 0 0,0 1 1 0 0,0-1-1 0 0,0 1 0 0 0,0 0 1 0 0,1-1-1 0 0,-1 1 1 0 0,0-1-1 0 0,0 1 0 0 0,1 0 1 0 0,15-4-67 0 0,20-20 0 0 0,73-84 569 0 0,-80 74-294 0 0,3 2-1 0 0,37-30 0 0 0,-63 56 43 0 0,0 1 0 0 0,1 0 1 0 0,-1 0-1 0 0,1 1 0 0 0,13-5 0 0 0,-18 7-124 0 0,0 0 1 0 0,0 1-1 0 0,0-1 0 0 0,0 1 0 0 0,0 0 1 0 0,0 0-1 0 0,0-1 0 0 0,1 1 1 0 0,-1 1-1 0 0,0-1 0 0 0,0 0 0 0 0,0 0 1 0 0,0 1-1 0 0,0 0 0 0 0,0-1 1 0 0,1 1-1 0 0,-1 0 0 0 0,-1 0 0 0 0,1 0 1 0 0,0 0-1 0 0,0 0 0 0 0,0 0 1 0 0,0 1-1 0 0,1 1 0 0 0,20 23 512 0 0,-1 2 1 0 0,-1 0-1 0 0,33 61 0 0 0,14 20-992 0 0,-56-93-819 0 0,0 0-1 0 0,1-1 1 0 0,1-1-1 0 0,22 19 1 0 0,-15-17-5420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1.0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10 3225 0 0,'-16'-10'11826'0'0,"10"39"-11297"0"0,1 0-1 0 0,1 1 1 0 0,1-1 0 0 0,2 1-1 0 0,3 41 1 0 0,-2 32-308 0 0,-72 558 92 0 0,5-77 584 0 0,23 167 862 0 0,30-165-531 0 0,8-485-755 0 0,5-82-1703 0 0,3-47-9268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0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2 920 0 0,'0'0'67'0'0,"-17"-1"2073"0"0,-9 1 2887 0 0,25 0-4905 0 0,1 1 0 0 0,-1-1 1 0 0,1 1-1 0 0,-1-1 0 0 0,0 1 1 0 0,1-1-1 0 0,-1 1 0 0 0,1-1 0 0 0,-1 1 1 0 0,1-1-1 0 0,0 1 0 0 0,-1 0 1 0 0,1-1-1 0 0,0 1 0 0 0,-1 0 1 0 0,1-1-1 0 0,0 1 0 0 0,0 0 0 0 0,-1-1 1 0 0,1 1-1 0 0,0 0 0 0 0,0 0 1 0 0,0-1-1 0 0,0 1 0 0 0,0 0 1 0 0,0 0-1 0 0,0-1 0 0 0,0 1 0 0 0,0 0 1 0 0,1 0-1 0 0,-1-1 0 0 0,0 1 1 0 0,1 1-1 0 0,17 115 1130 0 0,-5 1 0 0 0,-2 189-1 0 0,-10-250-886 0 0,1-35-363 0 0,-2 0-1 0 0,0-1 0 0 0,-1 1 0 0 0,-1 0 0 0 0,-1-1 1 0 0,-1 1-1 0 0,-10 31 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92 2304 0 0,'-11'1'399'0'0,"0"1"-1"0"0,0 0 0 0 0,-14 5 0 0 0,-10 10 4563 0 0,61-21-641 0 0,0 0-3400 0 0,77-15 1331 0 0,133-6-1 0 0,108 13-1376 0 0,-80 5-828 0 0,483 17 155 0 0,-596-2 312 0 0,0-6 0 0 0,0-7 1 0 0,179-29-1 0 0,-279 25-195 0 0,-3 0-26 0 0,68-3 0 0 0,-101 12-290 0 0,0 0 1 0 0,1 1-1 0 0,-1 1 1 0 0,0 0 0 0 0,0 1-1 0 0,0 0 1 0 0,0 1 0 0 0,23 11-1 0 0,-14-4-10 0 0,0-2-1 0 0,1 0 0 0 0,32 7 1 0 0,-47-14 6 0 0,-1 0 1 0 0,1-1-1 0 0,0 0 1 0 0,-1-1-1 0 0,1 0 1 0 0,0 0-1 0 0,0-1 1 0 0,-1 0 0 0 0,1-1-1 0 0,0 0 1 0 0,-1 0-1 0 0,10-5 1 0 0,-17 6-90 0 0,1 0-1 0 0,-1 0 1 0 0,0-1 0 0 0,0 1-1 0 0,0 0 1 0 0,0-1 0 0 0,0 0 0 0 0,0 1-1 0 0,0-1 1 0 0,0 0 0 0 0,-1 0 0 0 0,1 0-1 0 0,-1 0 1 0 0,0 0 0 0 0,2-4 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1664 67 920 0 0,'4'1'362'0'0,"1"-1"0"0"0,0 0 0 0 0,0 0 1 0 0,0-1-1 0 0,-1 1 0 0 0,1-1 0 0 0,0 0 0 0 0,-1 0 0 0 0,1-1 0 0 0,0 0 0 0 0,-1 1 0 0 0,0-1 0 0 0,1-1 0 0 0,-1 1 0 0 0,0-1 0 0 0,0 1 1 0 0,0-1-1 0 0,-1 0 0 0 0,1-1 0 0 0,-1 1 0 0 0,5-6 0 0 0,-8 9-318 0 0,0 0 0 0 0,0 0 0 0 0,0 0 0 0 0,0-1 0 0 0,0 1 0 0 0,1 0 1 0 0,-1 0-1 0 0,0 0 0 0 0,0 0 0 0 0,0 0 0 0 0,0 0 0 0 0,0-1 0 0 0,0 1 0 0 0,0 0 0 0 0,0 0 0 0 0,0 0 1 0 0,0 0-1 0 0,0 0 0 0 0,0 0 0 0 0,0-1 0 0 0,0 1 0 0 0,0 0 0 0 0,-1 0 0 0 0,1 0 0 0 0,0-1 397 0 0,0 1-397 0 0,-1 0 0 0 0,1 0 1 0 0,0 0-1 0 0,0 0 0 0 0,0 0 0 0 0,0-1 0 0 0,0 1 0 0 0,0 0 0 0 0,-1 0 0 0 0,1 0 0 0 0,0 0 0 0 0,0 0 1 0 0,0 0-1 0 0,0 0 0 0 0,-13-1 1574 0 0,-13 2 495 0 0,25-1-1949 0 0,-70 4 1927 0 0,-76-7 0 0 0,124 2-1823 0 0,-6 1-56 0 0,0 1 1 0 0,1 2-1 0 0,-50 10 0 0 0,-83 31 26 0 0,4-2 43 0 0,119-34-209 0 0,0-2 0 0 0,0-1 0 0 0,-43-1-1 0 0,57-5-59 0 0,1-1 0 0 0,0 0 0 0 0,-1-2 0 0 0,1-1 0 0 0,1 0 0 0 0,-31-13 0 0 0,-4-5 22 0 0,26 9 2 0 0,0 2-1 0 0,-1 1 0 0 0,0 1 0 0 0,-1 2 0 0 0,-36-4 1 0 0,20 9-36 0 0,-54 6 0 0 0,-40-2 0 0 0,118-6-1245 0 0,19 0 228 0 0,15-2 217 0 0,15 5-5417 0 0,-11 4 2845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161 199 2304 0 0,'-31'-11'749'0'0,"20"7"252"0"0,-1 0 0 0 0,0 0-1 0 0,0 1 1 0 0,-23-4 0 0 0,34 7-869 0 0,-1 0 0 0 0,0 0 0 0 0,0 0 1 0 0,0 0-1 0 0,1 0 0 0 0,-1 0 0 0 0,0 1 0 0 0,0-1 0 0 0,1 0 1 0 0,-1 1-1 0 0,0 0 0 0 0,0-1 0 0 0,1 1 0 0 0,-1 0 1 0 0,1 0-1 0 0,-1 0 0 0 0,1 0 0 0 0,-1 0 0 0 0,1 0 1 0 0,-1 0-1 0 0,1 1 0 0 0,0-1 0 0 0,0 0 0 0 0,0 1 0 0 0,0-1 1 0 0,0 1-1 0 0,0-1 0 0 0,0 1 0 0 0,0-1 0 0 0,0 1 1 0 0,1 0-1 0 0,-1 0 0 0 0,1-1 0 0 0,-1 1 0 0 0,1 0 0 0 0,0 0 1 0 0,0-1-1 0 0,0 1 0 0 0,0 2 0 0 0,1 11 58 0 0,0-1 0 0 0,2 1 0 0 0,0-1 0 0 0,0 0 0 0 0,1 0 0 0 0,1 0 0 0 0,13 26 1 0 0,-11-27-187 0 0,0 0 1 0 0,0-1-1 0 0,1 0 1 0 0,1 0 0 0 0,0 0-1 0 0,1-1 1 0 0,0-1 0 0 0,1 0-1 0 0,0 0 1 0 0,21 13 0 0 0,-28-20-11 0 0,1 0 0 0 0,0 0 0 0 0,0-1 1 0 0,0 1-1 0 0,1-1 0 0 0,-1-1 1 0 0,0 1-1 0 0,1-1 0 0 0,-1 0 1 0 0,1 0-1 0 0,0 0 0 0 0,-1-1 1 0 0,1 0-1 0 0,-1 0 0 0 0,1 0 0 0 0,0-1 1 0 0,-1 0-1 0 0,1 0 0 0 0,-1 0 1 0 0,1-1-1 0 0,-1 0 0 0 0,0 0 1 0 0,0 0-1 0 0,0-1 0 0 0,0 1 1 0 0,0-1-1 0 0,0-1 0 0 0,-1 1 1 0 0,1 0-1 0 0,5-7 0 0 0,2-2 128 0 0,-1 0 0 0 0,0-1 0 0 0,-1 0 0 0 0,0-1 0 0 0,-1 0 0 0 0,0-1 0 0 0,-1 0 0 0 0,-1 0 1 0 0,-1 0-1 0 0,0-1 0 0 0,-1 0 0 0 0,4-19 0 0 0,-7 25-62 0 0,-1 0 1 0 0,0 0 0 0 0,0 0-1 0 0,-1 0 1 0 0,0 0 0 0 0,-1 0-1 0 0,0 0 1 0 0,0 0-1 0 0,-1 0 1 0 0,-1 1 0 0 0,1-1-1 0 0,-2 0 1 0 0,1 1 0 0 0,-1 0-1 0 0,-1 0 1 0 0,0 0 0 0 0,0 1-1 0 0,0-1 1 0 0,-1 1 0 0 0,-1 0-1 0 0,-8-9 1 0 0,9 12 14 0 0,1 0 0 0 0,0 1-1 0 0,-1-1 1 0 0,0 1 0 0 0,0 0 0 0 0,-1 0 0 0 0,1 1 0 0 0,-1 0 0 0 0,1 0 0 0 0,-1 1 0 0 0,0 0 0 0 0,0 0 0 0 0,0 0-1 0 0,0 1 1 0 0,-1 0 0 0 0,1 0 0 0 0,-14 1 0 0 0,11 2 28 0 0,-1 0 0 0 0,1 0 0 0 0,0 1 0 0 0,-1 0 0 0 0,2 1 0 0 0,-1 0 0 0 0,0 1 0 0 0,1 0 0 0 0,0 0 0 0 0,0 1 0 0 0,-14 11 0 0 0,-28 32-1071 0 0,27-20-96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5.6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2152 16 5529 0 0,'-11'10'547'0'0,"-1"-1"0"0"0,0 0 0 0 0,-26 13-1 0 0,-1 1 238 0 0,31-16-100 0 0,-1-1-1 0 0,0-1 0 0 0,-1 1 0 0 0,0-1 0 0 0,0-1 0 0 0,0 0 0 0 0,0 0 0 0 0,0-1 0 0 0,-1 0 0 0 0,1-1 0 0 0,-1 0 0 0 0,-12 0 0 0 0,14-1-28 0 0,-13 0-506 0 0,21-1-69 0 0,1 0 0 0 0,-1 0 0 0 0,1-1 0 0 0,-1 1 0 0 0,1 0 0 0 0,-1 0 1 0 0,0 0-1 0 0,1 0 0 0 0,0 0 0 0 0,-1-1 0 0 0,1 1 0 0 0,-1 0 0 0 0,1 0 1 0 0,-1-1-1 0 0,1 1 0 0 0,-1 0 0 0 0,1-1 0 0 0,0 1 0 0 0,-1 0 0 0 0,1-1 1 0 0,0 1-1 0 0,-1-1 0 0 0,1 1 0 0 0,0-1 0 0 0,0 1 0 0 0,-1-1 0 0 0,1 1 1 0 0,0-1-1 0 0,0 1 0 0 0,0-1 0 0 0,-1 1 0 0 0,1-1 0 0 0,0 1 0 0 0,0-2 0 0 0,-4 2 1 0 0,-44-2 307 0 0,26 0-166 0 0,-37 1 0 0 0,3 8-123 0 0,-75 20 1 0 0,-39 5 45 0 0,-106-13-49 0 0,38-4-3 0 0,-127-2-82 0 0,340-15-11 0 0,0-1 0 0 0,0-1 0 0 0,0-2 0 0 0,1 0 0 0 0,0-2 0 0 0,-26-11 0 0 0,49 18-30 0 0,-1 0 1 0 0,1 0-1 0 0,-1 0 1 0 0,0 0 0 0 0,0 1-1 0 0,0-1 1 0 0,1 1-1 0 0,-1-1 1 0 0,0 1-1 0 0,0 0 1 0 0,0-1 0 0 0,0 1-1 0 0,0 0 1 0 0,0 0-1 0 0,0 1 1 0 0,1-1-1 0 0,-1 0 1 0 0,0 1 0 0 0,0-1-1 0 0,0 1 1 0 0,0-1-1 0 0,1 1 1 0 0,-1 0-1 0 0,0 0 1 0 0,1 0-1 0 0,-1 0 1 0 0,-2 1 0 0 0,1 0 25 0 0,0 0 1 0 0,0-1 0 0 0,0 0 0 0 0,0 0-1 0 0,0 0 1 0 0,0 0 0 0 0,0 0-1 0 0,0-1 1 0 0,-1 1 0 0 0,1-1 0 0 0,0 0-1 0 0,0 0 1 0 0,-6-1 0 0 0,-42-12-85 0 0,44 10 78 0 0,0 0 0 0 0,-1 1 1 0 0,1 0-1 0 0,-1 1 0 0 0,-9-1 1 0 0,14 2 9 0 0,0 0 0 0 0,0 0 0 0 0,0 0 0 0 0,-1 1 0 0 0,1-1 0 0 0,0 1 0 0 0,0 0 0 0 0,0-1 0 0 0,0 2 0 0 0,0-1 0 0 0,0 0 0 0 0,0 1 0 0 0,1-1 0 0 0,-1 1 0 0 0,0 0 0 0 0,1 0 0 0 0,-1 0 0 0 0,1 0 0 0 0,0 0 0 0 0,0 0 0 0 0,0 1 0 0 0,-2 2 1 0 0,1 0-2 0 0,0 0 0 0 0,1 1 0 0 0,0-1 0 0 0,1 0 0 0 0,-1 1 0 0 0,1-1 0 0 0,0 1 0 0 0,0 0 0 0 0,0-1 0 0 0,1 1 0 0 0,1 10 0 0 0,-2-11-2 0 0,1 0 0 0 0,1 1 1 0 0,-1-1-1 0 0,1 0 0 0 0,0 0 1 0 0,0 0-1 0 0,1 0 0 0 0,-1-1 0 0 0,1 1 1 0 0,0 0-1 0 0,0 0 0 0 0,1-1 0 0 0,-1 0 1 0 0,1 1-1 0 0,0-1 0 0 0,0 0 1 0 0,1 0-1 0 0,-1-1 0 0 0,1 1 0 0 0,0-1 1 0 0,0 1-1 0 0,0-1 0 0 0,0 0 0 0 0,0-1 1 0 0,1 1-1 0 0,-1-1 0 0 0,1 0 0 0 0,0 0 1 0 0,-1 0-1 0 0,1-1 0 0 0,0 0 1 0 0,0 0-1 0 0,0 0 0 0 0,0 0 0 0 0,1-1 1 0 0,-1 0-1 0 0,0 0 0 0 0,0 0 0 0 0,0 0 1 0 0,0-1-1 0 0,0 0 0 0 0,9-3 1 0 0,-5 1 8 0 0,-1 0 1 0 0,1 0-1 0 0,-1-1 1 0 0,0 0 0 0 0,0 0-1 0 0,0-1 1 0 0,0 0 0 0 0,-1 0-1 0 0,0-1 1 0 0,0 0 0 0 0,9-10-1 0 0,-8 6 14 0 0,0 0 0 0 0,0-1 0 0 0,-1 1 0 0 0,0-1 0 0 0,-1-1 1 0 0,0 1-1 0 0,-1-1 0 0 0,4-14 0 0 0,-6 17-4 0 0,-1 0 0 0 0,0 0 0 0 0,-1 0 0 0 0,1 0 0 0 0,-2 0 0 0 0,1 0 0 0 0,-1 0 0 0 0,-1-1 0 0 0,0 1 0 0 0,0 0 0 0 0,-4-12 0 0 0,3 14-10 0 0,0 1 1 0 0,-1 0-1 0 0,1 0 1 0 0,-2 1-1 0 0,1-1 0 0 0,0 0 1 0 0,-1 1-1 0 0,0 0 1 0 0,-1 0-1 0 0,1 0 1 0 0,-1 1-1 0 0,0-1 1 0 0,0 1-1 0 0,0 0 0 0 0,0 1 1 0 0,-1-1-1 0 0,-6-2 1 0 0,7 3 16 0 0,0 1 1 0 0,0 1-1 0 0,0-1 1 0 0,0 1-1 0 0,-1 0 1 0 0,1 0-1 0 0,0 1 1 0 0,0-1-1 0 0,0 1 1 0 0,-1 0 0 0 0,1 1-1 0 0,0-1 1 0 0,0 1-1 0 0,-1 0 1 0 0,1 0-1 0 0,-9 4 1 0 0,6-2-6 0 0,-1 1 0 0 0,1 1 0 0 0,0-1 1 0 0,0 1-1 0 0,0 1 0 0 0,1-1 0 0 0,-1 1 0 0 0,1 0 1 0 0,-9 11-1 0 0,11-10-14 0 0,0-1 0 0 0,0 1 0 0 0,0 0-1 0 0,1 0 1 0 0,0 0 0 0 0,1 1 0 0 0,-1 0 0 0 0,1-1 0 0 0,1 1 0 0 0,-4 14 0 0 0,6-17-5 0 0,-1-1 0 0 0,1 1 0 0 0,0 0 0 0 0,0 0 0 0 0,0 0 0 0 0,1-1 1 0 0,-1 1-1 0 0,1 0 0 0 0,0 0 0 0 0,1-1 0 0 0,-1 1 0 0 0,1-1 0 0 0,0 1 0 0 0,0-1 0 0 0,0 0 0 0 0,1 0 1 0 0,0 0-1 0 0,5 7 0 0 0,-7-9 0 0 0,1-1 0 0 0,-1 1 0 0 0,0-1 0 0 0,1 1 0 0 0,-1-1 0 0 0,1 0 0 0 0,0 1 0 0 0,0-1 0 0 0,-1 0 0 0 0,1 0 0 0 0,0 0 0 0 0,0 0 0 0 0,0-1 0 0 0,0 1 0 0 0,0 0 0 0 0,0-1 0 0 0,0 1 0 0 0,0-1 0 0 0,0 0 0 0 0,0 0 0 0 0,1 0 0 0 0,-1 0 0 0 0,0 0 0 0 0,0 0 0 0 0,0 0 0 0 0,0-1 0 0 0,0 1 0 0 0,0-1 0 0 0,0 0 1 0 0,0 1-1 0 0,0-1 0 0 0,0 0 0 0 0,0 0 0 0 0,-1 0 0 0 0,1-1 0 0 0,3-1 0 0 0,5-6-148 0 0,0 0 1 0 0,-1-1 0 0 0,0 0-1 0 0,14-21 1 0 0,0 1-985 0 0,-15 21 145 0 0,3-1-234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04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218 154 3225 0 0,'-9'-11'1186'0'0,"1"1"0"0"0,0-2 1 0 0,1 1-1 0 0,-10-20 0 0 0,-14-21 3816 0 0,28 46-4125 0 0,2 5-624 0 0,0-1 0 0 0,0 1 0 0 0,1-1 0 0 0,-1 1 0 0 0,0 0-1 0 0,0 0 1 0 0,0-1 0 0 0,0 1 0 0 0,-1 0 0 0 0,1 0 0 0 0,0 0 0 0 0,0 0-1 0 0,-1 0 1 0 0,1 0 0 0 0,0 1 0 0 0,-1-1 0 0 0,-2-1 241 0 0,2 9 1123 0 0,0 14-1524 0 0,-1-1 0 0 0,-1 1 0 0 0,-1-1 0 0 0,-1 0 1 0 0,-12 29-1 0 0,-10 36 108 0 0,15-34-210 0 0,2-1 1 0 0,3 1-1 0 0,2 1 1 0 0,0 84-1 0 0,6-132 19 0 0,0 0 0 0 0,1 0 0 0 0,-1 0 0 0 0,1 0 0 0 0,0 0 0 0 0,0 0 0 0 0,0 0 0 0 0,0 0-1 0 0,1 0 1 0 0,-1 0 0 0 0,1-1 0 0 0,0 1 0 0 0,0-1 0 0 0,1 1 0 0 0,-1-1 0 0 0,1 0 0 0 0,-1 0 0 0 0,6 5 0 0 0,-3-6-3 0 0,-1 1 0 0 0,0-1 1 0 0,1 0-1 0 0,-1 0 0 0 0,1 0 1 0 0,0 0-1 0 0,0-1 0 0 0,0 0 1 0 0,0 0-1 0 0,0 0 0 0 0,0-1 1 0 0,0 0-1 0 0,5 0 0 0 0,11-2 61 0 0,0-1 0 0 0,0 0 0 0 0,0-2 0 0 0,-1-1 0 0 0,37-14 0 0 0,17-11-255 0 0,67-25 772 0 0,-117 49-1575 0 0,0 0 1 0 0,1 2 0 0 0,-1 1 0 0 0,29-2 0 0 0,-20 3-3569 0 0,-19 0-747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04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78 5065 0 0,'0'-11'2039'0'0,"-1"-26"3416"0"0,1 36-5124 0 0,-1-1-1 0 0,1 0 0 0 0,0 1 0 0 0,-1-1 1 0 0,1 1-1 0 0,-1-1 0 0 0,0 1 0 0 0,1-1 1 0 0,-1 1-1 0 0,0 0 0 0 0,0-1 0 0 0,0 1 0 0 0,0 0 1 0 0,0 0-1 0 0,0-1 0 0 0,0 1 0 0 0,-1 0 1 0 0,1 0-1 0 0,-3-1 0 0 0,4 2-265 0 0,0 0 0 0 0,0-1 0 0 0,0 1 0 0 0,-1 0 0 0 0,1 0 0 0 0,0 0 0 0 0,0 0-1 0 0,0 0 1 0 0,-1 0 0 0 0,1 0 0 0 0,0 0 0 0 0,0 0 0 0 0,0 0 0 0 0,-1 0 0 0 0,1 0 0 0 0,0 0 0 0 0,0 0 0 0 0,0 0 0 0 0,-1 0 0 0 0,1 0 0 0 0,0 0-1 0 0,0 0 1 0 0,0 0 0 0 0,-1 1 0 0 0,1-1 0 0 0,0 0 0 0 0,0 0 0 0 0,0 0 0 0 0,0 0 0 0 0,-1 0 0 0 0,1 0 0 0 0,0 1 0 0 0,0-1 0 0 0,0 0-1 0 0,0 0 1 0 0,0 0 0 0 0,-1 0 0 0 0,1 1 0 0 0,0-1 0 0 0,-2 12 856 0 0,3 18-876 0 0,-1-27 144 0 0,3 353 326 0 0,-3-75-189 0 0,1-254-858 0 0,1 0 0 0 0,1 0 0 0 0,12 45 0 0 0,-6-43-7238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05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54 149 200 0 0,'-11'2'1441'0'0,"8"-1"-913"0"0,1 0 1 0 0,-1 0-1 0 0,1 0 0 0 0,-1-1 0 0 0,0 1 0 0 0,1-1 0 0 0,-1 0 0 0 0,0 0 1 0 0,0 0-1 0 0,1 0 0 0 0,-1 0 0 0 0,0 0 0 0 0,-4-2 0 0 0,7 1-347 0 0,0-1-1 0 0,0 1 1 0 0,0 0-1 0 0,0-1 0 0 0,0 1 1 0 0,0 0-1 0 0,0 0 1 0 0,0-1-1 0 0,1 1 1 0 0,-1 0-1 0 0,1 0 1 0 0,-1-1-1 0 0,1 1 0 0 0,-1 0 1 0 0,1 0-1 0 0,-1 0 1 0 0,1 0-1 0 0,0 0 1 0 0,0-1-1 0 0,0 2 0 0 0,1-3 1 0 0,20-21 1292 0 0,-12 14-1253 0 0,0 0 1 0 0,1 1-1 0 0,1 0 1 0 0,-1 1-1 0 0,1 0 1 0 0,1 1-1 0 0,-1 1 1 0 0,1 0-1 0 0,1 0 1 0 0,-1 1-1 0 0,1 1 1 0 0,-1 0-1 0 0,1 1 1 0 0,1 1-1 0 0,-1 0 1 0 0,0 0-1 0 0,17 2 1 0 0,-29 0-206 0 0,1 0 1 0 0,-1 0 0 0 0,1 0-1 0 0,-1 1 1 0 0,1-1 0 0 0,0 1-1 0 0,-1-1 1 0 0,1 1 0 0 0,-1 0 0 0 0,0 0-1 0 0,1 0 1 0 0,-1 0 0 0 0,0 1-1 0 0,0-1 1 0 0,1 1 0 0 0,-1-1-1 0 0,0 1 1 0 0,-1 0 0 0 0,1 0-1 0 0,0-1 1 0 0,0 1 0 0 0,-1 1 0 0 0,1-1-1 0 0,-1 0 1 0 0,0 0 0 0 0,1 0-1 0 0,-1 1 1 0 0,0-1 0 0 0,-1 1-1 0 0,1-1 1 0 0,0 1 0 0 0,-1-1-1 0 0,1 1 1 0 0,-1-1 0 0 0,0 1 0 0 0,0 0-1 0 0,0-1 1 0 0,0 1 0 0 0,0-1-1 0 0,0 1 1 0 0,-2 3 0 0 0,-1 12-37 0 0,-2 1 1 0 0,0-2-1 0 0,0 1 1 0 0,-14 27-1 0 0,13-33-10 0 0,-9 20-108 0 0,9-20 84 0 0,0 1-1 0 0,1 0 1 0 0,0 0-1 0 0,-3 15 1 0 0,8-27 53 0 0,0-1 0 0 0,0 1 0 0 0,0 0 0 0 0,0 0 1 0 0,0 0-1 0 0,0-1 0 0 0,0 1 0 0 0,0 0 0 0 0,0 0 0 0 0,0 0 0 0 0,1-1 0 0 0,-1 1 0 0 0,0 0 1 0 0,0 0-1 0 0,1 0 0 0 0,-1-1 0 0 0,0 1 0 0 0,1 0 0 0 0,-1-1 0 0 0,1 1 0 0 0,-1 0 0 0 0,1-1 1 0 0,-1 1-1 0 0,1-1 0 0 0,0 1 0 0 0,-1-1 0 0 0,1 1 0 0 0,0-1 0 0 0,-1 1 0 0 0,1-1 1 0 0,0 0-1 0 0,-1 1 0 0 0,1-1 0 0 0,0 0 0 0 0,0 1 0 0 0,0-1 0 0 0,-1 0 0 0 0,1 0 0 0 0,0 0 1 0 0,0 0-1 0 0,1 0 0 0 0,42-3 111 0 0,-28 1 21 0 0,-8 3-116 0 0,-1-1 1 0 0,1 1-1 0 0,-1 0 0 0 0,1 1 0 0 0,-1 0 1 0 0,0 0-1 0 0,0 1 0 0 0,0 0 0 0 0,0 0 1 0 0,0 0-1 0 0,-1 1 0 0 0,1 0 0 0 0,-1 1 1 0 0,0-1-1 0 0,0 1 0 0 0,-1 0 0 0 0,0 1 1 0 0,1-1-1 0 0,-2 1 0 0 0,1 0 0 0 0,-1 0 1 0 0,0 0-1 0 0,0 1 0 0 0,0 0 0 0 0,-1-1 1 0 0,0 1-1 0 0,-1 1 0 0 0,1-1 0 0 0,-1 0 1 0 0,-1 0-1 0 0,2 15 0 0 0,-3-16 75 0 0,-1-1 0 0 0,0 1 1 0 0,-1 0-1 0 0,1-1 0 0 0,-1 1 0 0 0,0-1 0 0 0,0 0 1 0 0,-1 0-1 0 0,1 1 0 0 0,-1-2 0 0 0,0 1 0 0 0,-1 0 1 0 0,-6 7-1 0 0,-7 6 387 0 0,-35 30 1 0 0,42-40-450 0 0,-54 40-21 0 0,10-10-3812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2 227 5065 0 0,'-1'4'543'0'0,"1"-3"-382"0"0,0 0 1 0 0,0 0 0 0 0,-1 1 0 0 0,1-1-1 0 0,0 0 1 0 0,0 0 0 0 0,0 0 0 0 0,0 1-1 0 0,0-1 1 0 0,0 0 0 0 0,1 0 0 0 0,-1 1-1 0 0,0-1 1 0 0,1 0 0 0 0,-1 0 0 0 0,1 0-1 0 0,-1 0 1 0 0,1 0 0 0 0,-1 1 0 0 0,1-1-1 0 0,0 0 1 0 0,-1 0 0 0 0,1-1 0 0 0,0 1-1 0 0,0 0 1 0 0,0 0 0 0 0,0 0 0 0 0,0 0-1 0 0,0-1 1 0 0,0 1 0 0 0,0 0 0 0 0,0-1-1 0 0,0 1 1 0 0,0-1 0 0 0,0 1-1 0 0,1-1 1 0 0,-1 0 0 0 0,0 0 0 0 0,0 1-1 0 0,1-1 1 0 0,-1 0 0 0 0,1 0 0 0 0,14 1 471 0 0,0-1 0 0 0,-1 0 0 0 0,1-1 0 0 0,26-6 0 0 0,27-1 201 0 0,28 1 92 0 0,0-5 0 0 0,156-39 0 0 0,136-13 728 0 0,-227 41-995 0 0,241-21-44 0 0,-65 9-246 0 0,-235 25-355 0 0,171 4 0 0 0,105 29 26 0 0,-248-13-36 0 0,412 15 60 0 0,-135 9-222 0 0,-137-5 10 0 0,-134-18-499 0 0,297 8 204 0 0,-307-13-860 0 0,-17 0-1890 0 0,-85-6 1723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16 6913 0 0,'-2'-2'566'0'0,"0"0"0"0"0,-1 1 0 0 0,1-1 0 0 0,0 1-1 0 0,-1-1 1 0 0,1 1 0 0 0,-1 0 0 0 0,1 0 0 0 0,-1 1-1 0 0,0-1 1 0 0,1 0 0 0 0,-1 1 0 0 0,0-1 0 0 0,1 1-1 0 0,-6 0 1 0 0,7 3-254 0 0,0 0 0 0 0,1 0 0 0 0,-1 1 0 0 0,1-1 0 0 0,0 0 0 0 0,0 0 0 0 0,0 0 1 0 0,0 0-1 0 0,0 0 0 0 0,2 4 0 0 0,-2-1-27 0 0,7 254 1782 0 0,-7-129-1804 0 0,34 243 0 0 0,22-92 154 0 0,24 147-184 0 0,-66-327-229 0 0,-5 0 1 0 0,-4 128 0 0 0,-12-94-35 0 0,3 315-1047 0 0,6-417-727 0 0,2-3-5439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72 2304 0 0,'1'-14'122'0'0,"-1"9"125"0"0,1 0 0 0 0,-1 0 0 0 0,0 0 0 0 0,0 0 1 0 0,-1 0-1 0 0,-1-7 0 0 0,2 11-173 0 0,-1 0 1 0 0,1 0 0 0 0,-1 0-1 0 0,1 0 1 0 0,-1 1 0 0 0,1-1-1 0 0,-1 0 1 0 0,0 0 0 0 0,1 1-1 0 0,-1-1 1 0 0,0 0 0 0 0,1 1-1 0 0,-1-1 1 0 0,0 0 0 0 0,0 1 0 0 0,0-1-1 0 0,0 1 1 0 0,1 0 0 0 0,-1-1-1 0 0,0 1 1 0 0,0 0 0 0 0,0-1-1 0 0,0 1 1 0 0,0 0 0 0 0,0 0-1 0 0,0 0 1 0 0,0 0 0 0 0,0 0-1 0 0,0 0 1 0 0,0 0 0 0 0,0 0-1 0 0,0 0 1 0 0,0 0 0 0 0,0 1-1 0 0,0-1 1 0 0,0 0 0 0 0,0 1 0 0 0,0-1-1 0 0,1 1 1 0 0,-3 0 0 0 0,-6 3 491 0 0,0 1 0 0 0,0-1 0 0 0,0 2 0 0 0,1-1 1 0 0,-16 14-1 0 0,-39 41 2141 0 0,47-43-1890 0 0,-1-1 25 0 0,-34 37 1162 0 0,48-49-1814 0 0,-1 0 0 0 0,1 1 0 0 0,0-1 0 0 0,0 1 0 0 0,1 0 0 0 0,-1-1 0 0 0,1 1 0 0 0,0 0 0 0 0,0 0 0 0 0,-1 9 0 0 0,3-13-148 0 0,0 0 1 0 0,0 0 0 0 0,1 1 0 0 0,-1-1-1 0 0,0 0 1 0 0,1 0 0 0 0,-1 1-1 0 0,1-1 1 0 0,-1 0 0 0 0,1 0-1 0 0,0 0 1 0 0,-1 0 0 0 0,1 0-1 0 0,0 0 1 0 0,0 0 0 0 0,0 0 0 0 0,0 0-1 0 0,0 0 1 0 0,0 0 0 0 0,0 0-1 0 0,0-1 1 0 0,0 1 0 0 0,0 0-1 0 0,0-1 1 0 0,2 1 0 0 0,37 15 519 0 0,-28-12-617 0 0,18 7 7 0 0,1-1-225 0 0,38 20-1 0 0,-61-26 232 0 0,-1 0-1 0 0,1 0 0 0 0,-1 1 0 0 0,0 0 0 0 0,-1 0 0 0 0,0 1 0 0 0,1 0 0 0 0,-2 0 0 0 0,1 1 0 0 0,5 8 1 0 0,-9-12 42 0 0,0 1 1 0 0,-1-1 0 0 0,0 1-1 0 0,1 0 1 0 0,-1-1 0 0 0,-1 1-1 0 0,1 0 1 0 0,0 0 0 0 0,-1-1-1 0 0,0 1 1 0 0,0 0 0 0 0,0 0-1 0 0,-1 0 1 0 0,1 0 0 0 0,-1-1-1 0 0,0 1 1 0 0,-1 4 0 0 0,-4 9 6 0 0,0-1 1 0 0,-14 25-1 0 0,6-13 157 0 0,-9 19-498 0 0,-21 50-634 0 0,41-88 812 0 0,0 1 1 0 0,0-1-1 0 0,1 1 1 0 0,0-1-1 0 0,1 1 1 0 0,0 0-1 0 0,0 0 1 0 0,2 11-1 0 0,-1-19 145 0 0,0 1-1 0 0,1-1 0 0 0,-1 0 0 0 0,1 1 0 0 0,0-1 1 0 0,0 0-1 0 0,0 1 0 0 0,0-1 0 0 0,0 0 0 0 0,0 0 1 0 0,1 0-1 0 0,-1 0 0 0 0,1 0 0 0 0,-1-1 0 0 0,1 1 0 0 0,0 0 1 0 0,0-1-1 0 0,-1 1 0 0 0,1-1 0 0 0,0 1 0 0 0,1-1 1 0 0,-1 0-1 0 0,0 0 0 0 0,0 0 0 0 0,0 0 0 0 0,1 0 1 0 0,-1-1-1 0 0,0 1 0 0 0,1-1 0 0 0,-1 1 0 0 0,1-1 1 0 0,-1 0-1 0 0,0 0 0 0 0,5 0 0 0 0,9-1 97 0 0,1-1 0 0 0,-1 0 0 0 0,0 0 0 0 0,16-7 0 0 0,-16 6 67 0 0,-13 2-124 0 0,13-3 185 0 0,0 0-1 0 0,0 2 1 0 0,0 0-1 0 0,0 0 0 0 0,20 2 1 0 0,-33 0-159 0 0,0 0 1 0 0,-1 1-1 0 0,1-1 1 0 0,0 1-1 0 0,0-1 1 0 0,0 1-1 0 0,0 0 1 0 0,-1 0-1 0 0,1 0 1 0 0,0 1-1 0 0,-1-1 1 0 0,1 1-1 0 0,-1-1 1 0 0,0 1-1 0 0,1 0 0 0 0,-1 0 1 0 0,0 0-1 0 0,0 0 1 0 0,0 0-1 0 0,0 0 1 0 0,-1 1-1 0 0,1-1 1 0 0,0 1-1 0 0,-1-1 1 0 0,0 1-1 0 0,0-1 1 0 0,0 1-1 0 0,0 0 1 0 0,0 0-1 0 0,0 0 1 0 0,-1-1-1 0 0,1 1 1 0 0,-1 0-1 0 0,0 0 0 0 0,0 0 1 0 0,0 4-1 0 0,-1 8 44 0 0,0-1 0 0 0,-1 0-1 0 0,-1-1 1 0 0,0 1-1 0 0,-1 0 1 0 0,0-1 0 0 0,-8 15-1 0 0,-48 87-14 0 0,58-111-82 0 0,-37 57-2 0 0,28-46-140 0 0,0 0 0 0 0,1 1 0 0 0,1 0 0 0 0,1 1-1 0 0,0 0 1 0 0,1 0 0 0 0,-5 21 0 0 0,11-35 7 0 0,1-1-1 0 0,0 1 1 0 0,0 0-1 0 0,0 0 1 0 0,0 0-1 0 0,0-1 1 0 0,1 1-1 0 0,-1 0 1 0 0,1 0-1 0 0,-1-1 1 0 0,1 1-1 0 0,0 0 1 0 0,0-1-1 0 0,0 1 1 0 0,3 4-1 0 0,-2-5-558 0 0,0 0 0 0 0,0 0 0 0 0,0 0-1 0 0,0 0 1 0 0,0 0 0 0 0,0 0-1 0 0,0 0 1 0 0,0 0 0 0 0,6 2-1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5065 0 0,'-4'14'1990'0'0,"-1"0"-1"0"0,2 0 1 0 0,0 1 0 0 0,0-1 0 0 0,1 20-1 0 0,2 79 3960 0 0,1-51-6233 0 0,3 241 536 0 0,-13 396 457 0 0,-13 379-629 0 0,11-829 217 0 0,1-100-726 0 0,8-131 79 0 0,1-9-284 0 0,1 1 1 0 0,0-1-1 0 0,0 1 1 0 0,0-1-1 0 0,3 13 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5529 0 0,'19'-5'2567'0'0,"96"-22"4498"0"0,-71 15-6280 0 0,-1 1-1 0 0,2 3 1 0 0,59-3 0 0 0,-52 9-637 0 0,80 0 786 0 0,255-37 0 0 0,32-14 375 0 0,4 35-521 0 0,-36 17-579 0 0,-194 2-82 0 0,358 37 98 0 0,-405-24-167 0 0,241 44 28 0 0,-158-20-55 0 0,-205-33-639 0 0,-1 1 1 0 0,0 1-1 0 0,0 1 1 0 0,-1 1-1 0 0,0 1 1 0 0,25 15-1 0 0,-31-18-4174 0 0,-1 0-1314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6449 0 0,'-10'0'1011'0'0,"8"0"-339"0"0,-1-1 0 0 0,1 1-1 0 0,0 0 1 0 0,0 0 0 0 0,0 0 0 0 0,0 1 0 0 0,0-1-1 0 0,0 0 1 0 0,0 1 0 0 0,-1 0 0 0 0,1-1-1 0 0,-2 2 1 0 0,3 0-431 0 0,0-1 0 0 0,0 0 0 0 0,1 1 0 0 0,-1-1 0 0 0,1 1 0 0 0,-1-1 0 0 0,1 1 0 0 0,0-1 0 0 0,-1 1-1 0 0,1-1 1 0 0,0 1 0 0 0,0-1 0 0 0,0 1 0 0 0,0-1 0 0 0,0 1 0 0 0,0-1 0 0 0,1 1 0 0 0,-1-1 0 0 0,0 1 0 0 0,2 2 0 0 0,34 315 1402 0 0,-31-208-1624 0 0,25 338 55 0 0,-22-376-72 0 0,39 399 66 0 0,-32 3 3 0 0,-20-167 48 0 0,-4 121 53 0 0,9-258-2304 0 0,0-143-5514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873 10 5985 0 0,'-13'-3'894'0'0,"-1"0"0"0"0,0 1 0 0 0,0 1 0 0 0,0 0 0 0 0,-1 1 0 0 0,1 1 0 0 0,0 0-1 0 0,0 1 1 0 0,-26 6 0 0 0,21-2-302 0 0,0 1 0 0 0,0 1-1 0 0,1 0 1 0 0,0 2 0 0 0,0 0 0 0 0,-19 15-1 0 0,-1 6-160 0 0,2 1 0 0 0,1 1 0 0 0,2 3 1 0 0,2 0-1 0 0,-28 42 0 0 0,14-11-377 0 0,3 1 0 0 0,3 2 0 0 0,3 1 1 0 0,3 3-1 0 0,4 0 0 0 0,3 2 0 0 0,3 1 0 0 0,-22 133 1 0 0,40-165-87 0 0,2 1 1 0 0,2 0-1 0 0,2 0 1 0 0,2 0-1 0 0,2 0 1 0 0,2-1-1 0 0,2 0 1 0 0,2 0-1 0 0,2-1 1 0 0,2 0 0 0 0,1-2-1 0 0,3 0 1 0 0,1 0-1 0 0,31 45 1 0 0,-31-59-41 0 0,1 0 0 0 0,1-1 0 0 0,1-2 0 0 0,1 0 0 0 0,2-1 0 0 0,0-2 0 0 0,52 33 0 0 0,-45-34-7 0 0,2-2 0 0 0,0-1 0 0 0,1-2 0 0 0,1-1 0 0 0,0-2 0 0 0,61 12 0 0 0,-74-21 123 0 0,1 0 0 0 0,-1-2 0 0 0,0-1 0 0 0,1-1 0 0 0,-1-1-1 0 0,0-2 1 0 0,0 0 0 0 0,0-1 0 0 0,40-13 0 0 0,-35 7 95 0 0,1-2-1 0 0,-2-1 1 0 0,0-2 0 0 0,-1 0 0 0 0,0-2 0 0 0,47-39 0 0 0,-39 24 9 0 0,0-2 1 0 0,-3-2 0 0 0,-1-1-1 0 0,-1-1 1 0 0,-2-2-1 0 0,-2 0 1 0 0,-2-2 0 0 0,-2-1-1 0 0,32-84 1 0 0,-43 94-70 0 0,-1-1 0 0 0,-2-1 0 0 0,-1 1 0 0 0,-2-1 1 0 0,-1 0-1 0 0,-2-1 0 0 0,-2-39 0 0 0,-3 44-65 0 0,0 1 0 0 0,-3 0 0 0 0,0 0 1 0 0,-2 0-1 0 0,-1 1 0 0 0,-2 0 0 0 0,0 1 0 0 0,-24-42 0 0 0,14 36-8 0 0,0 2 0 0 0,-2 0 0 0 0,-1 2 0 0 0,-2 1 0 0 0,-1 0 0 0 0,-1 2 0 0 0,-1 2 0 0 0,-1 0 0 0 0,-1 2 0 0 0,-2 1 0 0 0,-36-18 0 0 0,54 32-10 0 0,-166-81-384 0 0,160 80 311 0 0,0 1 1 0 0,-1 2-1 0 0,0 0 1 0 0,0 1-1 0 0,0 1 1 0 0,-40-2-1 0 0,55 6-206 0 0,0 0 0 0 0,1 1 0 0 0,-1 0 0 0 0,0 0 0 0 0,1 0 0 0 0,-1 1 0 0 0,-6 2 0 0 0,-9 7-7335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70 2761 0 0,'-33'-69'16253'0'0,"49"99"-14568"0"0,-4 29-1263 0 0,-2 1 0 0 0,5 119 0 0 0,0 9 42 0 0,-3-123-447 0 0,-6-39-51 0 0,-2 0-1 0 0,2 39 0 0 0,-6-65-19 0 0,0 0-55 0 0,0 1 0 0 0,0-1 0 0 0,0 0 0 0 0,0 1 1 0 0,1-1-1 0 0,-2 1 0 0 0,1-1 0 0 0,0 0 0 0 0,0 1 0 0 0,0-1 1 0 0,0 1-1 0 0,0-1 0 0 0,0 0 0 0 0,0 1 0 0 0,0-1 1 0 0,0 1-1 0 0,-1-1 0 0 0,1 0 0 0 0,0 1 0 0 0,0-1 0 0 0,-1 0 1 0 0,1 1-1 0 0,0-1 0 0 0,0 0 0 0 0,-1 0 0 0 0,0 1 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415 166 3209 0 0,'3'-16'117'0'0,"0"0"1"0"0,0-29 0 0 0,-3 38 46 0 0,-1 1 0 0 0,1-1 0 0 0,-1 1 0 0 0,0-1 0 0 0,-1 1 0 0 0,1 0-1 0 0,-1-1 1 0 0,0 1 0 0 0,-6-10 0 0 0,8 15-31 0 0,-1 0 1 0 0,0 0-1 0 0,0 0 1 0 0,1 0-1 0 0,-1 0 0 0 0,0 0 1 0 0,0 0-1 0 0,0 1 1 0 0,0-1-1 0 0,0 0 0 0 0,0 0 1 0 0,0 1-1 0 0,0-1 0 0 0,0 1 1 0 0,-1-1-1 0 0,1 1 1 0 0,0-1-1 0 0,0 1 0 0 0,0 0 1 0 0,-1 0-1 0 0,1 0 0 0 0,0-1 1 0 0,0 1-1 0 0,-1 0 1 0 0,1 0-1 0 0,0 1 0 0 0,0-1 1 0 0,-1 0-1 0 0,1 0 1 0 0,0 1-1 0 0,0-1 0 0 0,0 0 1 0 0,-1 1-1 0 0,1-1 0 0 0,0 1 1 0 0,0 0-1 0 0,-2 1 1 0 0,-5 3 459 0 0,0 0 0 0 0,0 1 1 0 0,-12 13-1 0 0,13-13-229 0 0,-68 66 820 0 0,3 2-1 0 0,-64 87 1 0 0,133-157-1124 0 0,0 0 0 0 0,0 0 0 0 0,0 0 0 0 0,0 0 0 0 0,1 1 0 0 0,-1 0 0 0 0,1-1 0 0 0,0 1 0 0 0,1 0 0 0 0,-3 8 0 0 0,4-12-66 0 0,0-1 0 0 0,1 1 0 0 0,-1-1 0 0 0,0 0-1 0 0,0 1 1 0 0,0-1 0 0 0,1 0 0 0 0,-1 1 0 0 0,0-1 0 0 0,1 0-1 0 0,-1 1 1 0 0,0-1 0 0 0,1 0 0 0 0,-1 0 0 0 0,0 1 0 0 0,1-1-1 0 0,-1 0 1 0 0,1 0 0 0 0,-1 0 0 0 0,0 0 0 0 0,1 0-1 0 0,-1 1 1 0 0,1-1 0 0 0,-1 0 0 0 0,0 0 0 0 0,1 0 0 0 0,-1 0-1 0 0,1 0 1 0 0,-1 0 0 0 0,1 0 0 0 0,-1 0 0 0 0,0 0 0 0 0,1-1-1 0 0,-1 1 1 0 0,1 0 0 0 0,-1 0 0 0 0,0 0 0 0 0,1 0 0 0 0,-1 0-1 0 0,0-1 1 0 0,1 1 0 0 0,-1 0 0 0 0,1 0 0 0 0,-1-1-1 0 0,1 1 1 0 0,18-11-356 0 0,15-17 711 0 0,-2-3 1 0 0,-1 0 0 0 0,53-71 0 0 0,30-31 2499 0 0,-112 131-2784 0 0,1 0-1 0 0,-1 0 0 0 0,1 0 0 0 0,-1 0 0 0 0,1 0 0 0 0,0 1 0 0 0,-1-1 0 0 0,1 1 0 0 0,0 0 0 0 0,0 0 0 0 0,0 0 0 0 0,0 0 0 0 0,0 0 0 0 0,0 1 0 0 0,0 0 1 0 0,1-1-1 0 0,-1 1 0 0 0,0 0 0 0 0,0 0 0 0 0,0 1 0 0 0,0-1 0 0 0,0 1 0 0 0,0-1 0 0 0,0 1 0 0 0,0 0 0 0 0,0 0 0 0 0,0 1 0 0 0,0-1 0 0 0,0 0 1 0 0,0 1-1 0 0,2 2 0 0 0,9 5 21 0 0,0 2 0 0 0,0 0 1 0 0,-1 0-1 0 0,15 19 0 0 0,-22-24-92 0 0,23 27 55 0 0,33 51-1 0 0,-42-55-177 0 0,2 0 1 0 0,0-2-1 0 0,31 29 0 0 0,3-9-2126 0 0,-27-24-5191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2504 36 920 0 0,'0'-2'52'0'0,"0"0"0"0"0,0 0-1 0 0,0 0 1 0 0,-1 0 0 0 0,1 1 0 0 0,0-1 0 0 0,-1 0-1 0 0,1 0 1 0 0,-1 0 0 0 0,0 1 0 0 0,1-1-1 0 0,-1 0 1 0 0,-2-2 0 0 0,2 3 72 0 0,1 0 0 0 0,-1 1 1 0 0,0-1-1 0 0,1 1 1 0 0,-1-1-1 0 0,0 1 0 0 0,1-1 1 0 0,-1 1-1 0 0,0-1 0 0 0,0 1 1 0 0,0 0-1 0 0,1 0 0 0 0,-1-1 1 0 0,0 1-1 0 0,0 0 0 0 0,0 0 1 0 0,0 0-1 0 0,0 0 0 0 0,0 0 1 0 0,-1 0-1 0 0,-1 0 215 0 0,1 1 1 0 0,0 0-1 0 0,0 0 1 0 0,-1-1-1 0 0,1 1 1 0 0,0 1-1 0 0,0-1 1 0 0,0 0-1 0 0,0 1 0 0 0,0-1 1 0 0,0 1-1 0 0,1-1 1 0 0,-1 1-1 0 0,0 0 1 0 0,1-1-1 0 0,-1 1 1 0 0,1 0-1 0 0,0 0 1 0 0,-2 4-1 0 0,-1 3 587 0 0,0 1-1 0 0,1-1 1 0 0,0 1-1 0 0,1 0 1 0 0,0 0-1 0 0,0 0 1 0 0,0 19-1 0 0,7 74 2156 0 0,0-46-2610 0 0,21 716-91 0 0,-7-149-84 0 0,-21-396-131 0 0,6 122 78 0 0,-6-203-194 0 0,2-147-51 0 0,0 0 1 0 0,0 0-1 0 0,0 0 0 0 0,0 0 0 0 0,0 0 0 0 0,1 0 1 0 0,-1 0-1 0 0,0 0 0 0 0,0-1 0 0 0,0 1 0 0 0,0 0 1 0 0,0 0-1 0 0,0 0 0 0 0,0 0 0 0 0,0 0 0 0 0,0 0 1 0 0,0 0-1 0 0,0 0 0 0 0,0 0 0 0 0,0 0 1 0 0,0 0-1 0 0,1 0 0 0 0,-1 0 0 0 0,0 0 0 0 0,0 0 1 0 0,0 0-1 0 0,0 0 0 0 0,0 0 0 0 0,0 0 0 0 0,0 0 1 0 0,0 0-1 0 0,0 0 0 0 0,0 0 0 0 0,0 0 0 0 0,1 0 1 0 0,-1 0-1 0 0,0 0 0 0 0,0 0 0 0 0,0 0 0 0 0,0 0 1 0 0,0 0-1 0 0,0 0 0 0 0,0 0 0 0 0,0 0 0 0 0,0 1 1 0 0,0-1-1 0 0,0 0 0 0 0,0 0 0 0 0,2-7-274 0 0,-8 4 285 0 0,0 1-1 0 0,0 0 1 0 0,0 0-1 0 0,0 1 1 0 0,0-1-1 0 0,0 1 1 0 0,-1 1 0 0 0,1-1-1 0 0,-10 1 1 0 0,3 2 51 0 0,0 0 0 0 0,0 0 0 0 0,0 1 1 0 0,-12 5-1 0 0,11-4-44 0 0,1 0 0 0 0,-1-1 0 0 0,1-1 1 0 0,-1 0-1 0 0,0-1 0 0 0,0-1 0 0 0,1 0 0 0 0,-18-2 0 0 0,-7-4 55 0 0,-59-18-1 0 0,58 13-60 0 0,-9 0-17 0 0,-1 2 1 0 0,0 2-1 0 0,-62 0 1 0 0,-151 13-37 0 0,108-1 32 0 0,103-4 7 0 0,0 2 0 0 0,-1 2 0 0 0,2 3 0 0 0,-1 2 0 0 0,-68 22 0 0 0,63-12-12 0 0,-154 47-233 0 0,179-60 253 0 0,0-1 0 0 0,-1-2 0 0 0,0-1 0 0 0,-63-1 0 0 0,48-5-152 0 0,0 1 1 0 0,0 3 0 0 0,0 2 0 0 0,1 3 0 0 0,-67 15 0 0 0,0 3-3695 0 0,93-20-2887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8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155 266 3457 0 0,'-9'0'315'0'0,"0"0"-1"0"0,0-1 1 0 0,0 0 0 0 0,0 0 0 0 0,-14-5 0 0 0,18 5 152 0 0,0-1 1 0 0,1-1-1 0 0,0 1 0 0 0,-1-1 1 0 0,1 0-1 0 0,0 1 1 0 0,0-2-1 0 0,0 1 0 0 0,1 0 1 0 0,-1-1-1 0 0,-4-6 0 0 0,3 3-229 0 0,1 2 156 0 0,0 1-1 0 0,1-1 0 0 0,0 0 1 0 0,0 0-1 0 0,0 0 0 0 0,-3-8 0 0 0,6 11-247 0 0,-1 0 0 0 0,1 0 0 0 0,0 0 0 0 0,-1 0 0 0 0,1 0 0 0 0,0 0 0 0 0,1 0 0 0 0,-1 0 0 0 0,0-1 0 0 0,1 1 0 0 0,-1 0-1 0 0,1 0 1 0 0,-1 0 0 0 0,1 0 0 0 0,0 0 0 0 0,0 1 0 0 0,0-1 0 0 0,0 0 0 0 0,0 0 0 0 0,0 0 0 0 0,3-2 0 0 0,6-7 311 0 0,1-1 0 0 0,0 1 0 0 0,1 1 0 0 0,0 0 0 0 0,1 1 0 0 0,24-14 0 0 0,-27 18-324 0 0,0 0 0 0 0,1 0 0 0 0,-1 1 0 0 0,1 0 0 0 0,0 1 0 0 0,0 0 0 0 0,0 1 0 0 0,0 0 0 0 0,1 1 0 0 0,11 0 0 0 0,-18 1-119 0 0,0 1 0 0 0,1-1 1 0 0,-1 2-1 0 0,0-1 0 0 0,0 1 0 0 0,0-1 0 0 0,0 1 1 0 0,0 1-1 0 0,0-1 0 0 0,0 1 0 0 0,-1-1 0 0 0,1 1 1 0 0,-1 1-1 0 0,0-1 0 0 0,0 1 0 0 0,0-1 0 0 0,0 1 0 0 0,-1 0 1 0 0,0 1-1 0 0,0-1 0 0 0,0 0 0 0 0,0 1 0 0 0,0 0 1 0 0,-1 0-1 0 0,0 0 0 0 0,0 0 0 0 0,2 10 0 0 0,-1-3-35 0 0,0 1 0 0 0,-1-1 0 0 0,0 1 0 0 0,-1-1 0 0 0,-1 1 0 0 0,0 0 0 0 0,0-1 0 0 0,-2 1 0 0 0,1 0-1 0 0,-7 21 1 0 0,-6 2 10 0 0,10-29 11 0 0,1 0 0 0 0,0-1 0 0 0,1 1 0 0 0,-1 0 1 0 0,1 0-1 0 0,1 1 0 0 0,-1-1 0 0 0,1 0 0 0 0,0 13 0 0 0,2-19 5 0 0,-1 0 0 0 0,1 0 0 0 0,-1 0 0 0 0,1 0 0 0 0,-1 0 0 0 0,1 0 0 0 0,-1-1 1 0 0,1 1-1 0 0,0 0 0 0 0,0 0 0 0 0,-1-1 0 0 0,1 1 0 0 0,0 0 0 0 0,0-1 0 0 0,0 1 0 0 0,0-1 1 0 0,0 1-1 0 0,0-1 0 0 0,0 1 0 0 0,0-1 0 0 0,0 0 0 0 0,0 0 0 0 0,0 1 0 0 0,0-1 0 0 0,2 0 1 0 0,35 3 81 0 0,-22-2-73 0 0,-6 1-10 0 0,-1 0-1 0 0,1 1 1 0 0,-1 0-1 0 0,0 1 0 0 0,0 0 1 0 0,0 0-1 0 0,0 1 0 0 0,-1 0 1 0 0,0 0-1 0 0,0 1 1 0 0,9 9-1 0 0,-10-9 13 0 0,0 0 1 0 0,-1 0-1 0 0,0 1 0 0 0,-1 0 0 0 0,1 0 1 0 0,-1 0-1 0 0,-1 1 0 0 0,1 0 0 0 0,-1 0 1 0 0,-1 0-1 0 0,1 0 0 0 0,3 16 0 0 0,-6-17 13 0 0,-1-1 0 0 0,-1 1 0 0 0,1-1 0 0 0,-1 1 0 0 0,0 0 0 0 0,0-1 0 0 0,-1 0 0 0 0,1 1 0 0 0,-2-1-1 0 0,1 0 1 0 0,-1 0 0 0 0,0 0 0 0 0,0 0 0 0 0,0 0 0 0 0,-1-1 0 0 0,0 0 0 0 0,-6 7 0 0 0,-9 10 64 0 0,-1-2 0 0 0,-35 28 0 0 0,53-46-88 0 0,-30 24 9 0 0,-1-1 1 0 0,-2-2-1 0 0,0-1 1 0 0,-54 23-1 0 0,-18-4-2906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 8290 0 0,'-7'-3'9487'0'0,"11"7"-8668"0"0,4 3-613 0 0,-1 0 1 0 0,0 0 0 0 0,0 1-1 0 0,-1 0 1 0 0,0 0-1 0 0,-1 1 1 0 0,0 0-1 0 0,0 0 1 0 0,-1 0-1 0 0,0 1 1 0 0,0-1-1 0 0,-1 1 1 0 0,0 0-1 0 0,-1 0 1 0 0,0 0-1 0 0,-1 0 1 0 0,0 0-1 0 0,-1 0 1 0 0,0 15-1 0 0,-3 11-160 0 0,-2-1-1 0 0,-9 39 1 0 0,7-49 37 0 0,2 0 1 0 0,1 1 0 0 0,1-1 0 0 0,1 1-1 0 0,3 46 1 0 0,-1-70-77 0 0,0 1 0 0 0,1 0 0 0 0,-1-1 0 0 0,1 1-1 0 0,0-1 1 0 0,0 1 0 0 0,0-1 0 0 0,0 1 0 0 0,0-1 0 0 0,0 0 0 0 0,0 0 0 0 0,1 1 0 0 0,-1-1-1 0 0,1 0 1 0 0,0 0 0 0 0,0 0 0 0 0,0-1 0 0 0,0 1 0 0 0,0 0 0 0 0,0-1 0 0 0,4 3 0 0 0,-2-3 16 0 0,0 1 1 0 0,0-1 0 0 0,1 0 0 0 0,-1 0 0 0 0,1 0 0 0 0,-1-1 0 0 0,1 1 0 0 0,-1-1-1 0 0,0 0 1 0 0,1-1 0 0 0,7-1 0 0 0,6-1 43 0 0,-1-2 0 0 0,0 0 0 0 0,1-2 0 0 0,-2 0 0 0 0,21-11 0 0 0,23-15-397 0 0,-22 10-1204 0 0,0 3 1 0 0,75-29 0 0 0,-92 44-5515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11 456 0 0,'-8'-11'23021'0'0,"8"18"-22798"0"0,2 17-352 0 0,28 252 2294 0 0,-5-136-3296 0 0,14-3-5401 0 0,-27-104-1235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75 207 920 0 0,'-12'-24'1694'0'0,"1"-1"0"0"0,1-1 0 0 0,2 1 0 0 0,-9-46 0 0 0,9 36 9494 0 0,14 54-9148 0 0,7 31-1805 0 0,-9-11-13 0 0,-2-1-1 0 0,-2 59 1 0 0,-17 80-82 0 0,8-97-73 0 0,1 43-419 0 0,9 155 0 0 0,-1-224-3717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6 147 920 0 0,'1'-11'995'0'0,"-1"-1"-1"0"0,-1 1 1 0 0,-1-12 0 0 0,1 15 279 0 0,0 0 0 0 0,0 0 0 0 0,1 0 0 0 0,0 1 1 0 0,0-1-1 0 0,1 0 0 0 0,0 0 0 0 0,2-8 0 0 0,-3 16-1147 0 0,1-1 0 0 0,-1 1-1 0 0,0-1 1 0 0,0 0 0 0 0,1 1-1 0 0,-1-1 1 0 0,0 1 0 0 0,0-1-1 0 0,1 1 1 0 0,-1-1 0 0 0,1 1-1 0 0,-1-1 1 0 0,0 1 0 0 0,1 0-1 0 0,-1-1 1 0 0,1 1 0 0 0,-1 0-1 0 0,1-1 1 0 0,-1 1 0 0 0,1 0 0 0 0,-1-1-1 0 0,1 1 1 0 0,0 0 0 0 0,-1 0-1 0 0,1 0 1 0 0,-1 0 0 0 0,1-1-1 0 0,-1 1 1 0 0,1 0 0 0 0,0 0-1 0 0,-1 0 1 0 0,2 0 0 0 0,20 12 1473 0 0,14 26-917 0 0,-36-38-676 0 0,43 59 507 0 0,65 120 1 0 0,-33-50-176 0 0,-44-82-597 0 0,-15-23-236 0 0,0 1-1 0 0,-1 1 0 0 0,20 49 1 0 0,-32-65-479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20 234 11979 0 0,'-18'1'936'0'0,"18"-1"-914"0"0,0 0-1 0 0,0 0 1 0 0,0 0 0 0 0,0 0-1 0 0,0 0 1 0 0,0 0 0 0 0,0 0-1 0 0,-1 0 1 0 0,1 0 0 0 0,0 0-1 0 0,0 0 1 0 0,0 0-1 0 0,0 0 1 0 0,0 0 0 0 0,0 0-1 0 0,0 0 1 0 0,0 0 0 0 0,0 0-1 0 0,0 0 1 0 0,0 0 0 0 0,0 0-1 0 0,-1 0 1 0 0,1 0 0 0 0,0 0-1 0 0,0 0 1 0 0,0-1 0 0 0,0 1-1 0 0,0 0 1 0 0,0 0 0 0 0,0 0-1 0 0,0 0 1 0 0,0 0 0 0 0,0 0-1 0 0,0 0 1 0 0,0 0 0 0 0,0 0-1 0 0,0 0 1 0 0,0-1 0 0 0,0 1-1 0 0,0 0 1 0 0,0 0 0 0 0,0 0-1 0 0,0 0 1 0 0,0 0 0 0 0,0 0-1 0 0,0 0 1 0 0,0 0 0 0 0,0 0-1 0 0,0 0 1 0 0,0 0 0 0 0,0-1-1 0 0,0 1 1 0 0,1 0 0 0 0,-1 0-1 0 0,0 0 1 0 0,0 0 0 0 0,0 0-1 0 0,0 0 1 0 0,0 0 0 0 0,0 0-1 0 0,0 0 1 0 0,0 0 0 0 0,0 0-1 0 0,0 0 1 0 0,0 0 0 0 0,0 0-1 0 0,1 0 1 0 0,25-15 2925 0 0,-9 5-2265 0 0,77-47 2121 0 0,131-68-2901 0 0,-183 100 84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1 563 6449 0 0,'14'-3'1132'0'0,"0"1"0"0"0,0 0 0 0 0,0 1-1 0 0,0 1 1 0 0,25 2 0 0 0,-16-1 64 0 0,75 8 2299 0 0,14 1-2494 0 0,-120-16 863 0 0,-9-9-1678 0 0,2-1 0 0 0,-1-1 0 0 0,2 0 0 0 0,0-1 0 0 0,2 0 0 0 0,-18-34 0 0 0,15 24-46 0 0,2-1 0 0 0,1 0-1 0 0,1-1 1 0 0,-9-42 0 0 0,18 63-105 0 0,1-1 1 0 0,0 1-1 0 0,1 0 0 0 0,0 0 1 0 0,0 0-1 0 0,1-1 0 0 0,0 1 1 0 0,1 0-1 0 0,0 0 0 0 0,0 0 1 0 0,1 1-1 0 0,0-1 1 0 0,1 0-1 0 0,6-11 0 0 0,-6 14-23 0 0,0 0-1 0 0,0 0 0 0 0,0 0 1 0 0,0 1-1 0 0,1 0 0 0 0,0 0 1 0 0,0 0-1 0 0,1 1 0 0 0,-1 0 1 0 0,1 0-1 0 0,0 0 1 0 0,0 0-1 0 0,0 1 0 0 0,0 0 1 0 0,1 1-1 0 0,-1-1 0 0 0,1 1 1 0 0,0 0-1 0 0,12-1 0 0 0,-15 3 0 0 0,-1-1 0 0 0,1 1 0 0 0,-1 0 0 0 0,1 1 0 0 0,-1-1 0 0 0,1 0 0 0 0,-1 1 0 0 0,0 0 0 0 0,1 0 0 0 0,-1 0 0 0 0,1 0 0 0 0,-1 1 0 0 0,0-1 0 0 0,0 1 0 0 0,0 0 0 0 0,3 2 0 0 0,-1 0-28 0 0,-1 0-1 0 0,0 1 0 0 0,0-1 1 0 0,0 1-1 0 0,-1 0 0 0 0,1 0 0 0 0,-1 0 1 0 0,5 10-1 0 0,0 7-104 0 0,-1 1 1 0 0,-1 0-1 0 0,7 43 0 0 0,-11-54 112 0 0,2 18-23 0 0,1 1 172 0 0,1 0 0 0 0,15 48 0 0 0,-20-78-121 0 0,-1-1 0 0 0,0 1 0 0 0,1 0 0 0 0,-1-1 0 0 0,1 1 0 0 0,-1 0 0 0 0,1-1 0 0 0,-1 1 0 0 0,1-1 0 0 0,0 1 0 0 0,-1 0 0 0 0,1-1 0 0 0,0 0 0 0 0,-1 1 0 0 0,1-1 0 0 0,0 1 0 0 0,-1-1 0 0 0,1 0 0 0 0,0 1 0 0 0,0-1 0 0 0,0 0 0 0 0,-1 0 0 0 0,1 0 0 0 0,0 0 0 0 0,0 0 0 0 0,0 0 0 0 0,0 0 0 0 0,-1 0 0 0 0,1 0 0 0 0,0 0 0 0 0,0 0 0 0 0,0 0-1 0 0,-1 0 1 0 0,1-1 0 0 0,0 1 0 0 0,0 0 0 0 0,-1-1 0 0 0,1 1 0 0 0,1-1 0 0 0,33-21 70 0 0,-30 18-79 0 0,64-50-140 0 0,-34 25-1518 0 0,2 2-3619 0 0,10-5-2143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1 1 20516 0 0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75 2156 3225 0 0,'-12'17'-26'0'0,"1"1"0"0"0,1 0 0 0 0,1 0 0 0 0,-9 23 0 0 0,17-39-3 0 0,-11 46-98 0 0,12-47 131 0 0,0 0 0 0 0,0-1-1 0 0,-1 1 1 0 0,1 0 0 0 0,0 0 0 0 0,0-1 0 0 0,0 1-1 0 0,0 0 1 0 0,0 0 0 0 0,0 0 0 0 0,0-1 0 0 0,0 1-1 0 0,0 0 1 0 0,1 0 0 0 0,-1-1 0 0 0,0 1 0 0 0,0 0-1 0 0,1 0 1 0 0,-1-1 0 0 0,0 1 0 0 0,1 0 0 0 0,-1-1-1 0 0,0 1 1 0 0,1 0 0 0 0,-1-1 0 0 0,1 1 0 0 0,0-1-1 0 0,-1 1 1 0 0,1-1 0 0 0,-1 1 0 0 0,1-1 0 0 0,0 1-1 0 0,-1-1 1 0 0,1 0 0 0 0,0 1 0 0 0,-1-1 0 0 0,1 0-1 0 0,0 0 1 0 0,0 1 0 0 0,-1-1 0 0 0,1 0 0 0 0,0 0-1 0 0,0 0 1 0 0,-1 0 0 0 0,1 0 0 0 0,0 0 0 0 0,0 0-1 0 0,0 0 1 0 0,-1 0 0 0 0,1 0 0 0 0,0-1 0 0 0,0 1-1 0 0,-1 0 1 0 0,1 0 0 0 0,0-1 0 0 0,-1 1 0 0 0,2-1-1 0 0,15-8 27 0 0,0 0-1 0 0,-1 0 0 0 0,-1-2 1 0 0,1 0-1 0 0,-2-1 0 0 0,20-20 0 0 0,-11 11-11 0 0,590-594 63 0 0,-384 375-366 0 0,100-117 210 0 0,-140 148 383 0 0,331-290 2414 0 0,-512 492-2644 0 0,177-146 1300 0 0,-143 122-958 0 0,1 3 0 0 0,74-36 1 0 0,-109 60-346 0 0,-3 1-56 0 0,1 0 0 0 0,-1 1 0 0 0,1 0-1 0 0,-1 0 1 0 0,1 0 0 0 0,0 1 0 0 0,-1-1 0 0 0,1 1 0 0 0,10 0 0 0 0,-15 1-24 0 0,0 0 0 0 0,-1 0-1 0 0,1 0 1 0 0,0 1 0 0 0,-1-1 0 0 0,1 0 0 0 0,0 0-1 0 0,-1 0 1 0 0,1 1 0 0 0,-1-1 0 0 0,1 0 0 0 0,0 1-1 0 0,-1-1 1 0 0,1 1 0 0 0,-1-1 0 0 0,1 1 0 0 0,-1-1-1 0 0,1 1 1 0 0,-1-1 0 0 0,0 1 0 0 0,1-1 0 0 0,-1 1-1 0 0,1-1 1 0 0,-1 1 0 0 0,0 0 0 0 0,0-1 0 0 0,1 1 0 0 0,-1 0-1 0 0,0-1 1 0 0,0 1 0 0 0,0 0 0 0 0,0-1 0 0 0,0 1-1 0 0,0 0 1 0 0,0-1 0 0 0,0 1 0 0 0,0 0 0 0 0,0-1-1 0 0,0 1 1 0 0,0 0 0 0 0,0 0 0 0 0,-1 0 0 0 0,-11 34-390 0 0,10-31 355 0 0,-14 29-246 0 0,-1 0-1 0 0,-2-1 0 0 0,-37 48 0 0 0,-84 84-522 0 0,56-69 518 0 0,-150 219-101 0 0,3-3 43 0 0,138-200 1207 0 0,5 5 0 0 0,-103 178 0 0 0,140-205-362 0 0,13-27-134 0 0,4 2 1 0 0,-31 78 0 0 0,61-120-52 0 0,4-21-296 0 0,0-1-1 0 0,1 0 0 0 0,-1 0 0 0 0,0 0 0 0 0,0 1 0 0 0,0-1 1 0 0,0 0-1 0 0,1 0 0 0 0,-1 0 0 0 0,0 0 0 0 0,0 1 0 0 0,0-1 1 0 0,1 0-1 0 0,-1 0 0 0 0,0 0 0 0 0,0 0 0 0 0,1 0 0 0 0,-1 0 1 0 0,0 0-1 0 0,0 0 0 0 0,0 0 0 0 0,1 0 0 0 0,-1 1 0 0 0,0-1 1 0 0,0 0-1 0 0,1-1 0 0 0,-1 1 0 0 0,0 0 0 0 0,0 0 0 0 0,1 0 1 0 0,-1 0-1 0 0,0 0 0 0 0,0 0 0 0 0,1 0 0 0 0,-1 0 0 0 0,0 0 1 0 0,0 0-1 0 0,1 0 0 0 0,-1-1 0 0 0,0 1 0 0 0,32-25 798 0 0,187-216-235 0 0,-103 108-316 0 0,596-765-354 0 0,-583 732 93 0 0,1-1 0 0 0,-118 148-119 0 0,-12 19 115 0 0,0-1 0 0 0,0 1 0 0 0,0 0 0 0 0,0 0-1 0 0,0 0 1 0 0,0 0 0 0 0,0 0 0 0 0,0 0 0 0 0,0 0 0 0 0,0-1 0 0 0,0 1-1 0 0,0 0 1 0 0,0 0 0 0 0,-1 0 0 0 0,1 0 0 0 0,0 0 0 0 0,0 0 0 0 0,0 0-1 0 0,0 0 1 0 0,0-1 0 0 0,0 1 0 0 0,0 0 0 0 0,0 0 0 0 0,0 0 0 0 0,0 0-1 0 0,0 0 1 0 0,0 0 0 0 0,-1 0 0 0 0,1 0 0 0 0,0 0 0 0 0,0 0 0 0 0,0 0-1 0 0,0 0 1 0 0,0 0 0 0 0,0 0 0 0 0,0 0 0 0 0,-1 0 0 0 0,1 0 0 0 0,0 0-1 0 0,0 0 1 0 0,0 0 0 0 0,0 0 0 0 0,0 0 0 0 0,0 0 0 0 0,0 0 0 0 0,0 0-1 0 0,-1 0 1 0 0,1 0 0 0 0,0 0 0 0 0,0 0 0 0 0,0 0 0 0 0,0 0 0 0 0,0 0-1 0 0,0 0 1 0 0,0 0 0 0 0,0 0 0 0 0,-1 0 0 0 0,1 0 0 0 0,0 0 0 0 0,0 0-1 0 0,0 1 1 0 0,0-1 0 0 0,0 0 0 0 0,0 0 0 0 0,0 0 0 0 0,0 0 0 0 0,0 0-1 0 0,0 0 1 0 0,0 0 0 0 0,-34 27-698 0 0,-72 64-499 0 0,-154 172 1 0 0,-219 276 1093 0 0,152-170 251 0 0,-23 25 13 0 0,-1 26-8 0 0,385-439 708 0 0,25-30-509 0 0,-3-3-1 0 0,52-61 0 0 0,-42 44-58 0 0,489-492 1232 0 0,-152 156-1205 0 0,-66 41-241 0 0,-101 106-78 0 0,-83 87 3 0 0,51-52 0 0 0,-184 205 5 0 0,-25 27-144 0 0,-31 37-262 0 0,29-38 336 0 0,-527 672-422 0 0,-12 34 96 0 0,324-416 308 0 0,86-108 963 0 0,-128 236-1 0 0,257-415-825 0 0,5-8-64 0 0,-1 0 1 0 0,1 1-1 0 0,0-1 1 0 0,0 1-1 0 0,1-1 1 0 0,-1 1-1 0 0,1 0 1 0 0,0 0-1 0 0,0 0 1 0 0,0 0-1 0 0,0 0 0 0 0,0 0 1 0 0,1 7-1 0 0,0-10 2 0 0,1-1 0 0 0,-1 1 0 0 0,0 0 0 0 0,1-1 0 0 0,-1 1 0 0 0,1-1 0 0 0,-1 1-1 0 0,1-1 1 0 0,-1 1 0 0 0,1-1 0 0 0,0 0 0 0 0,-1 1 0 0 0,1-1 0 0 0,-1 1 0 0 0,1-1 0 0 0,0 0-1 0 0,-1 0 1 0 0,1 0 0 0 0,0 1 0 0 0,-1-1 0 0 0,1 0 0 0 0,0 0 0 0 0,0 0 0 0 0,-1 0-1 0 0,1 0 1 0 0,0 0 0 0 0,-1 0 0 0 0,1 0 0 0 0,0 0 0 0 0,-1 0 0 0 0,1-1 0 0 0,0 1-1 0 0,-1 0 1 0 0,1 0 0 0 0,0-1 0 0 0,-1 1 0 0 0,1 0 0 0 0,0-1 0 0 0,0 0 0 0 0,29-15-154 0 0,3-10-56 0 0,0-1 1 0 0,-2-2 0 0 0,-1-1 0 0 0,47-61-1 0 0,-59 69 172 0 0,117-143 412 0 0,109-128 397 0 0,60-73-196 0 0,-121 140-362 0 0,115-80-158 0 0,-155 168-89 0 0,-130 124 70 0 0,-9 9-26 0 0,0 0 0 0 0,1 0-1 0 0,-1 1 1 0 0,1 0 0 0 0,0-1 0 0 0,0 1 0 0 0,0 1 0 0 0,1-1 0 0 0,-1 1 0 0 0,1 0-1 0 0,0 0 1 0 0,7-2 0 0 0,-13 5-5 0 0,1 0 0 0 0,-1 0 0 0 0,0 0 0 0 0,1 0 0 0 0,-1 0 0 0 0,0 0 0 0 0,1 0-1 0 0,-1 1 1 0 0,0-1 0 0 0,1 0 0 0 0,-1 0 0 0 0,0 0 0 0 0,1 0 0 0 0,-1 0 0 0 0,0 1 0 0 0,1-1 0 0 0,-1 0-1 0 0,0 0 1 0 0,1 1 0 0 0,-1-1 0 0 0,0 0 0 0 0,0 0 0 0 0,1 1 0 0 0,-1-1 0 0 0,0 0 0 0 0,0 1 0 0 0,0-1-1 0 0,1 0 1 0 0,-1 1 0 0 0,0-1 0 0 0,0 0 0 0 0,0 1 0 0 0,0-1 0 0 0,0 0 0 0 0,0 1 0 0 0,0-1 0 0 0,0 1-1 0 0,0-1 1 0 0,0 0 0 0 0,0 1 0 0 0,0-1 0 0 0,0 0 0 0 0,0 1 0 0 0,0 0 0 0 0,-5 17-227 0 0,-11 21 14 0 0,-2-1 1 0 0,-1 0-1 0 0,-2-2 1 0 0,-40 52-1 0 0,44-64 182 0 0,-202 254 165 0 0,-20-16 853 0 0,115-127-787 0 0,-271 288-173 0 0,333-347 368 0 0,61-73-203 0 0,8-5-147 0 0,8-5-129 0 0,12-12-64 0 0,-1-2 1 0 0,0-1-1 0 0,35-39 0 0 0,-31 31 75 0 0,186-194-228 0 0,89-87 1240 0 0,-123 135-392 0 0,228-207 391 0 0,-91 143 830 0 0,-314 236-1731 0 0,1 0 1 0 0,-1 1 0 0 0,1 0-1 0 0,0 0 1 0 0,12-4 0 0 0,-17 7-36 0 0,-1 0 1 0 0,1-1-1 0 0,0 1 0 0 0,0 0 1 0 0,0 0-1 0 0,0 0 1 0 0,0 0-1 0 0,0 0 0 0 0,0 0 1 0 0,0 0-1 0 0,-1 0 1 0 0,1 1-1 0 0,0-1 0 0 0,0 0 1 0 0,0 1-1 0 0,0-1 0 0 0,0 0 1 0 0,-1 1-1 0 0,1-1 1 0 0,1 1-1 0 0,-1 1-10 0 0,0-1 0 0 0,0 0 0 0 0,-1 0 0 0 0,1 1 0 0 0,0-1 0 0 0,-1 0-1 0 0,1 1 1 0 0,-1-1 0 0 0,1 0 0 0 0,-1 1 0 0 0,0-1 0 0 0,0 1 0 0 0,0-1 0 0 0,1 1 0 0 0,-1-1 0 0 0,-1 1 0 0 0,1 1 0 0 0,-2 14-199 0 0,0 0 1 0 0,-2 0-1 0 0,0 0 1 0 0,-1 0-1 0 0,0-1 1 0 0,-1 1-1 0 0,-17 29 1 0 0,-71 103-654 0 0,91-144 862 0 0,-176 242-345 0 0,65-93 200 0 0,-404 479-379 0 0,425-526 417 0 0,74-86 105 0 0,-24 29 84 0 0,-68 99 0 0 0,108-145-25 0 0,1 0 0 0 0,0 0 1 0 0,0 0-1 0 0,0 0 0 0 0,0 1 1 0 0,1-1-1 0 0,0 1 0 0 0,-2 8 1 0 0,3-13-39 0 0,0 1 0 0 0,0 0 0 0 0,0-1 0 0 0,0 1 0 0 0,1 0-1 0 0,-1-1 1 0 0,0 1 0 0 0,0 0 0 0 0,0-1 0 0 0,0 1 0 0 0,1 0 0 0 0,-1-1 0 0 0,0 1 0 0 0,1 0 0 0 0,-1-1 0 0 0,0 1 0 0 0,1-1 0 0 0,-1 1 0 0 0,1-1 0 0 0,-1 1 0 0 0,1-1 0 0 0,-1 1 0 0 0,2 0 0 0 0,-1-1-6 0 0,1 1 1 0 0,0-1 0 0 0,-1 1-1 0 0,1-1 1 0 0,-1 0 0 0 0,1 0-1 0 0,0 0 1 0 0,-1 0 0 0 0,1 0-1 0 0,0 0 1 0 0,-1 0 0 0 0,1 0-1 0 0,0-1 1 0 0,2 0 0 0 0,5-2-32 0 0,1-1 0 0 0,0 1 0 0 0,-1-2 1 0 0,0 1-1 0 0,0-1 0 0 0,13-11 0 0 0,50-44-715 0 0,-44 35 513 0 0,351-351-325 0 0,-172 159 622 0 0,140-88 268 0 0,-175 161-270 0 0,-169 141-70 0 0,18-16 27 0 0,1 1 0 0 0,0 1 0 0 0,1 0 0 0 0,1 2 0 0 0,38-18 1 0 0,-61 32-27 0 0,1 0 0 0 0,-1 0 1 0 0,1 1-1 0 0,0-1 0 0 0,-1 1 1 0 0,1-1-1 0 0,0 1 0 0 0,0 0 1 0 0,-1 0-1 0 0,1 0 1 0 0,0 0-1 0 0,0 0 0 0 0,-1 0 1 0 0,1 0-1 0 0,0 0 0 0 0,0 1 1 0 0,-1-1-1 0 0,1 1 0 0 0,1 0 1 0 0,-2 0 4 0 0,0 0 1 0 0,0 0 0 0 0,0-1-1 0 0,0 1 1 0 0,0 1-1 0 0,0-1 1 0 0,0 0 0 0 0,-1 0-1 0 0,1 0 1 0 0,0 0-1 0 0,-1 0 1 0 0,1 1 0 0 0,-1-1-1 0 0,0 0 1 0 0,1 0-1 0 0,-1 1 1 0 0,0-1 0 0 0,0 0-1 0 0,1 2 1 0 0,-1 5 65 0 0,-1 0 1 0 0,1 0-1 0 0,-1 0 1 0 0,0-1-1 0 0,-1 1 1 0 0,-5 14-1 0 0,-16 38 340 0 0,-3-2 1 0 0,-3-1-1 0 0,-2-1 0 0 0,-38 52 0 0 0,-167 200 847 0 0,71-108-737 0 0,-270 345 212 0 0,365-452-991 0 0,-73 131 1 0 0,118-172-1274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9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1 0 3105 0 0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6.4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1475 370 2761 0 0,'-14'2'45'0'0,"0"1"0"0"0,0 0 0 0 0,0 0 0 0 0,1 2 1 0 0,-1-1-1 0 0,1 2 0 0 0,0 0 0 0 0,1 0 0 0 0,-17 12 0 0 0,-3 0-30 0 0,-128 75-236 0 0,-291 224 0 0 0,212-112 938 0 0,203-170-414 0 0,3 2 0 0 0,0 1 0 0 0,3 1 0 0 0,-32 55 0 0 0,56-83-167 0 0,0-1 1 0 0,1 1-1 0 0,0 0 0 0 0,1 0 0 0 0,1 1 1 0 0,-4 18-1 0 0,6-27-101 0 0,1-1-1 0 0,0 0 1 0 0,0 0 0 0 0,0 0-1 0 0,0 0 1 0 0,0 0 0 0 0,1 0-1 0 0,-1 0 1 0 0,0 0 0 0 0,1 0 0 0 0,0 0-1 0 0,-1 0 1 0 0,1 0 0 0 0,0 0-1 0 0,0 0 1 0 0,0 0 0 0 0,0 0-1 0 0,2 1 1 0 0,-1-1-12 0 0,0-1-1 0 0,1 1 1 0 0,-1-1-1 0 0,0 0 1 0 0,1 0 0 0 0,-1 0-1 0 0,0 0 1 0 0,1 0-1 0 0,-1-1 1 0 0,1 1-1 0 0,0-1 1 0 0,-1 0 0 0 0,1 1-1 0 0,-1-1 1 0 0,1 0-1 0 0,-1-1 1 0 0,1 1-1 0 0,0 0 1 0 0,2-1 0 0 0,10-2 30 0 0,0-1 1 0 0,-1 0 0 0 0,1-1-1 0 0,-1 0 1 0 0,0-1 0 0 0,24-15-1 0 0,78-57 367 0 0,-90 59-178 0 0,378-258 2641 0 0,-27 2-1174 0 0,-17-20-1445 0 0,-314 257-296 0 0,91-81-133 0 0,-47 39 313 0 0,133-92-1 0 0,-212 165-180 0 0,0 0-1 0 0,0 0 0 0 0,0 1 1 0 0,1 1-1 0 0,0-1 0 0 0,17-3 0 0 0,-29 9 39 0 0,1-1-1 0 0,-1 1 1 0 0,0 0-1 0 0,1 0 0 0 0,-1 0 1 0 0,0 0-1 0 0,0 0 1 0 0,1 0-1 0 0,-1 0 1 0 0,0 0-1 0 0,1 0 0 0 0,-1 0 1 0 0,0 1-1 0 0,1-1 1 0 0,-1 0-1 0 0,0 0 0 0 0,1 0 1 0 0,-1 0-1 0 0,0 0 1 0 0,1 1-1 0 0,-1-1 1 0 0,0 0-1 0 0,0 0 0 0 0,1 0 1 0 0,-1 1-1 0 0,0-1 1 0 0,0 0-1 0 0,0 0 0 0 0,1 1 1 0 0,-1-1-1 0 0,0 0 1 0 0,0 1-1 0 0,0-1 0 0 0,0 0 1 0 0,0 0-1 0 0,1 1 1 0 0,-1-1-1 0 0,0 0 1 0 0,0 1-1 0 0,0-1 0 0 0,0 0 1 0 0,0 1-1 0 0,0-1 1 0 0,0 0-1 0 0,0 1 0 0 0,0-1 1 0 0,0 0-1 0 0,0 1 1 0 0,0-1-1 0 0,-1 0 1 0 0,1 1-1 0 0,0-1 0 0 0,0 0 1 0 0,0 0-1 0 0,0 1 1 0 0,-1-1-1 0 0,-7 21 159 0 0,-13 10 18 0 0,-2-1 0 0 0,-1-2 0 0 0,-44 44 0 0 0,23-26-42 0 0,-21 23 38 0 0,-396 392-77 0 0,131-182-376 0 0,58-49-69 0 0,81-67 113 0 0,-182 163-451 0 0,271-228 798 0 0,-132 163-1 0 0,222-244-128 0 0,8-12-19 0 0,0 0 0 0 0,0 0 0 0 0,1 1 0 0 0,0 0 0 0 0,0 0 0 0 0,0 0-1 0 0,1 1 1 0 0,0-1 0 0 0,0 1 0 0 0,-2 10 0 0 0,4-16 10 0 0,1-1 1 0 0,0 1-1 0 0,0 0 1 0 0,0-1-1 0 0,0 1 1 0 0,0-1-1 0 0,0 1 1 0 0,0-1 0 0 0,0 1-1 0 0,0-1 1 0 0,0 1-1 0 0,1-1 1 0 0,-1 1-1 0 0,0-1 1 0 0,0 1-1 0 0,0-1 1 0 0,1 1-1 0 0,-1-1 1 0 0,0 1-1 0 0,1-1 1 0 0,-1 1-1 0 0,0-1 1 0 0,1 1 0 0 0,-1-1-1 0 0,0 0 1 0 0,1 1-1 0 0,-1-1 1 0 0,1 0-1 0 0,-1 1 1 0 0,1-1-1 0 0,0 0 1 0 0,21 0-687 0 0,23-15-211 0 0,-44 14 903 0 0,43-20 53 0 0,-2-2-1 0 0,0-1 0 0 0,74-59 0 0 0,103-112 1460 0 0,-66 56-765 0 0,59-37-54 0 0,91-79 6 0 0,149-122-361 0 0,-327 281-232 0 0,-72 52-32 0 0,3 2 0 0 0,1 3 0 0 0,73-37 0 0 0,-126 73-74 0 0,0 1 0 0 0,0 1 0 0 0,1-1-1 0 0,-1 1 1 0 0,0-1 0 0 0,1 1-1 0 0,-1 0 1 0 0,1 1 0 0 0,-1-1-1 0 0,1 1 1 0 0,-1 0 0 0 0,1 0-1 0 0,7 1 1 0 0,-10 0 24 0 0,0 0 1 0 0,0 0-1 0 0,0 0 1 0 0,0 0-1 0 0,0 1 1 0 0,0-1-1 0 0,0 0 0 0 0,-1 1 1 0 0,1-1-1 0 0,-1 1 1 0 0,1 0-1 0 0,-1 0 0 0 0,1-1 1 0 0,-1 1-1 0 0,0 0 1 0 0,0 0-1 0 0,0 0 0 0 0,0 0 1 0 0,0 0-1 0 0,-1 0 1 0 0,1 1-1 0 0,-1-1 1 0 0,1 0-1 0 0,-1 0 0 0 0,0 0 1 0 0,0 1-1 0 0,0-1 1 0 0,0 0-1 0 0,0 3 0 0 0,-1 9-2 0 0,0 1-1 0 0,-1 0 0 0 0,0-1 0 0 0,-1 0 0 0 0,-1 1 0 0 0,0-1 0 0 0,-1-1 0 0 0,-10 21 0 0 0,-63 103 334 0 0,69-122-262 0 0,-243 348 944 0 0,186-281-876 0 0,-4-4 0 0 0,-95 85 1 0 0,107-114-89 0 0,21-18-48 0 0,1 1 0 0 0,-60 69 0 0 0,93-97-4 0 0,1-1 1 0 0,0 0 0 0 0,0 1 0 0 0,0-1 0 0 0,0 1-1 0 0,-2 7 1 0 0,4-11-7 0 0,0 0 0 0 0,0 1-1 0 0,0-1 1 0 0,0 1 0 0 0,0-1 0 0 0,0 1 0 0 0,0-1-1 0 0,0 0 1 0 0,0 1 0 0 0,0-1 0 0 0,0 1-1 0 0,0-1 1 0 0,0 1 0 0 0,0-1 0 0 0,0 1-1 0 0,0-1 1 0 0,1 0 0 0 0,-1 1 0 0 0,0-1 0 0 0,0 1-1 0 0,0-1 1 0 0,1 0 0 0 0,-1 1 0 0 0,0-1-1 0 0,1 1 1 0 0,0-1-19 0 0,0 0-1 0 0,0 1 1 0 0,0-1-1 0 0,0 0 1 0 0,0 0-1 0 0,0 1 1 0 0,0-1-1 0 0,0 0 1 0 0,0 0-1 0 0,0 0 1 0 0,0 0 0 0 0,0-1-1 0 0,0 1 1 0 0,0 0-1 0 0,0 0 1 0 0,1-1-1 0 0,15-6-276 0 0,0-1 0 0 0,0 0 1 0 0,-1-1-1 0 0,-1-1 0 0 0,1 0 0 0 0,-2-2 0 0 0,17-14 0 0 0,6-4-10 0 0,4-2 179 0 0,433-353 1097 0 0,23-34-3245 0 0,-460 387 1876 0 0,-28 23 240 0 0,0 0 0 0 0,1 1 0 0 0,0 0 0 0 0,0 1 0 0 0,1 0 0 0 0,17-7 0 0 0,-28 13 159 0 0,0 1 0 0 0,0 0 1 0 0,0 0-1 0 0,0 0 0 0 0,0 0 0 0 0,1 0 1 0 0,-1 0-1 0 0,0 0 0 0 0,0 0 0 0 0,0-1 1 0 0,1 1-1 0 0,-1 0 0 0 0,0 0 0 0 0,0 0 1 0 0,0 0-1 0 0,0 0 0 0 0,1 0 0 0 0,-1 0 0 0 0,0 0 1 0 0,0 0-1 0 0,0 0 0 0 0,1 0 0 0 0,-1 0 1 0 0,0 1-1 0 0,0-1 0 0 0,0 0 0 0 0,0 0 1 0 0,1 0-1 0 0,-1 0 0 0 0,0 0 0 0 0,0 0 1 0 0,0 0-1 0 0,0 0 0 0 0,1 1 0 0 0,-1-1 1 0 0,0 0-1 0 0,0 0 0 0 0,0 0 0 0 0,0 0 1 0 0,0 0-1 0 0,0 1 0 0 0,0-1 0 0 0,1 0 0 0 0,-1 0 1 0 0,0 0-1 0 0,0 0 0 0 0,0 1 0 0 0,0-1 1 0 0,0 0-1 0 0,0 0 0 0 0,0 1 0 0 0,-4 13 238 0 0,-12 17 225 0 0,-56 77 371 0 0,-111 127-1 0 0,154-199-683 0 0,-284 308 1021 0 0,147-168-951 0 0,-194 231 657 0 0,333-375-588 0 0,-26 40-1 0 0,47-62-255 0 0,0 1 1 0 0,0-1-1 0 0,1 1 0 0 0,0 0 0 0 0,1 0 0 0 0,0 1 0 0 0,0-1 1 0 0,-2 21-1 0 0,6-31-82 0 0,0 0 0 0 0,0 0-1 0 0,-1 0 1 0 0,1 1 0 0 0,0-1 0 0 0,0 0 0 0 0,0 0 0 0 0,1 0 0 0 0,-1 1 0 0 0,0-1 0 0 0,0 0 0 0 0,1 0-1 0 0,-1 0 1 0 0,0 0 0 0 0,1 0 0 0 0,-1 0 0 0 0,1 0 0 0 0,0 0 0 0 0,0 2 0 0 0,0-3-40 0 0,0 1 1 0 0,0-1-1 0 0,-1 0 0 0 0,1 0 1 0 0,0 1-1 0 0,0-1 0 0 0,-1 0 1 0 0,1 0-1 0 0,0 0 1 0 0,0 0-1 0 0,-1 0 0 0 0,1 0 1 0 0,0 0-1 0 0,0 0 0 0 0,0 0 1 0 0,-1 0-1 0 0,1 0 1 0 0,0 0-1 0 0,0-1 0 0 0,-1 1 1 0 0,2-1-1 0 0,5-2-407 0 0,0 0-1 0 0,-1-1 1 0 0,0 0-1 0 0,10-8 1 0 0,524-455 2564 0 0,-113 117-810 0 0,-214 183-1149 0 0,-190 148-166 0 0,53-40-308 0 0,-66 53 361 0 0,0-1-1 0 0,0 2 0 0 0,0-1 1 0 0,1 2-1 0 0,20-8 0 0 0,-30 12 27 0 0,1-1 0 0 0,-1 1 0 0 0,1-1 0 0 0,-1 1 0 0 0,1 0 0 0 0,-1-1 0 0 0,1 1 0 0 0,0 0 0 0 0,-1 0 0 0 0,1 0 0 0 0,-1 0-1 0 0,1 0 1 0 0,-1 0 0 0 0,1 1 0 0 0,-1-1 0 0 0,1 0 0 0 0,-1 1 0 0 0,1-1 0 0 0,-1 1 0 0 0,1 0 0 0 0,-1-1 0 0 0,0 1 0 0 0,1 0 0 0 0,-1 0 0 0 0,0 0 0 0 0,2 2-1 0 0,-2-1 26 0 0,0 0-1 0 0,0 0 0 0 0,0 1 1 0 0,-1-1-1 0 0,1 0 0 0 0,-1 0 1 0 0,1 1-1 0 0,-1-1 0 0 0,0 0 1 0 0,0 1-1 0 0,0-1 0 0 0,0 0 1 0 0,-1 1-1 0 0,1-1 0 0 0,-1 4 1 0 0,-3 9 119 0 0,-1-1 0 0 0,0 1-1 0 0,-1-1 1 0 0,-9 15 0 0 0,-253 381 1283 0 0,191-301-1265 0 0,-102 121 41 0 0,-15 22-165 0 0,166-210-61 0 0,1 1-1 0 0,3 1 1 0 0,1 1-1 0 0,-19 57 1 0 0,41-100 0 0 0,-1 3-38 0 0,0 1 0 0 0,0 0-1 0 0,1-1 1 0 0,0 1 0 0 0,0 0 0 0 0,0 0 0 0 0,0 11 0 0 0,2-17-4 0 0,-1 1 0 0 0,0 0 0 0 0,0-1 0 0 0,1 1 0 0 0,-1-1 0 0 0,1 1 0 0 0,-1-1 0 0 0,0 0 0 0 0,1 1 0 0 0,-1-1 0 0 0,1 1 0 0 0,-1-1 0 0 0,1 0 0 0 0,-1 1 0 0 0,1-1 1 0 0,-1 0-1 0 0,1 0 0 0 0,-1 1 0 0 0,1-1 0 0 0,0 0 0 0 0,-1 0 0 0 0,1 0 0 0 0,-1 0 0 0 0,1 0 0 0 0,0 0 0 0 0,-1 0 0 0 0,1 0 0 0 0,-1 0 0 0 0,1 0 0 0 0,0 0 0 0 0,-1 0 0 0 0,1 0 0 0 0,-1 0 0 0 0,1 0 1 0 0,0-1-1 0 0,-1 1 0 0 0,1 0 0 0 0,0-1 0 0 0,29-10-647 0 0,-26 9 711 0 0,26-13-2 0 0,0-2 1 0 0,-2-1-1 0 0,0-1 1 0 0,37-33-1 0 0,-23 18 99 0 0,471-402 344 0 0,44-35-2227 0 0,-547 463 1673 0 0,-1 0-97 0 0,0 1 0 0 0,1 1 0 0 0,-1-1 0 0 0,21-8 0 0 0,-30 15 197 0 0,1-1-1 0 0,-1 1 1 0 0,1 0-1 0 0,-1 0 1 0 0,0 0-1 0 0,1-1 1 0 0,-1 1-1 0 0,1 0 1 0 0,-1 0-1 0 0,1 0 0 0 0,-1 0 1 0 0,1 0-1 0 0,-1 0 1 0 0,1 0-1 0 0,-1 0 1 0 0,0 0-1 0 0,1 0 1 0 0,-1 0-1 0 0,1 0 1 0 0,-1 0-1 0 0,1 1 1 0 0,-1-1-1 0 0,1 0 1 0 0,-1 0-1 0 0,0 0 0 0 0,1 1 1 0 0,-1-1-1 0 0,1 0 1 0 0,-1 0-1 0 0,0 1 1 0 0,1-1-1 0 0,-1 0 1 0 0,0 1-1 0 0,1-1 1 0 0,-1 1-1 0 0,0 18 228 0 0,-14 21 171 0 0,-13 15 48 0 0,-3-1 0 0 0,-44 61 0 0 0,-88 90 379 0 0,-111 70-175 0 0,69-75-635 0 0,188-179-81 0 0,14-17-205 0 0,11-15-202 0 0,25-35-886 0 0,-2-1-1 0 0,25-53 0 0 0,36-53 1931 0 0,-47 95-110 0 0,2 2 1 0 0,3 2-1 0 0,2 3 1 0 0,73-56-1 0 0,-124 105-448 0 0,1 0 0 0 0,0-1 0 0 0,0 1 0 0 0,0 0-1 0 0,0 0 1 0 0,0 1 0 0 0,0-1 0 0 0,1 1-1 0 0,-1 0 1 0 0,0 0 0 0 0,6-2 0 0 0,-8 3-13 0 0,0 0 0 0 0,-1 0 0 0 0,1 1 0 0 0,0-1 0 0 0,-1 0 0 0 0,1 0 0 0 0,0 0 0 0 0,-1 0 0 0 0,1 1 0 0 0,0-1 0 0 0,-1 0 0 0 0,1 1 0 0 0,-1-1 0 0 0,1 0 0 0 0,-1 1 0 0 0,1-1 0 0 0,-1 1 0 0 0,1-1 0 0 0,-1 0 0 0 0,1 1 0 0 0,-1-1 0 0 0,1 1 0 0 0,0 0 0 0 0,-1 2 0 0 0,1-1 0 0 0,0 0 0 0 0,0 0 0 0 0,-1 0 0 0 0,1 0 0 0 0,-1 1 0 0 0,0-1-1 0 0,0 0 1 0 0,0 0 0 0 0,0 4 0 0 0,-2 15 32 0 0,-1-1-1 0 0,0 1 1 0 0,-2-1 0 0 0,0 0-1 0 0,-10 24 1 0 0,-47 96 345 0 0,54-123-342 0 0,-127 239 755 0 0,37-75-659 0 0,66-120-304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3:15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3167 453 6449 0 0,'-75'-40'-1941'0'0,"-110"-42"0"0"0,142 64 2505 0 0,-18-8 186 0 0,-1 3 0 0 0,-1 3 1 0 0,-2 2-1 0 0,1 3 0 0 0,-2 3 0 0 0,-130-7 0 0 0,110 19 36 0 0,0 4 1 0 0,0 4 0 0 0,-111 25 0 0 0,131-17-785 0 0,0 3 1 0 0,2 2 0 0 0,0 4 0 0 0,-104 56-1 0 0,148-70-125 0 0,-200 118-413 0 0,164-92 839 0 0,-93 80-1 0 0,-31 54 650 0 0,-19 16-469 0 0,150-142-236 0 0,3 2 1 0 0,1 2-1 0 0,2 2 0 0 0,3 2 1 0 0,2 1-1 0 0,2 2 0 0 0,-52 114 1 0 0,49-75-214 0 0,4 1 0 0 0,5 2 0 0 0,3 1 0 0 0,5 1 0 0 0,5 1-1 0 0,4 1 1 0 0,4 0 0 0 0,7 147 0 0 0,9-159 263 0 0,3-1 0 0 0,5-1 0 0 0,3 0 1 0 0,5-1-1 0 0,3-1 0 0 0,3-2 0 0 0,47 91 0 0 0,-45-113-292 0 0,3-3 0 0 0,3 0 0 0 0,3-3 0 0 0,1-1 0 0 0,83 83 0 0 0,-48-66-130 0 0,2-3 1 0 0,3-4-1 0 0,97 59 1 0 0,-143-104 16 0 0,1-1-1 0 0,0-2 1 0 0,1-2 0 0 0,1-1 0 0 0,0-2 0 0 0,1-1 0 0 0,73 9 0 0 0,-35-12 129 0 0,0-3-1 0 0,0-4 1 0 0,88-9 0 0 0,-102 1-7 0 0,0-2 1 0 0,-1-3-1 0 0,0-2 1 0 0,-1-4-1 0 0,-1-2 0 0 0,0-2 1 0 0,82-45-1 0 0,-47 12 65 0 0,-2-4-1 0 0,-3-3 1 0 0,141-129 0 0 0,-89 64 74 0 0,80-76-22 0 0,-17-20 6 0 0,104-215 180 0 0,-245 320-288 0 0,-4-3-1 0 0,78-231 1 0 0,-113 277 291 0 0,-4-2 1 0 0,21-144 0 0 0,-36 161-104 0 0,-2-1 0 0 0,-3 1 1 0 0,-3-1-1 0 0,-12-79 0 0 0,-6 22 389 0 0,-58-186 1 0 0,55 234-436 0 0,-4 1 0 0 0,-2 2 0 0 0,-72-119 0 0 0,77 150-12 0 0,-3 2 0 0 0,-1 0 0 0 0,-1 2 1 0 0,-36-31-1 0 0,-144-99 309 0 0,164 130-543 0 0,-2 3 1 0 0,0 2-1 0 0,-2 2 0 0 0,-1 3 0 0 0,-1 1 1 0 0,-1 3-1 0 0,0 1 0 0 0,-2 4 1 0 0,1 1-1 0 0,-1 3 0 0 0,-1 2 1 0 0,-95 1-1 0 0,86 7-946 0 0,0 3-1 0 0,0 3 1 0 0,1 2 0 0 0,0 3-1 0 0,-110 37 1 0 0,69-7-610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4:59.7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479 333 6913 0 0,'-12'-4'-501'0'0,"2"0"525"0"0,-1 0-1 0 0,0 1 1 0 0,0 0-1 0 0,0 1 1 0 0,0 0 0 0 0,-13 0-1 0 0,22 2 28 0 0,-1 1-1 0 0,1-1 1 0 0,-1 0 0 0 0,0 1-1 0 0,1 0 1 0 0,-1-1 0 0 0,1 1-1 0 0,-1 0 1 0 0,1 0 0 0 0,-1 1-1 0 0,1-1 1 0 0,0 0 0 0 0,0 1-1 0 0,0-1 1 0 0,-1 1-1 0 0,2 0 1 0 0,-1 0 0 0 0,0 0-1 0 0,0 0 1 0 0,0 0 0 0 0,1 0-1 0 0,-1 0 1 0 0,1 0 0 0 0,0 1-1 0 0,0-1 1 0 0,0 1 0 0 0,0-1-1 0 0,0 1 1 0 0,0-1 0 0 0,1 1-1 0 0,-1-1 1 0 0,0 4-1 0 0,-1 4-9 0 0,1 1 0 0 0,0-1-1 0 0,0 0 1 0 0,1 1-1 0 0,0-1 1 0 0,1 1-1 0 0,0-1 1 0 0,1 1 0 0 0,0-1-1 0 0,0 0 1 0 0,1 0-1 0 0,1 0 1 0 0,6 14-1 0 0,-7-19-7 0 0,0 0-1 0 0,0 0 1 0 0,0 0-1 0 0,1-1 0 0 0,-1 1 1 0 0,1-1-1 0 0,0 0 0 0 0,1 0 1 0 0,-1-1-1 0 0,0 1 0 0 0,1-1 1 0 0,0 0-1 0 0,0 0 0 0 0,0-1 1 0 0,0 1-1 0 0,0-1 1 0 0,1 0-1 0 0,-1-1 0 0 0,1 1 1 0 0,-1-1-1 0 0,1 0 0 0 0,-1 0 1 0 0,1-1-1 0 0,0 0 0 0 0,-1 0 1 0 0,9-1-1 0 0,-11 1 18 0 0,1 0 0 0 0,-1-1 0 0 0,1 1 0 0 0,-1-1 0 0 0,0 0 0 0 0,1 0 0 0 0,-1 0 0 0 0,0-1 0 0 0,0 1 0 0 0,0-1 0 0 0,0 0 0 0 0,0 0 0 0 0,0 0 0 0 0,0 0 0 0 0,-1 0 0 0 0,1 0 0 0 0,-1-1 0 0 0,1 0 0 0 0,1-3 0 0 0,-1 2 41 0 0,0-1 0 0 0,-1-1 0 0 0,0 1 0 0 0,0 0 0 0 0,0 0 0 0 0,-1-1 0 0 0,0 1 0 0 0,0-1 0 0 0,0 1 0 0 0,0-12 0 0 0,-2 0 188 0 0,0-1 0 0 0,-2 1 0 0 0,0-1-1 0 0,0 1 1 0 0,-2 0 0 0 0,-10-26 0 0 0,5 22-45 0 0,0 0 0 0 0,-1 1 0 0 0,-1 1 0 0 0,-1 0 0 0 0,-1 1 0 0 0,-1 0 1 0 0,0 1-1 0 0,-1 1 0 0 0,-1 0 0 0 0,-30-21 0 0 0,36 29-268 0 0,0 0 1 0 0,0 1-1 0 0,-1 0 0 0 0,-1 1 1 0 0,1 1-1 0 0,-1 0 1 0 0,0 0-1 0 0,0 1 0 0 0,0 1 1 0 0,0 0-1 0 0,-1 1 1 0 0,1 0-1 0 0,-1 2 0 0 0,1-1 1 0 0,-1 1-1 0 0,0 1 1 0 0,1 1-1 0 0,-27 5 0 0 0,37-6 19 0 0,0 0 0 0 0,1-1 0 0 0,-1 1 0 0 0,0 1 0 0 0,1-1 0 0 0,-1 0 0 0 0,1 0 0 0 0,-1 1 0 0 0,1 0 0 0 0,0-1 0 0 0,0 1-1 0 0,-1 0 1 0 0,1 0 0 0 0,1 0 0 0 0,-1 0 0 0 0,0 1 0 0 0,0-1 0 0 0,1 0 0 0 0,-1 1 0 0 0,1-1 0 0 0,0 1 0 0 0,-1 2 0 0 0,1 0-43 0 0,0 0 0 0 0,1 0 1 0 0,0 0-1 0 0,0 0 0 0 0,0 0 1 0 0,0-1-1 0 0,1 1 0 0 0,0 0 1 0 0,0 0-1 0 0,0 0 0 0 0,1-1 1 0 0,1 6-1 0 0,1-1 38 0 0,1 0-1 0 0,0 0 1 0 0,0 0 0 0 0,1 0-1 0 0,0-1 1 0 0,0 0-1 0 0,1-1 1 0 0,0 1 0 0 0,11 8-1 0 0,-12-10 74 0 0,1-1-1 0 0,-1 0 1 0 0,1-1-1 0 0,1 1 1 0 0,-1-2 0 0 0,0 1-1 0 0,1-1 1 0 0,0 0-1 0 0,0 0 1 0 0,0-1-1 0 0,16 3 1 0 0,-23-5-22 0 0,1 0 0 0 0,-1 0 0 0 0,1 0 0 0 0,-1 0 0 0 0,1 0 0 0 0,-1 0 0 0 0,1 0 1 0 0,-1 0-1 0 0,0-1 0 0 0,1 1 0 0 0,-1-1 0 0 0,1 1 0 0 0,-1-1 0 0 0,0 1 0 0 0,0-1 0 0 0,1 0 0 0 0,-1 0 0 0 0,0 1 1 0 0,0-1-1 0 0,0 0 0 0 0,0 0 0 0 0,2-2 0 0 0,-2 0 20 0 0,1 1 0 0 0,-1 0-1 0 0,0 0 1 0 0,-1-1 0 0 0,1 1 0 0 0,0-1 0 0 0,-1 1 0 0 0,1 0 0 0 0,-1-1-1 0 0,0 1 1 0 0,0-1 0 0 0,0-3 0 0 0,-2-7 164 0 0,0-1-1 0 0,-1 1 1 0 0,-8-25-1 0 0,10 33-180 0 0,-4-8-12 0 0,1 1 0 0 0,-2 0 0 0 0,0 0 0 0 0,0 0 0 0 0,-1 1-1 0 0,0 0 1 0 0,-15-17 0 0 0,21 26-51 0 0,-1 0 0 0 0,0 0 0 0 0,0 0-1 0 0,0 0 1 0 0,0 1 0 0 0,0-1 0 0 0,0 0 0 0 0,0 1-1 0 0,-1 0 1 0 0,1-1 0 0 0,-1 1 0 0 0,1 0 0 0 0,-1 0 0 0 0,1 0-1 0 0,-1 0 1 0 0,1 1 0 0 0,-1-1 0 0 0,0 1 0 0 0,0 0-1 0 0,1 0 1 0 0,-1 0 0 0 0,0 0 0 0 0,1 0 0 0 0,-1 0-1 0 0,0 1 1 0 0,1-1 0 0 0,-1 1 0 0 0,0 0 0 0 0,1-1-1 0 0,-1 2 1 0 0,1-1 0 0 0,-1 0 0 0 0,1 0 0 0 0,0 1 0 0 0,-1-1-1 0 0,1 1 1 0 0,0 0 0 0 0,0-1 0 0 0,0 1 0 0 0,0 0-1 0 0,1 0 1 0 0,-1 0 0 0 0,-2 4 0 0 0,-2 2-12 0 0,1 0 1 0 0,0 0 0 0 0,0 0 0 0 0,1 0-1 0 0,0 1 1 0 0,0 0 0 0 0,1 0-1 0 0,0 0 1 0 0,1 0 0 0 0,0 0-1 0 0,1 1 1 0 0,-2 16 0 0 0,3-21 75 0 0,0 1 0 0 0,0 0 1 0 0,0 0-1 0 0,1-1 0 0 0,0 1 1 0 0,0 0-1 0 0,0-1 0 0 0,1 1 0 0 0,0-1 1 0 0,0 1-1 0 0,0-1 0 0 0,1 0 1 0 0,0 0-1 0 0,0 0 0 0 0,0 0 1 0 0,0-1-1 0 0,1 1 0 0 0,0-1 1 0 0,0 0-1 0 0,0 0 0 0 0,0 0 1 0 0,6 3-1 0 0,-8-6-5 0 0,1 0 1 0 0,0 0 0 0 0,0 0-1 0 0,0 0 1 0 0,0 0-1 0 0,-1-1 1 0 0,1 0-1 0 0,0 1 1 0 0,0-1 0 0 0,0 0-1 0 0,0-1 1 0 0,0 1-1 0 0,0 0 1 0 0,0-1 0 0 0,0 0-1 0 0,-1 1 1 0 0,1-1-1 0 0,0 0 1 0 0,0-1-1 0 0,-1 1 1 0 0,1 0 0 0 0,-1-1-1 0 0,1 1 1 0 0,-1-1-1 0 0,5-4 1 0 0,1-1-88 0 0,1 0 1 0 0,-1 0-1 0 0,-1-1 1 0 0,1 0-1 0 0,9-15 1 0 0,-11 12-258 0 0,0 1 0 0 0,0-1 0 0 0,-1 0 0 0 0,4-13 0 0 0,-7 19 152 0 0,-1-1 1 0 0,0 1-1 0 0,1-1 1 0 0,-2 0-1 0 0,1 1 0 0 0,-1-1 1 0 0,1 0-1 0 0,-2 0 1 0 0,1 1-1 0 0,-2-11 1 0 0,1 15 159 0 0,1 0 0 0 0,0 0 0 0 0,0 0 0 0 0,-1 0 0 0 0,1 0 0 0 0,-1 0 0 0 0,1 0 0 0 0,-1 0 0 0 0,1 0 0 0 0,-1 1 0 0 0,0-1 0 0 0,1 0 0 0 0,-1 0 0 0 0,0 0 0 0 0,0 1 0 0 0,0-1 0 0 0,1 1 0 0 0,-1-1 0 0 0,0 0 0 0 0,0 1 0 0 0,0-1 0 0 0,0 1 0 0 0,0 0 0 0 0,-2-1 0 0 0,1 1 41 0 0,-1-1 1 0 0,1 1-1 0 0,0 0 1 0 0,-1 0-1 0 0,1 1 1 0 0,-1-1-1 0 0,1 0 1 0 0,0 1-1 0 0,-1 0 0 0 0,-2 1 1 0 0,-2 1 36 0 0,0 0-1 0 0,0 0 1 0 0,0 1 0 0 0,1 0 0 0 0,0 0 0 0 0,-7 6-1 0 0,7-3-34 0 0,1 0-1 0 0,-1 0 0 0 0,1 1 1 0 0,1-1-1 0 0,-1 1 0 0 0,1 0 1 0 0,1 1-1 0 0,-1-1 0 0 0,1 0 1 0 0,1 1-1 0 0,0 0 0 0 0,0 0 1 0 0,0 0-1 0 0,0 17 0 0 0,2-21-47 0 0,0 1 1 0 0,1 0-1 0 0,-1-1 0 0 0,1 1 0 0 0,0-1 0 0 0,1 0 1 0 0,-1 1-1 0 0,1-1 0 0 0,0 0 0 0 0,0 0 0 0 0,4 7 1 0 0,-3-9-26 0 0,-1 0 0 0 0,1 0 1 0 0,-1 0-1 0 0,1 0 0 0 0,0-1 1 0 0,0 1-1 0 0,0-1 0 0 0,0 1 1 0 0,0-1-1 0 0,1 0 0 0 0,-1 0 1 0 0,1-1-1 0 0,0 1 0 0 0,-1-1 1 0 0,1 1-1 0 0,0-1 0 0 0,5 0 1 0 0,-3 0 73 0 0,0-1 0 0 0,1 0 1 0 0,-1 0-1 0 0,1-1 1 0 0,-1 0-1 0 0,1 0 0 0 0,-1 0 1 0 0,0-1-1 0 0,0 0 0 0 0,0 0 1 0 0,0-1-1 0 0,0 1 0 0 0,0-1 1 0 0,-1-1-1 0 0,10-6 0 0 0,-7 4-24 0 0,0 0 0 0 0,-1 0-1 0 0,0-1 1 0 0,0 0-1 0 0,-1 0 1 0 0,1 0 0 0 0,-2-1-1 0 0,1 0 1 0 0,8-17-1 0 0,-12 19 14 0 0,0-1-1 0 0,-1 1 1 0 0,0-1 0 0 0,0 0-1 0 0,0 1 1 0 0,-1-1-1 0 0,0 0 1 0 0,-1 0 0 0 0,1 1-1 0 0,-1-1 1 0 0,0 0 0 0 0,-1 1-1 0 0,0-1 1 0 0,0 1-1 0 0,0-1 1 0 0,-1 1 0 0 0,0 0-1 0 0,0 0 1 0 0,0 0-1 0 0,-1 1 1 0 0,-4-7 0 0 0,6 9 2 0 0,-1-1-1 0 0,0 1 1 0 0,1 0 0 0 0,-1 0 0 0 0,0 0 0 0 0,-1 0 0 0 0,1 0 0 0 0,0 0 0 0 0,-1 1 0 0 0,1 0 0 0 0,-1 0 0 0 0,0 0-1 0 0,0 0 1 0 0,0 0 0 0 0,0 1 0 0 0,0 0 0 0 0,0-1 0 0 0,0 2 0 0 0,0-1 0 0 0,-1 0 0 0 0,1 1 0 0 0,0 0 0 0 0,0 0 0 0 0,-1 0-1 0 0,1 0 1 0 0,0 1 0 0 0,0 0 0 0 0,-1 0 0 0 0,1 0 0 0 0,0 0 0 0 0,0 1 0 0 0,0-1 0 0 0,-6 4 0 0 0,-5 6-125 0 0,0 0 0 0 0,1 1 0 0 0,0 0 1 0 0,0 1-1 0 0,2 1 0 0 0,-1 0 0 0 0,2 1 1 0 0,0 0-1 0 0,1 0 0 0 0,0 1 0 0 0,1 1 1 0 0,1-1-1 0 0,1 2 0 0 0,-8 23 0 0 0,14-36 106 0 0,0 0-1 0 0,0-1 1 0 0,0 1-1 0 0,0 0 1 0 0,1 0-1 0 0,0-1 1 0 0,0 1-1 0 0,0 0 1 0 0,1 0-1 0 0,0-1 0 0 0,-1 1 1 0 0,2 0-1 0 0,-1-1 1 0 0,0 1-1 0 0,1-1 1 0 0,0 0-1 0 0,0 1 1 0 0,4 5-1 0 0,-2-4 34 0 0,1-1-1 0 0,0 0 1 0 0,0 0-1 0 0,0 0 1 0 0,0 0-1 0 0,1-1 1 0 0,-1 0-1 0 0,1 0 1 0 0,0-1-1 0 0,1 1 1 0 0,10 3-1 0 0,-8-3-6 0 0,0-1 1 0 0,1 0-1 0 0,-1-1 0 0 0,1 0 0 0 0,-1 0 0 0 0,1-1 1 0 0,-1 0-1 0 0,1-1 0 0 0,0 0 0 0 0,-1-1 0 0 0,1 0 1 0 0,0 0-1 0 0,-1-1 0 0 0,1 0 0 0 0,-1-1 0 0 0,0 0 1 0 0,0 0-1 0 0,14-8 0 0 0,-12 2-52 0 0,0 0-1 0 0,0-1 0 0 0,-2 0 1 0 0,1 0-1 0 0,-1-1 1 0 0,0-1-1 0 0,-1 0 1 0 0,-1 0-1 0 0,0 0 1 0 0,0-1-1 0 0,-2 0 1 0 0,1 0-1 0 0,-1 0 1 0 0,4-25-1 0 0,-5 25 6 0 0,-2 0-1 0 0,0 0 0 0 0,0-1 0 0 0,-2 1 0 0 0,1-1 0 0 0,-2 1 0 0 0,0 0 1 0 0,0-1-1 0 0,-1 1 0 0 0,-1 0 0 0 0,0 0 0 0 0,-1 0 0 0 0,0 1 0 0 0,-1-1 0 0 0,-11-20 1 0 0,14 30 28 0 0,1 1 0 0 0,-1-1 0 0 0,1 1-1 0 0,-1-1 1 0 0,0 1 0 0 0,0 0 0 0 0,0 0 0 0 0,0 0 0 0 0,-1 0 0 0 0,1 0 0 0 0,0 0 0 0 0,-1 1 0 0 0,0-1 0 0 0,1 1 0 0 0,-1-1 0 0 0,0 1 0 0 0,1 0 0 0 0,-1 0 0 0 0,0 0 0 0 0,0 1 0 0 0,-4-1 0 0 0,3 1-13 0 0,0 1 0 0 0,0-1 1 0 0,1 1-1 0 0,-1 0 0 0 0,0 0 0 0 0,1 0 0 0 0,-1 1 1 0 0,1-1-1 0 0,-1 1 0 0 0,1 0 0 0 0,0 0 0 0 0,0 0 1 0 0,0 1-1 0 0,-5 3 0 0 0,-2 5-106 0 0,0-1 1 0 0,1 2-1 0 0,0-1 0 0 0,0 1 0 0 0,2 0 1 0 0,-1 1-1 0 0,-8 22 0 0 0,11-21 11 0 0,1 1 0 0 0,0 0 0 0 0,1 0 0 0 0,1 0 0 0 0,1 0 0 0 0,0 0 0 0 0,1 0 0 0 0,0 0 0 0 0,1 0 0 0 0,5 23 0 0 0,-2-20-31 0 0,0-1-1 0 0,1 1 1 0 0,1-1-1 0 0,0-1 1 0 0,2 1-1 0 0,0-1 1 0 0,0 0 0 0 0,19 23-1 0 0,-25-36 112 0 0,0 0-1 0 0,0 0 1 0 0,1 0 0 0 0,0-1-1 0 0,-1 1 1 0 0,1-1 0 0 0,0 0-1 0 0,0 0 1 0 0,0 0 0 0 0,1 0-1 0 0,-1 0 1 0 0,0-1 0 0 0,1 1-1 0 0,-1-1 1 0 0,1 0-1 0 0,5 1 1 0 0,-7-2 47 0 0,0 0 0 0 0,0 0-1 0 0,0-1 1 0 0,0 1 0 0 0,0 0 0 0 0,0-1 0 0 0,0 0-1 0 0,0 1 1 0 0,0-1 0 0 0,0 0 0 0 0,0 0 0 0 0,-1 0-1 0 0,1 0 1 0 0,0-1 0 0 0,-1 1 0 0 0,1 0-1 0 0,-1-1 1 0 0,1 1 0 0 0,-1-1 0 0 0,0 1 0 0 0,0-1-1 0 0,1 0 1 0 0,-1 1 0 0 0,0-1 0 0 0,0 0-1 0 0,-1 0 1 0 0,1 0 0 0 0,0 0 0 0 0,-1 0 0 0 0,2-3-1 0 0,0-7 86 0 0,0 1-1 0 0,0-1 0 0 0,-1 0 1 0 0,0 1-1 0 0,-1-1 1 0 0,0 0-1 0 0,-1 1 0 0 0,-3-17 1 0 0,0 8-73 0 0,-1 0 0 0 0,0 0 0 0 0,-17-36 1 0 0,21 52-69 0 0,-1 0 0 0 0,0 0 0 0 0,0 1 0 0 0,-1-1 0 0 0,1 1 0 0 0,-1-1 0 0 0,1 1 1 0 0,-1 0-1 0 0,0 0 0 0 0,0 0 0 0 0,-1 0 0 0 0,1 1 0 0 0,-1-1 0 0 0,-6-3 0 0 0,8 5-13 0 0,-1 1-1 0 0,1-1 0 0 0,0 1 0 0 0,0 0 0 0 0,0 0 1 0 0,-1 0-1 0 0,1 0 0 0 0,0 0 0 0 0,0 0 1 0 0,0 0-1 0 0,-1 1 0 0 0,1-1 0 0 0,0 1 0 0 0,0 0 1 0 0,0 0-1 0 0,0 0 0 0 0,0 0 0 0 0,0 0 0 0 0,0 0 1 0 0,0 0-1 0 0,1 0 0 0 0,-1 1 0 0 0,0-1 1 0 0,1 1-1 0 0,-1-1 0 0 0,1 1 0 0 0,-1 0 0 0 0,1-1 1 0 0,0 1-1 0 0,-2 3 0 0 0,-7 11-20 0 0,0 0 0 0 0,0 0 0 0 0,-12 33 0 0 0,18-40 38 0 0,1-1 0 0 0,1 1 0 0 0,-1 0 0 0 0,1 0 1 0 0,1 0-1 0 0,0 1 0 0 0,0-1 0 0 0,0 0 0 0 0,3 18 0 0 0,-2-24 19 0 0,1-1-1 0 0,-1 1 0 0 0,1-1 1 0 0,0 1-1 0 0,-1-1 0 0 0,1 0 1 0 0,1 1-1 0 0,-1-1 0 0 0,0 0 1 0 0,0 0-1 0 0,1 1 0 0 0,-1-1 1 0 0,1 0-1 0 0,0-1 0 0 0,0 1 1 0 0,-1 0-1 0 0,1 0 0 0 0,0-1 1 0 0,1 1-1 0 0,-1-1 0 0 0,3 2 1 0 0,0-2 19 0 0,-1 1 0 0 0,0-1 0 0 0,1 0 0 0 0,0 0 0 0 0,-1-1 0 0 0,1 1 0 0 0,-1-1 0 0 0,1 0 0 0 0,0-1 0 0 0,-1 1 0 0 0,6-2 0 0 0,4-1 48 0 0,0-1 0 0 0,0 0 0 0 0,0-1-1 0 0,0-1 1 0 0,-1 0 0 0 0,20-12 0 0 0,-19 8-29 0 0,-1 0 0 0 0,-1 0 0 0 0,0-2 1 0 0,0 1-1 0 0,-1-2 0 0 0,0 1 1 0 0,-1-2-1 0 0,-1 1 0 0 0,0-1 1 0 0,-1 0-1 0 0,9-22 0 0 0,-12 25-5 0 0,-1-1-1 0 0,0 1 1 0 0,-1-1-1 0 0,0 0 1 0 0,-1 0 0 0 0,0 1-1 0 0,-1-2 1 0 0,0 1-1 0 0,-1 0 1 0 0,-1 0-1 0 0,0 0 1 0 0,0 0 0 0 0,-1 0-1 0 0,-1 1 1 0 0,0-1-1 0 0,-6-15 1 0 0,7 23-41 0 0,0 0 1 0 0,0 0-1 0 0,0 0 1 0 0,-1 0 0 0 0,1 1-1 0 0,-1-1 1 0 0,0 1-1 0 0,0 0 1 0 0,0 0-1 0 0,-1 0 1 0 0,1 0 0 0 0,-1 1-1 0 0,0-1 1 0 0,1 1-1 0 0,-1 0 1 0 0,0 0-1 0 0,0 0 1 0 0,0 0-1 0 0,-1 1 1 0 0,1 0 0 0 0,0 0-1 0 0,-1 0 1 0 0,1 0-1 0 0,0 1 1 0 0,-1-1-1 0 0,1 1 1 0 0,-7 1-1 0 0,3 0-103 0 0,0 0-1 0 0,0 0 1 0 0,0 1-1 0 0,1 0 1 0 0,-1 0-1 0 0,1 1 1 0 0,-1 0-1 0 0,1 0 1 0 0,0 1-1 0 0,0 0 1 0 0,0 0-1 0 0,1 1 1 0 0,0-1-1 0 0,-10 10 0 0 0,6-3 0 0 0,0 1 0 0 0,1 0 0 0 0,0 0-1 0 0,1 1 1 0 0,1 0 0 0 0,0 1 0 0 0,-6 15-1 0 0,10-24 92 0 0,2 0 0 0 0,-1 0 0 0 0,0 0 0 0 0,1 1 0 0 0,0-1 0 0 0,0 0 0 0 0,1 1 0 0 0,-1-1 0 0 0,1 0 1 0 0,0 1-1 0 0,1-1 0 0 0,-1 0 0 0 0,1 1 0 0 0,0-1 0 0 0,1 0 0 0 0,-1 0 0 0 0,1 0 0 0 0,0 0 0 0 0,0 0 0 0 0,0 0 0 0 0,1 0 0 0 0,0-1 0 0 0,3 5 0 0 0,-3-5 10 0 0,0 0 1 0 0,0-1-1 0 0,1 0 1 0 0,-1 1-1 0 0,1-1 1 0 0,0-1-1 0 0,0 1 1 0 0,0 0-1 0 0,0-1 1 0 0,1 0-1 0 0,-1 0 0 0 0,1 0 1 0 0,-1-1-1 0 0,1 1 1 0 0,-1-1-1 0 0,1 0 1 0 0,0 0-1 0 0,8 0 1 0 0,-8-2 14 0 0,0 0 1 0 0,0 0-1 0 0,0 0 1 0 0,-1 0-1 0 0,1-1 1 0 0,0 1-1 0 0,-1-1 1 0 0,1-1 0 0 0,-1 1-1 0 0,0-1 1 0 0,1 1-1 0 0,-1-1 1 0 0,0 0-1 0 0,-1-1 1 0 0,1 1-1 0 0,-1-1 1 0 0,1 1-1 0 0,2-5 1 0 0,1-2 79 0 0,0 1 0 0 0,-1-1 1 0 0,0-1-1 0 0,-1 1 0 0 0,0-1 0 0 0,0 0 1 0 0,-1 0-1 0 0,-1 0 0 0 0,0 0 1 0 0,2-16-1 0 0,-4 22-79 0 0,0 0 1 0 0,-1 1 0 0 0,0-1 0 0 0,0 1-1 0 0,0-1 1 0 0,-1 1 0 0 0,1-1 0 0 0,-1 0-1 0 0,0 1 1 0 0,-1 0 0 0 0,1-1-1 0 0,-1 1 1 0 0,0 0 0 0 0,0 0 0 0 0,0-1-1 0 0,0 2 1 0 0,-1-1 0 0 0,1 0 0 0 0,-1 0-1 0 0,0 1 1 0 0,0-1 0 0 0,-1 1-1 0 0,1 0 1 0 0,-1 0 0 0 0,1 1 0 0 0,-1-1-1 0 0,0 1 1 0 0,0-1 0 0 0,-6-1 0 0 0,5 2 20 0 0,0 0 1 0 0,-1 1 0 0 0,1 0 0 0 0,-1 0 0 0 0,0 0 0 0 0,1 1 0 0 0,-1 0 0 0 0,1 0-1 0 0,-1 0 1 0 0,0 1 0 0 0,1-1 0 0 0,-1 1 0 0 0,1 1 0 0 0,-1-1 0 0 0,1 1 0 0 0,0 0 0 0 0,-1 0-1 0 0,1 1 1 0 0,0-1 0 0 0,0 1 0 0 0,1 0 0 0 0,-6 5 0 0 0,-8 6-20 0 0,2 0 0 0 0,-1 1 0 0 0,2 1 0 0 0,-17 22 0 0 0,23-28-71 0 0,1 1 0 0 0,1 0 0 0 0,0 1 0 0 0,0-1 0 0 0,1 1 0 0 0,1 1 0 0 0,0-1-1 0 0,-4 16 1 0 0,7-23 55 0 0,1 1 0 0 0,0-1 0 0 0,1 0 0 0 0,-1 0 0 0 0,1 0 0 0 0,0 1 0 0 0,1-1 0 0 0,-1 0 0 0 0,1 0 0 0 0,0 0 0 0 0,0 0 0 0 0,0 0 0 0 0,1 0 0 0 0,0 0 0 0 0,0 0 0 0 0,0 0 0 0 0,1 0 0 0 0,-1-1 0 0 0,1 0-1 0 0,0 1 1 0 0,0-1 0 0 0,1 0 0 0 0,5 5 0 0 0,-3-4-148 0 0,1 1 0 0 0,0-1 0 0 0,0-1-1 0 0,1 1 1 0 0,-1-1 0 0 0,1-1 0 0 0,0 1 0 0 0,0-1-1 0 0,0-1 1 0 0,9 3 0 0 0,11-1-5322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5:03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2609 1 2304 0 0,'0'2'7483'0'0,"-9"-2"-4555"0"0,4-1-2610 0 0,-1 1 0 0 0,1-1 0 0 0,0 1-1 0 0,0 1 1 0 0,0-1 0 0 0,0 1 0 0 0,-7 1 0 0 0,-30 11 652 0 0,-1-1 0 0 0,1-3 0 0 0,-2-1 0 0 0,-51 2 0 0 0,-577-14 1459 0 0,442 4-2201 0 0,-36-2-129 0 0,-217-11-46 0 0,365 16-53 0 0,2-1 0 0 0,-179 27 0 0 0,269-26-1 0 0,17-2-36 0 0,0 0 0 0 0,0 1 0 0 0,0-1 1 0 0,0 2-1 0 0,0-1 0 0 0,-13 7 0 0 0,22-9-37 0 0,0 0 1 0 0,-1 0-1 0 0,1 1 0 0 0,0-1 1 0 0,0 0-1 0 0,-1 0 0 0 0,1 1 0 0 0,0-1 1 0 0,0 0-1 0 0,-1 0 0 0 0,1 1 1 0 0,0-1-1 0 0,0 0 0 0 0,0 1 0 0 0,0-1 1 0 0,0 0-1 0 0,-1 1 0 0 0,1-1 0 0 0,0 0 1 0 0,0 1-1 0 0,0-1 0 0 0,0 0 1 0 0,0 1-1 0 0,0-1 0 0 0,0 1 0 0 0,0-1 1 0 0,0 0-1 0 0,0 1 0 0 0,0-1 1 0 0,0 0-1 0 0,0 1 0 0 0,1-1 0 0 0,-1 0 1 0 0,0 1-1 0 0,0-1 0 0 0,0 0 1 0 0,0 1-1 0 0,1-1 0 0 0,-1 0 0 0 0,0 0 1 0 0,0 1-1 0 0,1-1 0 0 0,2 4-1618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5:04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72 2152 0 0,'-1'-5'189'0'0,"0"1"0"0"0,-1-1-1 0 0,1 1 1 0 0,-1-1 0 0 0,0 1-1 0 0,0-1 1 0 0,-1 1-1 0 0,-5-8 1 0 0,7 10 50 0 0,0 0 1 0 0,-1 1-1 0 0,1-1 0 0 0,-1 0 0 0 0,1 1 1 0 0,-1-1-1 0 0,0 1 0 0 0,0 0 0 0 0,1-1 1 0 0,-1 1-1 0 0,0 0 0 0 0,0 0 1 0 0,0 0-1 0 0,0 0 0 0 0,-1 1 0 0 0,1-1 1 0 0,0 0-1 0 0,0 1 0 0 0,0 0 0 0 0,-1-1 1 0 0,-3 1-1 0 0,4 1 1 0 0,-1 0 0 0 0,1 0 0 0 0,0 0 0 0 0,-1 0 0 0 0,1 1 0 0 0,0-1 0 0 0,-1 0-1 0 0,1 1 1 0 0,0 0 0 0 0,0 0 0 0 0,1-1 0 0 0,-1 1 0 0 0,0 0 0 0 0,0 1 0 0 0,1-1 0 0 0,-2 3 0 0 0,-24 43 557 0 0,21-35-527 0 0,-3 3-50 0 0,1 1-1 0 0,1 0 1 0 0,0 0-1 0 0,2 0 0 0 0,0 1 1 0 0,0 0-1 0 0,-3 36 0 0 0,8-45-136 0 0,0-1-1 0 0,1 1 1 0 0,-1 0-1 0 0,2 0 0 0 0,-1-1 1 0 0,1 1-1 0 0,0-1 1 0 0,1 0-1 0 0,0 1 0 0 0,1-1 1 0 0,-1 0-1 0 0,1-1 1 0 0,1 1-1 0 0,0-1 0 0 0,0 0 1 0 0,0 0-1 0 0,1 0 1 0 0,12 11-1 0 0,-9-11 29 0 0,0 0-1 0 0,1 0 1 0 0,0-1-1 0 0,0 0 1 0 0,1-1-1 0 0,-1 0 1 0 0,1-1 0 0 0,0 0-1 0 0,0-1 1 0 0,23 4-1 0 0,7-1 470 0 0,74-1 1 0 0,-16-1-153 0 0,10-1-2349 0 0,-89-1-4733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5:06.0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1715 101 4609 0 0,'-10'-18'1839'0'0,"10"17"-1702"0"0,-1 0 0 0 0,1 0 0 0 0,-1-1 0 0 0,1 1 1 0 0,-1 0-1 0 0,1 0 0 0 0,-1 0 0 0 0,0 0 0 0 0,1 0 1 0 0,-1-1-1 0 0,0 1 0 0 0,0 1 0 0 0,0-1 0 0 0,0 0 1 0 0,0 0-1 0 0,0 0 0 0 0,0 0 0 0 0,0 1 0 0 0,0-1 1 0 0,-1 0-1 0 0,-1 0 0 0 0,-14-3 431 0 0,0 1 0 0 0,0 1 0 0 0,-1 0-1 0 0,1 1 1 0 0,-1 1 0 0 0,1 1 0 0 0,-29 4 0 0 0,-10 0 438 0 0,-219 9 2080 0 0,-309 10-375 0 0,520-25-2577 0 0,1-3 1 0 0,0-3-1 0 0,1-2 0 0 0,-1-4 0 0 0,-79-25 0 0 0,54 16-318 0 0,78 20-704 0 0,0 1 0 0 0,0 1 0 0 0,-18 0 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5:06.4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2 130 4145 0 0,'-1'-3'48'0'0,"1"0"0"0"0,0 0 0 0 0,0 0 0 0 0,0 0-1 0 0,0 0 1 0 0,0 0 0 0 0,1 0 0 0 0,-1 0 0 0 0,1 0 0 0 0,0 0 0 0 0,1-4 0 0 0,16-36 583 0 0,-12 29-147 0 0,-5 11-281 0 0,0 1 1 0 0,1-1-1 0 0,-1 0 1 0 0,0 1-1 0 0,1-1 1 0 0,0 1-1 0 0,0 0 1 0 0,0-1-1 0 0,0 1 1 0 0,4-3-1 0 0,-5 4-164 0 0,-1 1 1 0 0,1 0-1 0 0,0-1 0 0 0,0 1 0 0 0,-1 0 0 0 0,1 0 0 0 0,0 0 0 0 0,0 0 0 0 0,0-1 0 0 0,-1 1 0 0 0,1 0 0 0 0,0 0 1 0 0,0 1-1 0 0,0-1 0 0 0,-1 0 0 0 0,1 0 0 0 0,0 0 0 0 0,0 0 0 0 0,-1 1 0 0 0,1-1 0 0 0,0 0 0 0 0,-1 1 0 0 0,1-1 0 0 0,0 1 1 0 0,-1-1-1 0 0,1 0 0 0 0,0 1 0 0 0,-1 0 0 0 0,1-1 0 0 0,-1 1 0 0 0,1-1 0 0 0,-1 1 0 0 0,1 0 0 0 0,-1-1 0 0 0,1 1 0 0 0,-1 0 1 0 0,0-1-1 0 0,1 1 0 0 0,-1 0 0 0 0,0 0 0 0 0,0-1 0 0 0,1 2 0 0 0,5 14 671 0 0,1-1-1 0 0,-2 2 1 0 0,0-1-1 0 0,-1 0 1 0 0,3 33-1 0 0,-1 86 2626 0 0,-7-130-3249 0 0,1-1-1 0 0,0 1 0 0 0,1-1 0 0 0,-1 0 0 0 0,1 1 1 0 0,0-1-1 0 0,0 0 0 0 0,0 1 0 0 0,1-1 0 0 0,-1 0 0 0 0,1 0 1 0 0,0 0-1 0 0,3 4 0 0 0,-2-5 47 0 0,0 0 0 0 0,0 0-1 0 0,0-1 1 0 0,0 1 0 0 0,1-1-1 0 0,-1 0 1 0 0,1 0 0 0 0,-1 0 0 0 0,1 0-1 0 0,0 0 1 0 0,0-1 0 0 0,0 0 0 0 0,0 0-1 0 0,5 1 1 0 0,22 4 196 0 0,1-2 0 0 0,-1-1 0 0 0,41-1 1 0 0,39-8-4030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5:06.9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0 268 3225 0 0,'89'-86'6385'0'0,"-60"64"-4791"0"0,1 1 1 0 0,1 1-1 0 0,43-20 0 0 0,-44 26-1411 0 0,43-14-1 0 0,4-2-5258 0 0,-63 24 3738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5:07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47 6913 0 0,'175'-42'7018'0'0,"-159"40"-7038"0"0,1 0 0 0 0,-1 2 0 0 0,0 0 0 0 0,0 1 0 0 0,1 0 0 0 0,-1 2 0 0 0,0 0 0 0 0,0 0 0 0 0,17 7 0 0 0,-2 2-4949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6:43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76 2304 0 0,'-3'-2'201'0'0,"0"1"-201"0"0,1-1 0 0 0,1 1 0 0 0,1-1 0 0 0,-3-2 0 0 0,-2-2 0 0 0,-1-3 0 0 0,-2-4 0 0 0,-1-1 0 0 0,0 4 0 0 0,1-2 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5:08.0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67 6913 0 0,'-2'-4'134'0'0,"1"-1"0"0"0,0 1-1 0 0,0 0 1 0 0,0-1-1 0 0,1 1 1 0 0,0-1-1 0 0,0 1 1 0 0,0-5-1 0 0,1-10 3617 0 0,-1 16-2252 0 0,-9 30 3811 0 0,5 48-4255 0 0,7 86 1 0 0,1-26-655 0 0,-25 298 523 0 0,20-429-898 0 0,-1 68-66 0 0,3-1 1 0 0,2 0 0 0 0,14 71-1 0 0,-16-138-377 0 0,2 25-44 0 0,-2-27 92 0 0,-1-1 0 0 0,0 0 0 0 0,0 0 0 0 0,0 1 0 0 0,0-1 0 0 0,0 0 0 0 0,0 0 0 0 0,0 1 1 0 0,0-1-1 0 0,-1 0 0 0 0,1 0 0 0 0,0 0 0 0 0,-1 1 0 0 0,1-1 0 0 0,-1 0 0 0 0,1 0 0 0 0,-2 1 0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5:08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59 134 3225 0 0,'-3'-1'274'0'0,"-1"0"-1"0"0,0 0 1 0 0,1-1 0 0 0,0 1 0 0 0,-1-1 0 0 0,1 0 0 0 0,0 0 0 0 0,0 0 0 0 0,-5-5 0 0 0,6 5 264 0 0,0 0 1 0 0,0 0-1 0 0,1 1 1 0 0,-1-1-1 0 0,1 0 1 0 0,-1 0-1 0 0,1-1 0 0 0,0 1 1 0 0,-1 0-1 0 0,1 0 1 0 0,0 0-1 0 0,1-1 1 0 0,-1 1-1 0 0,0-1 1 0 0,1 1-1 0 0,-1-3 1 0 0,2 5-403 0 0,-1 0 1 0 0,1-1-1 0 0,0 1 1 0 0,-1 0-1 0 0,1 0 0 0 0,0 0 1 0 0,-1 0-1 0 0,1 0 1 0 0,-1 0-1 0 0,1 0 1 0 0,0 1-1 0 0,-1-1 1 0 0,1 0-1 0 0,0 0 0 0 0,-1 0 1 0 0,1 0-1 0 0,-1 1 1 0 0,1-1-1 0 0,-1 0 1 0 0,1 1-1 0 0,0-1 0 0 0,-1 0 1 0 0,1 1-1 0 0,-1-1 1 0 0,0 1-1 0 0,1-1 1 0 0,-1 1-1 0 0,1-1 0 0 0,-1 1 1 0 0,0-1-1 0 0,1 1 1 0 0,-1 0-1 0 0,140 178 1174 0 0,-126-162-1347 0 0,1-1 0 0 0,29 23 1 0 0,-39-35 84 0 0,-1 0 0 0 0,1-1 0 0 0,0 0 0 0 0,0 0 0 0 0,0 0 0 0 0,1-1 0 0 0,-1 0 0 0 0,0 0 0 0 0,1 0 0 0 0,0-1 0 0 0,-1 1 0 0 0,1-1 0 0 0,0-1 0 0 0,0 1 1 0 0,8-1-1 0 0,-12-1 3 0 0,1 1 0 0 0,0-1 0 0 0,-1 0 0 0 0,1 0 1 0 0,-1-1-1 0 0,1 1 0 0 0,-1 0 0 0 0,0-1 0 0 0,1 1 1 0 0,-1-1-1 0 0,0 0 0 0 0,0 0 0 0 0,0 0 0 0 0,0 0 1 0 0,2-4-1 0 0,25-39 135 0 0,-22 31-119 0 0,126-250-1742 0 0,-127 248-3469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11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92 163 3225 0 0,'-46'-46'-1257'0'0,"1"2"8450"0"0,55 41-3593 0 0,14-1-3046 0 0,-23 4-483 0 0,27-2 673 0 0,0 2 1 0 0,-1 1 0 0 0,54 10 0 0 0,-45-6-70 0 0,49 2-1 0 0,-28-10-315 0 0,-1-1 0 0 0,0-3 0 0 0,0-3 0 0 0,0-2 0 0 0,63-23 0 0 0,-110 33-368 0 0,-3-1-124 0 0,1 0 0 0 0,0 1 0 0 0,0 0 1 0 0,1 0-1 0 0,-1 1 0 0 0,0 0 0 0 0,1 1 0 0 0,-1-1 1 0 0,0 1-1 0 0,1 1 0 0 0,8 0 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12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119 212 3225 0 0,'-11'6'775'0'0,"-1"0"0"0"0,1-1 0 0 0,-1-1 1 0 0,0 0-1 0 0,0 0 0 0 0,-24 2 0 0 0,24-8 3191 0 0,23-3-1749 0 0,17-3-1481 0 0,179-38 371 0 0,-7 23-271 0 0,81-15 327 0 0,-90-9-324 0 0,-110 24-376 0 0,1 3-1 0 0,151-15 1 0 0,-209 35-458 0 0,0 1-1 0 0,0 1 0 0 0,0 2 1 0 0,0 0-1 0 0,29 9 1 0 0,113 46-11 0 0,-147-51-1480 0 0,0 1 0 0 0,-1 0-1 0 0,-1 2 1 0 0,30 22-1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13.0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41 100 1992 0 0,'1'-8'319'0'0,"0"0"0"0"0,0 0-1 0 0,1 1 1 0 0,3-12-1 0 0,-3 12 398 0 0,0-1-1 0 0,0 1 1 0 0,0-1-1 0 0,0-11 1 0 0,0 50 5406 0 0,0 18-5019 0 0,-39 329 1260 0 0,22-262-2070 0 0,3 49 209 0 0,11 191 0 0 0,4-155-503 0 0,1-104 480 0 0,31 171 0 0 0,-33-253-475 0 0,47 388 1681 0 0,-47-384-1531 0 0,-2-18-209 0 0,0 1-28 0 0,0-1-1 0 0,0 1 0 0 0,0-1 0 0 0,0 1 0 0 0,1 0 0 0 0,-1-1 0 0 0,0 1 1 0 0,1-1-1 0 0,-1 0 0 0 0,1 1 0 0 0,-1-1 0 0 0,1 1 0 0 0,0-1 0 0 0,0 0 1 0 0,0 1-1 0 0,0-1 0 0 0,0 0 0 0 0,1 2 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13.5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58 185 2745 0 0,'-2'2'-90'0'0,"-1"0"1"0"0,1 0 0 0 0,-1 0 0 0 0,0 0 0 0 0,-41-23 18361 0 0,70 21-19722 0 0,-11-1 2855 0 0,110-11-556 0 0,76-5-631 0 0,-81 10-105 0 0,0-4 0 0 0,142-34 1 0 0,186-28 363 0 0,-374 69-363 0 0,1 4 0 0 0,93 10 0 0 0,-82-3-22 0 0,102-4 0 0 0,-143-5-213 0 0,-16 1-370 0 0,1 0 1 0 0,-1-2-1 0 0,57-14 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15.4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1893 1608 0 0,'3'-11'1050'0'0,"-1"0"0"0"0,0 0 0 0 0,0 0 0 0 0,-1 0 0 0 0,0 0 0 0 0,-2-13 0 0 0,-9-73 987 0 0,2 31-861 0 0,-2-52 503 0 0,10-203 1 0 0,56-82 109 0 0,-25 213-1064 0 0,-16 67 294 0 0,-6-1 0 0 0,-8-166 0 0 0,-1 281-923 0 0,-1-1 0 0 0,0 1 0 0 0,-1 0 0 0 0,0-1 0 0 0,-4-10 0 0 0,4 16-414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16.7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1 218 7370 0 0,'25'-22'1908'0'0,"-14"16"-1666"0"0,-1 0 0 0 0,1 0 0 0 0,0 1-1 0 0,0 0 1 0 0,0 1 0 0 0,0 1 0 0 0,1 0 0 0 0,0 0 0 0 0,0 1-1 0 0,13-1 1 0 0,18 1 527 0 0,66 5 0 0 0,-24 1-107 0 0,300-34 1677 0 0,-197 10-1286 0 0,-26 4-197 0 0,275-12 394 0 0,-290 31-1015 0 0,156-1-52 0 0,-224-6 65 0 0,143-24 0 0 0,-162 16-136 0 0,0 2 1 0 0,77-1 0 0 0,-103 11-2058 0 0,44 6 0 0 0,-56-3-4315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17.5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98 232 2441 0 0,'-24'-5'155'0'0,"-19"-2"-18"0"0,13 5 3733 0 0,32-8 69 0 0,12-12-2801 0 0,82-145 3445 0 0,-96 166-4538 0 0,1 0-1 0 0,0-1 0 0 0,0 1 0 0 0,0 0 0 0 0,-1 0 0 0 0,1-1 0 0 0,0 1 0 0 0,0 0 0 0 0,0 0 0 0 0,1 0 0 0 0,-1 0 0 0 0,0 1 1 0 0,0-1-1 0 0,0 0 0 0 0,1 0 0 0 0,1 0 0 0 0,-2 1-25 0 0,-1 0 1 0 0,1 0 0 0 0,0 0-1 0 0,-1 0 1 0 0,1 0-1 0 0,0 1 1 0 0,-1-1-1 0 0,1 0 1 0 0,-1 0-1 0 0,1 0 1 0 0,0 1-1 0 0,-1-1 1 0 0,1 0-1 0 0,-1 1 1 0 0,1-1-1 0 0,-1 1 1 0 0,1-1-1 0 0,-1 1 1 0 0,1-1-1 0 0,-1 0 1 0 0,0 1 0 0 0,1 0-1 0 0,-1-1 1 0 0,0 1-1 0 0,1 0 1 0 0,2 7 99 0 0,1 0-1 0 0,-2 0 1 0 0,1 0 0 0 0,1 12 0 0 0,-1-7 14 0 0,25 133 811 0 0,7 28-598 0 0,-34-170-341 0 0,1 1 0 0 0,-1-1 0 0 0,1 0 0 0 0,0 1 0 0 0,1-1 0 0 0,-1 0 0 0 0,1 0 0 0 0,5 6 0 0 0,-8-9-4 0 0,1-1 0 0 0,0 1 0 0 0,-1 0 0 0 0,1-1 0 0 0,0 1 0 0 0,-1-1 0 0 0,1 1 0 0 0,0-1 0 0 0,0 0 0 0 0,0 1 0 0 0,-1-1 0 0 0,1 0 0 0 0,0 0 0 0 0,0 1 0 0 0,0-1 0 0 0,0 0 0 0 0,-1 0 0 0 0,1 0 0 0 0,0 0 0 0 0,1 0 0 0 0,0-1-1 0 0,-1 1 1 0 0,0-1-1 0 0,1 0 1 0 0,-1 1-1 0 0,0-1 1 0 0,0 0-1 0 0,0 0 1 0 0,0 0-1 0 0,1 0 1 0 0,-1 0-1 0 0,-1 0 1 0 0,1 0-1 0 0,0 0 1 0 0,0 0-1 0 0,0-1 1 0 0,1-1-1 0 0,10-22-30 0 0,-1-1-1 0 0,-1 1 1 0 0,11-46 0 0 0,-15 47 1 0 0,1 0 1 0 0,1 0-1 0 0,2 1 1 0 0,23-43-1 0 0,-30 60 29 0 0,1 0 0 0 0,0 1 0 0 0,0-1 0 0 0,1 1 0 0 0,0 0 0 0 0,5-4 0 0 0,-9 8 0 0 0,0 0 0 0 0,0 0 0 0 0,0 1 0 0 0,0-1 0 0 0,0 1 0 0 0,0-1 0 0 0,0 1 0 0 0,0-1 0 0 0,1 1 0 0 0,-1 0 0 0 0,0 0 0 0 0,0-1 0 0 0,0 1 0 0 0,0 0 0 0 0,0 0 0 0 0,1 0 0 0 0,-1 0 0 0 0,0 0 0 0 0,0 1 0 0 0,0-1 0 0 0,0 0 0 0 0,0 0 0 0 0,1 1 0 0 0,-1-1 0 0 0,0 1 0 0 0,0-1 0 0 0,0 1 0 0 0,0-1 0 0 0,0 1 0 0 0,0 0 0 0 0,0-1 0 0 0,-1 1 0 0 0,1 0 0 0 0,0 0 0 0 0,0 0 0 0 0,0-1 0 0 0,-1 1 0 0 0,1 0 0 0 0,0 0 0 0 0,-1 0 0 0 0,1 0 0 0 0,-1 0 0 0 0,1 2 0 0 0,6 11-19 0 0,-2 1-1 0 0,0 0 1 0 0,0-1 0 0 0,-1 1-1 0 0,-1 1 1 0 0,3 28-1 0 0,-5-29 25 0 0,1 0 0 0 0,0 0-1 0 0,1-1 1 0 0,1 1 0 0 0,0-1-1 0 0,1 0 1 0 0,11 22-1 0 0,-15-34-3 0 0,-1-1-1 0 0,1 0 0 0 0,0 0 1 0 0,-1 0-1 0 0,1 0 0 0 0,0 0 0 0 0,0 0 1 0 0,-1 0-1 0 0,1 0 0 0 0,0-1 0 0 0,0 1 1 0 0,0 0-1 0 0,0 0 0 0 0,0-1 0 0 0,0 1 1 0 0,0 0-1 0 0,1-1 0 0 0,-1 1 1 0 0,0-1-1 0 0,0 0 0 0 0,0 1 0 0 0,0-1 1 0 0,1 0-1 0 0,-1 0 0 0 0,0 0 0 0 0,0 0 1 0 0,1 0-1 0 0,-1 0 0 0 0,0 0 1 0 0,0 0-1 0 0,1 0 0 0 0,-1 0 0 0 0,0-1 1 0 0,0 1-1 0 0,0-1 0 0 0,1 1 0 0 0,-1-1 1 0 0,0 1-1 0 0,0-1 0 0 0,0 1 1 0 0,0-1-1 0 0,0 0 0 0 0,0 0 0 0 0,0 0 1 0 0,0 1-1 0 0,-1-1 0 0 0,1 0 0 0 0,1-2 1 0 0,6-7-2 0 0,0 1 1 0 0,-1-1-1 0 0,12-22 1 0 0,-11 19-1 0 0,12-21-24 0 0,31-47-137 0 0,-45 72 146 0 0,1 1 1 0 0,0 0-1 0 0,0 0 1 0 0,1 1-1 0 0,0 0 1 0 0,15-10-1 0 0,-21 15 15 0 0,-1 2-1 0 0,1-1 1 0 0,0 0-1 0 0,0 0 1 0 0,-1 0 0 0 0,1 1-1 0 0,0-1 1 0 0,0 1-1 0 0,0 0 1 0 0,0-1-1 0 0,0 1 1 0 0,0 0 0 0 0,0 0-1 0 0,-1 0 1 0 0,1 1-1 0 0,0-1 1 0 0,0 0 0 0 0,0 1-1 0 0,0-1 1 0 0,0 1-1 0 0,0-1 1 0 0,-1 1-1 0 0,1 0 1 0 0,0 0 0 0 0,0 0-1 0 0,-1 0 1 0 0,1 0-1 0 0,-1 0 1 0 0,1 0 0 0 0,-1 1-1 0 0,0-1 1 0 0,1 0-1 0 0,-1 1 1 0 0,0-1-1 0 0,0 1 1 0 0,0 0 0 0 0,2 2-1 0 0,4 9-16 0 0,-1-1 0 0 0,0 1-1 0 0,0 0 1 0 0,3 15 0 0 0,-4-15 3 0 0,0 2-662 0 0,1-1 0 0 0,0 1 1 0 0,16 24-1 0 0,-8-19-5186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18.5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85 2737 0 0,'0'0'51'0'0,"-1"1"0"0"0,1-1 0 0 0,-1 1 1 0 0,1-1-1 0 0,-1 0 0 0 0,1 1 0 0 0,-1-1 1 0 0,1 0-1 0 0,-1 1 0 0 0,1-1 1 0 0,-1 0-1 0 0,0 0 0 0 0,1 0 0 0 0,-1 0 1 0 0,1 1-1 0 0,-1-1 0 0 0,0 0 0 0 0,1 0 1 0 0,-1 0-1 0 0,0 0 0 0 0,1 0 1 0 0,-1 0-1 0 0,1 0 0 0 0,-1-1 0 0 0,0 1 1 0 0,1 0-1 0 0,-1 0 0 0 0,1 0 0 0 0,-1-1 1 0 0,1 1-1 0 0,-1 0 0 0 0,0-1 1 0 0,1 1-1 0 0,-1 0 0 0 0,1-1 0 0 0,0 1 1 0 0,-1 0-1 0 0,1-1 0 0 0,-1 1 0 0 0,1-1 1 0 0,-1 1-1 0 0,1-1 0 0 0,0 1 0 0 0,0-1 1 0 0,-1 0-1 0 0,1 1 0 0 0,0-1 1 0 0,0 1-1 0 0,-1-2 0 0 0,1 1 331 0 0,0 0 1 0 0,0 0-1 0 0,0-1 0 0 0,1 1 0 0 0,-1 0 0 0 0,0 0 0 0 0,1 0 1 0 0,-1 0-1 0 0,0 0 0 0 0,1 0 0 0 0,-1 0 0 0 0,1 0 1 0 0,0 0-1 0 0,3-5 1911 0 0,-3 6-1911 0 0,0-1 0 0 0,0 0 1 0 0,0 1-1 0 0,0-1 0 0 0,0 0 0 0 0,1 0 0 0 0,11-3 725 0 0,1 0-1 0 0,-1 0 0 0 0,1 1 0 0 0,-1 1 1 0 0,26-1-1 0 0,72 6-885 0 0,-6 1-49 0 0,301-7 115 0 0,-266 3-235 0 0,123 11 43 0 0,109-4 66 0 0,-284-12-184 0 0,332-27 282 0 0,-297 22-248 0 0,138 6 0 0 0,122 26-14 0 0,-166-8 4 0 0,114-6-1 0 0,-127-5 0 0 0,300-26 475 0 0,-406 16-438 0 0,-21-1-46 0 0,79-3-34 0 0,-140 11 40 0 0,-1 1-1 0 0,1 0 1 0 0,-1 1-1 0 0,1 1 1 0 0,-1 1-1 0 0,0 0 1 0 0,25 10-1 0 0,-32-9-28 0 0,0-1-1 0 0,1 0 1 0 0,0 0-1 0 0,0-1 0 0 0,0 0 1 0 0,1-1-1 0 0,-1 0 1 0 0,0-1-1 0 0,1 0 1 0 0,-1 0-1 0 0,1-1 1 0 0,0 0-1 0 0,-1 0 1 0 0,13-3-1 0 0,46-5-76 0 0,-68 8 11 0 0,7 5-755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0.0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11 356 6913 0 0,'-10'0'8422'0'0,"12"3"-8339"0"0,0 1-1 0 0,1-1 0 0 0,-1 0 0 0 0,1 0 0 0 0,0 0 1 0 0,0 0-1 0 0,0-1 0 0 0,0 1 0 0 0,0-1 1 0 0,5 2-1 0 0,-7-3-27 0 0,0-1 0 0 0,1 1 0 0 0,0-1 0 0 0,-1 1 0 0 0,1-1 0 0 0,-1 0-1 0 0,1 0 1 0 0,-1 1 0 0 0,1-1 0 0 0,0 0 0 0 0,-1-1 0 0 0,1 1 0 0 0,-1 0 0 0 0,1 0 0 0 0,0-1 0 0 0,-1 1 0 0 0,1-1 0 0 0,-1 1 0 0 0,1-1 0 0 0,-1 0 0 0 0,0 1 0 0 0,1-1 0 0 0,-1 0-1 0 0,0 0 1 0 0,1 0 0 0 0,-1 0 0 0 0,0 0 0 0 0,0 0 0 0 0,0-1 0 0 0,0 1 0 0 0,0 0 0 0 0,0-1 0 0 0,1-1 0 0 0,7-12 137 0 0,0 0 0 0 0,-1-1-1 0 0,-1 0 1 0 0,0-1 0 0 0,5-20 0 0 0,-6 18-164 0 0,1 0 1 0 0,0 1-1 0 0,18-31 0 0 0,-25 48-23 0 0,1 0 0 0 0,0-1-1 0 0,0 1 1 0 0,-1 0 0 0 0,1-1-1 0 0,0 1 1 0 0,0 0 0 0 0,0 0-1 0 0,0 0 1 0 0,0 0 0 0 0,0 0 0 0 0,1 0-1 0 0,-1 0 1 0 0,0 1 0 0 0,0-1-1 0 0,1 0 1 0 0,-1 1 0 0 0,1-1 0 0 0,-1 1-1 0 0,2-1 1 0 0,-2 1 25 0 0,0 0 0 0 0,0 1 0 0 0,0-1 1 0 0,0 0-1 0 0,-1 1 0 0 0,1-1 0 0 0,0 1 0 0 0,0-1 0 0 0,0 1 1 0 0,0-1-1 0 0,-1 1 0 0 0,1 0 0 0 0,0-1 0 0 0,-1 1 0 0 0,1 0 0 0 0,0 0 1 0 0,-1-1-1 0 0,1 1 0 0 0,-1 0 0 0 0,1 0 0 0 0,-1 0 0 0 0,1 1 1 0 0,3 9 304 0 0,0 0 1 0 0,-1 0-1 0 0,3 22 1 0 0,-5-26-314 0 0,4 28 264 0 0,5 31-77 0 0,-9-62-196 0 0,0 0 0 0 0,1 0-1 0 0,-1 0 1 0 0,1 0-1 0 0,-1 0 1 0 0,1 0 0 0 0,0-1-1 0 0,1 1 1 0 0,-1-1 0 0 0,0 0-1 0 0,1 0 1 0 0,5 5 0 0 0,-7-7-13 0 0,0 0 1 0 0,0 0-1 0 0,1 0 1 0 0,-1-1-1 0 0,0 1 1 0 0,1 0-1 0 0,-1-1 1 0 0,1 1-1 0 0,-1-1 1 0 0,0 0-1 0 0,1 1 1 0 0,-1-1-1 0 0,1 0 1 0 0,-1 0-1 0 0,1 0 1 0 0,-1 0-1 0 0,1 0 1 0 0,-1 0-1 0 0,1 0 1 0 0,-1-1-1 0 0,1 1 1 0 0,2-1-1 0 0,0-1-3 0 0,-1 0 0 0 0,1 0 0 0 0,-1 0-1 0 0,0 0 1 0 0,0-1 0 0 0,0 1 0 0 0,0-1 0 0 0,4-5-1 0 0,2-2-7 0 0,-1-1-1 0 0,-1 0 1 0 0,0 0 0 0 0,7-17-1 0 0,-1-2 99 0 0,17-38-196 0 0,-27 63 100 0 0,0 0 0 0 0,0 0 1 0 0,0 0-1 0 0,1 1 0 0 0,-1-1 1 0 0,1 1-1 0 0,1 0 0 0 0,-1 0 0 0 0,8-6 1 0 0,-10 10 11 0 0,-1-1 1 0 0,0 1 0 0 0,1-1-1 0 0,-1 1 1 0 0,0 0-1 0 0,1-1 1 0 0,-1 1 0 0 0,1 0-1 0 0,-1 0 1 0 0,0 0 0 0 0,1 0-1 0 0,-1 0 1 0 0,1 0 0 0 0,-1 1-1 0 0,0-1 1 0 0,1 0-1 0 0,-1 1 1 0 0,0-1 0 0 0,1 1-1 0 0,-1-1 1 0 0,0 1 0 0 0,1 0-1 0 0,-1-1 1 0 0,0 1-1 0 0,0 0 1 0 0,0 0 0 0 0,0 0-1 0 0,0 0 1 0 0,0 0 0 0 0,0 0-1 0 0,0 0 1 0 0,0 0 0 0 0,1 3-1 0 0,4 6 50 0 0,1-1 0 0 0,-2 2 0 0 0,7 12 0 0 0,-7-12 20 0 0,11 24-27 0 0,-8-17-3 0 0,0 0 0 0 0,2 0 1 0 0,15 23-1 0 0,-22-38-38 0 0,0 1 0 0 0,0 0 0 0 0,0-1 0 0 0,0 0 0 0 0,1 1 0 0 0,-1-1 0 0 0,1-1 0 0 0,0 1 0 0 0,0 0 0 0 0,0-1 0 0 0,0 0 0 0 0,0 0 1 0 0,0 0-1 0 0,1 0 0 0 0,-1-1 0 0 0,1 0 0 0 0,-1 0 0 0 0,1 0 0 0 0,8 0 0 0 0,-9-1-5 0 0,0-1 0 0 0,0 0 0 0 0,-1 0 0 0 0,1 0 0 0 0,0 0 0 0 0,0-1 0 0 0,-1 1 0 0 0,1-1 0 0 0,-1 0 0 0 0,0 0 0 0 0,1 0 0 0 0,-1-1 0 0 0,0 1 0 0 0,0-1 0 0 0,-1 0 0 0 0,1 0 0 0 0,0 0 0 0 0,-1 0 0 0 0,0 0 0 0 0,0 0 0 0 0,3-5 0 0 0,5-11 0 0 0,0 0 0 0 0,11-33 0 0 0,-14 35 0 0 0,61-180 0 0 0,-67 194 0 0 0,-1 1 0 0 0,1 0 0 0 0,0-1 0 0 0,0 1 0 0 0,1 0 0 0 0,-1 0 0 0 0,0 0 0 0 0,1 0 0 0 0,-1 0 0 0 0,1 0 0 0 0,0 0 0 0 0,0 0 0 0 0,0 1 0 0 0,2-2 0 0 0,-3 2 0 0 0,0 1 0 0 0,0 0 0 0 0,0 0 0 0 0,0 0 0 0 0,0 0 0 0 0,0 0 0 0 0,0 0 0 0 0,0 0 0 0 0,-1 0 0 0 0,1 1 0 0 0,0-1 0 0 0,0 0 0 0 0,0 0 0 0 0,0 1 0 0 0,0-1 0 0 0,0 1 0 0 0,0-1 0 0 0,0 1 0 0 0,-1-1 0 0 0,1 1 0 0 0,0-1 0 0 0,0 1 0 0 0,-1 0 0 0 0,1 0 0 0 0,0-1 0 0 0,-1 1 0 0 0,1 0 0 0 0,-1 0 0 0 0,1 0 0 0 0,-1-1 0 0 0,1 1 0 0 0,-1 0 0 0 0,0 0 0 0 0,1 0 0 0 0,-1 0 0 0 0,0 1 0 0 0,15 27 18 0 0,-4-3 51 0 0,2-1 1 0 0,0 0-1 0 0,2-1 1 0 0,1 0-1 0 0,0-2 1 0 0,37 39-1 0 0,-35-42-1227 0 0,-16-16 697 0 0,0 0 1 0 0,0-1-1 0 0,1 1 0 0 0,-1-1 1 0 0,1 1-1 0 0,-1-1 0 0 0,1 0 1 0 0,0 0-1 0 0,0-1 0 0 0,3 3 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0.5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95 2304 0 0,'-1'0'221'0'0,"20"-22"5377"0"0,-11 15-4886 0 0,1 1-1 0 0,0-1 1 0 0,0 1 0 0 0,0 1-1 0 0,1 0 1 0 0,0 0 0 0 0,0 1-1 0 0,0 0 1 0 0,1 1 0 0 0,0 0-1 0 0,-1 1 1 0 0,1 0-1 0 0,14 0 1 0 0,18-1 579 0 0,83 5-1 0 0,337 13 959 0 0,-225-9-1913 0 0,238-30 1140 0 0,-414 18-1207 0 0,-46 5-225 0 0,0 0 0 0 0,1 1 0 0 0,24 4 0 0 0,-37-4-69 0 0,-1 0-1 0 0,0 0 1 0 0,1 1 0 0 0,-1 0 0 0 0,0 0-1 0 0,0 0 1 0 0,0 0 0 0 0,0 0-1 0 0,0 1 1 0 0,0-1 0 0 0,0 1 0 0 0,0 0-1 0 0,0 0 1 0 0,-1 0 0 0 0,1 0 0 0 0,-1 0-1 0 0,1 0 1 0 0,-1 1 0 0 0,0-1 0 0 0,0 1-1 0 0,0 0 1 0 0,0 0 0 0 0,-1 0-1 0 0,3 4 1 0 0,-3 8-1216 0 0,0-1-1672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1.1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3 3225 0 0,'-32'-2'14655'0'0,"30"3"-14035"0"0,1 0-499 0 0,0-1 0 0 0,1 1 0 0 0,-1 0 0 0 0,1 0 0 0 0,0 0 0 0 0,-1 0 1 0 0,1 0-1 0 0,0 0 0 0 0,-1 0 0 0 0,1 0 0 0 0,0 0 0 0 0,0 1 0 0 0,0-1 0 0 0,0 0 1 0 0,0 0-1 0 0,0 0 0 0 0,0 0 0 0 0,0 0 0 0 0,1 0 0 0 0,-1 0 0 0 0,1 1 1 0 0,46 456 1732 0 0,-38 1-1535 0 0,-9-452-311 0 0,15 357 187 0 0,-15-361-377 0 0,1 1 1 0 0,0-1-1 0 0,0 1 1 0 0,0-1-1 0 0,0 0 1 0 0,0 1-1 0 0,1-1 1 0 0,-1 0-1 0 0,1 0 1 0 0,0 0-1 0 0,0 0 1 0 0,0 0-1 0 0,0-1 1 0 0,1 1-1 0 0,-1-1 1 0 0,5 4-1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2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1764 2304 0 0,'-52'11'2534'0'0,"0"0"4983"0"0,78-19-766 0 0,4 1-4723 0 0,34-9-1316 0 0,32-9-52 0 0,-62 17-556 0 0,-1-1-1 0 0,43-17 1 0 0,-73 25-97 0 0,0 0 0 0 0,0-1 1 0 0,-1 1-1 0 0,1-1 0 0 0,-1 1 0 0 0,1-1 0 0 0,-1 0 1 0 0,0 0-1 0 0,0 0 0 0 0,0 0 0 0 0,0 0 0 0 0,0-1 1 0 0,0 1-1 0 0,-1-1 0 0 0,3-3 0 0 0,-4 4-6 0 0,1 1-1 0 0,-1 0 1 0 0,0-1-1 0 0,0 1 1 0 0,0 0-1 0 0,0-1 0 0 0,0 1 1 0 0,0 0-1 0 0,-1-1 1 0 0,1 1-1 0 0,0 0 1 0 0,-1 0-1 0 0,1-1 1 0 0,0 1-1 0 0,-1 0 1 0 0,0 0-1 0 0,1-1 1 0 0,-1 1-1 0 0,0 0 0 0 0,0 0 1 0 0,1 0-1 0 0,-1 0 1 0 0,0 0-1 0 0,0 0 1 0 0,0 0-1 0 0,0 0 1 0 0,0 1-1 0 0,-1-1 1 0 0,1 0-1 0 0,0 1 1 0 0,0-1-1 0 0,0 0 1 0 0,-1 1-1 0 0,1 0 0 0 0,-2-1 1 0 0,-40-17-63 0 0,20 9-33 0 0,1 0 0 0 0,-27-17 0 0 0,43 22 60 0 0,-1 0 0 0 0,1-1 0 0 0,1 1 0 0 0,-1-1 0 0 0,1-1 0 0 0,0 1-1 0 0,0-1 1 0 0,0 0 0 0 0,1 0 0 0 0,0 0 0 0 0,-6-12 0 0 0,9 16 27 0 0,1 0 0 0 0,-1 0 0 0 0,1 1 0 0 0,0-1 0 0 0,-1 0 0 0 0,1 0 0 0 0,0 0 0 0 0,0 0 0 0 0,0 1 0 0 0,0-1 0 0 0,1 0 0 0 0,-1 0 0 0 0,0 0 0 0 0,1 1 0 0 0,-1-1 0 0 0,1 0 0 0 0,0 0 0 0 0,0 1 0 0 0,-1-1 0 0 0,1 1 0 0 0,0-1 0 0 0,0 1 0 0 0,1-1 0 0 0,-1 1 0 0 0,0-1 0 0 0,0 1 0 0 0,1 0 0 0 0,-1 0 0 0 0,1 0 0 0 0,-1 0 0 0 0,1 0 0 0 0,2-2 0 0 0,7-3 19 0 0,1-1 0 0 0,0 2 0 0 0,18-7 0 0 0,-17 7-31 0 0,-4 2 28 0 0,-1 0 0 0 0,1 1 0 0 0,-1 0 0 0 0,1 1 1 0 0,0 0-1 0 0,0 0 0 0 0,16 1 0 0 0,-18 0 1 0 0,17-3 73 0 0,-24 3-78 0 0,0-1 0 0 0,0 1 0 0 0,1-1 0 0 0,-1 1-1 0 0,0 0 1 0 0,0-1 0 0 0,0 1 0 0 0,0-1 0 0 0,1 1-1 0 0,-1-1 1 0 0,0 1 0 0 0,0-1 0 0 0,0 1 0 0 0,0-1-1 0 0,0 1 1 0 0,0-1 0 0 0,0 1 0 0 0,-1-1 0 0 0,1 1-1 0 0,0-1 1 0 0,0 1 0 0 0,0 0 0 0 0,0-1-1 0 0,0 1 1 0 0,-1-1 0 0 0,1 1 0 0 0,0-1 0 0 0,-1 1-1 0 0,1 0 1 0 0,0-1 0 0 0,0 1 0 0 0,-1 0 0 0 0,1-1-1 0 0,-1 1 1 0 0,1 0 0 0 0,0-1 0 0 0,-1 1 0 0 0,1 0-1 0 0,-1 0 1 0 0,1-1 0 0 0,-1 1 0 0 0,-78-66 71 0 0,59 50-51 0 0,0 0 0 0 0,0-1 1 0 0,-25-30-1 0 0,44 45-26 0 0,-1 0 1 0 0,1 0 0 0 0,0 1 0 0 0,0-1-1 0 0,0 0 1 0 0,0 0 0 0 0,0-1-1 0 0,0 1 1 0 0,1 0 0 0 0,-1 0-1 0 0,1 0 1 0 0,-1 0 0 0 0,1-1-1 0 0,0 1 1 0 0,0 0 0 0 0,0 0-1 0 0,0-1 1 0 0,0 1 0 0 0,1-3 0 0 0,1 1-5 0 0,-1 0 0 0 0,1 0 0 0 0,-1 0 0 0 0,1 0 1 0 0,0 0-1 0 0,1 1 0 0 0,-1-1 0 0 0,1 0 1 0 0,4-3-1 0 0,4-5-11 0 0,1 1 0 0 0,1 1 0 0 0,-1 0 1 0 0,19-10-1 0 0,-16 12 17 0 0,0 1 0 0 0,1 0 0 0 0,17-4 0 0 0,-20 7 0 0 0,0-1 0 0 0,0 0 0 0 0,-1 0 0 0 0,1-1 0 0 0,16-12 0 0 0,-29 18 0 0 0,0-1 0 0 0,1 1 0 0 0,-1 0 0 0 0,1-1 0 0 0,-1 1 0 0 0,1-1 0 0 0,-1 1 0 0 0,0 0 0 0 0,0-1 0 0 0,1 1 0 0 0,-1-1 0 0 0,0 1 0 0 0,1-1 0 0 0,-1 0 0 0 0,0 1 0 0 0,0-1 0 0 0,0 1 0 0 0,0-1 0 0 0,0 1 0 0 0,0-1 0 0 0,0 1 0 0 0,0-1 0 0 0,0 0 0 0 0,0 1 0 0 0,0-1 0 0 0,0 1 0 0 0,0-1 0 0 0,0 0 0 0 0,-12-16 0 0 0,-28-13 0 0 0,33 26 0 0 0,-4-4 21 0 0,0 1 1 0 0,1-1-1 0 0,0-1 0 0 0,0 0 1 0 0,1 0-1 0 0,0-1 1 0 0,1 0-1 0 0,-9-15 1 0 0,14 21-128 0 0,1-1 1 0 0,0 0 0 0 0,0 1 0 0 0,1-1 0 0 0,-1 0 0 0 0,1 0 0 0 0,0 0 0 0 0,0 0 0 0 0,1 0 0 0 0,-1 0 0 0 0,1 0 0 0 0,0 0 0 0 0,0 0 0 0 0,1-1 0 0 0,0 1-1 0 0,0 0 1 0 0,0 1 0 0 0,0-1 0 0 0,1 0 0 0 0,0 0 0 0 0,0 0 0 0 0,0 1 0 0 0,0-1 0 0 0,5-5 0 0 0,22-20-2590 0 0,-25 27 2292 0 0,-1 1 0 0 0,1-2 0 0 0,-1 1 0 0 0,0 0 0 0 0,1-1-1 0 0,-2 0 1 0 0,1 1 0 0 0,0-1 0 0 0,-1 0 0 0 0,3-6-1 0 0,-5 10 395 0 0,0-1 0 0 0,0 0-1 0 0,0 1 1 0 0,1-1 0 0 0,-1 0 0 0 0,0 1-1 0 0,0-1 1 0 0,-1 0 0 0 0,1 1-1 0 0,0-1 1 0 0,0 1 0 0 0,0-1-1 0 0,0 0 1 0 0,-1 1 0 0 0,1-1-1 0 0,0 1 1 0 0,0-1 0 0 0,-1 0 0 0 0,1 1-1 0 0,0-1 1 0 0,-1 1 0 0 0,1-1-1 0 0,-1 1 1 0 0,1-1 0 0 0,-1 1-1 0 0,1 0 1 0 0,-1-1 0 0 0,-20-11 611 0 0,19 12-487 0 0,0-1-1 0 0,-1 0 1 0 0,1 0-1 0 0,0 0 1 0 0,1 0-1 0 0,-1 0 1 0 0,0 0-1 0 0,0-1 1 0 0,0 1-1 0 0,1-1 1 0 0,-1 1-1 0 0,1-1 1 0 0,-1 0-1 0 0,1 1 1 0 0,-2-4-1 0 0,0-9 410 0 0,1-1-1 0 0,0 0 1 0 0,1 1-1 0 0,1-1 1 0 0,3-26-1 0 0,-1-14-30 0 0,-4-60 503 0 0,-6-131-54 0 0,7 233-1877 0 0,1 1-289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3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 8754 0 0,'-4'5'1187'0'0,"3"-5"-1072"0"0,1 1 0 0 0,-1-1 0 0 0,1 0 0 0 0,-1 0 0 0 0,1 1 0 0 0,-1-1 0 0 0,1 0 0 0 0,0 1 0 0 0,-1-1 0 0 0,1 0 0 0 0,0 1 0 0 0,-1-1 0 0 0,1 1 0 0 0,0-1 0 0 0,-1 1 0 0 0,1-1 0 0 0,0 1 0 0 0,0-1 0 0 0,0 1 0 0 0,-1-1 1 0 0,1 1-1 0 0,0-1 0 0 0,0 1 0 0 0,0-1 0 0 0,0 1 0 0 0,0 0 0 0 0,-3 219 7165 0 0,6-9-6410 0 0,47 332 0 0 0,-27-117 59 0 0,-21-312-560 0 0,0-83-223 0 0,2 0 0 0 0,0 0 0 0 0,13 41 0 0 0,-17-77-1988 0 0,-1-7-3421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4.5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34 101 3225 0 0,'-33'1'5967'0'0,"33"-1"-5930"0"0,16-8 972 0 0,11 2-306 0 0,0 1 0 0 0,0 1 0 0 0,1 1 0 0 0,-1 1 0 0 0,53 4-1 0 0,1-1 382 0 0,737 5 3083 0 0,-622 1-4115 0 0,304 23 873 0 0,178 19 21 0 0,-569-47-870 0 0,316 15 360 0 0,62 34-423 0 0,-62-36 159 0 0,-157-10-21 0 0,-193-2-184 0 0,296 5 31 0 0,-270-10 154 0 0,168-28 0 0 0,297-33 400 0 0,-122 1-397 0 0,-214 25-71 0 0,111-1 509 0 0,-210 25-649 0 0,165-9 228 0 0,-215 19 96 0 0,134 15-1 0 0,-197-9-262 0 0,128 19 251 0 0,-126-17-219 0 0,0 0-1 0 0,-1 1 1 0 0,0 1-1 0 0,0 1 1 0 0,21 12-1 0 0,-28-12-55 0 0,-1 0 0 0 0,-1 1 0 0 0,1 0 0 0 0,16 20 0 0 0,-19-19-423 0 0,1 0-1 0 0,0-1 1 0 0,1 0-1 0 0,0-1 1 0 0,18 12-1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5.6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92 196 1840 0 0,'-7'-2'854'0'0,"0"1"0"0"0,0 0 0 0 0,0 0-1 0 0,0 1 1 0 0,0 0 0 0 0,0 0 0 0 0,0 0-1 0 0,0 1 1 0 0,0 0 0 0 0,-10 4 0 0 0,16-5-823 0 0,1 0 1 0 0,0 0-1 0 0,0 0 1 0 0,0 0-1 0 0,0 0 1 0 0,0 0-1 0 0,-1 0 1 0 0,1 0-1 0 0,0 0 1 0 0,0 0-1 0 0,0 0 1 0 0,0 0-1 0 0,0 0 1 0 0,0 0-1 0 0,-1 0 1 0 0,1 0-1 0 0,0 0 1 0 0,0 0-1 0 0,0 0 1 0 0,0 0-1 0 0,0 0 1 0 0,0 0-1 0 0,0 1 1 0 0,0-1-1 0 0,-1 0 1 0 0,1 0-1 0 0,0 0 1 0 0,0 0-1 0 0,0 0 1 0 0,0 0-1 0 0,0 0 1 0 0,0 1-1 0 0,0-1 1 0 0,0 0-1 0 0,0 0 1 0 0,0 0-1 0 0,0 0 1 0 0,0 0-1 0 0,0 0 1 0 0,0 1-1 0 0,0-1 1 0 0,0 0-1 0 0,0 0 1 0 0,0 0-1 0 0,0 0 1 0 0,0 0-1 0 0,0 1 1 0 0,0-1-1 0 0,0 0 1 0 0,0 0-1 0 0,0 0 1 0 0,0 0-1 0 0,0 0 1 0 0,1 1-1 0 0,8 6 512 0 0,13 3-168 0 0,-7-7-25 0 0,0 0 1 0 0,0-1-1 0 0,0-1 1 0 0,0 0-1 0 0,25-2 1 0 0,79-15 573 0 0,-79 9-602 0 0,58-3-1 0 0,-27 12 123 0 0,92 14 1 0 0,13 2-290 0 0,641-14 1015 0 0,-492-12-403 0 0,6-1-644 0 0,1-26-33 0 0,14-39 366 0 0,75-12 26 0 0,-343 75-430 0 0,1 3 0 0 0,0 4-1 0 0,115 8 1 0 0,76 41 175 0 0,-21-2-4 0 0,-244-43-1114 0 0,1 1 0 0 0,-1 0 0 0 0,0 0 0 0 0,1 1 0 0 0,-1 0 1 0 0,6 2-1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6.4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9 5529 0 0,'-1'-1'130'0'0,"-1"0"0"0"0,1 0 0 0 0,0 0 0 0 0,0 1 0 0 0,0-1 0 0 0,-1 0 0 0 0,1 1 0 0 0,0-1 0 0 0,-1 1 0 0 0,1-1 0 0 0,-1 1 0 0 0,1 0 0 0 0,-1-1 0 0 0,-2 1 0 0 0,4 0-60 0 0,-1 0 0 0 0,1 0 0 0 0,-1 0 0 0 0,1 0 0 0 0,-1 0 0 0 0,1 0 0 0 0,-1 1 0 0 0,1-1 0 0 0,-1 0 0 0 0,1 0 0 0 0,0 0-1 0 0,-1 0 1 0 0,1 1 0 0 0,-1-1 0 0 0,1 0 0 0 0,-1 0 0 0 0,1 1 0 0 0,0-1 0 0 0,-1 0 0 0 0,1 1 0 0 0,0-1 0 0 0,-1 1 0 0 0,1-1 0 0 0,0 0 0 0 0,-1 1 0 0 0,1-1-1 0 0,0 1 1 0 0,0-1 0 0 0,0 1 0 0 0,-1-1 0 0 0,1 1 0 0 0,0-1 0 0 0,0 1 0 0 0,0-1 0 0 0,0 1 0 0 0,0-1 0 0 0,0 1 0 0 0,0-1 0 0 0,0 0 0 0 0,0 1 0 0 0,0-1-1 0 0,0 1 1 0 0,0-1 0 0 0,1 1 0 0 0,21 210 3997 0 0,-15-128-3414 0 0,12 141 883 0 0,60 458 1781 0 0,-69-630-3046 0 0,1 4 162 0 0,4 63-1 0 0,-13-103-478 0 0,-2 0-1 0 0,0 0 1 0 0,-1 0-1 0 0,-1 0 1 0 0,0 0-1 0 0,-1 0 1 0 0,-1-1-1 0 0,-9 26 0 0 0,0-22-4015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7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263 55 1376 0 0,'1'-1'174'0'0,"0"0"0"0"0,0 0-1 0 0,-1 0 1 0 0,1 0 0 0 0,0-1 0 0 0,0 1-1 0 0,-1 0 1 0 0,1 0 0 0 0,0 0-1 0 0,-1-1 1 0 0,1 1 0 0 0,-1 0 0 0 0,0-1-1 0 0,1 1 1 0 0,-1 0 0 0 0,0-1-1 0 0,0 1 1 0 0,0 0 0 0 0,0-1 0 0 0,0 1-1 0 0,0 0 1 0 0,0-1 0 0 0,-1 1-1 0 0,1 0 1 0 0,0-1 0 0 0,-1 1 0 0 0,1 0-1 0 0,-1-1 1 0 0,1 1 0 0 0,-1 0-1 0 0,0 0 1 0 0,1 0 0 0 0,-1 0 0 0 0,0-1-1 0 0,0 1 1 0 0,0 0 0 0 0,0 0-1 0 0,0 1 1 0 0,0-1 0 0 0,0 0 0 0 0,0 0-1 0 0,0 0 1 0 0,-1 1 0 0 0,1-1-1 0 0,0 1 1 0 0,0-1 0 0 0,-1 1 0 0 0,1-1-1 0 0,0 1 1 0 0,-1 0 0 0 0,1-1-1 0 0,0 1 1 0 0,-1 0 0 0 0,1 0 0 0 0,0 0-1 0 0,-1 0 1 0 0,1 0 0 0 0,0 1-1 0 0,-1-1 1 0 0,1 0 0 0 0,-2 1 0 0 0,-9 3 318 0 0,0 1 1 0 0,0 1-1 0 0,1 0 1 0 0,-1 1-1 0 0,1 0 1 0 0,1 0-1 0 0,-11 10 1 0 0,-65 66 1563 0 0,86-83-2052 0 0,-5 6 142 0 0,0-1 0 0 0,0 0 0 0 0,0 1 0 0 0,0 0-1 0 0,1 0 1 0 0,0 1 0 0 0,1-1 0 0 0,-4 8 0 0 0,7-14-142 0 0,0 1 0 0 0,0-1 0 0 0,0 0 0 0 0,0 1-1 0 0,0-1 1 0 0,0 0 0 0 0,0 1 0 0 0,0-1 0 0 0,0 0 0 0 0,0 1-1 0 0,0-1 1 0 0,0 0 0 0 0,0 1 0 0 0,0-1 0 0 0,0 0 0 0 0,0 1-1 0 0,1-1 1 0 0,-1 0 0 0 0,0 1 0 0 0,0-1 0 0 0,0 0 0 0 0,0 1-1 0 0,1-1 1 0 0,-1 0 0 0 0,0 0 0 0 0,0 1 0 0 0,1-1 0 0 0,-1 0-1 0 0,0 0 1 0 0,1 0 0 0 0,-1 1 0 0 0,0-1 0 0 0,0 0 0 0 0,1 0-1 0 0,16 3 51 0 0,19-6 156 0 0,-36 3-189 0 0,77-15 201 0 0,32-5 249 0 0,-95 18-428 0 0,-1 1-1 0 0,1 1 1 0 0,-1 0 0 0 0,1 1 0 0 0,24 5-1 0 0,-36-6-40 0 0,-1 0-1 0 0,0 0 0 0 0,1 1 0 0 0,-1-1 0 0 0,1 1 0 0 0,-1-1 0 0 0,0 1 1 0 0,1 0-1 0 0,-1 0 0 0 0,0-1 0 0 0,0 1 0 0 0,0 0 0 0 0,1 0 0 0 0,-1 0 0 0 0,0 0 1 0 0,0 0-1 0 0,-1 1 0 0 0,1-1 0 0 0,0 0 0 0 0,0 0 0 0 0,0 1 0 0 0,-1-1 1 0 0,1 0-1 0 0,-1 1 0 0 0,1-1 0 0 0,-1 0 0 0 0,1 1 0 0 0,-1-1 0 0 0,0 1 0 0 0,0-1 1 0 0,0 1-1 0 0,0-1 0 0 0,0 1 0 0 0,0-1 0 0 0,0 1 0 0 0,0-1 0 0 0,0 1 0 0 0,-1-1 1 0 0,1 0-1 0 0,-1 1 0 0 0,0 1 0 0 0,-3 8 16 0 0,0 0-1 0 0,-1-1 1 0 0,-1 1-1 0 0,-8 12 1 0 0,6-9 0 0 0,-15 21 150 0 0,-1-1-1 0 0,-56 60 0 0 0,53-66-125 0 0,1 2-1 0 0,2 1 0 0 0,-32 53 1 0 0,55-83-46 0 0,0 0 1 0 0,1 0-1 0 0,-1 0 0 0 0,1 0 1 0 0,-1 0-1 0 0,1 0 1 0 0,0 0-1 0 0,-1 0 1 0 0,1 0-1 0 0,0 1 0 0 0,0-1 1 0 0,0 0-1 0 0,-1 0 1 0 0,1 0-1 0 0,1 0 1 0 0,-1 0-1 0 0,0 1 1 0 0,0-1-1 0 0,0 0 0 0 0,0 0 1 0 0,1 0-1 0 0,-1 0 1 0 0,1 0-1 0 0,-1 0 1 0 0,1 0-1 0 0,-1 0 1 0 0,1 0-1 0 0,0 0 0 0 0,-1 0 1 0 0,1 0-1 0 0,0 0 1 0 0,0 0-1 0 0,-1-1 1 0 0,1 1-1 0 0,0 0 1 0 0,0-1-1 0 0,0 1 0 0 0,0 0 1 0 0,0-1-1 0 0,0 1 1 0 0,0-1-1 0 0,0 1 1 0 0,0-1-1 0 0,0 0 1 0 0,1 0-1 0 0,-1 1 0 0 0,0-1 1 0 0,0 0-1 0 0,2 0 1 0 0,9 2-175 0 0,0-1 0 0 0,0 0 1 0 0,22-1-1 0 0,-23 0 33 0 0,7 0 89 0 0,-2-1-1 0 0,1 1 0 0 0,0 1 0 0 0,-1 0 0 0 0,1 1 0 0 0,-1 1-1 0 0,31 9 1 0 0,-45-11 64 0 0,-1-1 0 0 0,0 1-1 0 0,0 0 1 0 0,0 0-1 0 0,0-1 1 0 0,1 1 0 0 0,-1 0-1 0 0,-1 0 1 0 0,1 1 0 0 0,0-1-1 0 0,0 0 1 0 0,0 0-1 0 0,0 0 1 0 0,-1 0 0 0 0,1 1-1 0 0,-1-1 1 0 0,1 0 0 0 0,-1 1-1 0 0,1-1 1 0 0,-1 0-1 0 0,0 1 1 0 0,0-1 0 0 0,1 1-1 0 0,-1-1 1 0 0,0 0-1 0 0,0 1 1 0 0,-1-1 0 0 0,1 1-1 0 0,0-1 1 0 0,0 0 0 0 0,-1 1-1 0 0,1-1 1 0 0,0 0-1 0 0,-2 3 1 0 0,-2 6 84 0 0,0 1-1 0 0,-1-1 1 0 0,-8 14-1 0 0,5-12 3 0 0,-67 112 968 0 0,2-5-1189 0 0,72-119 44 0 0,1 1 0 0 0,-1 0 0 0 0,1-1 0 0 0,-1 1 0 0 0,1 0 0 0 0,0 0 0 0 0,-1-1 0 0 0,1 1 0 0 0,0 0-1 0 0,0 0 1 0 0,-1 0 0 0 0,1 0 0 0 0,0-1 0 0 0,0 1 0 0 0,0 0 0 0 0,0 0 0 0 0,0 0 0 0 0,0 0 0 0 0,0 0 0 0 0,0-1 0 0 0,1 1 0 0 0,-1 0 0 0 0,0 0 0 0 0,0 0 0 0 0,1-1 0 0 0,0 2 0 0 0,0-1-160 0 0,-1-1 0 0 0,1 1 0 0 0,0-1 0 0 0,0 1 0 0 0,0-1 0 0 0,1 1 1 0 0,-1-1-1 0 0,0 0 0 0 0,0 0 0 0 0,0 1 0 0 0,0-1 0 0 0,0 0 0 0 0,0 0 1 0 0,0 0-1 0 0,0 0 0 0 0,0 0 0 0 0,1-1 0 0 0,-1 1 0 0 0,1-1 0 0 0,7 0-1684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8.0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4417 0 2961 0 0,'-2'15'14051'0'0,"4"58"-11188"0"0,47 340 151 0 0,-17-179-2418 0 0,-29-209-565 0 0,68 474 378 0 0,-55-441-417 0 0,-12-46 45 0 0,0 0 0 0 0,-1 1 0 0 0,0-1 0 0 0,-1 1 0 0 0,0 0 0 0 0,-1 26 0 0 0,-2-33-23 0 0,-1 1 1 0 0,0 0 0 0 0,0-1-1 0 0,-6 12 1 0 0,-3 8 277 0 0,9-21-251 0 0,-1-1 0 0 0,1 0-1 0 0,-1 0 1 0 0,0 0-1 0 0,-1 0 1 0 0,1 0 0 0 0,0 0-1 0 0,-1-1 1 0 0,0 0 0 0 0,0 0-1 0 0,-8 5 1 0 0,1 0-39 0 0,-2-1 0 0 0,1-1 0 0 0,-14 6 0 0 0,-24 3-2 0 0,-1-2 0 0 0,0-2 0 0 0,-70 5 0 0 0,-2 1 0 0 0,-333 36 0 0 0,177-26 0 0 0,-231 9 0 0 0,297-25 0 0 0,-140-1-44 0 0,-32 3 75 0 0,-148 0-288 0 0,419-16 202 0 0,54 3-119 0 0,0-3 1 0 0,-91-15 0 0 0,87 9 184 0 0,1 2-1 0 0,-1 3 1 0 0,-1 3 0 0 0,-125 13-1 0 0,108-4 41 0 0,-1-5 0 0 0,-135-11-1 0 0,206 7-68 0 0,3 0-74 0 0,-1-1 0 0 0,1 2 0 0 0,-1-1 0 0 0,0 1 0 0 0,1 1-1 0 0,-1 0 1 0 0,1 0 0 0 0,-1 1 0 0 0,-15 4 0 0 0,18 0-377 0 0,5-2-3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9.0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317 103 1840 0 0,'-10'-6'377'0'0,"0"1"0"0"0,0-1 0 0 0,0 2 0 0 0,-1-1 0 0 0,-11-2 0 0 0,16 6-138 0 0,0 0 1 0 0,0 0-1 0 0,0 1 1 0 0,0 0-1 0 0,0 0 0 0 0,0 0 1 0 0,0 1-1 0 0,0 0 1 0 0,0 0-1 0 0,0 0 0 0 0,-9 4 1 0 0,-11 4 666 0 0,17-4-558 0 0,1-2 0 0 0,-1 1 0 0 0,0-2 0 0 0,-1 1 0 0 0,1-1 0 0 0,0 0 0 0 0,-1-1 0 0 0,1 0 0 0 0,-1-1 0 0 0,0 1 0 0 0,1-2 0 0 0,-16-2 0 0 0,43 7 43 0 0,1-2 0 0 0,-1 0-1 0 0,1-1 1 0 0,26-2-1 0 0,90-12 451 0 0,-70 6-573 0 0,566-31 1047 0 0,-120 11-397 0 0,518-1 293 0 0,-256 63 252 0 0,-667-33-1391 0 0,77 6 332 0 0,-181-8-559 0 0,11 2 127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29.3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28 7370 0 0,'-1'-3'542'0'0,"-1"1"1"0"0,0 0-1 0 0,0 0 1 0 0,0-1-1 0 0,0 1 1 0 0,0 1 0 0 0,-1-1-1 0 0,1 0 1 0 0,-1 1-1 0 0,1-1 1 0 0,-1 1-1 0 0,-4-2 1 0 0,6 2-434 0 0,0 1 0 0 0,0 0 0 0 0,0 0 0 0 0,1-1 0 0 0,-1 1 0 0 0,0 0-1 0 0,0 0 1 0 0,0 0 0 0 0,0 0 0 0 0,0 0 0 0 0,0 0 0 0 0,0 1 0 0 0,0-1 0 0 0,0 0 0 0 0,0 0 0 0 0,0 1 0 0 0,0-1 0 0 0,0 0 0 0 0,0 1-1 0 0,1-1 1 0 0,-1 1 0 0 0,0-1 0 0 0,0 1 0 0 0,0 0 0 0 0,1-1 0 0 0,-1 1 0 0 0,0 0 0 0 0,1-1 0 0 0,-1 1 0 0 0,1 0 0 0 0,-1 0 0 0 0,1 0 0 0 0,-1-1-1 0 0,1 1 1 0 0,-1 0 0 0 0,1 0 0 0 0,0 0 0 0 0,-1 0 0 0 0,1 1 0 0 0,-8 33 483 0 0,2 1 1 0 0,1-1-1 0 0,2 1 0 0 0,2 40 1 0 0,1-67-546 0 0,3 93 170 0 0,5-1 1 0 0,32 154 0 0 0,5 39 319 0 0,-40-242-475 0 0,-3 1 1 0 0,-2 0-1 0 0,-12 87 1 0 0,-7-44-734 0 0,13-71 38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0.0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705 112 5985 0 0,'0'-5'150'0'0,"0"1"0"0"0,0-1 0 0 0,-1 1 0 0 0,1-1 0 0 0,-1 1 0 0 0,0-1 0 0 0,0 1 0 0 0,-1 0 0 0 0,1 0-1 0 0,-1 0 1 0 0,0-1 0 0 0,0 1 0 0 0,0 1 0 0 0,-1-1 0 0 0,0 0 0 0 0,1 1 0 0 0,-1-1 0 0 0,0 1 0 0 0,-1 0 0 0 0,1 0 0 0 0,0 0-1 0 0,-1 0 1 0 0,0 1 0 0 0,1-1 0 0 0,-1 1 0 0 0,0 0 0 0 0,0 0 0 0 0,-1 0 0 0 0,1 1 0 0 0,0 0 0 0 0,-1 0 0 0 0,1 0-1 0 0,-6-1 1 0 0,-3 1 233 0 0,1 0 0 0 0,-1 0-1 0 0,1 1 1 0 0,-1 1 0 0 0,0 0-1 0 0,1 1 1 0 0,-1 0-1 0 0,1 1 1 0 0,0 1 0 0 0,-22 8-1 0 0,9 1 7 0 0,0 1-1 0 0,1 1 1 0 0,1 1-1 0 0,1 1 1 0 0,0 1-1 0 0,1 1 0 0 0,1 1 1 0 0,-25 31-1 0 0,15-12 5 0 0,1 2-1 0 0,2 1 0 0 0,-41 87 0 0 0,55-99-341 0 0,1 1 0 0 0,2 0 0 0 0,1 0 1 0 0,1 1-1 0 0,1 0 0 0 0,2 1 0 0 0,2-1 0 0 0,1 1 0 0 0,1-1 0 0 0,2 1 0 0 0,1 0 0 0 0,1-1 0 0 0,2 1 0 0 0,2-1 0 0 0,0 0 0 0 0,3-1 0 0 0,0 0 0 0 0,2 0 0 0 0,1-1 0 0 0,2-1 0 0 0,0 0 0 0 0,2-1 0 0 0,1-1 0 0 0,2 0 0 0 0,0-2 1 0 0,2 0-1 0 0,1-2 0 0 0,27 24 0 0 0,-19-23-211 0 0,2 0 1 0 0,0-2 0 0 0,1-2-1 0 0,1-1 1 0 0,1-1 0 0 0,1-3-1 0 0,59 18 1 0 0,-70-26 75 0 0,0-1 0 0 0,1-2 0 0 0,0 0-1 0 0,0-2 1 0 0,0-1 0 0 0,0-1 0 0 0,0-2 0 0 0,0 0 0 0 0,0-2 0 0 0,0-1-1 0 0,-1-1 1 0 0,26-9 0 0 0,-20 2 276 0 0,-1-2 0 0 0,-1 0 0 0 0,0-2 0 0 0,-1-2 0 0 0,-1 0 0 0 0,-1-2 0 0 0,0-1 0 0 0,31-34 0 0 0,-11 4 90 0 0,-3-1 0 0 0,-2-2 1 0 0,40-69-1 0 0,-63 92-234 0 0,-2-1-1 0 0,-1 0 1 0 0,-2-2 0 0 0,-1 1-1 0 0,-1-2 1 0 0,-2 1 0 0 0,-2-1 0 0 0,-1-1-1 0 0,-2 0 1 0 0,-1 0 0 0 0,-2 0-1 0 0,-2 0 1 0 0,-7-56 0 0 0,5 80-39 0 0,0 0-1 0 0,-2 0 1 0 0,1 0 0 0 0,-2 1 0 0 0,0-1-1 0 0,0 1 1 0 0,-1 0 0 0 0,-1 1-1 0 0,0-1 1 0 0,-15-18 0 0 0,9 15-2 0 0,-1 1 0 0 0,-1 1-1 0 0,1 0 1 0 0,-2 1 0 0 0,0 1 0 0 0,-29-16 0 0 0,2 7-275 0 0,0 1 0 0 0,-2 3 0 0 0,0 2 0 0 0,0 1 0 0 0,-64-8 0 0 0,92 19-858 0 0,-1 0 0 0 0,-22 0 0 0 0,5 5-5591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0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39 2761 0 0,'-4'-39'15853'0'0,"7"63"-13386"0"0,30 354-497 0 0,-8-64-5043 0 0,-24-310 2084 0 0,0-11-1973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0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248 137 3225 0 0,'0'-1'49'0'0,"0"0"0"0"0,0 0 0 0 0,0 1 0 0 0,0-1 0 0 0,0 0 0 0 0,0 1 0 0 0,0-1 0 0 0,-1 0 0 0 0,1 0 0 0 0,0 1 0 0 0,0-1 0 0 0,0 0 0 0 0,-1 1 0 0 0,1-1 0 0 0,0 1 0 0 0,-1-1 0 0 0,1 0 0 0 0,-1 1 0 0 0,1-1 0 0 0,-1 1 0 0 0,1-1 0 0 0,-1 1 0 0 0,1-1 0 0 0,-1 1 0 0 0,1-1 1 0 0,-1 1-1 0 0,0 0 0 0 0,1-1 0 0 0,-2 0 0 0 0,0 1 105 0 0,0 0 1 0 0,0 0 0 0 0,0 0 0 0 0,0 0 0 0 0,0 0-1 0 0,0 0 1 0 0,0 0 0 0 0,0 0 0 0 0,0 1-1 0 0,-4 0 1 0 0,-3 3 326 0 0,0-1 0 0 0,0 1 0 0 0,-14 10 0 0 0,6-3 248 0 0,2 1 1 0 0,-1 0 0 0 0,2 1-1 0 0,0 1 1 0 0,0 0-1 0 0,2 1 1 0 0,-1 1 0 0 0,2 0-1 0 0,0 0 1 0 0,-10 22-1 0 0,21-37-716 0 0,0-1-1 0 0,-1 0 0 0 0,1 0 0 0 0,0 0 0 0 0,0 1 0 0 0,0-1 0 0 0,-1 0 0 0 0,1 0 0 0 0,0 1 1 0 0,0-1-1 0 0,0 0 0 0 0,0 1 0 0 0,0-1 0 0 0,0 0 0 0 0,0 0 0 0 0,-1 1 0 0 0,1-1 0 0 0,0 0 1 0 0,0 1-1 0 0,0-1 0 0 0,0 0 0 0 0,0 0 0 0 0,0 1 0 0 0,0-1 0 0 0,0 0 0 0 0,1 1 0 0 0,-1-1 1 0 0,0 0-1 0 0,0 1 0 0 0,0-1 0 0 0,0 0 0 0 0,0 0 0 0 0,0 1 0 0 0,1-1 0 0 0,-1 0 0 0 0,0 1 1 0 0,11-7 71 0 0,11-14-67 0 0,13-23-322 0 0,36-58 1 0 0,-41 56 806 0 0,48-57 0 0 0,-77 100-350 0 0,1 1 0 0 0,-1-1 0 0 0,1 1 0 0 0,-1-1 0 0 0,1 1 0 0 0,0 0 0 0 0,-1 0 0 0 0,1 0 0 0 0,0 0 0 0 0,2-1 0 0 0,-3 2-69 0 0,-1-1-1 0 0,1 1 0 0 0,-1 0 0 0 0,1 0 0 0 0,0 0 1 0 0,-1 0-1 0 0,1 0 0 0 0,-1 0 0 0 0,1 0 0 0 0,-1 0 1 0 0,1 0-1 0 0,-1 1 0 0 0,1-1 0 0 0,0 0 1 0 0,-1 0-1 0 0,1 0 0 0 0,-1 1 0 0 0,1-1 0 0 0,-1 0 1 0 0,1 1-1 0 0,-1-1 0 0 0,1 0 0 0 0,-1 1 0 0 0,1 0 1 0 0,1 2 106 0 0,1 1 0 0 0,-1 0 0 0 0,0 0 0 0 0,0 0 0 0 0,-1 0 1 0 0,1 1-1 0 0,1 8 0 0 0,5 15-129 0 0,1 1 0 0 0,1-1 0 0 0,2-1 0 0 0,0 0 0 0 0,2 0 0 0 0,1-1 0 0 0,1-1 0 0 0,2-1 0 0 0,0 0 0 0 0,1-2 0 0 0,38 35 0 0 0,5 1-2897 0 0,-45-41-4560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1.4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1 5065 0 0,'-1'0'341'0'0,"0"1"-1"0"0,-1 0 0 0 0,1-1 1 0 0,0 1-1 0 0,0 0 1 0 0,0 0-1 0 0,0 0 1 0 0,1 0-1 0 0,-1 0 0 0 0,0 0 1 0 0,0 0-1 0 0,1 0 1 0 0,-1 0-1 0 0,0 0 1 0 0,1 1-1 0 0,-1-1 0 0 0,1 0 1 0 0,-1 0-1 0 0,1 1 1 0 0,0-1-1 0 0,0 0 1 0 0,-1 1-1 0 0,1 0 1 0 0,-6 39 1527 0 0,5-38-1559 0 0,-5 72 1054 0 0,2 0 1 0 0,10 111 0 0 0,34 150-1 0 0,-25-227-609 0 0,28 263 495 0 0,-30 3-730 0 0,-15-326-512 0 0,2-6 318 0 0,-9 56-1 0 0,7-141-2667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2.5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0 2769 0 0,'-8'7'313'0'0,"-1"-1"0"0"0,0-1 0 0 0,0 0 0 0 0,-16 6 0 0 0,16-7 481 0 0,1-1 0 0 0,0 2 0 0 0,0-1 0 0 0,0 1 0 0 0,0 0 1 0 0,-8 7-1 0 0,16-11-697 0 0,0-1 0 0 0,0 1 1 0 0,0-1-1 0 0,-1 1 0 0 0,1-1 1 0 0,0 1-1 0 0,0-1 1 0 0,0 1-1 0 0,0 0 0 0 0,0-1 1 0 0,0 1-1 0 0,1-1 0 0 0,-1 1 1 0 0,0-1-1 0 0,0 1 0 0 0,0-1 1 0 0,0 0-1 0 0,0 1 0 0 0,1-1 1 0 0,-1 1-1 0 0,0-1 0 0 0,0 1 1 0 0,1-1-1 0 0,-1 1 0 0 0,0-1 1 0 0,1 0-1 0 0,-1 1 0 0 0,1-1 1 0 0,-1 0-1 0 0,0 1 0 0 0,1-1 1 0 0,-1 0-1 0 0,1 0 0 0 0,-1 1 1 0 0,1-1-1 0 0,-1 0 0 0 0,1 0 1 0 0,-1 0-1 0 0,2 1 1 0 0,24 11 654 0 0,-23-10-504 0 0,30 10 346 0 0,0-1 0 0 0,1-1 0 0 0,1-2 0 0 0,62 8-1 0 0,143-5-128 0 0,151-12 545 0 0,269 9 507 0 0,-66 34-596 0 0,-115-24-276 0 0,-253-15-458 0 0,-156 0-187 0 0,-1 4 0 0 0,0 2 0 0 0,71 19 0 0 0,-139-27-126 0 0,0-1 0 0 0,0 1 0 0 0,0-1 0 0 0,0 0 0 0 0,0 1 1 0 0,0-1-1 0 0,0 0 0 0 0,0 0 0 0 0,0 0 0 0 0,0 0 0 0 0,0 0 0 0 0,0 0 1 0 0,0 0-1 0 0,0 0 0 0 0,0-1 0 0 0,0 1 0 0 0,0 0 0 0 0,0 0 0 0 0,0-1 0 0 0,0 1 1 0 0,0-1-1 0 0,0 1 0 0 0,0-1 0 0 0,0 1 0 0 0,0-1 0 0 0,1-1 0 0 0,-2 1-130 0 0,1-1 0 0 0,-1 0 0 0 0,1 0-1 0 0,-1 1 1 0 0,0-1 0 0 0,0 0 0 0 0,0 0-1 0 0,0 1 1 0 0,0-1 0 0 0,0 0-1 0 0,0 0 1 0 0,-1 1 0 0 0,1-1 0 0 0,-1 0-1 0 0,1 0 1 0 0,-2-2 0 0 0,-4-13-1663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3.9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20 162 3225 0 0,'-1'0'184'0'0,"0"0"0"0"0,1-1 0 0 0,-1 1-1 0 0,0 0 1 0 0,0 0 0 0 0,0 0 0 0 0,1-1 0 0 0,-1 1 0 0 0,0 0 0 0 0,0-1 0 0 0,1 1 0 0 0,-1 0 0 0 0,0-1 0 0 0,0 1 0 0 0,1-1 0 0 0,-1 1 0 0 0,1-1 0 0 0,-1 0 0 0 0,0 1 0 0 0,1-1 0 0 0,-1 0 0 0 0,1 1-1 0 0,-1-1 1 0 0,1 0 0 0 0,0 1 0 0 0,-1-1 0 0 0,1 0 0 0 0,0 0 0 0 0,0 0 0 0 0,-1 1 0 0 0,1-1 0 0 0,0 0 0 0 0,0 0 0 0 0,0 0 0 0 0,0 1 0 0 0,0-1 0 0 0,0 0 0 0 0,0 0 0 0 0,0 0 0 0 0,1-1-1 0 0,-1-1 331 0 0,0 0-1 0 0,1 0 0 0 0,0 0 1 0 0,-1 0-1 0 0,1 0 0 0 0,0 0 1 0 0,1 1-1 0 0,-1-1 0 0 0,3-4 0 0 0,7-5 101 0 0,0 1-1 0 0,1 0 1 0 0,0 1-1 0 0,1 1 1 0 0,0 0-1 0 0,0 0 1 0 0,1 1-1 0 0,29-11 1 0 0,-41 18-605 0 0,0 0 1 0 0,1 0-1 0 0,0 0 1 0 0,-1 1 0 0 0,1-1-1 0 0,-1 1 1 0 0,1 0 0 0 0,0-1-1 0 0,-1 1 1 0 0,1 1-1 0 0,0-1 1 0 0,-1 0 0 0 0,1 1-1 0 0,0-1 1 0 0,-1 1-1 0 0,1 0 1 0 0,-1 0 0 0 0,1 0-1 0 0,-1 0 1 0 0,0 0 0 0 0,3 2-1 0 0,-1 0 13 0 0,-2 0-1 0 0,1 0 0 0 0,0 0 1 0 0,0 0-1 0 0,-1 1 0 0 0,0-1 1 0 0,0 1-1 0 0,0-1 0 0 0,0 1 1 0 0,0 0-1 0 0,-1 0 0 0 0,2 5 1 0 0,1 11 49 0 0,0 1 1 0 0,-2 0 0 0 0,0 0 0 0 0,-2 25-1 0 0,0-43-70 0 0,-3 45-1 0 0,2-36 0 0 0,-1-1 0 0 0,2 1 0 0 0,0-1 0 0 0,0 1 0 0 0,1-1 0 0 0,0 1 0 0 0,3 10 0 0 0,-3-20 0 0 0,1 0 0 0 0,-1 0 0 0 0,0 0 0 0 0,0 0 0 0 0,1-1 0 0 0,-1 1 0 0 0,1-1 0 0 0,0 1 0 0 0,-1-1 0 0 0,1 1 0 0 0,0-1 0 0 0,0 0 0 0 0,0 0 0 0 0,0 0 0 0 0,0 0 0 0 0,0 0 0 0 0,0-1 0 0 0,0 1 0 0 0,0 0 0 0 0,0-1 0 0 0,4 1 0 0 0,53 4 0 0 0,-48-5 0 0 0,18 0-7 0 0,-16 0-4 0 0,1 0-1 0 0,-1 1 1 0 0,0 0-1 0 0,0 1 1 0 0,25 6-1 0 0,-35-7 12 0 0,0 1 0 0 0,-1-1 0 0 0,1 0 0 0 0,0 1 0 0 0,-1-1 0 0 0,1 1 0 0 0,-1 0 0 0 0,0 0 0 0 0,1 0 0 0 0,-1 0 0 0 0,0 0 1 0 0,0 1-1 0 0,0-1 0 0 0,-1 1 0 0 0,1-1 0 0 0,-1 1 0 0 0,1 0 0 0 0,-1-1 0 0 0,0 1 0 0 0,0 0 0 0 0,0 0 0 0 0,0 0 0 0 0,-1 0 0 0 0,1 0 0 0 0,-1 0 0 0 0,1 0 0 0 0,-1 0 0 0 0,0 0 0 0 0,-1 0 0 0 0,1 0 0 0 0,-1 4 0 0 0,-1 2 65 0 0,0 0-1 0 0,0-1 0 0 0,0 0 1 0 0,-1 1-1 0 0,-1-1 1 0 0,0 0-1 0 0,0-1 1 0 0,0 1-1 0 0,-1-1 0 0 0,0 1 1 0 0,0-1-1 0 0,-1-1 1 0 0,-12 13-1 0 0,-9 4 41 0 0,0 0 1 0 0,-35 20-1 0 0,36-25-80 0 0,-18 11-524 0 0,32-21-42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5.3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 10594 0 0,'1'-2'76'0'0,"-1"1"0"0"0,1 0 0 0 0,-1-1 0 0 0,1 1 0 0 0,0-1-1 0 0,0 1 1 0 0,0 0 0 0 0,0 0 0 0 0,0-1 0 0 0,0 1 0 0 0,0 0 0 0 0,0 0 0 0 0,0 0-1 0 0,1 0 1 0 0,-1 0 0 0 0,0 1 0 0 0,0-1 0 0 0,1 0 0 0 0,-1 1 0 0 0,1-1 0 0 0,-1 0-1 0 0,1 1 1 0 0,-1 0 0 0 0,1-1 0 0 0,-1 1 0 0 0,1 0 0 0 0,-1 0 0 0 0,1 0 0 0 0,2 0-1 0 0,-3 1 47 0 0,1-1-1 0 0,0 1 0 0 0,0 0 0 0 0,-1 0 0 0 0,1 0 0 0 0,-1 0 0 0 0,1 0 1 0 0,-1 0-1 0 0,1 1 0 0 0,-1-1 0 0 0,0 0 0 0 0,0 1 0 0 0,1-1 1 0 0,-1 1-1 0 0,0 0 0 0 0,0-1 0 0 0,0 1 0 0 0,-1 0 0 0 0,1-1 0 0 0,0 1 1 0 0,-1 0-1 0 0,1 0 0 0 0,0 3 0 0 0,3 25 584 0 0,-1 1-1 0 0,-2-1 1 0 0,-1 1-1 0 0,-7 56 1 0 0,1 10 78 0 0,5-77-533 0 0,1-1 0 0 0,1 0 0 0 0,1 0 0 0 0,0 1-1 0 0,9 29 1 0 0,-9-43-193 0 0,0 0 0 0 0,0 0 0 0 0,1-1 0 0 0,0 1 0 0 0,0-1 0 0 0,0 1 0 0 0,1-1 0 0 0,0 0 0 0 0,0 0 0 0 0,0-1 1 0 0,1 1-1 0 0,-1-1 0 0 0,1 0 0 0 0,0 0 0 0 0,1 0 0 0 0,-1-1 0 0 0,0 0 0 0 0,1 0 0 0 0,0 0 0 0 0,11 3 0 0 0,2 0 53 0 0,0-2 0 0 0,0 0 0 0 0,0-1 0 0 0,1-1 0 0 0,-1-1 0 0 0,24-2 0 0 0,-28 0-439 0 0,1-1 0 0 0,-1 0-1 0 0,20-6 1 0 0,-26 5-912 0 0,0-1 0 0 0,0 1 0 0 0,0-1 0 0 0,0-1 0 0 0,15-10 0 0 0,-9 3-5137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5.5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169 2 456 0 0,'-6'-1'299'0'0,"0"1"0"0"0,0 0-1 0 0,1 0 1 0 0,-1 0 0 0 0,0 1 0 0 0,0 0-1 0 0,0 0 1 0 0,0 0 0 0 0,1 1 0 0 0,-1 0 0 0 0,1 0-1 0 0,-1 0 1 0 0,1 1 0 0 0,0-1 0 0 0,-1 1-1 0 0,2 1 1 0 0,-10 6 0 0 0,9-6 233 0 0,0 1-1 0 0,0-1 1 0 0,0 1 0 0 0,1-1 0 0 0,0 1-1 0 0,0 1 1 0 0,0-1 0 0 0,1 1 0 0 0,-1-1 0 0 0,1 1-1 0 0,1 0 1 0 0,-1 0 0 0 0,1 0 0 0 0,0 0-1 0 0,0 1 1 0 0,0 6 0 0 0,2 19 822 0 0,1 1-1 0 0,2-1 1 0 0,1 0 0 0 0,10 39 0 0 0,6 51-491 0 0,-6 130-1728 0 0,-11-216-148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5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8 13363 0 0,'0'0'45'0'0,"0"0"1"0"0,0-1-1 0 0,0 1 1 0 0,0 0 0 0 0,0-1-1 0 0,0 1 1 0 0,0 0-1 0 0,0 0 1 0 0,0-1-1 0 0,0 1 1 0 0,0 0-1 0 0,1-1 1 0 0,-1 1-1 0 0,0 0 1 0 0,0 0 0 0 0,0-1-1 0 0,0 1 1 0 0,1 0-1 0 0,-1 0 1 0 0,0-1-1 0 0,0 1 1 0 0,0 0-1 0 0,1 0 1 0 0,-1 0-1 0 0,0 0 1 0 0,0-1-1 0 0,1 1 1 0 0,-1 0 0 0 0,0 0-1 0 0,1 0 1 0 0,-1 0-1 0 0,0 0 1 0 0,0 0-1 0 0,1 0 1 0 0,-1 0-1 0 0,0 0 1 0 0,1 0-1 0 0,-1 0 1 0 0,0 0-1 0 0,1 0 1 0 0,-1 0 0 0 0,0 0-1 0 0,0 0 1 0 0,1 0-1 0 0,-1 0 1 0 0,0 0-1 0 0,1 0 1 0 0,-1 0-1 0 0,0 0 1 0 0,0 1-1 0 0,1-1 1 0 0,-1 0 0 0 0,0 0-1 0 0,0 0 1 0 0,1 1-1 0 0,-1-1 1 0 0,0 0-1 0 0,0 0 1 0 0,0 0-1 0 0,1 1 1 0 0,-1-1-1 0 0,0 0 1 0 0,0 0-1 0 0,0 1 1 0 0,9 19 2344 0 0,-9 2-1780 0 0,-1 0 0 0 0,-1 0-1 0 0,0 0 1 0 0,-2-1 0 0 0,-1 1 0 0 0,-11 32-1 0 0,-2 12-641 0 0,11-41-56 0 0,1 0 1 0 0,2 0-1 0 0,0 1 1 0 0,2-1-1 0 0,1 1 1 0 0,1 0-1 0 0,6 45 1 0 0,-2-42-2352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6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44 156 2761 0 0,'-7'-12'-367'0'0,"0"0"977"0"0,1-1-1 0 0,0 0 0 0 0,-7-19 1 0 0,12 30-318 0 0,1-1 1 0 0,-1 1 0 0 0,0 0-1 0 0,1 0 1 0 0,0 0-1 0 0,-1-1 1 0 0,1 1 0 0 0,0 0-1 0 0,0 0 1 0 0,0-1-1 0 0,0 1 1 0 0,0 0 0 0 0,1 0-1 0 0,-1-1 1 0 0,1 1 0 0 0,0 0-1 0 0,-1 0 1 0 0,1 0-1 0 0,0 0 1 0 0,0 0 0 0 0,0 0-1 0 0,1 0 1 0 0,-1 0-1 0 0,0 0 1 0 0,1 0 0 0 0,-1 1-1 0 0,1-1 1 0 0,3-2 0 0 0,-1 2 82 0 0,0 0 1 0 0,0 1-1 0 0,0 0 1 0 0,0-1-1 0 0,0 1 1 0 0,0 1-1 0 0,1-1 1 0 0,-1 1-1 0 0,0-1 1 0 0,0 1-1 0 0,1 1 1 0 0,-1-1-1 0 0,0 0 1 0 0,0 1-1 0 0,0 0 1 0 0,1 0-1 0 0,-1 0 1 0 0,0 1-1 0 0,0-1 1 0 0,0 1-1 0 0,6 4 1 0 0,2 0-126 0 0,0 2 1 0 0,-1-1-1 0 0,0 1 1 0 0,0 1 0 0 0,14 14-1 0 0,177 205 706 0 0,-139-155-825 0 0,-44-49-1548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6.2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52 120 3225 0 0,'-15'-3'102'0'0,"-10"-3"1782"0"0,14 0 3157 0 0,11 5-4878 0 0,0 0 1 0 0,0 1-1 0 0,0-1 1 0 0,0 0-1 0 0,0 1 1 0 0,0-1-1 0 0,1 1 1 0 0,-1-1-1 0 0,0 0 1 0 0,0 1-1 0 0,1-1 1 0 0,-1 0-1 0 0,1 1 1 0 0,-1-1-1 0 0,0 1 1 0 0,1-1-1 0 0,-1 1 1 0 0,1-1-1 0 0,-1 1 1 0 0,1 0-1 0 0,-1-1 1 0 0,1 1-1 0 0,0-1 1 0 0,-1 1 0 0 0,1 0-1 0 0,-1 0 1 0 0,1-1-1 0 0,0 1 1 0 0,0 0-1 0 0,25-14 588 0 0,-24 13-505 0 0,18-9-78 0 0,2 0-1094 0 0,-1-2-1 0 0,25-16 1 0 0,-29 13 906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7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100 360 3225 0 0,'-24'-2'322'0'0,"20"1"94"0"0,1 1 0 0 0,-1-1 0 0 0,1 0 0 0 0,0-1 0 0 0,-1 1 0 0 0,1-1 0 0 0,0 1 0 0 0,0-1 0 0 0,0 0 0 0 0,0 0 0 0 0,0 0 0 0 0,0 0 0 0 0,1-1 1 0 0,-1 1-1 0 0,1-1 0 0 0,0 0 0 0 0,0 0 0 0 0,0 1 0 0 0,0-1 0 0 0,0 0 0 0 0,0-1 0 0 0,1 1 0 0 0,-2-4 0 0 0,1 1-180 0 0,0 0-1 0 0,0-1 1 0 0,1 1-1 0 0,-1-1 1 0 0,1 1-1 0 0,1-1 0 0 0,-1 0 1 0 0,1 1-1 0 0,0-1 1 0 0,1 0-1 0 0,0 1 1 0 0,0-1-1 0 0,0 0 1 0 0,1 1-1 0 0,0 0 1 0 0,0-1-1 0 0,1 1 0 0 0,-1 0 1 0 0,1 0-1 0 0,1 0 1 0 0,-1 0-1 0 0,1 1 1 0 0,5-7-1 0 0,8-7-137 0 0,0 0-1 0 0,2 1 1 0 0,0 0-1 0 0,36-24 1 0 0,-50 39-94 0 0,0-1 0 0 0,0 1-1 0 0,0 0 1 0 0,1 0 0 0 0,0 0 0 0 0,-1 1 0 0 0,1 0 0 0 0,12-3 0 0 0,-16 5-4 0 0,1 0 1 0 0,-1 0-1 0 0,0 0 1 0 0,0 0 0 0 0,0 0-1 0 0,0 0 1 0 0,1 0 0 0 0,-1 1-1 0 0,0-1 1 0 0,0 1 0 0 0,0 0-1 0 0,0-1 1 0 0,0 1 0 0 0,0 0-1 0 0,0 0 1 0 0,0 1-1 0 0,-1-1 1 0 0,1 0 0 0 0,0 0-1 0 0,0 1 1 0 0,-1-1 0 0 0,1 1-1 0 0,-1 0 1 0 0,0-1 0 0 0,1 1-1 0 0,-1 0 1 0 0,0 0 0 0 0,2 3-1 0 0,2 8-61 0 0,0-1-1 0 0,-1 0 1 0 0,0 1 0 0 0,-1 0-1 0 0,3 21 1 0 0,0 72-601 0 0,-3-39 387 0 0,-1-48 75 0 0,0 1 0 0 0,1-1 1 0 0,2 0-1 0 0,-1 0 0 0 0,2 0 1 0 0,1 0-1 0 0,0-1 0 0 0,2 0 0 0 0,-1-1 1 0 0,19 25-1 0 0,-27-40 179 0 0,1-1 1 0 0,0 1-1 0 0,0-1 0 0 0,0 1 0 0 0,1-1 0 0 0,-1 0 1 0 0,0 0-1 0 0,0 1 0 0 0,1-1 0 0 0,-1 0 1 0 0,1 0-1 0 0,-1 0 0 0 0,1-1 0 0 0,-1 1 0 0 0,1 0 1 0 0,-1 0-1 0 0,1-1 0 0 0,0 1 0 0 0,-1-1 1 0 0,1 0-1 0 0,0 1 0 0 0,0-1 0 0 0,3 0 0 0 0,-3-1 51 0 0,-1 0-1 0 0,1 0 0 0 0,-1 1 0 0 0,1-1 0 0 0,0-1 0 0 0,-1 1 0 0 0,0 0 0 0 0,1 0 0 0 0,-1-1 0 0 0,0 1 0 0 0,0 0 0 0 0,1-1 0 0 0,-1 1 0 0 0,0-1 0 0 0,-1 0 0 0 0,1 1 0 0 0,0-1 0 0 0,1-2 0 0 0,1-4 181 0 0,0-1 0 0 0,-1 0 0 0 0,0 1 0 0 0,0-1-1 0 0,-1 0 1 0 0,0 0 0 0 0,-1 0 0 0 0,0-11 0 0 0,-1 12-114 0 0,0 1 0 0 0,-1-1 0 0 0,0 1 1 0 0,-1-1-1 0 0,1 1 0 0 0,-1 0 0 0 0,-1-1 0 0 0,1 1 0 0 0,-1 1 1 0 0,-1-1-1 0 0,1 1 0 0 0,-1 0 0 0 0,0 0 0 0 0,0 0 1 0 0,-1 0-1 0 0,0 1 0 0 0,0 0 0 0 0,0 0 0 0 0,-1 1 0 0 0,1 0 1 0 0,-1 0-1 0 0,0 0 0 0 0,0 1 0 0 0,0 0 0 0 0,-1 0 0 0 0,1 1 1 0 0,-1 0-1 0 0,1 1 0 0 0,-1-1 0 0 0,0 1 0 0 0,0 1 1 0 0,0-1-1 0 0,-14 2 0 0 0,-18 4-1051 0 0,14 0-4465 0 0,8 0-1061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8.5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70 401 10594 0 0,'-1'-2'217'0'0,"-12"-10"1446"0"0,2 0 0 0 0,-1 0 0 0 0,2-1 1 0 0,-12-24 2305 0 0,31 43-3385 0 0,11 10-448 0 0,9 18-118 0 0,37 56 1 0 0,-41-52-20 0 0,53 59 1 0 0,-69-87 0 0 0,1-1 0 0 0,0 0 0 0 0,1 0 0 0 0,0-1 0 0 0,0 0 0 0 0,0-1 0 0 0,1-1 0 0 0,0 0 0 0 0,1 0 0 0 0,14 4 0 0 0,-25-9 3 0 0,0 0 1 0 0,-1-1-1 0 0,1 1 0 0 0,0 0 1 0 0,0-1-1 0 0,0 0 1 0 0,0 1-1 0 0,-1-1 1 0 0,1 0-1 0 0,0 0 1 0 0,0 0-1 0 0,0 0 0 0 0,0 0 1 0 0,0 0-1 0 0,0-1 1 0 0,-1 1-1 0 0,1-1 1 0 0,0 1-1 0 0,0-1 1 0 0,0 0-1 0 0,-1 0 0 0 0,1 1 1 0 0,0-1-1 0 0,-1 0 1 0 0,1-1-1 0 0,-1 1 1 0 0,1 0-1 0 0,-1 0 1 0 0,0-1-1 0 0,1 1 0 0 0,-1-1 1 0 0,0 1-1 0 0,0-1 1 0 0,2-2-1 0 0,-1-3 52 0 0,0-1 0 0 0,0 1 0 0 0,-1 0 0 0 0,0 0 0 0 0,0-1 0 0 0,-1 1 0 0 0,-1-14 0 0 0,-4-49 283 0 0,-15-71 0 0 0,11 93-549 0 0,2-1 1 0 0,2 1-1 0 0,2-1 0 0 0,4-56 0 0 0,0 98-332 0 0,0-1 0 0 0,0 1 0 0 0,1-1 0 0 0,0 1 0 0 0,0-1 0 0 0,1 1 0 0 0,3-7 0 0 0,4 0-1080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38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2288 0 0,'6'16'852'0'0,"1"-1"0"0"0,1 1 0 0 0,1-2-1 0 0,0 1 1 0 0,1-1 0 0 0,17 18-1 0 0,-23-27-366 0 0,1-1 0 0 0,0 1 0 0 0,0-1-1 0 0,0-1 1 0 0,0 1 0 0 0,1-1 0 0 0,0 0-1 0 0,11 5 1 0 0,-13-7-275 0 0,-1 0 0 0 0,1 0 0 0 0,0 0-1 0 0,0-1 1 0 0,0 0 0 0 0,0 0 0 0 0,0 0 0 0 0,-1 0-1 0 0,1 0 1 0 0,0-1 0 0 0,0 1 0 0 0,0-1 0 0 0,0 0-1 0 0,-1-1 1 0 0,8-2 0 0 0,-7 2-2 0 0,-1 0 0 0 0,1 0 0 0 0,0 0 0 0 0,0-1 0 0 0,-1 0 0 0 0,0 1 0 0 0,1-1 1 0 0,-1 0-1 0 0,0-1 0 0 0,-1 1 0 0 0,1-1 0 0 0,-1 1 0 0 0,1-1 0 0 0,-1 0 0 0 0,0 1 0 0 0,0-1 0 0 0,0 0 0 0 0,-1-1 0 0 0,0 1 0 0 0,0 0 0 0 0,0 0 0 0 0,0-1 0 0 0,0-5 0 0 0,-1 3-95 0 0,0 0 0 0 0,0 1 0 0 0,-1-1 0 0 0,0 0 0 0 0,0 1 0 0 0,-1-1 0 0 0,0 0 0 0 0,0 1-1 0 0,-1 0 1 0 0,1-1 0 0 0,-1 1 0 0 0,-1 0 0 0 0,1 1 0 0 0,-6-8 0 0 0,2 6-186 0 0,0-1 1 0 0,0 1-1 0 0,-1 0 1 0 0,0 1 0 0 0,0-1-1 0 0,-1 2 1 0 0,1-1-1 0 0,-1 1 1 0 0,-1 1-1 0 0,1-1 1 0 0,-1 2-1 0 0,1-1 1 0 0,-1 1-1 0 0,0 1 1 0 0,0 0-1 0 0,0 0 1 0 0,-14 0 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0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 4609 0 0,'2'-26'3787'0'0,"-1"20"-1570"0"0,1 18-531 0 0,46 337 4229 0 0,-11-117-5600 0 0,-37-229-336 0 0,22 240-279 0 0,-24-138-3238 0 0,0-88-1866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0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209 158 3225 0 0,'2'-5'154'0'0,"-1"-1"1"0"0,0 1 0 0 0,0-1-1 0 0,0 0 1 0 0,-1 1-1 0 0,1-1 1 0 0,-2 0 0 0 0,1 0-1 0 0,0 1 1 0 0,-1-1-1 0 0,0 0 1 0 0,-1 1 0 0 0,1-1-1 0 0,-1 1 1 0 0,-3-7 0 0 0,5 11-54 0 0,-1 0 0 0 0,0 1 1 0 0,1-1-1 0 0,-1 1 0 0 0,1-1 1 0 0,-1 1-1 0 0,0-1 1 0 0,1 1-1 0 0,-1-1 0 0 0,0 1 1 0 0,1-1-1 0 0,-1 1 1 0 0,0 0-1 0 0,0 0 0 0 0,1-1 1 0 0,-1 1-1 0 0,0 0 0 0 0,0 0 1 0 0,0 0-1 0 0,1 0 1 0 0,-1 0-1 0 0,0 0 0 0 0,0 0 1 0 0,0 0-1 0 0,1 0 0 0 0,-1 0 1 0 0,0 0-1 0 0,0 0 1 0 0,0 1-1 0 0,1-1 0 0 0,-1 0 1 0 0,0 1-1 0 0,0-1 0 0 0,1 0 1 0 0,-1 1-1 0 0,0-1 1 0 0,1 1-1 0 0,-1-1 0 0 0,1 1 1 0 0,-1 0-1 0 0,0-1 1 0 0,0 2-1 0 0,-27 28 1874 0 0,26-28-1895 0 0,-27 39 629 0 0,1 2-1 0 0,2 0 1 0 0,-20 49-1 0 0,34-68-644 0 0,36-121 1886 0 0,-14 73-1633 0 0,1 1 0 0 0,1 1 0 0 0,1 0-1 0 0,1 1 1 0 0,1 0 0 0 0,1 1 0 0 0,0 1 0 0 0,2 0 0 0 0,26-22 0 0 0,-43 40-261 0 0,1 0 1 0 0,-1 1-1 0 0,1-1 0 0 0,-1 0 1 0 0,0 1-1 0 0,1-1 1 0 0,-1 0-1 0 0,1 1 1 0 0,0 0-1 0 0,-1-1 1 0 0,1 1-1 0 0,-1 0 1 0 0,1 0-1 0 0,-1 0 0 0 0,1 0 1 0 0,0 0-1 0 0,-1 0 1 0 0,1 0-1 0 0,-1 1 1 0 0,1-1-1 0 0,-1 0 1 0 0,1 1-1 0 0,-1 0 1 0 0,1-1-1 0 0,-1 1 0 0 0,1 0 1 0 0,-1-1-1 0 0,0 1 1 0 0,1 0-1 0 0,-1 0 1 0 0,0 0-1 0 0,0 0 1 0 0,2 2-1 0 0,6 6-29 0 0,-1 0 0 0 0,0 1 0 0 0,10 15 0 0 0,-5-7-109 0 0,3 4-502 0 0,2 1-183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1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 5985 0 0,'-1'0'56'0'0,"1"-1"0"0"0,-1 1 0 0 0,1 0 0 0 0,-1-1 0 0 0,0 1-1 0 0,1 0 1 0 0,-1 0 0 0 0,0 0 0 0 0,1-1 0 0 0,-1 1 0 0 0,0 0 0 0 0,1 0 0 0 0,-1 0-1 0 0,0 0 1 0 0,1 0 0 0 0,-1 0 0 0 0,0 0 0 0 0,1 0 0 0 0,-1 1 0 0 0,0-1-1 0 0,1 0 1 0 0,-1 0 0 0 0,0 0 0 0 0,1 1 0 0 0,-1-1 0 0 0,1 0 0 0 0,-1 1-1 0 0,0-1 1 0 0,1 1 0 0 0,-1-1 0 0 0,0 1 0 0 0,0 22 2003 0 0,1-15-1961 0 0,7 75 1872 0 0,19 90-1 0 0,-7-65-1324 0 0,70 328 1277 0 0,-75-374-2719 0 0,-7-21-4240 0 0,-7-39 4655 0 0,2 10-4029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1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73 8754 0 0,'-12'-5'741'0'0,"6"2"536"0"0,0 0 0 0 0,-1 1 1 0 0,1 0-1 0 0,0 0 0 0 0,-1 0 1 0 0,-7 0-1 0 0,32 37 1818 0 0,-10-21-2998 0 0,0 1 1 0 0,2-1-1 0 0,0 0 0 0 0,0-1 0 0 0,1 0 0 0 0,21 18 1 0 0,-29-27-76 0 0,1-1 1 0 0,-1 0-1 0 0,1 0 1 0 0,0-1-1 0 0,0 1 1 0 0,0-1-1 0 0,0 0 0 0 0,1 0 1 0 0,-1 0-1 0 0,1 0 1 0 0,-1-1-1 0 0,1 0 1 0 0,-1 0-1 0 0,1 0 1 0 0,0-1-1 0 0,-1 1 1 0 0,1-1-1 0 0,0 0 1 0 0,-1 0-1 0 0,1-1 1 0 0,0 1-1 0 0,-1-1 1 0 0,1 0-1 0 0,0-1 1 0 0,-1 1-1 0 0,0-1 1 0 0,1 0-1 0 0,7-4 1 0 0,-7 2 38 0 0,0 0 1 0 0,0 0-1 0 0,0-1 1 0 0,0 0 0 0 0,-1 0-1 0 0,0 0 1 0 0,0 0-1 0 0,0-1 1 0 0,3-6 0 0 0,26-60 86 0 0,-12 24-1394 0 0,-9 26-4200 0 0,2 1-1840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3.0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161 290 2761 0 0,'-40'-25'2275'0'0,"-29"-19"658"0"0,64 40-2498 0 0,0 0-1 0 0,0 0 1 0 0,0-1 0 0 0,1 0-1 0 0,0 0 1 0 0,0 0 0 0 0,0 0 0 0 0,1 0-1 0 0,-6-12 1 0 0,8 13-153 0 0,0 0 0 0 0,0 0 1 0 0,1 0-1 0 0,0 0 0 0 0,-1 0 0 0 0,2-1 1 0 0,-1 1-1 0 0,0 0 0 0 0,1 0 0 0 0,0 0 0 0 0,-1 0 1 0 0,2 0-1 0 0,-1 0 0 0 0,0 0 0 0 0,1 1 1 0 0,0-1-1 0 0,0 0 0 0 0,0 1 0 0 0,0-1 1 0 0,0 1-1 0 0,6-6 0 0 0,-2 2 50 0 0,1-1-1 0 0,0 1 1 0 0,0 0-1 0 0,0 1 1 0 0,1 0-1 0 0,0 0 1 0 0,0 0-1 0 0,11-4 1 0 0,-17 9-303 0 0,0 0 1 0 0,1 0 0 0 0,-1 0 0 0 0,0 0 0 0 0,1 1 0 0 0,-1-1 0 0 0,0 0 0 0 0,1 1-1 0 0,-1 0 1 0 0,1 0 0 0 0,-1 0 0 0 0,1 0 0 0 0,-1 0 0 0 0,0 0 0 0 0,1 1 0 0 0,-1-1-1 0 0,0 1 1 0 0,1-1 0 0 0,-1 1 0 0 0,5 2 0 0 0,-4-1-23 0 0,0 1 0 0 0,0-1 1 0 0,0 1-1 0 0,0 0 0 0 0,-1 0 0 0 0,1 0 0 0 0,-1 0 0 0 0,0 0 1 0 0,1 0-1 0 0,-2 1 0 0 0,4 6 0 0 0,2 9-70 0 0,-1 0 0 0 0,0 1-1 0 0,-2 0 1 0 0,2 21 0 0 0,-4-30 64 0 0,35 217-535 0 0,-37-228 558 0 0,0 0 1 0 0,0 1 0 0 0,0-1-1 0 0,0 1 1 0 0,1-1 0 0 0,-1 0-1 0 0,0 1 1 0 0,0-1 0 0 0,0 1-1 0 0,0-1 1 0 0,1 0 0 0 0,-1 1-1 0 0,0-1 1 0 0,0 0 0 0 0,1 1-1 0 0,-1-1 1 0 0,0 0 0 0 0,0 1-1 0 0,1-1 1 0 0,-1 0 0 0 0,0 0-1 0 0,1 1 1 0 0,-1-1 0 0 0,0 0-1 0 0,1 0 1 0 0,-1 0 0 0 0,1 1-1 0 0,-1-1 1 0 0,0 0 0 0 0,1 0-1 0 0,0 0 1 0 0,15-4 416 0 0,18-16-146 0 0,-31 17-268 0 0,27-19 213 0 0,29-29 1 0 0,-34 27-178 0 0,41-28 1 0 0,-23 31-257 0 0,-13 10-6214 0 0,-10 4-876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4.8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76 920 0 0,'-2'-3'611'0'0,"-1"0"1"0"0,1 0-1 0 0,-1 0 0 0 0,1 0 1 0 0,0-1-1 0 0,0 1 0 0 0,1 0 0 0 0,-1-1 1 0 0,1 1-1 0 0,0-1 0 0 0,0 0 0 0 0,0 1 1 0 0,0-1-1 0 0,0 0 0 0 0,1 0 0 0 0,0 0 1 0 0,-1 1-1 0 0,2-1 0 0 0,-1-5 0 0 0,5 24 5842 0 0,7 23-6195 0 0,0 84 564 0 0,-11-90-619 0 0,2 0 0 0 0,1 0 0 0 0,16 56 0 0 0,-20-86-185 0 0,0-1 1 0 0,1 1-1 0 0,-1-1 1 0 0,1 0-1 0 0,-1 1 0 0 0,1-1 1 0 0,0 0-1 0 0,-1 0 1 0 0,1 0-1 0 0,0 1 0 0 0,0-1 1 0 0,0 0-1 0 0,0 0 1 0 0,0 0-1 0 0,0 0 1 0 0,0 0-1 0 0,0-1 0 0 0,0 1 1 0 0,3 1-1 0 0,-3-2-6 0 0,0 0 0 0 0,0 1 0 0 0,1-1 0 0 0,-1 0 0 0 0,0 0 0 0 0,0-1 0 0 0,1 1 0 0 0,-1 0-1 0 0,0 0 1 0 0,0-1 0 0 0,0 1 0 0 0,1 0 0 0 0,-1-1 0 0 0,0 1 0 0 0,0-1 0 0 0,0 0 0 0 0,0 1 0 0 0,1-2 0 0 0,7-5 47 0 0,-2 0 0 0 0,1-1 1 0 0,-1 0-1 0 0,9-12 1 0 0,-3 4 96 0 0,8-6-141 0 0,1 0 0 0 0,0 2-1 0 0,47-33 1 0 0,-52 43-767 0 0,1 0-1 0 0,1 0 0 0 0,34-11 1 0 0,15-5-4121 0 0,-52 18 3442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5.2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40 3193 0 0,'-26'-39'18149'0'0,"36"56"-17563"0"0,-7-12-359 0 0,40 95 447 0 0,96 196-306 0 0,-129-278-582 0 0,2-1 0 0 0,0-1 0 0 0,1 0 0 0 0,0 0 0 0 0,1-2 0 0 0,31 26 0 0 0,-32-29-352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7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78 3681 0 0,'-7'-7'1234'0'0,"0"0"0"0"0,1 0 0 0 0,0-1 0 0 0,1 1 0 0 0,0-1 0 0 0,0 0 0 0 0,2-18 4487 0 0,24 30-4613 0 0,-9 2-851 0 0,-1 0 1 0 0,0 1-1 0 0,-1 0 0 0 0,0 1 1 0 0,0 0-1 0 0,-1 1 1 0 0,0 0-1 0 0,0 1 0 0 0,7 10 1 0 0,8 12 99 0 0,30 56 1 0 0,-8 2-254 0 0,16 28 43 0 0,-51-101-145 0 0,1 0-1 0 0,0-1 1 0 0,1 0-1 0 0,23 22 1 0 0,-31-34-129 0 0,1 1 1 0 0,-1-1-1 0 0,1-1 1 0 0,0 1 0 0 0,0-1-1 0 0,0 0 1 0 0,13 5-1 0 0,-15-7-453 0 0,0 0 0 0 0,0 0 0 0 0,1 0 0 0 0,-1-1 0 0 0,0 0 0 0 0,1 0 0 0 0,-1 0 0 0 0,6-1 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7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127 310 1984 0 0,'-13'0'359'0'0,"1"-1"-1"0"0,-26-5 1 0 0,35 6-13 0 0,-1-1 1 0 0,0 0-1 0 0,0 0 0 0 0,0-1 1 0 0,1 1-1 0 0,-1-1 0 0 0,0 0 0 0 0,1 0 1 0 0,0 0-1 0 0,-1 0 0 0 0,1 0 1 0 0,0-1-1 0 0,-4-4 0 0 0,5 4 39 0 0,1 0-1 0 0,-1 0 0 0 0,1 0 1 0 0,0 0-1 0 0,0-1 0 0 0,0 1 1 0 0,1 0-1 0 0,-1-1 0 0 0,1 1 1 0 0,0-1-1 0 0,0 1 0 0 0,0 0 0 0 0,0-1 1 0 0,0 1-1 0 0,1 0 0 0 0,-1-1 1 0 0,1 1-1 0 0,2-6 0 0 0,3-6 488 0 0,0-1 0 0 0,12-20-1 0 0,-14 28-581 0 0,3-5-32 0 0,0 1 0 0 0,0 1 0 0 0,2-1 0 0 0,-1 1 0 0 0,1 1 0 0 0,1-1 0 0 0,13-10 0 0 0,-20 18-237 0 0,1 0 0 0 0,0 0 0 0 0,0 0 0 0 0,1 0 0 0 0,-1 1 0 0 0,1 0 0 0 0,-1-1 0 0 0,1 2 1 0 0,0-1-1 0 0,-1 0 0 0 0,1 1 0 0 0,0 0 0 0 0,0 0 0 0 0,0 1 0 0 0,0-1 0 0 0,0 1 0 0 0,0 0 0 0 0,0 1 0 0 0,0-1 0 0 0,0 1 0 0 0,0 0 0 0 0,0 0 0 0 0,7 3 0 0 0,-8-2-28 0 0,0 0 0 0 0,-1 0-1 0 0,1 1 1 0 0,-1 0-1 0 0,1 0 1 0 0,-1 0-1 0 0,0 0 1 0 0,0 0-1 0 0,0 0 1 0 0,-1 1-1 0 0,1-1 1 0 0,-1 1-1 0 0,0 0 1 0 0,0 0 0 0 0,0 0-1 0 0,2 5 1 0 0,2 10-72 0 0,0 0 0 0 0,3 25 1 0 0,-5-27-33 0 0,0 7-47 0 0,1 37-1 0 0,-5-43 161 0 0,2 1-1 0 0,0 0 1 0 0,10 35-1 0 0,-12-53 17 0 0,0 0 0 0 0,0-1-1 0 0,0 1 1 0 0,0 0-1 0 0,1-1 1 0 0,-1 1 0 0 0,0-1-1 0 0,1 1 1 0 0,-1 0 0 0 0,0-1-1 0 0,1 1 1 0 0,-1-1-1 0 0,1 1 1 0 0,-1-1 0 0 0,1 0-1 0 0,-1 1 1 0 0,1-1 0 0 0,-1 1-1 0 0,1-1 1 0 0,-1 0-1 0 0,1 1 1 0 0,-1-1 0 0 0,1 0-1 0 0,0 0 1 0 0,-1 1 0 0 0,1-1-1 0 0,1 0 1 0 0,-1 0 5 0 0,0 0 0 0 0,1 0 0 0 0,-1-1 0 0 0,0 1 0 0 0,1-1 0 0 0,-1 1 1 0 0,0-1-1 0 0,0 1 0 0 0,1-1 0 0 0,-1 0 0 0 0,0 1 0 0 0,2-3 0 0 0,33-34 379 0 0,-30 30-253 0 0,15-16-66 0 0,1 2 0 0 0,1 0 1 0 0,31-21-1 0 0,-36 29-1926 0 0,2 1-1 0 0,35-15 0 0 0,-31 16-4193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48.1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120 521 4145 0 0,'-7'0'412'0'0,"1"0"-1"0"0,-1 0 1 0 0,1-1-1 0 0,-1 0 1 0 0,1 0 0 0 0,0 0-1 0 0,-1-1 1 0 0,-6-3-1 0 0,9 4 104 0 0,1 0 0 0 0,-1 0-1 0 0,1-1 1 0 0,-1 0-1 0 0,1 0 1 0 0,-1 0-1 0 0,1 0 1 0 0,0 0-1 0 0,0-1 1 0 0,0 1-1 0 0,0-1 1 0 0,1 0-1 0 0,-1 0 1 0 0,1 0 0 0 0,-3-3-1 0 0,5 5-421 0 0,0 1 0 0 0,-1-1 0 0 0,1 1-1 0 0,0-1 1 0 0,0 0 0 0 0,-1 1 0 0 0,1-1 0 0 0,0 0 0 0 0,0 1-1 0 0,0-1 1 0 0,0 0 0 0 0,0 1 0 0 0,0-1 0 0 0,0 0-1 0 0,0 1 1 0 0,0-1 0 0 0,0 0 0 0 0,0 1 0 0 0,0-1 0 0 0,0 0-1 0 0,1 1 1 0 0,-1-1 0 0 0,0 0 0 0 0,1 1 0 0 0,-1-1 0 0 0,0 1-1 0 0,1-1 1 0 0,-1 1 0 0 0,0-1 0 0 0,2 0 0 0 0,-1 0-10 0 0,0 0 0 0 0,1 1 1 0 0,-1-1-1 0 0,1 0 1 0 0,-1 1-1 0 0,1 0 1 0 0,-1-1-1 0 0,1 1 1 0 0,0 0-1 0 0,-1 0 0 0 0,1-1 1 0 0,2 2-1 0 0,3-1-11 0 0,0 1-1 0 0,0 0 0 0 0,0 0 0 0 0,13 4 0 0 0,11 9-59 0 0,52 32-1 0 0,-54-28-19 0 0,53 23 0 0 0,-72-36-41 0 0,39 12 48 0 0,-47-16 5 0 0,0-1 0 0 0,-1 1 0 0 0,1-1 0 0 0,0 1 0 0 0,0-1 0 0 0,0 0 0 0 0,0 0 0 0 0,0 0 0 0 0,0 0 0 0 0,0 0 0 0 0,0 0 0 0 0,0 0 0 0 0,0-1 0 0 0,0 1 0 0 0,0-1 0 0 0,-1 1 0 0 0,1-1-1 0 0,0 0 1 0 0,0 0 0 0 0,2-1 0 0 0,-3 0 51 0 0,0 1 0 0 0,-1 0 0 0 0,1-1 0 0 0,-1 1 0 0 0,1 0 0 0 0,-1-1 0 0 0,1 1 0 0 0,-1-1 0 0 0,0 1 0 0 0,1-1 0 0 0,-1 1 0 0 0,0-1 0 0 0,0 1 0 0 0,0-1 0 0 0,-1 1 0 0 0,1-1 0 0 0,-1-2-1 0 0,-8-31 597 0 0,6 25-414 0 0,-24-88 519 0 0,-22-95 267 0 0,45 170-1385 0 0,1-1 0 0 0,1 0-1 0 0,1 0 1 0 0,1 0 0 0 0,1 1 0 0 0,5-30 0 0 0,0 22-7412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1.0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0 632 8290 0 0,'0'-1'118'0'0,"1"0"-1"0"0,-1 0 1 0 0,0 0 0 0 0,0 0 0 0 0,1 1-1 0 0,-1-1 1 0 0,1 0 0 0 0,-1 0 0 0 0,0 1-1 0 0,1-1 1 0 0,0 0 0 0 0,-1 1 0 0 0,1-1 0 0 0,-1 1-1 0 0,1-1 1 0 0,0 0 0 0 0,-1 1 0 0 0,1 0-1 0 0,0-1 1 0 0,-1 1 0 0 0,1-1 0 0 0,1 0-1 0 0,18-11 649 0 0,-10 7-500 0 0,1 1 0 0 0,-1 1 0 0 0,1 0 1 0 0,0 0-1 0 0,0 1 0 0 0,0 0 0 0 0,0 1 0 0 0,0 0 0 0 0,0 1 1 0 0,0 0-1 0 0,14 2 0 0 0,16 4 444 0 0,66 18-1 0 0,-84-18-477 0 0,53 15 321 0 0,-25-6-153 0 0,1-3 0 0 0,56 6-1 0 0,-103-17-335 0 0,1 0-1 0 0,0-1 1 0 0,-1 0 0 0 0,1 0-1 0 0,-1-1 1 0 0,1 1-1 0 0,5-3 1 0 0,-10 3-20 0 0,0 0-1 0 0,0-1 1 0 0,0 1 0 0 0,0 0-1 0 0,-1-1 1 0 0,1 1-1 0 0,0-1 1 0 0,0 1 0 0 0,-1-1-1 0 0,1 0 1 0 0,0 1 0 0 0,-1-1-1 0 0,1 0 1 0 0,-1 1 0 0 0,1-1-1 0 0,-1 0 1 0 0,1 0-1 0 0,-1 1 1 0 0,1-2 0 0 0,-1 0 34 0 0,1 0 0 0 0,-1 0 1 0 0,0 1-1 0 0,0-1 0 0 0,0 0 1 0 0,0 1-1 0 0,0-1 0 0 0,-1 0 1 0 0,1 1-1 0 0,0-1 0 0 0,-1 0 1 0 0,1 1-1 0 0,-1-1 0 0 0,-1-1 1 0 0,-31-69 591 0 0,-47-70 0 0 0,-14-28 109 0 0,69 120-2075 0 0,3-1 0 0 0,-24-79 0 0 0,40 103-5730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1.4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58 4145 0 0,'-1'-3'482'0'0,"0"1"0"0"0,0 0 0 0 0,-1 0 0 0 0,1-1 1 0 0,1 1-1 0 0,-1-1 0 0 0,0 1 0 0 0,1-1 0 0 0,-1 1 0 0 0,0-4 0 0 0,1 5-307 0 0,0 0 0 0 0,0 0-1 0 0,-1 0 1 0 0,1-1 0 0 0,0 1-1 0 0,0 0 1 0 0,0 0 0 0 0,0-1-1 0 0,1 1 1 0 0,-1 0 0 0 0,0 0-1 0 0,0 0 1 0 0,1 0 0 0 0,-1-1-1 0 0,1 1 1 0 0,-1 0 0 0 0,1 0-1 0 0,-1 0 1 0 0,1 0 0 0 0,0 0-1 0 0,-1 0 1 0 0,3-2 0 0 0,-3 4-149 0 0,1-1 1 0 0,-1 0 0 0 0,1 0 0 0 0,0 0 0 0 0,-1 0-1 0 0,1 1 1 0 0,-1-1 0 0 0,1 0 0 0 0,0 1 0 0 0,-1-1-1 0 0,1 0 1 0 0,-1 1 0 0 0,1-1 0 0 0,-1 0 0 0 0,1 1 0 0 0,-1-1-1 0 0,0 1 1 0 0,1-1 0 0 0,-1 1 0 0 0,0-1 0 0 0,1 1-1 0 0,-1 0 1 0 0,0-1 0 0 0,1 1 0 0 0,-1-1 0 0 0,0 2 0 0 0,10 20 330 0 0,-9-20-189 0 0,13 35 139 0 0,-10-25-46 0 0,1 1 0 0 0,0-1-1 0 0,0-1 1 0 0,1 1 0 0 0,13 17-1 0 0,-17-26-218 0 0,1 0-1 0 0,0 0 0 0 0,-1 0 1 0 0,1-1-1 0 0,1 0 1 0 0,-1 1-1 0 0,0-1 0 0 0,0 0 1 0 0,1-1-1 0 0,-1 1 1 0 0,1-1-1 0 0,0 1 0 0 0,-1-1 1 0 0,1 0-1 0 0,0 0 1 0 0,0-1-1 0 0,-1 1 0 0 0,1-1 1 0 0,0 0-1 0 0,0 0 1 0 0,0 0-1 0 0,0 0 0 0 0,7-2 1 0 0,-1-1-43 0 0,-1 1 1 0 0,1-2-1 0 0,0 1 1 0 0,-1-2-1 0 0,0 1 1 0 0,0-1-1 0 0,9-7 1 0 0,-8 6 4 0 0,0 0 0 0 0,0 0 0 0 0,0 1 0 0 0,21-7 0 0 0,-30 12 5 0 0,0-1 0 0 0,0 1 0 0 0,0 0 0 0 0,0 0 1 0 0,0 0-1 0 0,-1-1 0 0 0,1 1 0 0 0,0 0 0 0 0,0 0 1 0 0,0 0-1 0 0,0 1 0 0 0,0-1 0 0 0,0 0 0 0 0,0 0 0 0 0,0 0 1 0 0,0 1-1 0 0,-1-1 0 0 0,1 0 0 0 0,0 1 0 0 0,0-1 0 0 0,0 1 1 0 0,0-1-1 0 0,-1 1 0 0 0,1-1 0 0 0,0 1 0 0 0,0 1 1 0 0,0-1-8 0 0,0 1 0 0 0,0 0 0 0 0,0 0 0 0 0,0-1 1 0 0,0 1-1 0 0,-1 0 0 0 0,1 0 0 0 0,-1 0 0 0 0,0 0 1 0 0,0 0-1 0 0,1 0 0 0 0,-1 2 0 0 0,-1 9-15 0 0,0-1-1 0 0,-1 1 1 0 0,-3 14-1 0 0,4-21 44 0 0,-47 156-654 0 0,35-125-2170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1.6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85 8754 0 0,'0'0'909'0'0,"0"-1"-747"0"0,6-23 5149 0 0,8 3-4398 0 0,-8 15-2681 0 0,0 0 0 0 0,0 1 0 0 0,14-10 0 0 0,-11 9-472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1.8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1 218 3225 0 0,'0'-1'11'0'0,"0"1"1"0"0,0 0-1 0 0,0 0 1 0 0,0 0-1 0 0,0 0 1 0 0,0 0-1 0 0,0 0 1 0 0,0 0-1 0 0,0 0 1 0 0,1 0 0 0 0,-1 0-1 0 0,0 0 1 0 0,0 0-1 0 0,0 0 1 0 0,0 0-1 0 0,0-1 1 0 0,0 1-1 0 0,0 0 1 0 0,0 0-1 0 0,0 0 1 0 0,0 0-1 0 0,1 0 1 0 0,-1 0-1 0 0,0 0 1 0 0,0 0-1 0 0,0 0 1 0 0,0 0 0 0 0,0 0-1 0 0,0 0 1 0 0,0 0-1 0 0,0 0 1 0 0,0 0-1 0 0,1 0 1 0 0,-1 1-1 0 0,0-1 1 0 0,0 0-1 0 0,0 0 1 0 0,0 0-1 0 0,0 0 1 0 0,0 0-1 0 0,0 0 1 0 0,0 0 0 0 0,0 0-1 0 0,0 0 1 0 0,0 0-1 0 0,1 0 1 0 0,-1 0-1 0 0,0 0 1 0 0,0 0-1 0 0,0 1 1 0 0,0-1-1 0 0,0 0 1 0 0,0 0-1 0 0,0 0 1 0 0,0 0-1 0 0,0 0 1 0 0,0 0-1 0 0,9-14 990 0 0,8-21 332 0 0,-3-9-377 0 0,-10 30-873 0 0,0 1 0 0 0,0 0 0 0 0,1 1 0 0 0,1-1-1 0 0,14-23 1 0 0,-18 34-112 0 0,0 0 0 0 0,0 0 0 0 0,0 0 0 0 0,0 1 0 0 0,0-1 0 0 0,0 0 0 0 0,1 1 0 0 0,-1-1-1 0 0,1 1 1 0 0,2-1 0 0 0,5-3 103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2.3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78 106 9218 0 0,'-4'-2'394'0'0,"0"0"0"0"0,0 0 1 0 0,1-1-1 0 0,-1 1 0 0 0,1-1 0 0 0,-1 0 1 0 0,1 0-1 0 0,0 0 0 0 0,0-1 0 0 0,-5-5 0 0 0,-22-40 3916 0 0,29 48-4210 0 0,1 0-1 0 0,0 1 1 0 0,-1-1 0 0 0,1 1 0 0 0,0-1 0 0 0,-1 0-1 0 0,1 1 1 0 0,0-1 0 0 0,-1 1 0 0 0,1-1 0 0 0,0 0 0 0 0,0 1-1 0 0,0-1 1 0 0,0 0 0 0 0,0 0 0 0 0,0 1 0 0 0,0-1-1 0 0,0 0 1 0 0,0 1 0 0 0,0-1 0 0 0,0 0 0 0 0,0 1-1 0 0,1-1 1 0 0,-1 0 0 0 0,1-1 0 0 0,-1 2-22 0 0,1 0 1 0 0,0 0-1 0 0,-1-1 1 0 0,1 1 0 0 0,0 0-1 0 0,0 0 1 0 0,-1 0-1 0 0,1 0 1 0 0,0 0-1 0 0,0 0 1 0 0,-1 0-1 0 0,1 0 1 0 0,0 0 0 0 0,0 0-1 0 0,-1 0 1 0 0,1 0-1 0 0,0 0 1 0 0,1 1-1 0 0,33 16 804 0 0,-14 1-717 0 0,-2 0 0 0 0,0 1 0 0 0,-1 1 0 0 0,30 43 1 0 0,-9-12-100 0 0,0-3-83 0 0,62 58 1 0 0,-76-83-630 0 0,0-2 0 0 0,2-1 1 0 0,1-1-1 0 0,36 19 0 0 0,-30-21-6766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2.5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2 298 6913 0 0,'-1'-2'156'0'0,"1"0"0"0"0,0-1 0 0 0,-1 1 0 0 0,1 0-1 0 0,0 0 1 0 0,0 0 0 0 0,0 0 0 0 0,1-1 0 0 0,-1 1 0 0 0,0 0-1 0 0,1 0 1 0 0,-1 0 0 0 0,1 0 0 0 0,1-3 0 0 0,16-35 1133 0 0,-12 27-952 0 0,5-12 251 0 0,1 1 0 0 0,2 1 0 0 0,18-27 0 0 0,-26 43-865 0 0,-1-1 0 0 0,2 1-1 0 0,-1 0 1 0 0,1 0 0 0 0,0 1 0 0 0,0 0-1 0 0,0 0 1 0 0,1 1 0 0 0,0-1 0 0 0,0 2-1 0 0,1-1 1 0 0,15-5 0 0 0,-21 9 139 0 0,0 0 1 0 0,1 1-1 0 0,-1-1 1 0 0,0 1-1 0 0,1 0 1 0 0,-1 0-1 0 0,1 0 1 0 0,-1 0-1 0 0,4 1 1 0 0,12 4 97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2.8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8 299 3209 0 0,'0'-1'49'0'0,"-1"1"0"0"0,1 0-1 0 0,-1-1 1 0 0,1 1 0 0 0,-1-1 0 0 0,1 1 0 0 0,-1-1 0 0 0,1 1 0 0 0,-1-1 0 0 0,1 1 0 0 0,0-1 0 0 0,-1 1 0 0 0,1-1 0 0 0,0 1 0 0 0,-1-1 0 0 0,1 0 0 0 0,0 1-1 0 0,0-1 1 0 0,0 0 0 0 0,-1 1 0 0 0,1-1 0 0 0,0 0 0 0 0,0 1 0 0 0,0-1 0 0 0,0 0 0 0 0,0 1 0 0 0,0-1 0 0 0,0 0 0 0 0,1 1 0 0 0,-1-1 0 0 0,0 0 0 0 0,0 1-1 0 0,1-2 1 0 0,5-31 1924 0 0,-4 26-1216 0 0,4-22 442 0 0,1 1 0 0 0,11-29 1 0 0,-11 41-2484 0 0,0 0 0 0 0,0 1 0 0 0,2 0 0 0 0,18-26 0 0 0,-10 20 665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3.1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1 3225 0 0,'-3'2'294'0'0,"1"0"0"0"0,-1 0 0 0 0,1 0 0 0 0,0 0 0 0 0,0 0 0 0 0,0 1 0 0 0,0-1 0 0 0,1 1 0 0 0,-1-1 0 0 0,1 1 0 0 0,-1 0 0 0 0,1 0 0 0 0,0 0 0 0 0,0-1 0 0 0,0 1 0 0 0,1 0 0 0 0,-1 0 0 0 0,0 0 0 0 0,1 5 0 0 0,-1 2 680 0 0,0-1 0 0 0,1 1-1 0 0,1 0 1 0 0,2 18 0 0 0,-3-26-942 0 0,1 0 0 0 0,-1 0 1 0 0,1 0-1 0 0,-1 0 1 0 0,1 0-1 0 0,0 0 1 0 0,0 0-1 0 0,0 0 0 0 0,0 0 1 0 0,0-1-1 0 0,1 1 1 0 0,-1 0-1 0 0,0-1 1 0 0,1 1-1 0 0,-1-1 0 0 0,1 1 1 0 0,0-1-1 0 0,-1 0 1 0 0,1 0-1 0 0,0 0 0 0 0,0 0 1 0 0,0 0-1 0 0,0 0 1 0 0,0 0-1 0 0,3 0 1 0 0,4 1 201 0 0,1-1 1 0 0,-1 0 0 0 0,1 0-1 0 0,16-2 1 0 0,-20 0-167 0 0,0 0 0 0 0,0 1 0 0 0,-1 0-1 0 0,1 0 1 0 0,0 0 0 0 0,-1 1 0 0 0,1 0 0 0 0,0 0 0 0 0,-1 0-1 0 0,1 1 1 0 0,-1-1 0 0 0,0 2 0 0 0,8 2 0 0 0,-11-2-60 0 0,-1-1 0 0 0,1 0 0 0 0,0 0 0 0 0,-1 1 1 0 0,0-1-1 0 0,1 1 0 0 0,-1-1 0 0 0,0 1 1 0 0,0-1-1 0 0,-1 1 0 0 0,1 0 0 0 0,-1 0 0 0 0,1-1 1 0 0,-1 1-1 0 0,0 0 0 0 0,0 0 0 0 0,0-1 1 0 0,0 1-1 0 0,0 0 0 0 0,-1 0 0 0 0,1-1 0 0 0,-2 5 1 0 0,0 3 19 0 0,-1 1 1 0 0,-1-1-1 0 0,0 0 1 0 0,-6 13 0 0 0,-12 11-859 0 0,14-26 503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3.6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10138 0 0,'-4'6'4217'0'0,"3"-5"-3737"0"0,2 4 744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3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44 7834 0 0,'-1'-1'183'0'0,"1"0"0"0"0,-1 0 0 0 0,1 0 1 0 0,-1 0-1 0 0,1 0 0 0 0,-1 0 0 0 0,1 0 0 0 0,0 0 1 0 0,-1 0-1 0 0,1-1 0 0 0,0 1 0 0 0,0 0 1 0 0,0 0-1 0 0,0 0 0 0 0,0 0 0 0 0,0 0 0 0 0,0-1 1 0 0,0 1-1 0 0,1 0 0 0 0,-1 0 0 0 0,0 0 1 0 0,1 0-1 0 0,-1 0 0 0 0,1 0 0 0 0,-1 0 0 0 0,1 0 1 0 0,-1 0-1 0 0,1 0 0 0 0,0 0 0 0 0,-1 0 1 0 0,1 0-1 0 0,0 0 0 0 0,0 1 0 0 0,0-1 0 0 0,0 0 1 0 0,0 0-1 0 0,0 1 0 0 0,1-2 0 0 0,0 2-29 0 0,0-1 0 0 0,0 0 0 0 0,0 1-1 0 0,0-1 1 0 0,0 1 0 0 0,0 0 0 0 0,0 0 0 0 0,0 0-1 0 0,1 0 1 0 0,-1 0 0 0 0,0 0 0 0 0,0 0 0 0 0,0 1-1 0 0,0-1 1 0 0,0 1 0 0 0,0 0 0 0 0,0-1-1 0 0,0 1 1 0 0,0 0 0 0 0,-1 0 0 0 0,4 2 0 0 0,7 8 52 0 0,1 1 0 0 0,-1 0 0 0 0,-1 1 0 0 0,0 0 0 0 0,-1 1 0 0 0,-1 0 0 0 0,0 1 0 0 0,-1 0 0 0 0,7 16 0 0 0,-6-13-12 0 0,0 0 0 0 0,1-1 0 0 0,0 0 0 0 0,2-1 0 0 0,0 0 0 0 0,16 16 0 0 0,-20-25-499 0 0,0-1 1 0 0,0-1-1 0 0,0 1 1 0 0,1-1-1 0 0,-1-1 1 0 0,1 1 0 0 0,1-2-1 0 0,-1 1 1 0 0,0-1-1 0 0,1 0 1 0 0,-1-1-1 0 0,1-1 1 0 0,20 2-1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4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9 380 2304 0 0,'-2'-8'402'0'0,"0"0"-1"0"0,0-1 0 0 0,1 1 0 0 0,0 0 0 0 0,1-1 0 0 0,0-15 0 0 0,0-5 207 0 0,-1-4 455 0 0,2 0 0 0 0,4-35 1 0 0,-3 54-470 0 0,1-1 1 0 0,0 1-1 0 0,1 0 1 0 0,0 1-1 0 0,1-1 1 0 0,1 1-1 0 0,10-18 1 0 0,-16 30-510 0 0,0 0 0 0 0,1 0 1 0 0,-1 0-1 0 0,1 1 0 0 0,-1-1 1 0 0,1 0-1 0 0,-1 0 0 0 0,1 1 1 0 0,0-1-1 0 0,-1 0 1 0 0,1 1-1 0 0,0-1 0 0 0,-1 0 1 0 0,1 1-1 0 0,0-1 0 0 0,0 1 1 0 0,0-1-1 0 0,0 1 0 0 0,-1 0 1 0 0,1-1-1 0 0,0 1 1 0 0,0 0-1 0 0,1 0 0 0 0,-1 0-25 0 0,0 0-1 0 0,0 1 0 0 0,-1-1 1 0 0,1 0-1 0 0,0 1 0 0 0,0-1 1 0 0,-1 1-1 0 0,1-1 0 0 0,0 1 1 0 0,-1 0-1 0 0,1-1 1 0 0,-1 1-1 0 0,1 0 0 0 0,-1-1 1 0 0,1 1-1 0 0,-1 0 0 0 0,1 0 1 0 0,-1 0-1 0 0,1 1 0 0 0,12 48 935 0 0,-12-45-888 0 0,2 19 17 0 0,-2-1 0 0 0,0 1 0 0 0,-1 0 0 0 0,-4 28 0 0 0,1-22 16 0 0,2 55-1 0 0,1-84-84 0 0,0 0-1 0 0,0 0 0 0 0,0 0 0 0 0,0 0 0 0 0,0 0 0 0 0,0 0 0 0 0,1 0 0 0 0,-1 0 1 0 0,0 0-1 0 0,0-1 0 0 0,1 1 0 0 0,-1 0 0 0 0,1 0 0 0 0,-1 0 0 0 0,0 0 1 0 0,1 0-1 0 0,0-1 0 0 0,-1 1 0 0 0,1 0 0 0 0,-1-1 0 0 0,1 1 0 0 0,0 0 0 0 0,0-1 1 0 0,-1 1-1 0 0,1-1 0 0 0,0 1 0 0 0,0-1 0 0 0,0 1 0 0 0,1 0 0 0 0,0-1 11 0 0,0 0 0 0 0,0 0 0 0 0,-1 0 0 0 0,1-1 0 0 0,0 1 0 0 0,0-1 0 0 0,0 1 0 0 0,0-1 0 0 0,0 1 0 0 0,-1-1 0 0 0,1 0 0 0 0,0 0-1 0 0,2-2 1 0 0,7-4 130 0 0,-1-1 0 0 0,0 0-1 0 0,9-10 1 0 0,2-3-76 0 0,-7 5-530 0 0,1 1 1 0 0,1 1 0 0 0,26-18 0 0 0,-33 27-855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6.8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26 264 6913 0 0,'-1'0'91'0'0,"0"1"-1"0"0,0-1 1 0 0,0 0-1 0 0,0-1 0 0 0,0 1 1 0 0,0 0-1 0 0,0 0 1 0 0,0 0-1 0 0,0 0 1 0 0,0-1-1 0 0,0 1 0 0 0,0 0 1 0 0,1-1-1 0 0,-1 1 1 0 0,0-1-1 0 0,0 1 0 0 0,0-1 1 0 0,0 0-1 0 0,1 1 1 0 0,-1-1-1 0 0,0 0 0 0 0,1 1 1 0 0,-1-1-1 0 0,0 0 1 0 0,1 0-1 0 0,-1 0 0 0 0,0 0 1 0 0,1-2 56 0 0,-1 1 1 0 0,1 0-1 0 0,-1 0 1 0 0,1 0-1 0 0,0 0 1 0 0,0-1-1 0 0,0 1 1 0 0,0 0 0 0 0,1 0-1 0 0,-1 0 1 0 0,1-1-1 0 0,0-1 1 0 0,4-10 382 0 0,0 0 1 0 0,1 0 0 0 0,9-13-1 0 0,-11 18-365 0 0,4-4 140 0 0,0-1 0 0 0,1 2 0 0 0,1-1 0 0 0,16-17 0 0 0,-19 23-142 0 0,0 1 0 0 0,0 0 1 0 0,0 0-1 0 0,1 0 1 0 0,0 1-1 0 0,0 0 0 0 0,0 0 1 0 0,16-5-1 0 0,-22 9-129 0 0,0 0 1 0 0,0 1-1 0 0,0-1 1 0 0,1 1-1 0 0,-1-1 0 0 0,0 1 1 0 0,0 0-1 0 0,1 0 1 0 0,-1 0-1 0 0,0 0 1 0 0,0 1-1 0 0,1-1 0 0 0,-1 0 1 0 0,0 1-1 0 0,0 0 1 0 0,0-1-1 0 0,0 1 1 0 0,0 0-1 0 0,0 0 0 0 0,0 0 1 0 0,2 2-1 0 0,-1 0 14 0 0,0 0 1 0 0,0 0-1 0 0,0 0 0 0 0,-1 0 0 0 0,1 0 1 0 0,-1 1-1 0 0,0-1 0 0 0,0 1 1 0 0,-1 0-1 0 0,1-1 0 0 0,1 5 0 0 0,2 12 144 0 0,-1 0 1 0 0,0 0-1 0 0,1 37 0 0 0,-4-45-109 0 0,1 52 65 0 0,-2-38-74 0 0,2-1 1 0 0,6 41-1 0 0,-8-65-74 0 0,0 1 0 0 0,1-1 1 0 0,-1 1-1 0 0,1 0 0 0 0,-1-1 0 0 0,1 1 0 0 0,0-1 0 0 0,-1 0 0 0 0,1 1 0 0 0,0-1 1 0 0,0 1-1 0 0,0-1 0 0 0,0 0 0 0 0,0 0 0 0 0,2 2 0 0 0,-2-2 1 0 0,0-1-1 0 0,0 1 0 0 0,0-1 1 0 0,0 0-1 0 0,0 0 0 0 0,0 1 1 0 0,0-1-1 0 0,0 0 0 0 0,0 0 1 0 0,0 0-1 0 0,0 0 0 0 0,0 0 1 0 0,0 0-1 0 0,0 0 0 0 0,-1 0 1 0 0,1-1-1 0 0,0 1 0 0 0,0 0 0 0 0,2-1 1 0 0,4-3 3 0 0,0 0 1 0 0,0-1-1 0 0,0 1 0 0 0,-1-2 1 0 0,9-7-1 0 0,14-10 25 0 0,-24 21-21 0 0,-1-1 0 0 0,0 1 0 0 0,1 0 0 0 0,-1 0 0 0 0,1 1 0 0 0,-1 0-1 0 0,1 0 1 0 0,0 0 0 0 0,-1 0 0 0 0,1 0 0 0 0,0 1 0 0 0,0 0 0 0 0,0 0 0 0 0,0 1 0 0 0,-1-1 0 0 0,1 1 0 0 0,0 0-1 0 0,-1 0 1 0 0,1 0 0 0 0,0 1 0 0 0,-1 0 0 0 0,1 0 0 0 0,-1 0 0 0 0,0 0 0 0 0,0 1 0 0 0,0-1 0 0 0,0 1-1 0 0,0 0 1 0 0,-1 1 0 0 0,1-1 0 0 0,-1 0 0 0 0,0 1 0 0 0,0 0 0 0 0,0 0 0 0 0,0 0 0 0 0,-1 0 0 0 0,1 0 0 0 0,-1 1-1 0 0,0-1 1 0 0,-1 0 0 0 0,3 9 0 0 0,1 9 224 0 0,0-1 0 0 0,2 38 0 0 0,-5-16-2879 0 0,0-16-1668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7.1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20 120 2761 0 0,'-9'-51'2602'0'0,"-1"1"6817"0"0,10 49-9256 0 0,0 0-1 0 0,0 1 1 0 0,-1-1 0 0 0,1 1 0 0 0,0-1 0 0 0,0 0 0 0 0,0 1-1 0 0,0-1 1 0 0,0 1 0 0 0,0-1 0 0 0,0 0 0 0 0,0 1 0 0 0,0-1-1 0 0,0 0 1 0 0,1 1 0 0 0,-1-1 0 0 0,0 1 0 0 0,0-1-1 0 0,1 1 1 0 0,-1-1 0 0 0,0 1 0 0 0,1-1 0 0 0,-1 1 0 0 0,0-1-1 0 0,1 1 1 0 0,-1-1 0 0 0,1 1 0 0 0,-1-1 0 0 0,1 1-1 0 0,0-1-58 0 0,0 1 0 0 0,0 0 0 0 0,0 0 0 0 0,0 0 0 0 0,0 0 0 0 0,0 0 0 0 0,0 0 0 0 0,0 0 0 0 0,0 1 0 0 0,0-1 0 0 0,0 0 0 0 0,0 0 0 0 0,0 1 0 0 0,0-1 0 0 0,1 1 0 0 0,31 23 299 0 0,-10 3-220 0 0,-1 2 0 0 0,-2 0 0 0 0,21 38 0 0 0,22 34 72 0 0,-46-78-269 0 0,19 27-401 0 0,50 54 1 0 0,-53-69-2436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7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3225 0 0,'0'-1'221'0'0,"0"0"-1"0"0,0 0 1 0 0,0 0 0 0 0,0 0 0 0 0,0 1 0 0 0,0-1 0 0 0,0 0 0 0 0,0 0 0 0 0,0 0 0 0 0,1 1 0 0 0,-1-1-1 0 0,0 0 1 0 0,1 0 0 0 0,-1 1 0 0 0,0-1 0 0 0,1 0 0 0 0,-1 1 0 0 0,1-1 0 0 0,-1 0 0 0 0,1 1 0 0 0,0-1-1 0 0,-1 0 1 0 0,1 1 0 0 0,-1-1 0 0 0,1 1 0 0 0,0 0 0 0 0,-1-1 0 0 0,1 1 0 0 0,0-1 0 0 0,0 1 0 0 0,0 0-1 0 0,-1 0 1 0 0,2-1 0 0 0,27-8 3824 0 0,-19 8-3071 0 0,0 2 0 0 0,0-1 0 0 0,-1 1-1 0 0,13 3 1 0 0,72 24 1266 0 0,-38-10-1719 0 0,-10-5-1046 0 0,82 25 1065 0 0,-107-30-4521 0 0,37 20 0 0 0,-42-19-2264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7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74 7834 0 0,'-5'-4'344'0'0,"4"1"72"0"0,-1 0-328 0 0,2 0-88 0 0,0 0 0 0 0,0 0 0 0 0,2 2 0 0 0,-1-5-128 0 0,2-3 32 0 0,2-3 8 0 0,2-1 88 0 0,-1 0 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7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 8754 0 0,'0'0'1032'0'0,"-2"0"-936"0"0,1-1-8 0 0,-2-1 0 0 0,0 2-408 0 0,2 0-72 0 0,-2 3-24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8.2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10594 0 0,'3'0'205'0'0,"1"1"0"0"0,-1 0 1 0 0,1-1-1 0 0,-1 2 0 0 0,0-1 0 0 0,1 0 0 0 0,-1 1 0 0 0,0-1 0 0 0,0 1 0 0 0,0 0 0 0 0,0 0 0 0 0,0 0 1 0 0,0 0-1 0 0,-1 1 0 0 0,4 2 0 0 0,41 51 1403 0 0,-20-23-917 0 0,-14-19-377 0 0,0-1-1 0 0,0-1 0 0 0,1 0 1 0 0,1-1-1 0 0,0-1 0 0 0,1 0 1 0 0,19 9-1 0 0,-30-17-202 0 0,0 0 0 0 0,1 0 0 0 0,-1-1 0 0 0,1 1 0 0 0,-1-1 0 0 0,1 0 0 0 0,0-1-1 0 0,-1 1 1 0 0,1-1 0 0 0,0 0 0 0 0,10-2 0 0 0,-12 1-30 0 0,0-1-1 0 0,1 1 0 0 0,-1-1 0 0 0,0 0 1 0 0,0 0-1 0 0,0 0 0 0 0,0-1 0 0 0,0 1 1 0 0,-1-1-1 0 0,1 0 0 0 0,-1 0 1 0 0,0 0-1 0 0,0-1 0 0 0,0 1 0 0 0,0-1 1 0 0,4-7-1 0 0,3-7 67 0 0,0-1 1 0 0,9-27-1 0 0,13-27-1332 0 0,-21 54 218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8.4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0 3889 0 0,'-23'11'586'0'0,"20"-9"-21"0"0,0-1-1 0 0,0 1 0 0 0,1 0 1 0 0,-1 0-1 0 0,1 0 0 0 0,-1 0 0 0 0,1 1 1 0 0,-2 2-1 0 0,3-4-310 0 0,0 1 1 0 0,0-1-1 0 0,1 1 1 0 0,-1-1-1 0 0,1 1 0 0 0,-1-1 1 0 0,1 1-1 0 0,0 0 0 0 0,0-1 1 0 0,-1 1-1 0 0,1-1 0 0 0,0 1 1 0 0,0 0-1 0 0,1-1 1 0 0,-1 1-1 0 0,0-1 0 0 0,0 1 1 0 0,1-1-1 0 0,-1 1 0 0 0,1-1 1 0 0,-1 1-1 0 0,1-1 1 0 0,0 1-1 0 0,0-1 0 0 0,0 1 1 0 0,-1-1-1 0 0,1 0 0 0 0,0 0 1 0 0,1 1-1 0 0,-1-1 0 0 0,0 0 1 0 0,0 0-1 0 0,2 1 1 0 0,26 31 729 0 0,-2 0 0 0 0,-1 2 0 0 0,30 55 0 0 0,36 49-1478 0 0,-73-115-155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8:59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1371 24 5961 0 0,'-8'-4'74'0'0,"0"0"0"0"0,-1 1 0 0 0,1 0-1 0 0,-1 1 1 0 0,0-1 0 0 0,0 2 0 0 0,0-1-1 0 0,-17 0 1 0 0,-75 5 186 0 0,90-2-111 0 0,-15 3-30 0 0,1 0 1 0 0,0 1-1 0 0,0 2 1 0 0,1 0-1 0 0,0 2 1 0 0,0 1-1 0 0,1 0 1 0 0,0 2-1 0 0,1 1 1 0 0,0 1-1 0 0,1 0 1 0 0,-31 28-1 0 0,-2 9-427 0 0,2 2 0 0 0,2 2-1 0 0,-47 68 1 0 0,40-40-60 0 0,2 3 1 0 0,5 2 0 0 0,-62 148 0 0 0,-79 299 699 0 0,162-439 250 0 0,3 0 0 0 0,-20 159 0 0 0,41-205-330 0 0,2 0 0 0 0,2 0 1 0 0,2 0-1 0 0,3 0 0 0 0,2-1 0 0 0,2 0 1 0 0,16 58-1 0 0,-4-49-208 0 0,2 0 0 0 0,3-1 1 0 0,36 61-1 0 0,115 145-756 0 0,-146-225 420 0 0,2-1 1 0 0,2-2-1 0 0,1-1 0 0 0,2-2 0 0 0,1-1 1 0 0,1-3-1 0 0,2-1 0 0 0,0-1 0 0 0,2-3 1 0 0,1-1-1 0 0,0-3 0 0 0,86 26 0 0 0,-85-33 224 0 0,0-2-1 0 0,0-2 0 0 0,1-2 1 0 0,0-2-1 0 0,0-2 0 0 0,1-2 1 0 0,-1-2-1 0 0,0-2 0 0 0,0-2 0 0 0,-1-2 1 0 0,0-2-1 0 0,0-2 0 0 0,68-28 1 0 0,-56 14 155 0 0,0-2 1 0 0,60-41-1 0 0,-83 45 20 0 0,0-1 0 0 0,-1-2-1 0 0,-2-1 1 0 0,34-40 0 0 0,130-196 2276 0 0,-132 173-1580 0 0,-17 24-313 0 0,-3-2 1 0 0,-3-2 0 0 0,-3-1-1 0 0,-3-2 1 0 0,29-97-1 0 0,-33 68-278 0 0,-5-2-1 0 0,-4-1 1 0 0,-5 0-1 0 0,3-183 1 0 0,-19 200-142 0 0,-4 0 0 0 0,-5 0 0 0 0,-3 1 0 0 0,-4 0-1 0 0,-4 1 1 0 0,-33-89 0 0 0,44 149 62 0 0,-1 1-1 0 0,-2 1 0 0 0,0-1 1 0 0,-2 2-1 0 0,-1 0 1 0 0,-1 1-1 0 0,-1 1 1 0 0,0 0-1 0 0,-2 1 1 0 0,-1 1-1 0 0,0 1 0 0 0,-1 0 1 0 0,-1 2-1 0 0,-1 1 1 0 0,-44-25-1 0 0,9 13 441 0 0,-2 3 0 0 0,-116-33 1 0 0,80 35-643 0 0,-113-12 0 0 0,185 31-176 0 0,-1 2 0 0 0,1 0 0 0 0,-1 2 0 0 0,1 0 1 0 0,-1 2-1 0 0,1 1 0 0 0,0 1 0 0 0,0 1 1 0 0,-42 14-1 0 0,0 11-561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9:00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199 31 3681 0 0,'-4'-4'446'0'0,"0"0"1"0"0,0 1-1 0 0,-1-1 1 0 0,1 1-1 0 0,-1 0 1 0 0,-6-3-1 0 0,10 5-303 0 0,0 1-1 0 0,0-1 0 0 0,0 1 0 0 0,0 0 1 0 0,0-1-1 0 0,0 1 0 0 0,0 0 0 0 0,0 0 0 0 0,0 0 1 0 0,0-1-1 0 0,0 1 0 0 0,0 0 0 0 0,0 0 0 0 0,-1 1 1 0 0,1-1-1 0 0,0 0 0 0 0,0 0 0 0 0,0 1 1 0 0,0-1-1 0 0,0 0 0 0 0,0 1 0 0 0,0-1 0 0 0,0 1 1 0 0,0-1-1 0 0,0 1 0 0 0,1 0 0 0 0,-1-1 0 0 0,0 1 1 0 0,0 0-1 0 0,0-1 0 0 0,1 1 0 0 0,-1 0 1 0 0,0 0-1 0 0,1 0 0 0 0,-1 0 0 0 0,1 0 0 0 0,-2 2 1 0 0,-2 7 581 0 0,0 0 1 0 0,0 0-1 0 0,1 0 1 0 0,-3 19-1 0 0,2 5-177 0 0,0 45 0 0 0,2-29-194 0 0,-43 374 387 0 0,20-242-757 0 0,0 193-1 0 0,43-40 156 0 0,-4-112-225 0 0,-12-181 130 0 0,16 254-49 0 0,-10-227 122 0 0,3 0-1 0 0,24 83 1 0 0,-13-102 772 0 0,-15-36-40 0 0,-5-10-789 0 0,-1 1 0 0 0,0-1-1 0 0,0 0 1 0 0,0 0 0 0 0,0 1-1 0 0,-1-1 1 0 0,0 8 0 0 0,0-9-278 0 0,0 0 0 0 0,0 1 0 0 0,0-1 0 0 0,0 0 0 0 0,1 0 0 0 0,-1 1 0 0 0,1-1 0 0 0,0 0 0 0 0,0 0 0 0 0,0 0 0 0 0,0 0 0 0 0,1 0 0 0 0,-1 0 0 0 0,1 0 0 0 0,3 4 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9:01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64 3209 0 0,'-70'-4'1836'0'0,"65"3"-1138"0"0,0 0 1 0 0,0 0 0 0 0,0 0-1 0 0,0 0 1 0 0,0-1-1 0 0,0 0 1 0 0,1 0 0 0 0,-1 0-1 0 0,-12-10 5565 0 0,28 19-5396 0 0,14 14-1045 0 0,-4 4 551 0 0,-1 0 43 0 0,31 31 0 0 0,-45-51-387 0 0,0 1-1 0 0,0-1 1 0 0,1 0 0 0 0,0 0-1 0 0,0-1 1 0 0,0 0 0 0 0,0 0-1 0 0,1-1 1 0 0,-1 0 0 0 0,13 4-1 0 0,-16-7-14 0 0,0 0-1 0 0,0 0 1 0 0,0 0 0 0 0,0 0-1 0 0,-1-1 1 0 0,1 1-1 0 0,0-1 1 0 0,0 0 0 0 0,-1 0-1 0 0,1-1 1 0 0,0 1-1 0 0,-1-1 1 0 0,1 1 0 0 0,-1-1-1 0 0,0 0 1 0 0,0-1-1 0 0,1 1 1 0 0,-1 0 0 0 0,-1-1-1 0 0,1 0 1 0 0,0 1 0 0 0,-1-1-1 0 0,1 0 1 0 0,-1-1-1 0 0,3-4 1 0 0,7-11 140 0 0,-2 0 0 0 0,0-1 1 0 0,9-26-1 0 0,-13 31-90 0 0,15-38-1671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9:02.5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459 439 5529 0 0,'-14'4'167'0'0,"-1"0"-1"0"0,1 2 0 0 0,0 0 1 0 0,0 0-1 0 0,1 1 1 0 0,0 1-1 0 0,0 0 0 0 0,-19 16 1 0 0,16-12-74 0 0,-7 4 90 0 0,1 2 0 0 0,1 0 0 0 0,1 1 0 0 0,1 1 0 0 0,0 1 0 0 0,2 1 0 0 0,0 1 0 0 0,1 0 0 0 0,2 0 0 0 0,0 2 0 0 0,2 0 0 0 0,1 0 0 0 0,0 1 0 0 0,2 1 0 0 0,-6 29-1 0 0,0 18 2 0 0,4 1 0 0 0,2 1 0 0 0,3 130 0 0 0,12-96 16 0 0,38 212 1 0 0,-33-268-177 0 0,3 0 1 0 0,30 77-1 0 0,-35-107-5 0 0,2-1-1 0 0,1 0 0 0 0,1-1 1 0 0,0 0-1 0 0,2-1 0 0 0,1-1 0 0 0,30 32 1 0 0,-33-41-13 0 0,1 0 1 0 0,1-1-1 0 0,0 0 1 0 0,0-2-1 0 0,0 1 1 0 0,1-2-1 0 0,0 0 1 0 0,1-1-1 0 0,0-1 1 0 0,0 0-1 0 0,0-1 1 0 0,0-1-1 0 0,1 0 1 0 0,-1-2-1 0 0,1 0 1 0 0,28-2-1 0 0,-18-2 25 0 0,1 0-1 0 0,-1-2 0 0 0,0-1 1 0 0,0-2-1 0 0,0 0 1 0 0,-1-2-1 0 0,0-1 1 0 0,-1-1-1 0 0,35-22 1 0 0,-25 10 84 0 0,-1-1 0 0 0,-1-2 0 0 0,-1-2 0 0 0,-2 0 0 0 0,-1-2 0 0 0,-2-2 1 0 0,41-58-1 0 0,-40 44 139 0 0,-1-2 1 0 0,-2-1-1 0 0,-3-1 0 0 0,-2-1 1 0 0,20-72-1 0 0,-22 44 126 0 0,-2-1 1 0 0,-4 0-1 0 0,2-93 0 0 0,-13 67 72 0 0,-20-198 1 0 0,6 214-344 0 0,-35-130 0 0 0,35 181-84 0 0,-1 0 0 0 0,-2 1 0 0 0,-2 0 0 0 0,-1 1 0 0 0,-35-53 0 0 0,45 80-102 0 0,-1 1 0 0 0,0 0 1 0 0,0 0-1 0 0,-1 1 0 0 0,0 0 1 0 0,0 1-1 0 0,-1 0 0 0 0,0 0 1 0 0,-1 1-1 0 0,0 1 0 0 0,0 0 1 0 0,0 1-1 0 0,-1 0 0 0 0,1 1 1 0 0,-1 0-1 0 0,0 1 0 0 0,0 0 1 0 0,-1 1-1 0 0,1 1 0 0 0,0 0 1 0 0,-1 1-1 0 0,1 0 0 0 0,-1 1 1 0 0,1 0-1 0 0,0 2 0 0 0,0-1 1 0 0,0 1-1 0 0,0 1 0 0 0,0 1 1 0 0,-22 10-1 0 0,-2 8-5276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9:03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6333 50 6913 0 0,'0'-2'114'0'0,"1"-1"-1"0"0,-1 1 0 0 0,1-1 0 0 0,0 0 1 0 0,-1 1-1 0 0,1-1 0 0 0,0 1 0 0 0,3-4 1 0 0,3-17 2285 0 0,-29 46-594 0 0,2-1-1592 0 0,0-2 0 0 0,-2 0 0 0 0,0-2 0 0 0,-27 18 0 0 0,-103 55 1783 0 0,82-52-1035 0 0,-90 60-95 0 0,-110 58 585 0 0,-192 103-1508 0 0,189-99 10 0 0,-173 101-209 0 0,254-147 298 0 0,-267 142 180 0 0,-173 45 967 0 0,370-175-851 0 0,-134 57-605 0 0,203-96-385 0 0,99-45 223 0 0,-333 166-197 0 0,202-94 670 0 0,122-65 292 0 0,-126 81 0 0 0,153-80-279 0 0,-39 25-707 0 0,-168 145 0 0 0,222-165-280 0 0,-67 60-758 0 0,-136 162-1 0 0,236-240 1867 0 0,1 2 0 0 0,3 0 1 0 0,1 2-1 0 0,2 0 0 0 0,1 2 0 0 0,3 0 1 0 0,2 1-1 0 0,-19 88 0 0 0,29-99-5 0 0,1 0 0 0 0,1 1-1 0 0,2-1 1 0 0,7 64 0 0 0,33 137 1189 0 0,-22-145-950 0 0,-14-67-113 0 0,-2-16-124 0 0,0 1 0 0 0,0 0 0 0 0,1 0-1 0 0,-1-1 1 0 0,7 15 0 0 0,-7-21-267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9:03.8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51 152 3225 0 0,'-35'-17'-413'0'0,"19"9"4801"0"0,45 19 1364 0 0,-21-8-5411 0 0,0-1 0 0 0,0 2 0 0 0,-1-1 0 0 0,11 7-1 0 0,18 14 1185 0 0,0-1-1 0 0,45 20 0 0 0,-71-38-1333 0 0,0 0 1 0 0,1-1-1 0 0,0 0 1 0 0,0-1-1 0 0,0-1 0 0 0,0 1 1 0 0,1-2-1 0 0,-1 0 1 0 0,0 0-1 0 0,1-1 0 0 0,-1 0 1 0 0,1-1-1 0 0,14-3 1 0 0,-20 2-167 0 0,1 0 1 0 0,-1-1 0 0 0,0 0 0 0 0,-1-1-1 0 0,1 1 1 0 0,0-1 0 0 0,-1 0-1 0 0,0 0 1 0 0,0-1 0 0 0,0 0 0 0 0,-1 0-1 0 0,0 0 1 0 0,0 0 0 0 0,0-1-1 0 0,5-7 1 0 0,4-13 97 0 0,0 0 0 0 0,11-32 1 0 0,-17 41-113 0 0,8-19-1521 0 0,1-2-6038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9:56.69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664 449 4609 0 0,'-3'-36'607'0'0,"3"28"-471"0"0,0 1 0 0 0,-1-1 0 0 0,1 1 0 0 0,-2 0 1 0 0,1-1-1 0 0,-1 1 0 0 0,0 0 0 0 0,-1 0 0 0 0,-4-9 0 0 0,7 15-114 0 0,0 1-1 0 0,-1-1 1 0 0,1 1-1 0 0,0-1 0 0 0,-1 1 1 0 0,1-1-1 0 0,-1 1 0 0 0,1-1 1 0 0,-1 1-1 0 0,1-1 0 0 0,-1 1 1 0 0,0-1-1 0 0,1 1 1 0 0,-1 0-1 0 0,1 0 0 0 0,-1-1 1 0 0,0 1-1 0 0,1 0 0 0 0,-1 0 1 0 0,0-1-1 0 0,1 1 0 0 0,-1 0 1 0 0,0 0-1 0 0,1 0 1 0 0,-1 0-1 0 0,0 0 0 0 0,1 0 1 0 0,-2 1-1 0 0,-18 12 473 0 0,-11 28 199 0 0,30-39-667 0 0,-45 82 118 0 0,3 2 1 0 0,-42 125-1 0 0,64-158-137 0 0,-17 48-76 0 0,-126 289-422 0 0,127-318 436 0 0,6-14 9 0 0,3 1 0 0 0,1 2-1 0 0,-22 83 1 0 0,48-141 47 0 0,0 1 0 0 0,0-1-1 0 0,1 1 1 0 0,-1 0 0 0 0,1-1 0 0 0,0 1 0 0 0,1 6 0 0 0,-1-9-3 0 0,0-1 1 0 0,0 0-1 0 0,0 1 0 0 0,0-1 1 0 0,0 0-1 0 0,0 0 0 0 0,0 1 0 0 0,0-1 1 0 0,0 0-1 0 0,1 0 0 0 0,-1 1 1 0 0,0-1-1 0 0,0 0 0 0 0,0 0 0 0 0,1 0 1 0 0,-1 1-1 0 0,0-1 0 0 0,0 0 1 0 0,0 0-1 0 0,1 0 0 0 0,-1 0 1 0 0,0 1-1 0 0,1-1 0 0 0,-1 0 0 0 0,0 0 1 0 0,0 0-1 0 0,1 0 0 0 0,-1 0 1 0 0,0 0-1 0 0,0 0 0 0 0,1 0 0 0 0,-1 0 1 0 0,0 0-1 0 0,1 0 0 0 0,-1 0 1 0 0,18-12-225 0 0,7-16-45 0 0,-2-1-1 0 0,-1-1 1 0 0,-1-1 0 0 0,-2 0 0 0 0,16-36 0 0 0,-7 17 51 0 0,207-404 155 0 0,86-147 460 0 0,-249 481-350 0 0,64-106 34 0 0,-129 216-79 0 0,-5 5 10 0 0,1 0-1 0 0,0 0 0 0 0,0 1 1 0 0,0-1-1 0 0,1 1 0 0 0,0 0 1 0 0,-1 0-1 0 0,1 0 0 0 0,9-5 1 0 0,-13 9 2 0 0,0 0 0 0 0,0 0 0 0 0,0 0 0 0 0,0 0 0 0 0,1-1 0 0 0,-1 1 0 0 0,0 0 0 0 0,0 0 0 0 0,0 0 0 0 0,0 0 0 0 0,1 0 0 0 0,-1 0 0 0 0,0 0 0 0 0,0 0 0 0 0,0 0 0 0 0,0 0 0 0 0,0 0 0 0 0,1 0 0 0 0,-1 0 0 0 0,0 1 0 0 0,0-1 0 0 0,0 0 0 0 0,0 0 0 0 0,1 0 0 0 0,-1 0 0 0 0,0 0 0 0 0,0 0 0 0 0,0 0 0 0 0,0 0 0 0 0,0 0 0 0 0,0 0 0 0 0,1 1 0 0 0,-1-1 0 0 0,0 0 0 0 0,0 0 0 0 0,0 0 0 0 0,0 0 0 0 0,0 0 0 0 0,0 1 0 0 0,0-1 0 0 0,0 0 0 0 0,0 0 0 0 0,0 0 0 0 0,0 0 0 0 0,0 1 0 0 0,0-1 0 0 0,0 0 0 0 0,0 0 0 0 0,0 15 311 0 0,-8 17-65 0 0,7-30-227 0 0,-82 275 1012 0 0,47-163-695 0 0,-20 43-205 0 0,-86 165 1 0 0,10-23-75 0 0,48-74-63 0 0,68-174-30 0 0,2 1 0 0 0,-10 78-1 0 0,24-129 24 0 0,0 0 0 0 0,0 0 0 0 0,-1 0 0 0 0,1 0 0 0 0,0 0 0 0 0,0 0-1 0 0,0 0 1 0 0,0 0 0 0 0,0 0 0 0 0,0 0 0 0 0,0 0 0 0 0,1 0 0 0 0,-1 0-1 0 0,0 0 1 0 0,1 0 0 0 0,-1 0 0 0 0,0 0 0 0 0,1 0 0 0 0,-1 0 0 0 0,1 0 0 0 0,0 0-1 0 0,0 0 1 0 0,0-1-8 0 0,-1 1 0 0 0,1-1 1 0 0,0 0-1 0 0,0 0 0 0 0,-1 0 0 0 0,1 0 0 0 0,0 0 0 0 0,0 0 0 0 0,-1 0 0 0 0,1 0 0 0 0,0 0 0 0 0,0-1 0 0 0,-1 1 0 0 0,1 0 0 0 0,0 0 1 0 0,0-1-1 0 0,-1 1 0 0 0,1 0 0 0 0,0-1 0 0 0,-1 1 0 0 0,2-2 0 0 0,34-32-800 0 0,2-13 140 0 0,38-65-1 0 0,3-4 486 0 0,-12 27 236 0 0,185-264 265 0 0,-64 70-192 0 0,-134 210-498 0 0,109-114 0 0 0,-150 173 237 0 0,16-15-69 0 0,-27 27 185 0 0,-1 1 1 0 0,1 0-1 0 0,0-1 0 0 0,-1 1 1 0 0,1 0-1 0 0,0 0 1 0 0,0 0-1 0 0,0 0 0 0 0,0 0 1 0 0,0 0-1 0 0,0 0 1 0 0,1 1-1 0 0,1-1 0 0 0,-3 1 16 0 0,-1 0-1 0 0,1 1 0 0 0,-1-1 0 0 0,0 0 1 0 0,1 0-1 0 0,-1 1 0 0 0,1-1 1 0 0,-1 0-1 0 0,0 1 0 0 0,1-1 0 0 0,-1 0 1 0 0,0 1-1 0 0,1-1 0 0 0,-1 1 1 0 0,0-1-1 0 0,0 0 0 0 0,1 1 0 0 0,-1-1 1 0 0,0 1-1 0 0,0-1 0 0 0,0 1 1 0 0,0-1-1 0 0,0 1 0 0 0,0-1 0 0 0,1 1 1 0 0,-1-1-1 0 0,0 1 0 0 0,0-1 1 0 0,-1 1-1 0 0,1-1 0 0 0,0 1 0 0 0,0-1 1 0 0,0 1-1 0 0,0-1 0 0 0,-1 1 1 0 0,-3 21-15 0 0,4-22 14 0 0,-9 31-37 0 0,-2-1 1 0 0,-1 0-1 0 0,-20 34 1 0 0,-56 85 81 0 0,37-67 17 0 0,-164 298 472 0 0,-154 244 817 0 0,336-576-1213 0 0,1 1 1 0 0,3 1-1 0 0,3 2 1 0 0,-23 58 0 0 0,45-87-449 0 0,7-19 42 0 0,5-12 31 0 0,13-24-617 0 0,-1-1 0 0 0,15-37 0 0 0,9-15 761 0 0,84-123 334 0 0,-10 17 482 0 0,141-223 1244 0 0,-184 309-1167 0 0,155-168-1 0 0,-227 271-780 0 0,23-23 138 0 0,-25 24-122 0 0,0 0-1 0 0,1 0 1 0 0,-1 0 0 0 0,0 0 0 0 0,1 0 0 0 0,-1 0-1 0 0,1 0 1 0 0,-1 1 0 0 0,1-1 0 0 0,-1 1-1 0 0,1-1 1 0 0,-1 1 0 0 0,1-1 0 0 0,0 1 0 0 0,-1 0-1 0 0,4 0 1 0 0,-4 0-23 0 0,-1 1 0 0 0,1-1 1 0 0,-1 1-1 0 0,1-1 0 0 0,-1 1 0 0 0,1-1 0 0 0,-1 1 0 0 0,1-1 1 0 0,-1 1-1 0 0,1 0 0 0 0,-1-1 0 0 0,0 1 0 0 0,0 0 0 0 0,1-1 1 0 0,-1 1-1 0 0,0 0 0 0 0,0 0 0 0 0,0-1 0 0 0,1 1 0 0 0,-1 0 1 0 0,0-1-1 0 0,0 1 0 0 0,0 0 0 0 0,-1 0 0 0 0,1-1 0 0 0,0 1 1 0 0,0 0-1 0 0,0 0 0 0 0,0-1 0 0 0,-1 2 0 0 0,-6 27-99 0 0,5-25 90 0 0,-27 86-493 0 0,-74 150-1 0 0,-66 78 620 0 0,19-39 247 0 0,34-55 61 0 0,-51 106 754 0 0,142-283-885 0 0,17-32-195 0 0,0-1 1 0 0,1 1-1 0 0,0 0 1 0 0,1 1-1 0 0,1 0 1 0 0,-4 19 0 0 0,9-35-107 0 0,0 1 0 0 0,-1-1 0 0 0,1 0 0 0 0,0 1 0 0 0,0-1 0 0 0,0 1 0 0 0,0-1 1 0 0,0 0-1 0 0,0 1 0 0 0,0-1 0 0 0,0 1 0 0 0,0-1 0 0 0,0 0 0 0 0,0 1 0 0 0,0-1 1 0 0,0 1-1 0 0,1-1 0 0 0,-1 0 0 0 0,0 1 0 0 0,0-1 0 0 0,0 0 0 0 0,0 1 0 0 0,1-1 0 0 0,-1 0 1 0 0,0 1-1 0 0,0-1 0 0 0,1 0 0 0 0,-1 1 0 0 0,0-1 0 0 0,1 0 0 0 0,-1 0 0 0 0,0 1 1 0 0,1-1-1 0 0,-1 0 0 0 0,1 0 0 0 0,14-5-96 0 0,15-19-156 0 0,-3-3-266 0 0,-2-2 0 0 0,-1-1 0 0 0,26-42 0 0 0,53-107-543 0 0,-48 78 577 0 0,106-176 78 0 0,169-303 3638 0 0,-319 558-3095 0 0,-4 8 18 0 0,0 0-1 0 0,1 1 1 0 0,0 0-1 0 0,17-19 0 0 0,-36 65 10 0 0,-164 290-471 0 0,-28 56-37 0 0,178-326 357 0 0,-62 139 149 0 0,76-163-135 0 0,1 1 0 0 0,2 0 0 0 0,1 1 0 0 0,-6 49 0 0 0,13-75-15 0 0,0-1-1 0 0,0 1 1 0 0,0 0 0 0 0,0-1-1 0 0,1 1 1 0 0,-1-1 0 0 0,1 0-1 0 0,0 1 1 0 0,3 6 0 0 0,-3-10-12 0 0,-1 0 0 0 0,0-1 1 0 0,1 1-1 0 0,-1 0 0 0 0,1-1 1 0 0,-1 1-1 0 0,1 0 0 0 0,0-1 0 0 0,-1 1 1 0 0,1-1-1 0 0,-1 1 0 0 0,1-1 1 0 0,0 1-1 0 0,0-1 0 0 0,-1 1 0 0 0,1-1 1 0 0,0 0-1 0 0,0 1 0 0 0,0-1 1 0 0,-1 0-1 0 0,2 0 0 0 0,0 0-9 0 0,0 0-1 0 0,0 0 0 0 0,-1 0 1 0 0,1-1-1 0 0,0 1 1 0 0,0-1-1 0 0,-1 1 1 0 0,1-1-1 0 0,-1 0 1 0 0,1 0-1 0 0,0 0 1 0 0,-1 0-1 0 0,1 0 0 0 0,1-1 1 0 0,14-14-147 0 0,0-1 1 0 0,-1 0-1 0 0,0-1 1 0 0,21-34-1 0 0,-9 13 223 0 0,77-100 434 0 0,95-172 0 0 0,-152 222-489 0 0,-20 34-176 0 0,3 1 0 0 0,1 1 0 0 0,71-85-1 0 0,-101 136 146 0 0,33-32-343 0 0,-33 32 292 0 0,0 0 1 0 0,1 0 0 0 0,-1 0 0 0 0,1 1 0 0 0,-1-1 0 0 0,1 1 0 0 0,0-1 0 0 0,0 1 0 0 0,-1 0-1 0 0,1 0 1 0 0,0 0 0 0 0,6 0 0 0 0,-9 1 38 0 0,1 0-1 0 0,0 0 0 0 0,-1 0 1 0 0,1 1-1 0 0,-1-1 0 0 0,1 0 1 0 0,-1 0-1 0 0,1 0 1 0 0,-1 1-1 0 0,1-1 0 0 0,-1 0 1 0 0,1 1-1 0 0,-1-1 1 0 0,1 0-1 0 0,-1 1 0 0 0,1-1 1 0 0,-1 1-1 0 0,0-1 1 0 0,1 1-1 0 0,-1-1 0 0 0,0 1 1 0 0,1-1-1 0 0,-1 1 1 0 0,0-1-1 0 0,0 1 0 0 0,0-1 1 0 0,1 1-1 0 0,-1-1 0 0 0,0 1 1 0 0,0 0-1 0 0,0-1 1 0 0,0 1-1 0 0,0-1 0 0 0,0 1 1 0 0,0 0-1 0 0,0-1 1 0 0,0 1-1 0 0,0-1 0 0 0,0 1 1 0 0,-1 0-1 0 0,-5 28-725 0 0,5-26 656 0 0,-20 56-631 0 0,-53 104-1 0 0,29-71 837 0 0,-156 276 1500 0 0,-31-18 1486 0 0,168-255-1810 0 0,40-61-800 0 0,0 2-1 0 0,3 1 0 0 0,1 0 1 0 0,-22 58-1 0 0,42-94-479 0 0,-1 1 0 0 0,0 0 1 0 0,1 0-1 0 0,-1 0 0 0 0,1 0 0 0 0,0 0 0 0 0,0 0 1 0 0,-1-1-1 0 0,1 1 0 0 0,1 0 0 0 0,-1 0 0 0 0,0 0 1 0 0,0 0-1 0 0,1 0 0 0 0,-1 0 0 0 0,1 0 0 0 0,0 2 1 0 0,-1-4-10 0 0,1 0-1 0 0,-1 1 1 0 0,0-1 0 0 0,1 0 0 0 0,-1 1 0 0 0,1-1 0 0 0,-1 0 0 0 0,0 1 0 0 0,1-1 0 0 0,-1 0 0 0 0,1 0 0 0 0,-1 0-1 0 0,1 1 1 0 0,-1-1 0 0 0,0 0 0 0 0,1 0 0 0 0,-1 0 0 0 0,1 0 0 0 0,-1 0 0 0 0,1 0 0 0 0,-1 0 0 0 0,1 0-1 0 0,-1 0 1 0 0,1 0 0 0 0,0 0 0 0 0,18-11-122 0 0,18-23 61 0 0,-1-2 0 0 0,44-58-1 0 0,-43 48 27 0 0,28-38 38 0 0,92-162 1 0 0,-44 62 160 0 0,-109 178-140 0 0,22-31 28 0 0,-25 36-44 0 0,0 0 1 0 0,0-1-1 0 0,1 1 1 0 0,-1 0-1 0 0,0-1 1 0 0,1 1-1 0 0,-1 0 1 0 0,0 0 0 0 0,1 0-1 0 0,-1 0 1 0 0,1 0-1 0 0,0 1 1 0 0,-1-1-1 0 0,1 0 1 0 0,0 1-1 0 0,-1-1 1 0 0,1 1-1 0 0,0 0 1 0 0,2-1-1 0 0,-3 1-30 0 0,0 1 0 0 0,-1-1 0 0 0,1 0 0 0 0,0 1 0 0 0,0-1 0 0 0,-1 1 0 0 0,1-1 0 0 0,0 1 0 0 0,-1-1 0 0 0,1 1 1 0 0,-1-1-1 0 0,1 1 0 0 0,-1 0 0 0 0,1-1 0 0 0,-1 1 0 0 0,1 0 0 0 0,-1 0 0 0 0,1-1 0 0 0,-1 1 0 0 0,0 0 0 0 0,1 0 0 0 0,-1-1 0 0 0,0 1 0 0 0,0 0 0 0 0,0 1 0 0 0,3 26-538 0 0,-3-26 505 0 0,-2 59-1898 0 0,-19 115 0 0 0,9-99 972 0 0,2 4 233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29:58.38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1420 67 10594 0 0,'-7'-19'832'0'0,"6"15"-820"0"0,-1-1 0 0 0,1 1 0 0 0,-1 0 0 0 0,0-1 0 0 0,-1 1 0 0 0,1 0 0 0 0,-1 0 0 0 0,-3-4-1 0 0,5 7-33 0 0,1 1-1 0 0,-1-1 0 0 0,0 1 0 0 0,0-1 1 0 0,1 1-1 0 0,-1-1 0 0 0,0 1 0 0 0,0 0 0 0 0,0-1 1 0 0,0 1-1 0 0,1 0 0 0 0,-1 0 0 0 0,0-1 0 0 0,0 1 1 0 0,0 0-1 0 0,0 0 0 0 0,0 0 0 0 0,0 0 1 0 0,-1 1-1 0 0,0-1-10 0 0,0 1 0 0 0,-1 0 0 0 0,1 0 0 0 0,0 0 0 0 0,0 0 0 0 0,0 0 0 0 0,0 0 0 0 0,0 1 0 0 0,0-1 1 0 0,-3 3-1 0 0,-20 22-712 0 0,1 1 1 0 0,0 1 0 0 0,-34 56 0 0 0,14-20 79 0 0,-124 173-1300 0 0,-365 474-695 0 0,396-538 3699 0 0,-152 253 1 0 0,280-412-761 0 0,4-9-80 0 0,1 1-1 0 0,0-1 1 0 0,1 1-1 0 0,0 0 0 0 0,0 1 1 0 0,0-1-1 0 0,0 1 1 0 0,1-1-1 0 0,0 1 0 0 0,1 0 1 0 0,-2 9-1 0 0,3-16-178 0 0,0 1-1 0 0,0-1 1 0 0,0 0-1 0 0,0 1 1 0 0,0-1-1 0 0,0 1 1 0 0,0-1-1 0 0,1 1 1 0 0,-1-1-1 0 0,0 0 0 0 0,0 1 1 0 0,0-1-1 0 0,0 1 1 0 0,1-1-1 0 0,-1 0 1 0 0,0 1-1 0 0,1-1 1 0 0,-1 0-1 0 0,0 1 1 0 0,0-1-1 0 0,1 0 1 0 0,-1 1-1 0 0,0-1 1 0 0,1 0-1 0 0,-1 0 1 0 0,1 1-1 0 0,-1-1 1 0 0,0 0-1 0 0,1 0 1 0 0,-1 0-1 0 0,1 0 1 0 0,-1 0-1 0 0,1 1 1 0 0,-1-1-1 0 0,1 0 0 0 0,21-6 321 0 0,18-18 74 0 0,-1-7-23 0 0,-2-2-1 0 0,49-52 0 0 0,60-87 106 0 0,-75 86-304 0 0,10-10-159 0 0,325-410 381 0 0,-168 201 414 0 0,-16 20-186 0 0,-85 96-620 0 0,-220 291 965 0 0,-22 44-478 0 0,-54 73-235 0 0,-122 178-114 0 0,199-265-96 0 0,-5 5 216 0 0,-92 199 0 0 0,173-324-209 0 0,-12 33 176 0 0,17-42-208 0 0,0 0-1 0 0,0 0 1 0 0,0 0 0 0 0,1 1 0 0 0,-1-1 0 0 0,1 0 0 0 0,0 0 0 0 0,0 0 0 0 0,0 0 0 0 0,0 0-1 0 0,2 5 1 0 0,-2-7-35 0 0,1 0 0 0 0,-1-1-1 0 0,0 1 1 0 0,1 0 0 0 0,-1-1 0 0 0,1 1-1 0 0,-1-1 1 0 0,1 1 0 0 0,-1-1-1 0 0,1 1 1 0 0,0-1 0 0 0,-1 1 0 0 0,1-1-1 0 0,0 0 1 0 0,-1 1 0 0 0,1-1-1 0 0,0 0 1 0 0,0 1 0 0 0,-1-1 0 0 0,1 0-1 0 0,0 0 1 0 0,-1 0 0 0 0,1 0-1 0 0,0 0 1 0 0,0 0 0 0 0,0 0-1 0 0,-1 0 1 0 0,1 0 0 0 0,0 0 0 0 0,0 0-1 0 0,-1 0 1 0 0,1-1 0 0 0,0 1-1 0 0,-1 0 1 0 0,1 0 0 0 0,1-1 0 0 0,27-13-197 0 0,-28 14 194 0 0,15-10-149 0 0,1-1 0 0 0,-2-1 1 0 0,0 0-1 0 0,0-2 1 0 0,16-18-1 0 0,61-82-577 0 0,-55 65 621 0 0,188-221-156 0 0,60-80 193 0 0,-255 308 18 0 0,-10 13-117 0 0,1 1-1 0 0,1 0 1 0 0,2 2-1 0 0,29-26 0 0 0,-53 51 153 0 0,0 1 0 0 0,1 0-1 0 0,-1-1 1 0 0,0 1-1 0 0,0 0 1 0 0,0 0-1 0 0,0-1 1 0 0,1 1 0 0 0,-1 0-1 0 0,0 0 1 0 0,0 0-1 0 0,1-1 1 0 0,-1 1-1 0 0,0 0 1 0 0,0 0 0 0 0,1 0-1 0 0,-1 0 1 0 0,0 0-1 0 0,0 0 1 0 0,1-1-1 0 0,-1 1 1 0 0,0 0 0 0 0,1 0-1 0 0,-1 0 1 0 0,0 0-1 0 0,1 0 1 0 0,-1 0-1 0 0,0 0 1 0 0,0 0 0 0 0,1 0-1 0 0,-1 0 1 0 0,0 0-1 0 0,1 1 1 0 0,-1-1-1 0 0,0 0 1 0 0,1 0 0 0 0,-1 0-1 0 0,-2 13-348 0 0,-12 17 21 0 0,-438 633 955 0 0,174-260 109 0 0,102-142 246 0 0,163-243-880 0 0,7-11-54 0 0,0 1 1 0 0,0 1 0 0 0,1-1-1 0 0,0 1 1 0 0,0 0 0 0 0,1 0 0 0 0,0 0-1 0 0,-3 13 1 0 0,7-22-46 0 0,0 1-1 0 0,0-1 1 0 0,0 1 0 0 0,0-1-1 0 0,0 1 1 0 0,0-1 0 0 0,0 0-1 0 0,0 1 1 0 0,0-1 0 0 0,0 1-1 0 0,0-1 1 0 0,0 0 0 0 0,0 1-1 0 0,1-1 1 0 0,-1 1 0 0 0,0-1-1 0 0,0 0 1 0 0,0 1 0 0 0,1-1 0 0 0,-1 0-1 0 0,0 1 1 0 0,0-1 0 0 0,1 0-1 0 0,-1 1 1 0 0,0-1 0 0 0,1 0-1 0 0,-1 0 1 0 0,0 1 0 0 0,1-1-1 0 0,-1 0 1 0 0,1 0 0 0 0,-1 0-1 0 0,0 0 1 0 0,1 1 0 0 0,-1-1-1 0 0,1 0 1 0 0,-1 0 0 0 0,0 0-1 0 0,1 0 1 0 0,-1 0 0 0 0,1 0-1 0 0,-1 0 1 0 0,0 0 0 0 0,1 0-1 0 0,-1 0 1 0 0,1 0 0 0 0,-1 0-1 0 0,0-1 1 0 0,1 1 0 0 0,-1 0-1 0 0,1 0 1 0 0,-1 0 0 0 0,0 0-1 0 0,1-1 1 0 0,-1 1 0 0 0,0 0-1 0 0,1-1 1 0 0,25-13-1234 0 0,-9 1 545 0 0,0-1 1 0 0,0 0-1 0 0,-2-1 0 0 0,18-22 0 0 0,52-75-1696 0 0,-47 59 1547 0 0,-11 17 648 0 0,334-411 159 0 0,-250 329 647 0 0,207-203 3798 0 0,-305 308-4159 0 0,1 0-1 0 0,1 1 0 0 0,0 1 1 0 0,1 1-1 0 0,0 0 1 0 0,0 1-1 0 0,32-12 0 0 0,-47 20-236 0 0,1 0-1 0 0,-1 1 1 0 0,0-1-1 0 0,1 1 1 0 0,-1 0 0 0 0,1-1-1 0 0,-1 1 1 0 0,1 0-1 0 0,-1 0 1 0 0,1 0-1 0 0,-1 0 1 0 0,1 0-1 0 0,-1 0 1 0 0,1 0-1 0 0,-1 1 1 0 0,0-1 0 0 0,1 0-1 0 0,-1 1 1 0 0,1-1-1 0 0,-1 1 1 0 0,0 0-1 0 0,3 1 1 0 0,-3-1 7 0 0,0 0 0 0 0,-1 1 0 0 0,1-1 0 0 0,0 0 0 0 0,-1 1 0 0 0,1-1 0 0 0,-1 1 1 0 0,0-1-1 0 0,1 1 0 0 0,-1-1 0 0 0,0 0 0 0 0,0 1 0 0 0,0-1 0 0 0,0 1 0 0 0,0-1 0 0 0,0 1 0 0 0,0-1 1 0 0,-1 3-1 0 0,-3 9 110 0 0,0 0 0 0 0,0-1 0 0 0,-12 22 0 0 0,15-32-113 0 0,-49 90 248 0 0,-121 165 1 0 0,61-101-124 0 0,-192 265 185 0 0,266-380-299 0 0,-43 57 9 0 0,69-84-28 0 0,0 0-1 0 0,1 1 0 0 0,1 1 0 0 0,-12 29 0 0 0,20-44-5 0 0,0-1 0 0 0,-1 0 1 0 0,1 0-1 0 0,0 0 0 0 0,0 0 0 0 0,0 1 0 0 0,0-1 1 0 0,-1 0-1 0 0,1 0 0 0 0,0 0 0 0 0,0 1 0 0 0,0-1 1 0 0,0 0-1 0 0,0 0 0 0 0,0 1 0 0 0,0-1 0 0 0,0 0 1 0 0,0 0-1 0 0,0 0 0 0 0,0 1 0 0 0,0-1 0 0 0,0 0 0 0 0,0 0 1 0 0,0 1-1 0 0,0-1 0 0 0,0 0 0 0 0,0 0 0 0 0,0 1 1 0 0,0-1-1 0 0,0 0 0 0 0,0 0 0 0 0,0 0 0 0 0,0 1 1 0 0,0-1-1 0 0,1 0 0 0 0,-1 0 0 0 0,0 0 0 0 0,0 1 1 0 0,0-1-1 0 0,0 0 0 0 0,1 0 0 0 0,-1 0 0 0 0,0 0 1 0 0,0 1-1 0 0,0-1 0 0 0,0 0 0 0 0,1 0 0 0 0,-1 0 1 0 0,13-8-338 0 0,15-20-507 0 0,451-595-2758 0 0,-425 548 4057 0 0,4 3-1 0 0,2 2 1 0 0,4 3-1 0 0,76-61 1 0 0,-133 122-386 0 0,-4 2-39 0 0,1 1 0 0 0,0 0 0 0 0,0-1 0 0 0,0 2 0 0 0,0-1 0 0 0,0 0 0 0 0,1 1 0 0 0,-1 0 0 0 0,1 0 0 0 0,-1 0 0 0 0,7-1 1 0 0,-11 3-26 0 0,1 0 1 0 0,0 0-1 0 0,-1 0 1 0 0,1 1-1 0 0,0-1 1 0 0,-1 0 0 0 0,1 0-1 0 0,0 0 1 0 0,-1 1-1 0 0,1-1 1 0 0,-1 0-1 0 0,1 1 1 0 0,-1-1 0 0 0,1 1-1 0 0,-1-1 1 0 0,1 1-1 0 0,-1-1 1 0 0,1 0-1 0 0,-1 1 1 0 0,1 0 0 0 0,-1-1-1 0 0,0 1 1 0 0,1-1-1 0 0,-1 1 1 0 0,0-1-1 0 0,1 1 1 0 0,-1 0-1 0 0,0-1 1 0 0,0 1 0 0 0,0 0-1 0 0,0-1 1 0 0,1 1-1 0 0,-1 0 1 0 0,0-1-1 0 0,0 1 1 0 0,0 0 0 0 0,-1-1-1 0 0,1 1 1 0 0,0 0-1 0 0,0-1 1 0 0,0 1-1 0 0,-1 1 1 0 0,-7 33 22 0 0,7-32-11 0 0,-12 35 49 0 0,-1-1 0 0 0,-34 59 0 0 0,-51 69 199 0 0,35-62 10 0 0,-423 666 1080 0 0,595-940-3966 0 0,101-144 520 0 0,-179 276 2180 0 0,1 1 0 0 0,3 2 0 0 0,0 1 0 0 0,3 2-1 0 0,65-47 1 0 0,-95 76-18 0 0,-1 0 0 0 0,1 0-1 0 0,0 1 1 0 0,1 0 0 0 0,14-5-1 0 0,-21 8-48 0 0,0-1 0 0 0,1 1 0 0 0,-1 0 0 0 0,0-1 0 0 0,1 1 0 0 0,-1 0 0 0 0,0 0 0 0 0,1 0 0 0 0,-1 0 0 0 0,0 0 0 0 0,1 1 0 0 0,-1-1 0 0 0,0 0 0 0 0,1 0 0 0 0,-1 1 0 0 0,0-1 0 0 0,1 1 0 0 0,-1 0 0 0 0,0-1 0 0 0,0 1 0 0 0,0 0 0 0 0,0-1 0 0 0,1 1 0 0 0,-1 0 0 0 0,0 0 0 0 0,0 0 0 0 0,-1 0 0 0 0,1 0 0 0 0,0 0 0 0 0,0 0 0 0 0,0 1 0 0 0,-1-1 0 0 0,1 0 0 0 0,-1 0 0 0 0,1 1 0 0 0,-1-1 0 0 0,1 0 0 0 0,-1 0 0 0 0,0 1 0 0 0,1-1 0 0 0,-1 1 0 0 0,0 1 0 0 0,1 10 127 0 0,-1 0 0 0 0,0 0-1 0 0,-1-1 1 0 0,-1 1 0 0 0,0 0-1 0 0,0-1 1 0 0,-6 16 0 0 0,-34 85 500 0 0,40-109-626 0 0,-148 298 1032 0 0,19-44 226 0 0,127-249-1181 0 0,1-4-38 0 0,0 0 1 0 0,1 0 0 0 0,0 0-1 0 0,0 0 1 0 0,1 0-1 0 0,0 0 1 0 0,-1 1 0 0 0,2-1-1 0 0,-1 1 1 0 0,0 8-1 0 0,2-14-51 0 0,-1 1 0 0 0,0 0 0 0 0,0-1 0 0 0,0 1 0 0 0,0-1 0 0 0,1 1 0 0 0,-1 0 0 0 0,0-1 0 0 0,0 1 0 0 0,1-1 0 0 0,-1 1 0 0 0,1-1 0 0 0,-1 1 0 0 0,0-1 0 0 0,1 1-1 0 0,-1-1 1 0 0,1 0 0 0 0,-1 1 0 0 0,1-1 0 0 0,-1 1 0 0 0,1-1 0 0 0,-1 0 0 0 0,1 1 0 0 0,0-1 0 0 0,-1 0 0 0 0,1 0 0 0 0,-1 0 0 0 0,1 0 0 0 0,0 1 0 0 0,-1-1 0 0 0,1 0-1 0 0,0 0 1 0 0,-1 0 0 0 0,1 0 0 0 0,-1 0 0 0 0,1 0 0 0 0,0 0 0 0 0,-1-1 0 0 0,1 1 0 0 0,0 0 0 0 0,-1 0 0 0 0,1 0 0 0 0,-1-1 0 0 0,1 1 0 0 0,-1 0 0 0 0,2-1 0 0 0,31-16-146 0 0,-32 16 131 0 0,38-26-427 0 0,-1-1 0 0 0,56-55 1 0 0,58-77-1286 0 0,-93 94 724 0 0,3 3 0 0 0,73-58-1 0 0,-129 116 960 0 0,33-23-190 0 0,-37 27 215 0 0,0 0 0 0 0,-1 0 0 0 0,1 0 0 0 0,0 0 0 0 0,0 1 0 0 0,0-1 0 0 0,0 0 0 0 0,0 1 0 0 0,0 0-1 0 0,0-1 1 0 0,0 1 0 0 0,0 0 0 0 0,0 0 0 0 0,0 0 0 0 0,0 0 0 0 0,0 0 0 0 0,0 1 0 0 0,3 0 0 0 0,-4-1 12 0 0,0 1 0 0 0,-1 0 0 0 0,1-1-1 0 0,-1 1 1 0 0,1 0 0 0 0,-1 0 0 0 0,1 0 0 0 0,-1-1-1 0 0,0 1 1 0 0,1 0 0 0 0,-1 0 0 0 0,0 0 0 0 0,0 0-1 0 0,1 0 1 0 0,-1-1 0 0 0,0 1 0 0 0,0 0 0 0 0,0 0 0 0 0,0 0-1 0 0,0 0 1 0 0,0 0 0 0 0,-1 0 0 0 0,1 0 0 0 0,0 0-1 0 0,0-1 1 0 0,-1 1 0 0 0,1 0 0 0 0,0 0 0 0 0,-1 0-1 0 0,0 1 1 0 0,-13 28 248 0 0,13-29-235 0 0,-129 194 1855 0 0,61-96-800 0 0,-32 52-42 0 0,53-75-767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2 227 5065 0 0,'-1'4'543'0'0,"1"-3"-382"0"0,0 0 1 0 0,0 0 0 0 0,-1 1 0 0 0,1-1-1 0 0,0 0 1 0 0,0 0 0 0 0,0 0 0 0 0,0 1-1 0 0,0-1 1 0 0,0 0 0 0 0,1 0 0 0 0,-1 1-1 0 0,0-1 1 0 0,1 0 0 0 0,-1 0 0 0 0,1 0-1 0 0,-1 0 1 0 0,1 0 0 0 0,-1 1 0 0 0,1-1-1 0 0,0 0 1 0 0,-1 0 0 0 0,1-1 0 0 0,0 1-1 0 0,0 0 1 0 0,0 0 0 0 0,0 0 0 0 0,0 0-1 0 0,0-1 1 0 0,0 1 0 0 0,0 0 0 0 0,0-1-1 0 0,0 1 1 0 0,0-1 0 0 0,0 1-1 0 0,1-1 1 0 0,-1 0 0 0 0,0 0 0 0 0,0 1-1 0 0,1-1 1 0 0,-1 0 0 0 0,1 0 0 0 0,14 1 471 0 0,0-1 0 0 0,-1 0 0 0 0,1-1 0 0 0,26-6 0 0 0,27-1 201 0 0,28 1 92 0 0,0-5 0 0 0,156-39 0 0 0,136-13 728 0 0,-227 41-995 0 0,241-21-44 0 0,-65 9-246 0 0,-235 25-355 0 0,171 4 0 0 0,105 29 26 0 0,-248-13-36 0 0,412 15 60 0 0,-135 9-222 0 0,-137-5 10 0 0,-134-18-499 0 0,297 8 204 0 0,-307-13-860 0 0,-17 0-1890 0 0,-85-6 1723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16 6913 0 0,'-2'-2'566'0'0,"0"0"0"0"0,-1 1 0 0 0,1-1 0 0 0,0 1-1 0 0,-1-1 1 0 0,1 1 0 0 0,-1 0 0 0 0,1 0 0 0 0,-1 1-1 0 0,0-1 1 0 0,1 0 0 0 0,-1 1 0 0 0,0-1 0 0 0,1 1-1 0 0,-6 0 1 0 0,7 3-254 0 0,0 0 0 0 0,1 0 0 0 0,-1 1 0 0 0,1-1 0 0 0,0 0 0 0 0,0 0 0 0 0,0 0 1 0 0,0 0-1 0 0,0 0 0 0 0,2 4 0 0 0,-2-1-27 0 0,7 254 1782 0 0,-7-129-1804 0 0,34 243 0 0 0,22-92 154 0 0,24 147-184 0 0,-66-327-229 0 0,-5 0 1 0 0,-4 128 0 0 0,-12-94-35 0 0,3 315-1047 0 0,6-417-727 0 0,2-3-5439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72 2304 0 0,'1'-14'122'0'0,"-1"9"125"0"0,1 0 0 0 0,-1 0 0 0 0,0 0 0 0 0,0 0 1 0 0,-1 0-1 0 0,-1-7 0 0 0,2 11-173 0 0,-1 0 1 0 0,1 0 0 0 0,-1 0-1 0 0,1 0 1 0 0,-1 1 0 0 0,1-1-1 0 0,-1 0 1 0 0,0 0 0 0 0,1 1-1 0 0,-1-1 1 0 0,0 0 0 0 0,1 1-1 0 0,-1-1 1 0 0,0 0 0 0 0,0 1 0 0 0,0-1-1 0 0,0 1 1 0 0,1 0 0 0 0,-1-1-1 0 0,0 1 1 0 0,0 0 0 0 0,0-1-1 0 0,0 1 1 0 0,0 0 0 0 0,0 0-1 0 0,0 0 1 0 0,0 0 0 0 0,0 0-1 0 0,0 0 1 0 0,0 0 0 0 0,0 0-1 0 0,0 0 1 0 0,0 0 0 0 0,0 1-1 0 0,0-1 1 0 0,0 0 0 0 0,0 1 0 0 0,0-1-1 0 0,1 1 1 0 0,-3 0 0 0 0,-6 3 491 0 0,0 1 0 0 0,0-1 0 0 0,0 2 0 0 0,1-1 1 0 0,-16 14-1 0 0,-39 41 2141 0 0,47-43-1890 0 0,-1-1 25 0 0,-34 37 1162 0 0,48-49-1814 0 0,-1 0 0 0 0,1 1 0 0 0,0-1 0 0 0,0 1 0 0 0,1 0 0 0 0,-1-1 0 0 0,1 1 0 0 0,0 0 0 0 0,0 0 0 0 0,-1 9 0 0 0,3-13-148 0 0,0 0 1 0 0,0 0 0 0 0,1 1 0 0 0,-1-1-1 0 0,0 0 1 0 0,1 0 0 0 0,-1 1-1 0 0,1-1 1 0 0,-1 0 0 0 0,1 0-1 0 0,0 0 1 0 0,-1 0 0 0 0,1 0-1 0 0,0 0 1 0 0,0 0 0 0 0,0 0 0 0 0,0 0-1 0 0,0 0 1 0 0,0 0 0 0 0,0 0-1 0 0,0-1 1 0 0,0 1 0 0 0,0 0-1 0 0,0-1 1 0 0,2 1 0 0 0,37 15 519 0 0,-28-12-617 0 0,18 7 7 0 0,1-1-225 0 0,38 20-1 0 0,-61-26 232 0 0,-1 0-1 0 0,1 0 0 0 0,-1 1 0 0 0,0 0 0 0 0,-1 0 0 0 0,0 1 0 0 0,1 0 0 0 0,-2 0 0 0 0,1 1 0 0 0,5 8 1 0 0,-9-12 42 0 0,0 1 1 0 0,-1-1 0 0 0,0 1-1 0 0,1 0 1 0 0,-1-1 0 0 0,-1 1-1 0 0,1 0 1 0 0,0 0 0 0 0,-1-1-1 0 0,0 1 1 0 0,0 0 0 0 0,0 0-1 0 0,-1 0 1 0 0,1 0 0 0 0,-1-1-1 0 0,0 1 1 0 0,-1 4 0 0 0,-4 9 6 0 0,0-1 1 0 0,-14 25-1 0 0,6-13 157 0 0,-9 19-498 0 0,-21 50-634 0 0,41-88 812 0 0,0 1 1 0 0,0-1-1 0 0,1 1 1 0 0,0-1-1 0 0,1 1 1 0 0,0 0-1 0 0,0 0 1 0 0,2 11-1 0 0,-1-19 145 0 0,0 1-1 0 0,1-1 0 0 0,-1 0 0 0 0,1 1 0 0 0,0-1 1 0 0,0 0-1 0 0,0 1 0 0 0,0-1 0 0 0,0 0 0 0 0,0 0 1 0 0,1 0-1 0 0,-1 0 0 0 0,1 0 0 0 0,-1-1 0 0 0,1 1 0 0 0,0 0 1 0 0,0-1-1 0 0,-1 1 0 0 0,1-1 0 0 0,0 1 0 0 0,1-1 1 0 0,-1 0-1 0 0,0 0 0 0 0,0 0 0 0 0,0 0 0 0 0,1 0 1 0 0,-1-1-1 0 0,0 1 0 0 0,1-1 0 0 0,-1 1 0 0 0,1-1 1 0 0,-1 0-1 0 0,0 0 0 0 0,5 0 0 0 0,9-1 97 0 0,1-1 0 0 0,-1 0 0 0 0,0 0 0 0 0,16-7 0 0 0,-16 6 67 0 0,-13 2-124 0 0,13-3 185 0 0,0 0-1 0 0,0 2 1 0 0,0 0-1 0 0,0 0 0 0 0,20 2 1 0 0,-33 0-159 0 0,0 0 1 0 0,-1 1-1 0 0,1-1 1 0 0,0 1-1 0 0,0-1 1 0 0,0 1-1 0 0,0 0 1 0 0,-1 0-1 0 0,1 0 1 0 0,0 1-1 0 0,-1-1 1 0 0,1 1-1 0 0,-1-1 1 0 0,0 1-1 0 0,1 0 0 0 0,-1 0 1 0 0,0 0-1 0 0,0 0 1 0 0,0 0-1 0 0,0 0 1 0 0,-1 1-1 0 0,1-1 1 0 0,0 1-1 0 0,-1-1 1 0 0,0 1-1 0 0,0-1 1 0 0,0 1-1 0 0,0 0 1 0 0,0 0-1 0 0,0 0 1 0 0,-1-1-1 0 0,1 1 1 0 0,-1 0-1 0 0,0 0 0 0 0,0 0 1 0 0,0 4-1 0 0,-1 8 44 0 0,0-1 0 0 0,-1 0-1 0 0,-1-1 1 0 0,0 1-1 0 0,-1 0 1 0 0,0-1 0 0 0,-8 15-1 0 0,-48 87-14 0 0,58-111-82 0 0,-37 57-2 0 0,28-46-140 0 0,0 0 0 0 0,1 1 0 0 0,1 0 0 0 0,1 1-1 0 0,0 0 1 0 0,1 0 0 0 0,-5 21 0 0 0,11-35 7 0 0,1-1-1 0 0,0 1 1 0 0,0 0-1 0 0,0 0 1 0 0,0 0-1 0 0,0-1 1 0 0,1 1-1 0 0,-1 0 1 0 0,1 0-1 0 0,-1-1 1 0 0,1 1-1 0 0,0 0 1 0 0,0-1-1 0 0,0 1 1 0 0,3 4-1 0 0,-2-5-558 0 0,0 0 0 0 0,0 0 0 0 0,0 0-1 0 0,0 0 1 0 0,0 0 0 0 0,0 0-1 0 0,0 0 1 0 0,0 0 0 0 0,6 2-1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5065 0 0,'-4'14'1990'0'0,"-1"0"-1"0"0,2 0 1 0 0,0 1 0 0 0,0-1 0 0 0,1 20-1 0 0,2 79 3960 0 0,1-51-6233 0 0,3 241 536 0 0,-13 396 457 0 0,-13 379-629 0 0,11-829 217 0 0,1-100-726 0 0,8-131 79 0 0,1-9-284 0 0,1 1 1 0 0,0-1-1 0 0,0 1 1 0 0,0-1-1 0 0,3 13 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5529 0 0,'19'-5'2567'0'0,"96"-22"4498"0"0,-71 15-6280 0 0,-1 1-1 0 0,2 3 1 0 0,59-3 0 0 0,-52 9-637 0 0,80 0 786 0 0,255-37 0 0 0,32-14 375 0 0,4 35-521 0 0,-36 17-579 0 0,-194 2-82 0 0,358 37 98 0 0,-405-24-167 0 0,241 44 28 0 0,-158-20-55 0 0,-205-33-639 0 0,-1 1 1 0 0,0 1-1 0 0,0 1 1 0 0,-1 1-1 0 0,0 1 1 0 0,25 15-1 0 0,-31-18-4174 0 0,-1 0-1314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6449 0 0,'-10'0'1011'0'0,"8"0"-339"0"0,-1-1 0 0 0,1 1-1 0 0,0 0 1 0 0,0 0 0 0 0,0 0 0 0 0,0 1 0 0 0,0-1-1 0 0,0 0 1 0 0,0 1 0 0 0,-1 0 0 0 0,1-1-1 0 0,-2 2 1 0 0,3 0-431 0 0,0-1 0 0 0,0 0 0 0 0,1 1 0 0 0,-1-1 0 0 0,1 1 0 0 0,-1-1 0 0 0,1 1 0 0 0,0-1 0 0 0,-1 1-1 0 0,1-1 1 0 0,0 1 0 0 0,0-1 0 0 0,0 1 0 0 0,0-1 0 0 0,0 1 0 0 0,0-1 0 0 0,1 1 0 0 0,-1-1 0 0 0,0 1 0 0 0,2 2 0 0 0,34 315 1402 0 0,-31-208-1624 0 0,25 338 55 0 0,-22-376-72 0 0,39 399 66 0 0,-32 3 3 0 0,-20-167 48 0 0,-4 121 53 0 0,9-258-2304 0 0,0-143-5514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873 10 5985 0 0,'-13'-3'894'0'0,"-1"0"0"0"0,0 1 0 0 0,0 1 0 0 0,0 0 0 0 0,-1 1 0 0 0,1 1 0 0 0,0 0-1 0 0,0 1 1 0 0,-26 6 0 0 0,21-2-302 0 0,0 1 0 0 0,0 1-1 0 0,1 0 1 0 0,0 2 0 0 0,0 0 0 0 0,-19 15-1 0 0,-1 6-160 0 0,2 1 0 0 0,1 1 0 0 0,2 3 1 0 0,2 0-1 0 0,-28 42 0 0 0,14-11-377 0 0,3 1 0 0 0,3 2 0 0 0,3 1 1 0 0,3 3-1 0 0,4 0 0 0 0,3 2 0 0 0,3 1 0 0 0,-22 133 1 0 0,40-165-87 0 0,2 1 1 0 0,2 0-1 0 0,2 0 1 0 0,2 0-1 0 0,2 0 1 0 0,2-1-1 0 0,2 0 1 0 0,2 0-1 0 0,2-1 1 0 0,2 0 0 0 0,1-2-1 0 0,3 0 1 0 0,1 0-1 0 0,31 45 1 0 0,-31-59-41 0 0,1 0 0 0 0,1-1 0 0 0,1-2 0 0 0,1 0 0 0 0,2-1 0 0 0,0-2 0 0 0,52 33 0 0 0,-45-34-7 0 0,2-2 0 0 0,0-1 0 0 0,1-2 0 0 0,1-1 0 0 0,0-2 0 0 0,61 12 0 0 0,-74-21 123 0 0,1 0 0 0 0,-1-2 0 0 0,0-1 0 0 0,1-1 0 0 0,-1-1-1 0 0,0-2 1 0 0,0 0 0 0 0,0-1 0 0 0,40-13 0 0 0,-35 7 95 0 0,1-2-1 0 0,-2-1 1 0 0,0-2 0 0 0,-1 0 0 0 0,0-2 0 0 0,47-39 0 0 0,-39 24 9 0 0,0-2 1 0 0,-3-2 0 0 0,-1-1-1 0 0,-1-1 1 0 0,-2-2-1 0 0,-2 0 1 0 0,-2-2 0 0 0,-2-1-1 0 0,32-84 1 0 0,-43 94-70 0 0,-1-1 0 0 0,-2-1 0 0 0,-1 1 0 0 0,-2-1 1 0 0,-1 0-1 0 0,-2-1 0 0 0,-2-39 0 0 0,-3 44-65 0 0,0 1 0 0 0,-3 0 0 0 0,0 0 1 0 0,-2 0-1 0 0,-1 1 0 0 0,-2 0 0 0 0,0 1 0 0 0,-24-42 0 0 0,14 36-8 0 0,0 2 0 0 0,-2 0 0 0 0,-1 2 0 0 0,-2 1 0 0 0,-1 0 0 0 0,-1 2 0 0 0,-1 2 0 0 0,-1 0 0 0 0,-1 2 0 0 0,-2 1 0 0 0,-36-18 0 0 0,54 32-10 0 0,-166-81-384 0 0,160 80 311 0 0,0 1 1 0 0,-1 2-1 0 0,0 0 1 0 0,0 1-1 0 0,0 1 1 0 0,-40-2-1 0 0,55 6-206 0 0,0 0 0 0 0,1 1 0 0 0,-1 0 0 0 0,0 0 0 0 0,1 0 0 0 0,-1 1 0 0 0,-6 2 0 0 0,-9 7-7335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70 2761 0 0,'-33'-69'16253'0'0,"49"99"-14568"0"0,-4 29-1263 0 0,-2 1 0 0 0,5 119 0 0 0,0 9 42 0 0,-3-123-447 0 0,-6-39-51 0 0,-2 0-1 0 0,2 39 0 0 0,-6-65-19 0 0,0 0-55 0 0,0 1 0 0 0,0-1 0 0 0,0 0 0 0 0,0 1 1 0 0,1-1-1 0 0,-2 1 0 0 0,1-1 0 0 0,0 0 0 0 0,0 1 0 0 0,0-1 1 0 0,0 1-1 0 0,0-1 0 0 0,0 0 0 0 0,0 1 0 0 0,0-1 1 0 0,0 1-1 0 0,-1-1 0 0 0,1 0 0 0 0,0 1 0 0 0,0-1 0 0 0,-1 0 1 0 0,1 1-1 0 0,0-1 0 0 0,0 0 0 0 0,-1 0 0 0 0,0 1 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415 166 3209 0 0,'3'-16'117'0'0,"0"0"1"0"0,0-29 0 0 0,-3 38 46 0 0,-1 1 0 0 0,1-1 0 0 0,-1 1 0 0 0,0-1 0 0 0,-1 1 0 0 0,1 0-1 0 0,-1-1 1 0 0,0 1 0 0 0,-6-10 0 0 0,8 15-31 0 0,-1 0 1 0 0,0 0-1 0 0,0 0 1 0 0,1 0-1 0 0,-1 0 0 0 0,0 0 1 0 0,0 0-1 0 0,0 1 1 0 0,0-1-1 0 0,0 0 0 0 0,0 0 1 0 0,0 1-1 0 0,0-1 0 0 0,0 1 1 0 0,-1-1-1 0 0,1 1 1 0 0,0-1-1 0 0,0 1 0 0 0,0 0 1 0 0,-1 0-1 0 0,1 0 0 0 0,0-1 1 0 0,0 1-1 0 0,-1 0 1 0 0,1 0-1 0 0,0 1 0 0 0,0-1 1 0 0,-1 0-1 0 0,1 0 1 0 0,0 1-1 0 0,0-1 0 0 0,0 0 1 0 0,-1 1-1 0 0,1-1 0 0 0,0 1 1 0 0,0 0-1 0 0,-2 1 1 0 0,-5 3 459 0 0,0 0 0 0 0,0 1 1 0 0,-12 13-1 0 0,13-13-229 0 0,-68 66 820 0 0,3 2-1 0 0,-64 87 1 0 0,133-157-1124 0 0,0 0 0 0 0,0 0 0 0 0,0 0 0 0 0,0 0 0 0 0,1 1 0 0 0,-1 0 0 0 0,1-1 0 0 0,0 1 0 0 0,1 0 0 0 0,-3 8 0 0 0,4-12-66 0 0,0-1 0 0 0,1 1 0 0 0,-1-1 0 0 0,0 0-1 0 0,0 1 1 0 0,0-1 0 0 0,1 0 0 0 0,-1 1 0 0 0,0-1 0 0 0,1 0-1 0 0,-1 1 1 0 0,0-1 0 0 0,1 0 0 0 0,-1 0 0 0 0,0 1 0 0 0,1-1-1 0 0,-1 0 1 0 0,1 0 0 0 0,-1 0 0 0 0,0 0 0 0 0,1 0-1 0 0,-1 1 1 0 0,1-1 0 0 0,-1 0 0 0 0,0 0 0 0 0,1 0 0 0 0,-1 0-1 0 0,1 0 1 0 0,-1 0 0 0 0,1 0 0 0 0,-1 0 0 0 0,0 0 0 0 0,1-1-1 0 0,-1 1 1 0 0,1 0 0 0 0,-1 0 0 0 0,0 0 0 0 0,1 0 0 0 0,-1 0-1 0 0,0-1 1 0 0,1 1 0 0 0,-1 0 0 0 0,1 0 0 0 0,-1-1-1 0 0,1 1 1 0 0,18-11-356 0 0,15-17 711 0 0,-2-3 1 0 0,-1 0 0 0 0,53-71 0 0 0,30-31 2499 0 0,-112 131-2784 0 0,1 0-1 0 0,-1 0 0 0 0,1 0 0 0 0,-1 0 0 0 0,1 0 0 0 0,0 1 0 0 0,-1-1 0 0 0,1 1 0 0 0,0 0 0 0 0,0 0 0 0 0,0 0 0 0 0,0 0 0 0 0,0 0 0 0 0,0 1 0 0 0,0 0 1 0 0,1-1-1 0 0,-1 1 0 0 0,0 0 0 0 0,0 0 0 0 0,0 1 0 0 0,0-1 0 0 0,0 1 0 0 0,0-1 0 0 0,0 1 0 0 0,0 0 0 0 0,0 0 0 0 0,0 1 0 0 0,0-1 0 0 0,0 0 1 0 0,0 1-1 0 0,2 2 0 0 0,9 5 21 0 0,0 2 0 0 0,0 0 1 0 0,-1 0-1 0 0,15 19 0 0 0,-22-24-92 0 0,23 27 55 0 0,33 51-1 0 0,-42-55-177 0 0,2 0 1 0 0,0-2-1 0 0,31 29 0 0 0,3-9-2126 0 0,-27-24-5191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2504 36 920 0 0,'0'-2'52'0'0,"0"0"0"0"0,0 0-1 0 0,0 0 1 0 0,-1 0 0 0 0,1 1 0 0 0,0-1 0 0 0,-1 0-1 0 0,1 0 1 0 0,-1 0 0 0 0,0 1 0 0 0,1-1-1 0 0,-1 0 1 0 0,-2-2 0 0 0,2 3 72 0 0,1 0 0 0 0,-1 1 1 0 0,0-1-1 0 0,1 1 1 0 0,-1-1-1 0 0,0 1 0 0 0,1-1 1 0 0,-1 1-1 0 0,0-1 0 0 0,0 1 1 0 0,0 0-1 0 0,1 0 0 0 0,-1-1 1 0 0,0 1-1 0 0,0 0 0 0 0,0 0 1 0 0,0 0-1 0 0,0 0 0 0 0,0 0 1 0 0,-1 0-1 0 0,-1 0 215 0 0,1 1 1 0 0,0 0-1 0 0,0 0 1 0 0,-1-1-1 0 0,1 1 1 0 0,0 1-1 0 0,0-1 1 0 0,0 0-1 0 0,0 1 0 0 0,0-1 1 0 0,0 1-1 0 0,1-1 1 0 0,-1 1-1 0 0,0 0 1 0 0,1-1-1 0 0,-1 1 1 0 0,1 0-1 0 0,0 0 1 0 0,-2 4-1 0 0,-1 3 587 0 0,0 1-1 0 0,1-1 1 0 0,0 1-1 0 0,1 0 1 0 0,0 0-1 0 0,0 0 1 0 0,0 19-1 0 0,7 74 2156 0 0,0-46-2610 0 0,21 716-91 0 0,-7-149-84 0 0,-21-396-131 0 0,6 122 78 0 0,-6-203-194 0 0,2-147-51 0 0,0 0 1 0 0,0 0-1 0 0,0 0 0 0 0,0 0 0 0 0,0 0 0 0 0,1 0 1 0 0,-1 0-1 0 0,0 0 0 0 0,0-1 0 0 0,0 1 0 0 0,0 0 1 0 0,0 0-1 0 0,0 0 0 0 0,0 0 0 0 0,0 0 0 0 0,0 0 1 0 0,0 0-1 0 0,0 0 0 0 0,0 0 0 0 0,0 0 1 0 0,0 0-1 0 0,1 0 0 0 0,-1 0 0 0 0,0 0 0 0 0,0 0 1 0 0,0 0-1 0 0,0 0 0 0 0,0 0 0 0 0,0 0 0 0 0,0 0 1 0 0,0 0-1 0 0,0 0 0 0 0,0 0 0 0 0,0 0 0 0 0,1 0 1 0 0,-1 0-1 0 0,0 0 0 0 0,0 0 0 0 0,0 0 0 0 0,0 0 1 0 0,0 0-1 0 0,0 0 0 0 0,0 0 0 0 0,0 0 0 0 0,0 1 1 0 0,0-1-1 0 0,0 0 0 0 0,0 0 0 0 0,2-7-274 0 0,-8 4 285 0 0,0 1-1 0 0,0 0 1 0 0,0 0-1 0 0,0 1 1 0 0,0-1-1 0 0,0 1 1 0 0,-1 1 0 0 0,1-1-1 0 0,-10 1 1 0 0,3 2 51 0 0,0 0 0 0 0,0 0 0 0 0,0 1 1 0 0,-12 5-1 0 0,11-4-44 0 0,1 0 0 0 0,-1-1 0 0 0,1-1 1 0 0,-1 0-1 0 0,0-1 0 0 0,0-1 0 0 0,1 0 0 0 0,-18-2 0 0 0,-7-4 55 0 0,-59-18-1 0 0,58 13-60 0 0,-9 0-17 0 0,-1 2 1 0 0,0 2-1 0 0,-62 0 1 0 0,-151 13-37 0 0,108-1 32 0 0,103-4 7 0 0,0 2 0 0 0,-1 2 0 0 0,2 3 0 0 0,-1 2 0 0 0,-68 22 0 0 0,63-12-12 0 0,-154 47-233 0 0,179-60 253 0 0,0-1 0 0 0,-1-2 0 0 0,0-1 0 0 0,-63-1 0 0 0,48-5-152 0 0,0 1 1 0 0,0 3 0 0 0,0 2 0 0 0,1 3 0 0 0,-67 15 0 0 0,0 3-3695 0 0,93-20-2887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8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155 266 3457 0 0,'-9'0'315'0'0,"0"0"-1"0"0,0-1 1 0 0,0 0 0 0 0,0 0 0 0 0,-14-5 0 0 0,18 5 152 0 0,0-1 1 0 0,1-1-1 0 0,0 1 0 0 0,-1-1 1 0 0,1 0-1 0 0,0 1 1 0 0,0-2-1 0 0,0 1 0 0 0,1 0 1 0 0,-1-1-1 0 0,-4-6 0 0 0,3 3-229 0 0,1 2 156 0 0,0 1-1 0 0,1-1 0 0 0,0 0 1 0 0,0 0-1 0 0,0 0 0 0 0,-3-8 0 0 0,6 11-247 0 0,-1 0 0 0 0,1 0 0 0 0,0 0 0 0 0,-1 0 0 0 0,1 0 0 0 0,0 0 0 0 0,1 0 0 0 0,-1 0 0 0 0,0-1 0 0 0,1 1 0 0 0,-1 0-1 0 0,1 0 1 0 0,-1 0 0 0 0,1 0 0 0 0,0 0 0 0 0,0 1 0 0 0,0-1 0 0 0,0 0 0 0 0,0 0 0 0 0,0 0 0 0 0,3-2 0 0 0,6-7 311 0 0,1-1 0 0 0,0 1 0 0 0,1 1 0 0 0,0 0 0 0 0,1 1 0 0 0,24-14 0 0 0,-27 18-324 0 0,0 0 0 0 0,1 0 0 0 0,-1 1 0 0 0,1 0 0 0 0,0 1 0 0 0,0 0 0 0 0,0 1 0 0 0,0 0 0 0 0,1 1 0 0 0,11 0 0 0 0,-18 1-119 0 0,0 1 0 0 0,1-1 1 0 0,-1 2-1 0 0,0-1 0 0 0,0 1 0 0 0,0-1 0 0 0,0 1 1 0 0,0 1-1 0 0,0-1 0 0 0,0 1 0 0 0,-1-1 0 0 0,1 1 1 0 0,-1 1-1 0 0,0-1 0 0 0,0 1 0 0 0,0-1 0 0 0,0 1 0 0 0,-1 0 1 0 0,0 1-1 0 0,0-1 0 0 0,0 0 0 0 0,0 1 0 0 0,0 0 1 0 0,-1 0-1 0 0,0 0 0 0 0,0 0 0 0 0,2 10 0 0 0,-1-3-35 0 0,0 1 0 0 0,-1-1 0 0 0,0 1 0 0 0,-1-1 0 0 0,-1 1 0 0 0,0 0 0 0 0,0-1 0 0 0,-2 1 0 0 0,1 0-1 0 0,-7 21 1 0 0,-6 2 10 0 0,10-29 11 0 0,1 0 0 0 0,0-1 0 0 0,1 1 0 0 0,-1 0 1 0 0,1 0-1 0 0,1 1 0 0 0,-1-1 0 0 0,1 0 0 0 0,0 13 0 0 0,2-19 5 0 0,-1 0 0 0 0,1 0 0 0 0,-1 0 0 0 0,1 0 0 0 0,-1 0 0 0 0,1 0 0 0 0,-1-1 1 0 0,1 1-1 0 0,0 0 0 0 0,0 0 0 0 0,-1-1 0 0 0,1 1 0 0 0,0 0 0 0 0,0-1 0 0 0,0 1 0 0 0,0-1 1 0 0,0 1-1 0 0,0-1 0 0 0,0 1 0 0 0,0-1 0 0 0,0 0 0 0 0,0 0 0 0 0,0 1 0 0 0,0-1 0 0 0,2 0 1 0 0,35 3 81 0 0,-22-2-73 0 0,-6 1-10 0 0,-1 0-1 0 0,1 1 1 0 0,-1 0-1 0 0,0 1 0 0 0,0 0 1 0 0,0 0-1 0 0,0 1 0 0 0,-1 0 1 0 0,0 0-1 0 0,0 1 1 0 0,9 9-1 0 0,-10-9 13 0 0,0 0 1 0 0,-1 0-1 0 0,0 1 0 0 0,-1 0 0 0 0,1 0 1 0 0,-1 0-1 0 0,-1 1 0 0 0,1 0 0 0 0,-1 0 1 0 0,-1 0-1 0 0,1 0 0 0 0,3 16 0 0 0,-6-17 13 0 0,-1-1 0 0 0,-1 1 0 0 0,1-1 0 0 0,-1 1 0 0 0,0 0 0 0 0,0-1 0 0 0,-1 0 0 0 0,1 1 0 0 0,-2-1-1 0 0,1 0 1 0 0,-1 0 0 0 0,0 0 0 0 0,0 0 0 0 0,0 0 0 0 0,-1-1 0 0 0,0 0 0 0 0,-6 7 0 0 0,-9 10 64 0 0,-1-2 0 0 0,-35 28 0 0 0,53-46-88 0 0,-30 24 9 0 0,-1-1 1 0 0,-2-2-1 0 0,0-1 1 0 0,-54 23-1 0 0,-18-4-2906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 8290 0 0,'-7'-3'9487'0'0,"11"7"-8668"0"0,4 3-613 0 0,-1 0 1 0 0,0 0 0 0 0,0 1-1 0 0,-1 0 1 0 0,0 0-1 0 0,-1 1 1 0 0,0 0-1 0 0,0 0 1 0 0,-1 0-1 0 0,0 1 1 0 0,0-1-1 0 0,-1 1 1 0 0,0 0-1 0 0,-1 0 1 0 0,0 0-1 0 0,-1 0 1 0 0,0 0-1 0 0,-1 0 1 0 0,0 15-1 0 0,-3 11-160 0 0,-2-1-1 0 0,-9 39 1 0 0,7-49 37 0 0,2 0 1 0 0,1 1 0 0 0,1-1 0 0 0,1 1-1 0 0,3 46 1 0 0,-1-70-77 0 0,0 1 0 0 0,1 0 0 0 0,-1-1 0 0 0,1 1-1 0 0,0-1 1 0 0,0 1 0 0 0,0-1 0 0 0,0 1 0 0 0,0-1 0 0 0,0 0 0 0 0,0 0 0 0 0,1 1 0 0 0,-1-1-1 0 0,1 0 1 0 0,0 0 0 0 0,0 0 0 0 0,0-1 0 0 0,0 1 0 0 0,0 0 0 0 0,0-1 0 0 0,4 3 0 0 0,-2-3 16 0 0,0 1 1 0 0,0-1 0 0 0,1 0 0 0 0,-1 0 0 0 0,1 0 0 0 0,-1-1 0 0 0,1 1 0 0 0,-1-1-1 0 0,0 0 1 0 0,1-1 0 0 0,7-1 0 0 0,6-1 43 0 0,-1-2 0 0 0,0 0 0 0 0,1-2 0 0 0,-2 0 0 0 0,21-11 0 0 0,23-15-397 0 0,-22 10-1204 0 0,0 3 1 0 0,75-29 0 0 0,-92 44-5515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11 456 0 0,'-8'-11'23021'0'0,"8"18"-22798"0"0,2 17-352 0 0,28 252 2294 0 0,-5-136-3296 0 0,14-3-5401 0 0,-27-104-1235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75 207 920 0 0,'-12'-24'1694'0'0,"1"-1"0"0"0,1-1 0 0 0,2 1 0 0 0,-9-46 0 0 0,9 36 9494 0 0,14 54-9148 0 0,7 31-1805 0 0,-9-11-13 0 0,-2-1-1 0 0,-2 59 1 0 0,-17 80-82 0 0,8-97-73 0 0,1 43-419 0 0,9 155 0 0 0,-1-224-3717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6 147 920 0 0,'1'-11'995'0'0,"-1"-1"-1"0"0,-1 1 1 0 0,-1-12 0 0 0,1 15 279 0 0,0 0 0 0 0,0 0 0 0 0,1 0 0 0 0,0 1 1 0 0,0-1-1 0 0,1 0 0 0 0,0 0 0 0 0,2-8 0 0 0,-3 16-1147 0 0,1-1 0 0 0,-1 1-1 0 0,0-1 1 0 0,0 0 0 0 0,1 1-1 0 0,-1-1 1 0 0,0 1 0 0 0,0-1-1 0 0,1 1 1 0 0,-1-1 0 0 0,1 1-1 0 0,-1-1 1 0 0,0 1 0 0 0,1 0-1 0 0,-1-1 1 0 0,1 1 0 0 0,-1 0-1 0 0,1-1 1 0 0,-1 1 0 0 0,1 0 0 0 0,-1-1-1 0 0,1 1 1 0 0,0 0 0 0 0,-1 0-1 0 0,1 0 1 0 0,-1 0 0 0 0,1-1-1 0 0,-1 1 1 0 0,1 0 0 0 0,0 0-1 0 0,-1 0 1 0 0,2 0 0 0 0,20 12 1473 0 0,14 26-917 0 0,-36-38-676 0 0,43 59 507 0 0,65 120 1 0 0,-33-50-176 0 0,-44-82-597 0 0,-15-23-236 0 0,0 1-1 0 0,-1 1 0 0 0,20 49 1 0 0,-32-65-479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20 234 11979 0 0,'-18'1'936'0'0,"18"-1"-914"0"0,0 0-1 0 0,0 0 1 0 0,0 0 0 0 0,0 0-1 0 0,0 0 1 0 0,0 0 0 0 0,0 0-1 0 0,-1 0 1 0 0,1 0 0 0 0,0 0-1 0 0,0 0 1 0 0,0 0-1 0 0,0 0 1 0 0,0 0 0 0 0,0 0-1 0 0,0 0 1 0 0,0 0 0 0 0,0 0-1 0 0,0 0 1 0 0,0 0 0 0 0,0 0-1 0 0,-1 0 1 0 0,1 0 0 0 0,0 0-1 0 0,0 0 1 0 0,0-1 0 0 0,0 1-1 0 0,0 0 1 0 0,0 0 0 0 0,0 0-1 0 0,0 0 1 0 0,0 0 0 0 0,0 0-1 0 0,0 0 1 0 0,0 0 0 0 0,0 0-1 0 0,0 0 1 0 0,0-1 0 0 0,0 1-1 0 0,0 0 1 0 0,0 0 0 0 0,0 0-1 0 0,0 0 1 0 0,0 0 0 0 0,0 0-1 0 0,0 0 1 0 0,0 0 0 0 0,0 0-1 0 0,0 0 1 0 0,0 0 0 0 0,0-1-1 0 0,0 1 1 0 0,1 0 0 0 0,-1 0-1 0 0,0 0 1 0 0,0 0 0 0 0,0 0-1 0 0,0 0 1 0 0,0 0 0 0 0,0 0-1 0 0,0 0 1 0 0,0 0 0 0 0,0 0-1 0 0,0 0 1 0 0,0 0 0 0 0,0 0-1 0 0,1 0 1 0 0,25-15 2925 0 0,-9 5-2265 0 0,77-47 2121 0 0,131-68-2901 0 0,-183 100 84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1 563 6449 0 0,'14'-3'1132'0'0,"0"1"0"0"0,0 0 0 0 0,0 1-1 0 0,0 1 1 0 0,25 2 0 0 0,-16-1 64 0 0,75 8 2299 0 0,14 1-2494 0 0,-120-16 863 0 0,-9-9-1678 0 0,2-1 0 0 0,-1-1 0 0 0,2 0 0 0 0,0-1 0 0 0,2 0 0 0 0,-18-34 0 0 0,15 24-46 0 0,2-1 0 0 0,1 0-1 0 0,1-1 1 0 0,-9-42 0 0 0,18 63-105 0 0,1-1 1 0 0,0 1-1 0 0,1 0 0 0 0,0 0 1 0 0,0 0-1 0 0,1-1 0 0 0,0 1 1 0 0,1 0-1 0 0,0 0 0 0 0,0 0 1 0 0,1 1-1 0 0,0-1 1 0 0,1 0-1 0 0,6-11 0 0 0,-6 14-23 0 0,0 0-1 0 0,0 0 0 0 0,0 0 1 0 0,0 1-1 0 0,1 0 0 0 0,0 0 1 0 0,0 0-1 0 0,1 1 0 0 0,-1 0 1 0 0,1 0-1 0 0,0 0 1 0 0,0 0-1 0 0,0 1 0 0 0,0 0 1 0 0,1 1-1 0 0,-1-1 0 0 0,1 1 1 0 0,0 0-1 0 0,12-1 0 0 0,-15 3 0 0 0,-1-1 0 0 0,1 1 0 0 0,-1 0 0 0 0,1 1 0 0 0,-1-1 0 0 0,1 0 0 0 0,-1 1 0 0 0,0 0 0 0 0,1 0 0 0 0,-1 0 0 0 0,1 0 0 0 0,-1 1 0 0 0,0-1 0 0 0,0 1 0 0 0,0 0 0 0 0,3 2 0 0 0,-1 0-28 0 0,-1 0-1 0 0,0 1 0 0 0,0-1 1 0 0,0 1-1 0 0,-1 0 0 0 0,1 0 0 0 0,-1 0 1 0 0,5 10-1 0 0,0 7-104 0 0,-1 1 1 0 0,-1 0-1 0 0,7 43 0 0 0,-11-54 112 0 0,2 18-23 0 0,1 1 172 0 0,1 0 0 0 0,15 48 0 0 0,-20-78-121 0 0,-1-1 0 0 0,0 1 0 0 0,1 0 0 0 0,-1-1 0 0 0,1 1 0 0 0,-1 0 0 0 0,1-1 0 0 0,-1 1 0 0 0,1-1 0 0 0,0 1 0 0 0,-1 0 0 0 0,1-1 0 0 0,0 0 0 0 0,-1 1 0 0 0,1-1 0 0 0,0 1 0 0 0,-1-1 0 0 0,1 0 0 0 0,0 1 0 0 0,0-1 0 0 0,0 0 0 0 0,-1 0 0 0 0,1 0 0 0 0,0 0 0 0 0,0 0 0 0 0,0 0 0 0 0,0 0 0 0 0,-1 0 0 0 0,1 0 0 0 0,0 0 0 0 0,0 0 0 0 0,0 0-1 0 0,-1 0 1 0 0,1-1 0 0 0,0 1 0 0 0,0 0 0 0 0,-1-1 0 0 0,1 1 0 0 0,1-1 0 0 0,33-21 70 0 0,-30 18-79 0 0,64-50-140 0 0,-34 25-1518 0 0,2 2-3619 0 0,10-5-2143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1 1 20516 0 0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75 2156 3225 0 0,'-12'17'-26'0'0,"1"1"0"0"0,1 0 0 0 0,1 0 0 0 0,-9 23 0 0 0,17-39-3 0 0,-11 46-98 0 0,12-47 131 0 0,0 0 0 0 0,0-1-1 0 0,-1 1 1 0 0,1 0 0 0 0,0 0 0 0 0,0-1 0 0 0,0 1-1 0 0,0 0 1 0 0,0 0 0 0 0,0 0 0 0 0,0-1 0 0 0,0 1-1 0 0,0 0 1 0 0,1 0 0 0 0,-1-1 0 0 0,0 1 0 0 0,0 0-1 0 0,1 0 1 0 0,-1-1 0 0 0,0 1 0 0 0,1 0 0 0 0,-1-1-1 0 0,0 1 1 0 0,1 0 0 0 0,-1-1 0 0 0,1 1 0 0 0,0-1-1 0 0,-1 1 1 0 0,1-1 0 0 0,-1 1 0 0 0,1-1 0 0 0,0 1-1 0 0,-1-1 1 0 0,1 0 0 0 0,0 1 0 0 0,-1-1 0 0 0,1 0-1 0 0,0 0 1 0 0,0 1 0 0 0,-1-1 0 0 0,1 0 0 0 0,0 0-1 0 0,0 0 1 0 0,-1 0 0 0 0,1 0 0 0 0,0 0 0 0 0,0 0-1 0 0,0 0 1 0 0,-1 0 0 0 0,1 0 0 0 0,0-1 0 0 0,0 1-1 0 0,-1 0 1 0 0,1 0 0 0 0,0-1 0 0 0,-1 1 0 0 0,2-1-1 0 0,15-8 27 0 0,0 0-1 0 0,-1 0 0 0 0,-1-2 1 0 0,1 0-1 0 0,-2-1 0 0 0,20-20 0 0 0,-11 11-11 0 0,590-594 63 0 0,-384 375-366 0 0,100-117 210 0 0,-140 148 383 0 0,331-290 2414 0 0,-512 492-2644 0 0,177-146 1300 0 0,-143 122-958 0 0,1 3 0 0 0,74-36 1 0 0,-109 60-346 0 0,-3 1-56 0 0,1 0 0 0 0,-1 1 0 0 0,1 0-1 0 0,-1 0 1 0 0,1 0 0 0 0,0 1 0 0 0,-1-1 0 0 0,1 1 0 0 0,10 0 0 0 0,-15 1-24 0 0,0 0 0 0 0,-1 0-1 0 0,1 0 1 0 0,0 1 0 0 0,-1-1 0 0 0,1 0 0 0 0,0 0-1 0 0,-1 0 1 0 0,1 1 0 0 0,-1-1 0 0 0,1 0 0 0 0,0 1-1 0 0,-1-1 1 0 0,1 1 0 0 0,-1-1 0 0 0,1 1 0 0 0,-1-1-1 0 0,1 1 1 0 0,-1-1 0 0 0,0 1 0 0 0,1-1 0 0 0,-1 1-1 0 0,1-1 1 0 0,-1 1 0 0 0,0 0 0 0 0,0-1 0 0 0,1 1 0 0 0,-1 0-1 0 0,0-1 1 0 0,0 1 0 0 0,0 0 0 0 0,0-1 0 0 0,0 1-1 0 0,0 0 1 0 0,0-1 0 0 0,0 1 0 0 0,0 0 0 0 0,0-1-1 0 0,0 1 1 0 0,0 0 0 0 0,0 0 0 0 0,-1 0 0 0 0,-11 34-390 0 0,10-31 355 0 0,-14 29-246 0 0,-1 0-1 0 0,-2-1 0 0 0,-37 48 0 0 0,-84 84-522 0 0,56-69 518 0 0,-150 219-101 0 0,3-3 43 0 0,138-200 1207 0 0,5 5 0 0 0,-103 178 0 0 0,140-205-362 0 0,13-27-134 0 0,4 2 1 0 0,-31 78 0 0 0,61-120-52 0 0,4-21-296 0 0,0-1-1 0 0,1 0 0 0 0,-1 0 0 0 0,0 0 0 0 0,0 1 0 0 0,0-1 1 0 0,0 0-1 0 0,1 0 0 0 0,-1 0 0 0 0,0 0 0 0 0,0 1 0 0 0,0-1 1 0 0,1 0-1 0 0,-1 0 0 0 0,0 0 0 0 0,0 0 0 0 0,1 0 0 0 0,-1 0 1 0 0,0 0-1 0 0,0 0 0 0 0,0 0 0 0 0,1 0 0 0 0,-1 1 0 0 0,0-1 1 0 0,0 0-1 0 0,1-1 0 0 0,-1 1 0 0 0,0 0 0 0 0,0 0 0 0 0,1 0 1 0 0,-1 0-1 0 0,0 0 0 0 0,0 0 0 0 0,1 0 0 0 0,-1 0 0 0 0,0 0 1 0 0,0 0-1 0 0,1 0 0 0 0,-1-1 0 0 0,0 1 0 0 0,32-25 798 0 0,187-216-235 0 0,-103 108-316 0 0,596-765-354 0 0,-583 732 93 0 0,1-1 0 0 0,-118 148-119 0 0,-12 19 115 0 0,0-1 0 0 0,0 1 0 0 0,0 0 0 0 0,0 0-1 0 0,0 0 1 0 0,0 0 0 0 0,0 0 0 0 0,0 0 0 0 0,0 0 0 0 0,0-1 0 0 0,0 1-1 0 0,0 0 1 0 0,0 0 0 0 0,-1 0 0 0 0,1 0 0 0 0,0 0 0 0 0,0 0 0 0 0,0 0-1 0 0,0 0 1 0 0,0-1 0 0 0,0 1 0 0 0,0 0 0 0 0,0 0 0 0 0,0 0 0 0 0,0 0-1 0 0,0 0 1 0 0,0 0 0 0 0,-1 0 0 0 0,1 0 0 0 0,0 0 0 0 0,0 0 0 0 0,0 0-1 0 0,0 0 1 0 0,0 0 0 0 0,0 0 0 0 0,0 0 0 0 0,-1 0 0 0 0,1 0 0 0 0,0 0-1 0 0,0 0 1 0 0,0 0 0 0 0,0 0 0 0 0,0 0 0 0 0,0 0 0 0 0,0 0 0 0 0,0 0-1 0 0,-1 0 1 0 0,1 0 0 0 0,0 0 0 0 0,0 0 0 0 0,0 0 0 0 0,0 0 0 0 0,0 0-1 0 0,0 0 1 0 0,0 0 0 0 0,0 0 0 0 0,-1 0 0 0 0,1 0 0 0 0,0 0 0 0 0,0 0-1 0 0,0 1 1 0 0,0-1 0 0 0,0 0 0 0 0,0 0 0 0 0,0 0 0 0 0,0 0 0 0 0,0 0-1 0 0,0 0 1 0 0,0 0 0 0 0,-34 27-698 0 0,-72 64-499 0 0,-154 172 1 0 0,-219 276 1093 0 0,152-170 251 0 0,-23 25 13 0 0,-1 26-8 0 0,385-439 708 0 0,25-30-509 0 0,-3-3-1 0 0,52-61 0 0 0,-42 44-58 0 0,489-492 1232 0 0,-152 156-1205 0 0,-66 41-241 0 0,-101 106-78 0 0,-83 87 3 0 0,51-52 0 0 0,-184 205 5 0 0,-25 27-144 0 0,-31 37-262 0 0,29-38 336 0 0,-527 672-422 0 0,-12 34 96 0 0,324-416 308 0 0,86-108 963 0 0,-128 236-1 0 0,257-415-825 0 0,5-8-64 0 0,-1 0 1 0 0,1 1-1 0 0,0-1 1 0 0,0 1-1 0 0,1-1 1 0 0,-1 1-1 0 0,1 0 1 0 0,0 0-1 0 0,0 0 1 0 0,0 0-1 0 0,0 0 0 0 0,0 0 1 0 0,1 7-1 0 0,0-10 2 0 0,1-1 0 0 0,-1 1 0 0 0,0 0 0 0 0,1-1 0 0 0,-1 1 0 0 0,1-1 0 0 0,-1 1-1 0 0,1-1 1 0 0,-1 1 0 0 0,1-1 0 0 0,0 0 0 0 0,-1 1 0 0 0,1-1 0 0 0,-1 1 0 0 0,1-1 0 0 0,0 0-1 0 0,-1 0 1 0 0,1 0 0 0 0,0 1 0 0 0,-1-1 0 0 0,1 0 0 0 0,0 0 0 0 0,0 0 0 0 0,-1 0-1 0 0,1 0 1 0 0,0 0 0 0 0,-1 0 0 0 0,1 0 0 0 0,0 0 0 0 0,-1 0 0 0 0,1-1 0 0 0,0 1-1 0 0,-1 0 1 0 0,1 0 0 0 0,0-1 0 0 0,-1 1 0 0 0,1 0 0 0 0,0-1 0 0 0,0 0 0 0 0,29-15-154 0 0,3-10-56 0 0,0-1 1 0 0,-2-2 0 0 0,-1-1 0 0 0,47-61-1 0 0,-59 69 172 0 0,117-143 412 0 0,109-128 397 0 0,60-73-196 0 0,-121 140-362 0 0,115-80-158 0 0,-155 168-89 0 0,-130 124 70 0 0,-9 9-26 0 0,0 0 0 0 0,1 0-1 0 0,-1 1 1 0 0,1 0 0 0 0,0-1 0 0 0,0 1 0 0 0,0 1 0 0 0,1-1 0 0 0,-1 1 0 0 0,1 0-1 0 0,0 0 1 0 0,7-2 0 0 0,-13 5-5 0 0,1 0 0 0 0,-1 0 0 0 0,0 0 0 0 0,1 0 0 0 0,-1 0 0 0 0,0 0 0 0 0,1 0-1 0 0,-1 1 1 0 0,0-1 0 0 0,1 0 0 0 0,-1 0 0 0 0,0 0 0 0 0,1 0 0 0 0,-1 0 0 0 0,0 1 0 0 0,1-1 0 0 0,-1 0-1 0 0,0 0 1 0 0,1 1 0 0 0,-1-1 0 0 0,0 0 0 0 0,0 0 0 0 0,1 1 0 0 0,-1-1 0 0 0,0 0 0 0 0,0 1 0 0 0,0-1-1 0 0,1 0 1 0 0,-1 1 0 0 0,0-1 0 0 0,0 0 0 0 0,0 1 0 0 0,0-1 0 0 0,0 0 0 0 0,0 1 0 0 0,0-1 0 0 0,0 1-1 0 0,0-1 1 0 0,0 0 0 0 0,0 1 0 0 0,0-1 0 0 0,0 0 0 0 0,0 1 0 0 0,0 0 0 0 0,-5 17-227 0 0,-11 21 14 0 0,-2-1 1 0 0,-1 0-1 0 0,-2-2 1 0 0,-40 52-1 0 0,44-64 182 0 0,-202 254 165 0 0,-20-16 853 0 0,115-127-787 0 0,-271 288-173 0 0,333-347 368 0 0,61-73-203 0 0,8-5-147 0 0,8-5-129 0 0,12-12-64 0 0,-1-2 1 0 0,0-1-1 0 0,35-39 0 0 0,-31 31 75 0 0,186-194-228 0 0,89-87 1240 0 0,-123 135-392 0 0,228-207 391 0 0,-91 143 830 0 0,-314 236-1731 0 0,1 0 1 0 0,-1 1 0 0 0,1 0-1 0 0,0 0 1 0 0,12-4 0 0 0,-17 7-36 0 0,-1 0 1 0 0,1-1-1 0 0,0 1 0 0 0,0 0 1 0 0,0 0-1 0 0,0 0 1 0 0,0 0-1 0 0,0 0 0 0 0,0 0 1 0 0,0 0-1 0 0,-1 0 1 0 0,1 1-1 0 0,0-1 0 0 0,0 0 1 0 0,0 1-1 0 0,0-1 0 0 0,0 0 1 0 0,-1 1-1 0 0,1-1 1 0 0,1 1-1 0 0,-1 1-10 0 0,0-1 0 0 0,0 0 0 0 0,-1 0 0 0 0,1 1 0 0 0,0-1 0 0 0,-1 0-1 0 0,1 1 1 0 0,-1-1 0 0 0,1 0 0 0 0,-1 1 0 0 0,0-1 0 0 0,0 1 0 0 0,0-1 0 0 0,1 1 0 0 0,-1-1 0 0 0,-1 1 0 0 0,1 1 0 0 0,-2 14-199 0 0,0 0 1 0 0,-2 0-1 0 0,0 0 1 0 0,-1 0-1 0 0,0-1 1 0 0,-1 1-1 0 0,-17 29 1 0 0,-71 103-654 0 0,91-144 862 0 0,-176 242-345 0 0,65-93 200 0 0,-404 479-379 0 0,425-526 417 0 0,74-86 105 0 0,-24 29 84 0 0,-68 99 0 0 0,108-145-25 0 0,1 0 0 0 0,0 0 1 0 0,0 0-1 0 0,0 0 0 0 0,0 1 1 0 0,1-1-1 0 0,0 1 0 0 0,-2 8 1 0 0,3-13-39 0 0,0 1 0 0 0,0 0 0 0 0,0-1 0 0 0,0 1 0 0 0,1 0-1 0 0,-1-1 1 0 0,0 1 0 0 0,0 0 0 0 0,0-1 0 0 0,0 1 0 0 0,1 0 0 0 0,-1-1 0 0 0,0 1 0 0 0,1 0 0 0 0,-1-1 0 0 0,0 1 0 0 0,1-1 0 0 0,-1 1 0 0 0,1-1 0 0 0,-1 1 0 0 0,1-1 0 0 0,-1 1 0 0 0,2 0 0 0 0,-1-1-6 0 0,1 1 1 0 0,0-1 0 0 0,-1 1-1 0 0,1-1 1 0 0,-1 0 0 0 0,1 0-1 0 0,0 0 1 0 0,-1 0 0 0 0,1 0-1 0 0,0 0 1 0 0,-1 0 0 0 0,1 0-1 0 0,0-1 1 0 0,2 0 0 0 0,5-2-32 0 0,1-1 0 0 0,0 1 0 0 0,-1-2 1 0 0,0 1-1 0 0,0-1 0 0 0,13-11 0 0 0,50-44-715 0 0,-44 35 513 0 0,351-351-325 0 0,-172 159 622 0 0,140-88 268 0 0,-175 161-270 0 0,-169 141-70 0 0,18-16 27 0 0,1 1 0 0 0,0 1 0 0 0,1 0 0 0 0,1 2 0 0 0,38-18 1 0 0,-61 32-27 0 0,1 0 0 0 0,-1 0 1 0 0,1 1-1 0 0,0-1 0 0 0,-1 1 1 0 0,1-1-1 0 0,0 1 0 0 0,0 0 1 0 0,-1 0-1 0 0,1 0 1 0 0,0 0-1 0 0,0 0 0 0 0,-1 0 1 0 0,1 0-1 0 0,0 0 0 0 0,0 1 1 0 0,-1-1-1 0 0,1 1 0 0 0,1 0 1 0 0,-2 0 4 0 0,0 0 1 0 0,0 0 0 0 0,0-1-1 0 0,0 1 1 0 0,0 1-1 0 0,0-1 1 0 0,0 0 0 0 0,-1 0-1 0 0,1 0 1 0 0,0 0-1 0 0,-1 0 1 0 0,1 1 0 0 0,-1-1-1 0 0,0 0 1 0 0,1 0-1 0 0,-1 1 1 0 0,0-1 0 0 0,0 0-1 0 0,1 2 1 0 0,-1 5 65 0 0,-1 0 1 0 0,1 0-1 0 0,-1 0 1 0 0,0-1-1 0 0,-1 1 1 0 0,-5 14-1 0 0,-16 38 340 0 0,-3-2 1 0 0,-3-1-1 0 0,-2-1 0 0 0,-38 52 0 0 0,-167 200 847 0 0,71-108-737 0 0,-270 345 212 0 0,365-452-991 0 0,-73 131 1 0 0,118-172-1274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9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1 0 3105 0 0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6.4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1475 370 2761 0 0,'-14'2'45'0'0,"0"1"0"0"0,0 0 0 0 0,0 0 0 0 0,1 2 1 0 0,-1-1-1 0 0,1 2 0 0 0,0 0 0 0 0,1 0 0 0 0,-17 12 0 0 0,-3 0-30 0 0,-128 75-236 0 0,-291 224 0 0 0,212-112 938 0 0,203-170-414 0 0,3 2 0 0 0,0 1 0 0 0,3 1 0 0 0,-32 55 0 0 0,56-83-167 0 0,0-1 1 0 0,1 1-1 0 0,0 0 0 0 0,1 0 0 0 0,1 1 1 0 0,-4 18-1 0 0,6-27-101 0 0,1-1-1 0 0,0 0 1 0 0,0 0 0 0 0,0 0-1 0 0,0 0 1 0 0,0 0 0 0 0,1 0-1 0 0,-1 0 1 0 0,0 0 0 0 0,1 0 0 0 0,0 0-1 0 0,-1 0 1 0 0,1 0 0 0 0,0 0-1 0 0,0 0 1 0 0,0 0 0 0 0,0 0-1 0 0,2 1 1 0 0,-1-1-12 0 0,0-1-1 0 0,1 1 1 0 0,-1-1-1 0 0,0 0 1 0 0,1 0 0 0 0,-1 0-1 0 0,0 0 1 0 0,1 0-1 0 0,-1-1 1 0 0,1 1-1 0 0,0-1 1 0 0,-1 0 0 0 0,1 1-1 0 0,-1-1 1 0 0,1 0-1 0 0,-1-1 1 0 0,1 1-1 0 0,0 0 1 0 0,2-1 0 0 0,10-2 30 0 0,0-1 1 0 0,-1 0 0 0 0,1-1-1 0 0,-1 0 1 0 0,0-1 0 0 0,24-15-1 0 0,78-57 367 0 0,-90 59-178 0 0,378-258 2641 0 0,-27 2-1174 0 0,-17-20-1445 0 0,-314 257-296 0 0,91-81-133 0 0,-47 39 313 0 0,133-92-1 0 0,-212 165-180 0 0,0 0-1 0 0,0 0 0 0 0,0 1 1 0 0,1 1-1 0 0,0-1 0 0 0,17-3 0 0 0,-29 9 39 0 0,1-1-1 0 0,-1 1 1 0 0,0 0-1 0 0,1 0 0 0 0,-1 0 1 0 0,0 0-1 0 0,0 0 1 0 0,1 0-1 0 0,-1 0 1 0 0,0 0-1 0 0,1 0 0 0 0,-1 0 1 0 0,0 1-1 0 0,1-1 1 0 0,-1 0-1 0 0,0 0 0 0 0,1 0 1 0 0,-1 0-1 0 0,0 0 1 0 0,1 1-1 0 0,-1-1 1 0 0,0 0-1 0 0,0 0 0 0 0,1 0 1 0 0,-1 1-1 0 0,0-1 1 0 0,0 0-1 0 0,0 0 0 0 0,1 1 1 0 0,-1-1-1 0 0,0 0 1 0 0,0 1-1 0 0,0-1 0 0 0,0 0 1 0 0,0 0-1 0 0,1 1 1 0 0,-1-1-1 0 0,0 0 1 0 0,0 1-1 0 0,0-1 0 0 0,0 0 1 0 0,0 1-1 0 0,0-1 1 0 0,0 0-1 0 0,0 1 0 0 0,0-1 1 0 0,0 0-1 0 0,0 1 1 0 0,0-1-1 0 0,-1 0 1 0 0,1 1-1 0 0,0-1 0 0 0,0 0 1 0 0,0 0-1 0 0,0 1 1 0 0,-1-1-1 0 0,-7 21 159 0 0,-13 10 18 0 0,-2-1 0 0 0,-1-2 0 0 0,-44 44 0 0 0,23-26-42 0 0,-21 23 38 0 0,-396 392-77 0 0,131-182-376 0 0,58-49-69 0 0,81-67 113 0 0,-182 163-451 0 0,271-228 798 0 0,-132 163-1 0 0,222-244-128 0 0,8-12-19 0 0,0 0 0 0 0,0 0 0 0 0,1 1 0 0 0,0 0 0 0 0,0 0 0 0 0,0 0-1 0 0,1 1 1 0 0,0-1 0 0 0,0 1 0 0 0,-2 10 0 0 0,4-16 10 0 0,1-1 1 0 0,0 1-1 0 0,0 0 1 0 0,0-1-1 0 0,0 1 1 0 0,0-1-1 0 0,0 1 1 0 0,0-1 0 0 0,0 1-1 0 0,0-1 1 0 0,0 1-1 0 0,1-1 1 0 0,-1 1-1 0 0,0-1 1 0 0,0 1-1 0 0,0-1 1 0 0,1 1-1 0 0,-1-1 1 0 0,0 1-1 0 0,1-1 1 0 0,-1 1-1 0 0,0-1 1 0 0,1 1 0 0 0,-1-1-1 0 0,0 0 1 0 0,1 1-1 0 0,-1-1 1 0 0,1 0-1 0 0,-1 1 1 0 0,1-1-1 0 0,0 0 1 0 0,21 0-687 0 0,23-15-211 0 0,-44 14 903 0 0,43-20 53 0 0,-2-2-1 0 0,0-1 0 0 0,74-59 0 0 0,103-112 1460 0 0,-66 56-765 0 0,59-37-54 0 0,91-79 6 0 0,149-122-361 0 0,-327 281-232 0 0,-72 52-32 0 0,3 2 0 0 0,1 3 0 0 0,73-37 0 0 0,-126 73-74 0 0,0 1 0 0 0,0 1 0 0 0,1-1-1 0 0,-1 1 1 0 0,0-1 0 0 0,1 1-1 0 0,-1 0 1 0 0,1 1 0 0 0,-1-1-1 0 0,1 1 1 0 0,-1 0 0 0 0,1 0-1 0 0,7 1 1 0 0,-10 0 24 0 0,0 0 1 0 0,0 0-1 0 0,0 0 1 0 0,0 0-1 0 0,0 1 1 0 0,0-1-1 0 0,0 0 0 0 0,-1 1 1 0 0,1-1-1 0 0,-1 1 1 0 0,1 0-1 0 0,-1 0 0 0 0,1-1 1 0 0,-1 1-1 0 0,0 0 1 0 0,0 0-1 0 0,0 0 0 0 0,0 0 1 0 0,0 0-1 0 0,-1 0 1 0 0,1 1-1 0 0,-1-1 1 0 0,1 0-1 0 0,-1 0 0 0 0,0 0 1 0 0,0 1-1 0 0,0-1 1 0 0,0 0-1 0 0,0 3 0 0 0,-1 9-2 0 0,0 1-1 0 0,-1 0 0 0 0,0-1 0 0 0,-1 0 0 0 0,-1 1 0 0 0,0-1 0 0 0,-1-1 0 0 0,-10 21 0 0 0,-63 103 334 0 0,69-122-262 0 0,-243 348 944 0 0,186-281-876 0 0,-4-4 0 0 0,-95 85 1 0 0,107-114-89 0 0,21-18-48 0 0,1 1 0 0 0,-60 69 0 0 0,93-97-4 0 0,1-1 1 0 0,0 0 0 0 0,0 1 0 0 0,0-1 0 0 0,0 1-1 0 0,-2 7 1 0 0,4-11-7 0 0,0 0 0 0 0,0 1-1 0 0,0-1 1 0 0,0 1 0 0 0,0-1 0 0 0,0 1 0 0 0,0-1-1 0 0,0 0 1 0 0,0 1 0 0 0,0-1 0 0 0,0 1-1 0 0,0-1 1 0 0,0 1 0 0 0,0-1 0 0 0,0 1-1 0 0,0-1 1 0 0,1 0 0 0 0,-1 1 0 0 0,0-1 0 0 0,0 1-1 0 0,0-1 1 0 0,1 0 0 0 0,-1 1 0 0 0,0-1-1 0 0,1 1 1 0 0,0-1-19 0 0,0 0-1 0 0,0 1 1 0 0,0-1-1 0 0,0 0 1 0 0,0 0-1 0 0,0 1 1 0 0,0-1-1 0 0,0 0 1 0 0,0 0-1 0 0,0 0 1 0 0,0 0 0 0 0,0-1-1 0 0,0 1 1 0 0,0 0-1 0 0,0 0 1 0 0,1-1-1 0 0,15-6-276 0 0,0-1 0 0 0,0 0 1 0 0,-1-1-1 0 0,-1-1 0 0 0,1 0 0 0 0,-2-2 0 0 0,17-14 0 0 0,6-4-10 0 0,4-2 179 0 0,433-353 1097 0 0,23-34-3245 0 0,-460 387 1876 0 0,-28 23 240 0 0,0 0 0 0 0,1 1 0 0 0,0 0 0 0 0,0 1 0 0 0,1 0 0 0 0,17-7 0 0 0,-28 13 159 0 0,0 1 0 0 0,0 0 1 0 0,0 0-1 0 0,0 0 0 0 0,0 0 0 0 0,1 0 1 0 0,-1 0-1 0 0,0 0 0 0 0,0 0 0 0 0,0-1 1 0 0,1 1-1 0 0,-1 0 0 0 0,0 0 0 0 0,0 0 1 0 0,0 0-1 0 0,0 0 0 0 0,1 0 0 0 0,-1 0 0 0 0,0 0 1 0 0,0 0-1 0 0,0 0 0 0 0,1 0 0 0 0,-1 0 1 0 0,0 1-1 0 0,0-1 0 0 0,0 0 0 0 0,0 0 1 0 0,1 0-1 0 0,-1 0 0 0 0,0 0 0 0 0,0 0 1 0 0,0 0-1 0 0,0 0 0 0 0,1 1 0 0 0,-1-1 1 0 0,0 0-1 0 0,0 0 0 0 0,0 0 0 0 0,0 0 1 0 0,0 0-1 0 0,0 1 0 0 0,0-1 0 0 0,1 0 0 0 0,-1 0 1 0 0,0 0-1 0 0,0 0 0 0 0,0 1 0 0 0,0-1 1 0 0,0 0-1 0 0,0 0 0 0 0,0 1 0 0 0,-4 13 238 0 0,-12 17 225 0 0,-56 77 371 0 0,-111 127-1 0 0,154-199-683 0 0,-284 308 1021 0 0,147-168-951 0 0,-194 231 657 0 0,333-375-588 0 0,-26 40-1 0 0,47-62-255 0 0,0 1 1 0 0,0-1-1 0 0,1 1 0 0 0,0 0 0 0 0,1 0 0 0 0,0 1 0 0 0,0-1 1 0 0,-2 21-1 0 0,6-31-82 0 0,0 0 0 0 0,0 0-1 0 0,-1 0 1 0 0,1 1 0 0 0,0-1 0 0 0,0 0 0 0 0,0 0 0 0 0,1 0 0 0 0,-1 1 0 0 0,0-1 0 0 0,0 0 0 0 0,1 0-1 0 0,-1 0 1 0 0,0 0 0 0 0,1 0 0 0 0,-1 0 0 0 0,1 0 0 0 0,0 0 0 0 0,0 2 0 0 0,0-3-40 0 0,0 1 1 0 0,0-1-1 0 0,-1 0 0 0 0,1 0 1 0 0,0 1-1 0 0,0-1 0 0 0,-1 0 1 0 0,1 0-1 0 0,0 0 1 0 0,0 0-1 0 0,-1 0 0 0 0,1 0 1 0 0,0 0-1 0 0,0 0 0 0 0,0 0 1 0 0,-1 0-1 0 0,1 0 1 0 0,0 0-1 0 0,0-1 0 0 0,-1 1 1 0 0,2-1-1 0 0,5-2-407 0 0,0 0-1 0 0,-1-1 1 0 0,0 0-1 0 0,10-8 1 0 0,524-455 2564 0 0,-113 117-810 0 0,-214 183-1149 0 0,-190 148-166 0 0,53-40-308 0 0,-66 53 361 0 0,0-1-1 0 0,0 2 0 0 0,0-1 1 0 0,1 2-1 0 0,20-8 0 0 0,-30 12 27 0 0,1-1 0 0 0,-1 1 0 0 0,1-1 0 0 0,-1 1 0 0 0,1 0 0 0 0,-1-1 0 0 0,1 1 0 0 0,0 0 0 0 0,-1 0 0 0 0,1 0 0 0 0,-1 0-1 0 0,1 0 1 0 0,-1 0 0 0 0,1 1 0 0 0,-1-1 0 0 0,1 0 0 0 0,-1 1 0 0 0,1-1 0 0 0,-1 1 0 0 0,1 0 0 0 0,-1-1 0 0 0,0 1 0 0 0,1 0 0 0 0,-1 0 0 0 0,0 0 0 0 0,2 2-1 0 0,-2-1 26 0 0,0 0-1 0 0,0 0 0 0 0,0 1 1 0 0,-1-1-1 0 0,1 0 0 0 0,-1 0 1 0 0,1 1-1 0 0,-1-1 0 0 0,0 0 1 0 0,0 1-1 0 0,0-1 0 0 0,0 0 1 0 0,-1 1-1 0 0,1-1 0 0 0,-1 4 1 0 0,-3 9 119 0 0,-1-1 0 0 0,0 1-1 0 0,-1-1 1 0 0,-9 15 0 0 0,-253 381 1283 0 0,191-301-1265 0 0,-102 121 41 0 0,-15 22-165 0 0,166-210-61 0 0,1 1-1 0 0,3 1 1 0 0,1 1-1 0 0,-19 57 1 0 0,41-100 0 0 0,-1 3-38 0 0,0 1 0 0 0,0 0-1 0 0,1-1 1 0 0,0 1 0 0 0,0 0 0 0 0,0 0 0 0 0,0 11 0 0 0,2-17-4 0 0,-1 1 0 0 0,0 0 0 0 0,0-1 0 0 0,1 1 0 0 0,-1-1 0 0 0,1 1 0 0 0,-1-1 0 0 0,0 0 0 0 0,1 1 0 0 0,-1-1 0 0 0,1 1 0 0 0,-1-1 0 0 0,1 0 0 0 0,-1 1 0 0 0,1-1 1 0 0,-1 0-1 0 0,1 0 0 0 0,-1 1 0 0 0,1-1 0 0 0,0 0 0 0 0,-1 0 0 0 0,1 0 0 0 0,-1 0 0 0 0,1 0 0 0 0,0 0 0 0 0,-1 0 0 0 0,1 0 0 0 0,-1 0 0 0 0,1 0 0 0 0,0 0 0 0 0,-1 0 0 0 0,1 0 0 0 0,-1 0 0 0 0,1 0 1 0 0,0-1-1 0 0,-1 1 0 0 0,1 0 0 0 0,0-1 0 0 0,29-10-647 0 0,-26 9 711 0 0,26-13-2 0 0,0-2 1 0 0,-2-1-1 0 0,0-1 1 0 0,37-33-1 0 0,-23 18 99 0 0,471-402 344 0 0,44-35-2227 0 0,-547 463 1673 0 0,-1 0-97 0 0,0 1 0 0 0,1 1 0 0 0,-1-1 0 0 0,21-8 0 0 0,-30 15 197 0 0,1-1-1 0 0,-1 1 1 0 0,1 0-1 0 0,-1 0 1 0 0,0 0-1 0 0,1-1 1 0 0,-1 1-1 0 0,1 0 1 0 0,-1 0-1 0 0,1 0 0 0 0,-1 0 1 0 0,1 0-1 0 0,-1 0 1 0 0,1 0-1 0 0,-1 0 1 0 0,0 0-1 0 0,1 0 1 0 0,-1 0-1 0 0,1 0 1 0 0,-1 0-1 0 0,1 1 1 0 0,-1-1-1 0 0,1 0 1 0 0,-1 0-1 0 0,0 0 0 0 0,1 1 1 0 0,-1-1-1 0 0,1 0 1 0 0,-1 0-1 0 0,0 1 1 0 0,1-1-1 0 0,-1 0 1 0 0,0 1-1 0 0,1-1 1 0 0,-1 1-1 0 0,0 18 228 0 0,-14 21 171 0 0,-13 15 48 0 0,-3-1 0 0 0,-44 61 0 0 0,-88 90 379 0 0,-111 70-175 0 0,69-75-635 0 0,188-179-81 0 0,14-17-205 0 0,11-15-202 0 0,25-35-886 0 0,-2-1-1 0 0,25-53 0 0 0,36-53 1931 0 0,-47 95-110 0 0,2 2 1 0 0,3 2-1 0 0,2 3 1 0 0,73-56-1 0 0,-124 105-448 0 0,1 0 0 0 0,0-1 0 0 0,0 1 0 0 0,0 0-1 0 0,0 0 1 0 0,0 1 0 0 0,0-1 0 0 0,1 1-1 0 0,-1 0 1 0 0,0 0 0 0 0,6-2 0 0 0,-8 3-13 0 0,0 0 0 0 0,-1 0 0 0 0,1 1 0 0 0,0-1 0 0 0,-1 0 0 0 0,1 0 0 0 0,0 0 0 0 0,-1 0 0 0 0,1 1 0 0 0,0-1 0 0 0,-1 0 0 0 0,1 1 0 0 0,-1-1 0 0 0,1 0 0 0 0,-1 1 0 0 0,1-1 0 0 0,-1 1 0 0 0,1-1 0 0 0,-1 0 0 0 0,1 1 0 0 0,-1-1 0 0 0,1 1 0 0 0,0 0 0 0 0,-1 2 0 0 0,1-1 0 0 0,0 0 0 0 0,0 0 0 0 0,-1 0 0 0 0,1 0 0 0 0,-1 1 0 0 0,0-1-1 0 0,0 0 1 0 0,0 0 0 0 0,0 4 0 0 0,-2 15 32 0 0,-1-1-1 0 0,0 1 1 0 0,-2-1 0 0 0,0 0-1 0 0,-10 24 1 0 0,-47 96 345 0 0,54-123-342 0 0,-127 239 755 0 0,37-75-659 0 0,66-120-304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143 116 8290 0 0,'0'-8'709'0'0,"0"1"-1"0"0,1-1 1 0 0,0 1 0 0 0,0-1 0 0 0,0 1-1 0 0,1-1 1 0 0,0 1 0 0 0,5-10 0 0 0,-3 3 288 0 0,9-10 2634 0 0,-15 38-3101 0 0,-15 45-109 0 0,-33 77 1 0 0,7-19-192 0 0,28-73-20 0 0,2 1-1 0 0,2 0 1 0 0,3 1-1 0 0,1 0 0 0 0,-2 93 1 0 0,9-134-205 0 0,0 1 0 0 0,1-1 0 0 0,0 1 0 0 0,0-1 0 0 0,0 1 0 0 0,0-1 0 0 0,1 0 0 0 0,0 1 0 0 0,0-1 0 0 0,0 0 0 0 0,1 0 0 0 0,0 0 0 0 0,0-1 0 0 0,0 1 0 0 0,5 5 0 0 0,-5-7 3 0 0,1 0 0 0 0,-1 0-1 0 0,1-1 1 0 0,0 1 0 0 0,0-1 0 0 0,0 0 0 0 0,1 0 0 0 0,-1 0 0 0 0,0-1-1 0 0,1 0 1 0 0,-1 1 0 0 0,1-1 0 0 0,-1-1 0 0 0,1 1 0 0 0,-1-1 0 0 0,1 0-1 0 0,0 0 1 0 0,7-1 0 0 0,15-2 102 0 0,0-2-1 0 0,0-1 1 0 0,-1-1 0 0 0,1-1 0 0 0,45-21-1 0 0,120-77 98 0 0,-27 14-1737 0 0,-100 62-132 0 0,-21 13-4375 0 0,-18 8-15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12443 0 0,'-2'1'119'0'0,"0"0"0"0"0,1-1 0 0 0,-1 1 0 0 0,1 0 0 0 0,-1 0 1 0 0,1 0-1 0 0,-1 0 0 0 0,1 0 0 0 0,0 0 0 0 0,0 0 0 0 0,-1 1 0 0 0,1-1 1 0 0,0 0-1 0 0,0 1 0 0 0,0-1 0 0 0,0 1 0 0 0,1-1 0 0 0,-2 3 0 0 0,1 0 135 0 0,0 0 0 0 0,0 0 0 0 0,1 0 0 0 0,-1 0 0 0 0,1 0 0 0 0,0 1 0 0 0,1 4 0 0 0,1 7 466 0 0,1 0 0 0 0,0 0 0 0 0,2 0 1 0 0,8 22-1 0 0,-6-18-253 0 0,0 0 0 0 0,3 23 1 0 0,3 65-428 0 0,-1 126 1 0 0,2 20-8838 0 0,-11-220 6822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14747 0 0,'-1'7'2523'0'0,"-10"22"-2128"0"0,-5 11 123 0 0,3 1 0 0 0,1 1 0 0 0,2 0-1 0 0,-7 63 1 0 0,-2 8 152 0 0,11-74-845 0 0,-20 120-3177 0 0,25-136 2361 0 0,2 1 1 0 0,0-1-1 0 0,2 1 1 0 0,6 42-1 0 0,-4-53-4395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10594 0 0,'2'5'5263'0'0,"18"5"-3051"0"0,28 10-373 0 0,-21-12-1605 0 0,-1 2 0 0 0,0 0 0 0 0,-1 2 0 0 0,0 1 1 0 0,0 1-1 0 0,-2 0 0 0 0,0 2 0 0 0,-1 1 0 0 0,0 1 0 0 0,-1 1 0 0 0,33 40 0 0 0,-12-11-604 0 0,2-1 0 0 0,1-3 1 0 0,3-1-1 0 0,73 50 0 0 0,-99-79-275 0 0,16 13-1322 0 0,-16-8-3408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138 166 13827 0 0,'-127'-24'5893'0'0,"126"24"-5867"0"0,1 0 1 0 0,-1 0-1 0 0,1 0 0 0 0,-1 0 1 0 0,1-1-1 0 0,0 1 0 0 0,-1 0 0 0 0,1 0 1 0 0,-1 0-1 0 0,1 0 0 0 0,0 0 0 0 0,-1 0 1 0 0,1-1-1 0 0,-1 1 0 0 0,1 0 0 0 0,0 0 1 0 0,-1-1-1 0 0,1 1 0 0 0,0 0 0 0 0,-1-1 1 0 0,1 1-1 0 0,0 0 0 0 0,0-1 1 0 0,-1 1-1 0 0,1 0 0 0 0,0-1 0 0 0,0 1 1 0 0,-1-1-1 0 0,11-6 305 0 0,27-5-167 0 0,-31 11-81 0 0,294-96-533 0 0,-250 79-516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7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188 140 2304 0 0,'-15'1'340'0'0,"-1"0"0"0"0,-20 6 0 0 0,26-5-202 0 0,1 0 0 0 0,-1 0 0 0 0,0-1 0 0 0,0 0 0 0 0,0-1 0 0 0,0 0 0 0 0,0 0 0 0 0,-14-3 0 0 0,23 2-56 0 0,0 1 0 0 0,0-1 0 0 0,0 1 0 0 0,0-1 0 0 0,0 0 0 0 0,0 1 0 0 0,0-1 0 0 0,0 0 0 0 0,1 0 0 0 0,-1 1 0 0 0,0-1 0 0 0,0 0 0 0 0,1 0 0 0 0,-1 0 0 0 0,0 0 0 0 0,1 0 0 0 0,-1 0 0 0 0,1 0 0 0 0,-1 0 0 0 0,1 0 0 0 0,0 0 0 0 0,-1 0-1 0 0,1-1 1 0 0,0 1 0 0 0,0 0 0 0 0,0 0 0 0 0,0 0 0 0 0,0 0 0 0 0,0 0 0 0 0,0-1 0 0 0,0 1 0 0 0,0 0 0 0 0,1 0 0 0 0,-1 0 0 0 0,0 0 0 0 0,1 0 0 0 0,0-1 0 0 0,0-1 265 0 0,0 0 0 0 0,0 0-1 0 0,0 0 1 0 0,0 0 0 0 0,1 0 0 0 0,-1 0 0 0 0,1 1-1 0 0,0-1 1 0 0,0 0 0 0 0,0 1 0 0 0,0 0-1 0 0,4-4 1 0 0,12-4 173 0 0,1 1 0 0 0,0 0 0 0 0,1 1 0 0 0,0 1 0 0 0,41-8 0 0 0,-14 7-363 0 0,74-4 0 0 0,251 17 604 0 0,1 24 33 0 0,-81-4-416 0 0,-96-14 151 0 0,193 19 1356 0 0,-343-25-1610 0 0,-5 0 148 0 0,63 14 1 0 0,-91-15-407 0 0,0 0 0 0 0,0 1 0 0 0,-1 0 0 0 0,1 1 0 0 0,-1 0 0 0 0,-1 1 0 0 0,1 1 0 0 0,18 15 0 0 0,-11-10-618 0 0,-12-8-63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39 240 2304 0 0,'-1'-19'1051'0'0,"-1"0"-1"0"0,0 0 0 0 0,-1 0 0 0 0,-1 0 0 0 0,-1 1 0 0 0,-10-28 0 0 0,13 59 2173 0 0,-1 62-1919 0 0,2-23-1021 0 0,0-9 776 0 0,8 71 1 0 0,-7-114-1058 0 0,0 0 1 0 0,0 0 0 0 0,0 0 0 0 0,0 1 0 0 0,0-1 0 0 0,0 0 0 0 0,0 0 0 0 0,0 0-1 0 0,0 0 1 0 0,0 1 0 0 0,0-1 0 0 0,0 0 0 0 0,0 0 0 0 0,0 0 0 0 0,0 0 0 0 0,1 1 0 0 0,-1-1-1 0 0,0 0 1 0 0,0 0 0 0 0,0 0 0 0 0,0 0 0 0 0,0 0 0 0 0,0 1 0 0 0,1-1 0 0 0,-1 0-1 0 0,0 0 1 0 0,0 0 0 0 0,0 0 0 0 0,0 0 0 0 0,1 0 0 0 0,-1 0 0 0 0,0 0 0 0 0,0 0-1 0 0,0 0 1 0 0,1 0 0 0 0,-1 0 0 0 0,0 0 0 0 0,0 0 0 0 0,0 0 0 0 0,0 0 0 0 0,1 0 0 0 0,-1 0-1 0 0,0 0 1 0 0,0 0 0 0 0,0 0 0 0 0,1 0 0 0 0,-1 0 0 0 0,0 0 0 0 0,0 0 0 0 0,0 0-1 0 0,0 0 1 0 0,1 0 0 0 0,-1 0 0 0 0,0-1 0 0 0,0 1 0 0 0,0 0 0 0 0,0 0 0 0 0,0 0 0 0 0,1 0-1 0 0,14-16 155 0 0,11-24 150 0 0,15-35-29 0 0,-18 30-61 0 0,2 1 1 0 0,2 1-1 0 0,49-60 0 0 0,-76 102-204 0 0,1 0 0 0 0,0 0-1 0 0,0 0 1 0 0,-1 0 0 0 0,1 0 0 0 0,0 0 0 0 0,0 0 0 0 0,0 0 0 0 0,0 1 0 0 0,0-1 0 0 0,1 0 0 0 0,-1 1 0 0 0,0-1 0 0 0,0 1 0 0 0,0-1 0 0 0,0 1 0 0 0,1 0 0 0 0,-1-1 0 0 0,0 1 0 0 0,0 0 0 0 0,1 0 0 0 0,-1 0 0 0 0,0 0 0 0 0,1 0 0 0 0,-1 0 0 0 0,0 0 0 0 0,0 0 0 0 0,1 1 0 0 0,-1-1 0 0 0,0 0 0 0 0,0 1 0 0 0,0-1-1 0 0,1 1 1 0 0,-1-1 0 0 0,0 1 0 0 0,0 0 0 0 0,0 0 0 0 0,0-1 0 0 0,0 1 0 0 0,0 0 0 0 0,0 0 0 0 0,0 0 0 0 0,-1 0 0 0 0,1 0 0 0 0,0 0 0 0 0,0 0 0 0 0,0 2 0 0 0,6 8 119 0 0,-1 0 0 0 0,-1 0 0 0 0,0 0 0 0 0,4 14 0 0 0,-4-12-90 0 0,11 37-54 0 0,-1 1 1 0 0,13 90-1 0 0,-19-93-145 0 0,-8-43 121 0 0,-1 1 19 0 0,1 0 0 0 0,1 0 1 0 0,-1 0-1 0 0,1 0 0 0 0,0 0 1 0 0,3 5-1 0 0,-4-10 17 0 0,-1 0 0 0 0,1 0 1 0 0,-1-1-1 0 0,1 1 0 0 0,-1-1 0 0 0,1 1 0 0 0,-1 0 0 0 0,1-1 0 0 0,0 1 1 0 0,-1-1-1 0 0,1 0 0 0 0,0 1 0 0 0,-1-1 0 0 0,1 1 0 0 0,0-1 0 0 0,0 0 1 0 0,-1 0-1 0 0,1 1 0 0 0,0-1 0 0 0,0 0 0 0 0,0 0 0 0 0,1 0 0 0 0,-1 0 0 0 0,1-1 0 0 0,0 1 0 0 0,-1 0 0 0 0,1-1 0 0 0,-1 0 0 0 0,1 1 0 0 0,-1-1 0 0 0,0 0 0 0 0,1 0-1 0 0,-1 0 1 0 0,0 1 0 0 0,1-2 0 0 0,1-1 0 0 0,4-5-6 0 0,1 0-1 0 0,-1 0 1 0 0,-1 0 0 0 0,0-1-1 0 0,0 0 1 0 0,-1-1-1 0 0,8-17 1 0 0,23-80-86 0 0,-7 18 51 0 0,-22 68 49 0 0,10-21 26 0 0,-16 40-32 0 0,0-1-1 0 0,0 1 1 0 0,0 0 0 0 0,1 0-1 0 0,-1 0 1 0 0,1 0-1 0 0,0 0 1 0 0,-1 0-1 0 0,1 1 1 0 0,0-1-1 0 0,0 0 1 0 0,0 1 0 0 0,4-3-1 0 0,-4 4 18 0 0,-1 0-1 0 0,1 1 0 0 0,0-1 1 0 0,-1 0-1 0 0,1 1 1 0 0,-1-1-1 0 0,0 1 0 0 0,1-1 1 0 0,-1 1-1 0 0,1 0 1 0 0,-1-1-1 0 0,0 1 0 0 0,1 0 1 0 0,-1 0-1 0 0,0 0 1 0 0,0 0-1 0 0,0 0 0 0 0,0 0 1 0 0,0 0-1 0 0,1 2 1 0 0,23 27 462 0 0,-24-29-470 0 0,89 127 429 0 0,-74-103-442 0 0,-2 1 0 0 0,-1 0 0 0 0,13 36 0 0 0,-26-60-3 0 0,3 5-71 0 0,-1 1 1 0 0,1-1 0 0 0,0 0 0 0 0,1 0 0 0 0,6 9-1 0 0,-9-15 14 0 0,0 0-1 0 0,0 0 1 0 0,0 0 0 0 0,0 0-1 0 0,0 0 1 0 0,0 0-1 0 0,0 0 1 0 0,0 0-1 0 0,0-1 1 0 0,0 1-1 0 0,0 0 1 0 0,0-1-1 0 0,1 1 1 0 0,-1-1-1 0 0,0 1 1 0 0,1-1-1 0 0,-1 0 1 0 0,0 0 0 0 0,1 1-1 0 0,-1-1 1 0 0,0 0-1 0 0,1 0 1 0 0,-1 0-1 0 0,0-1 1 0 0,1 1-1 0 0,-1 0 1 0 0,0 0-1 0 0,1-1 1 0 0,-1 1-1 0 0,0 0 1 0 0,0-1-1 0 0,0 0 1 0 0,1 1 0 0 0,-1-1-1 0 0,0 0 1 0 0,0 1-1 0 0,0-1 1 0 0,0 0-1 0 0,1-1 1 0 0,10-8-998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0 400 2761 0 0,'2'-19'11509'0'0,"0"18"-11112"0"0,6-8 2796 0 0,-3 3-3283 0 0,1 1-381 0 0,0 1 626 0 0,0 0-1 0 0,0 0 1 0 0,0 0 0 0 0,1 1 0 0 0,0 0 0 0 0,0 0 0 0 0,0 1 0 0 0,0-1 0 0 0,0 2 0 0 0,0-1 0 0 0,10 0 0 0 0,1-2 115 0 0,105-28 807 0 0,-63 15-886 0 0,90-14 0 0 0,576-97 503 0 0,-683 116-528 0 0,-1-2 0 0 0,42-20 0 0 0,42-14-56 0 0,-124 47-180 0 0,0 0 0 0 0,1 1 0 0 0,-1-1 0 0 0,0 1 1 0 0,1-1-1 0 0,-1 1 0 0 0,0 0 0 0 0,1 0 0 0 0,-1 0 1 0 0,0 0-1 0 0,1 0 0 0 0,-1 1 0 0 0,1-1 0 0 0,-1 1 1 0 0,0-1-1 0 0,0 1 0 0 0,1 0 0 0 0,-1 0 0 0 0,3 2 0 0 0,-1 0-1006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9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4609 0 0,'9'7'7310'0'0,"-5"-4"-7069"0"0,0 0-1 0 0,0 0 1 0 0,1 0-1 0 0,-1-1 1 0 0,1 0-1 0 0,-1 1 1 0 0,9 1-1 0 0,13-1 363 0 0,0 0 0 0 0,0-2 1 0 0,0-1-1 0 0,35-5 0 0 0,104-23 599 0 0,-84 12-579 0 0,-70 15-615 0 0,-1 0 0 0 0,1 1 0 0 0,0 0 0 0 0,0 1 0 0 0,0 0 0 0 0,-1 1 0 0 0,1 0 0 0 0,0 0 0 0 0,17 8 0 0 0,-17-7-8 0 0,26 4-5723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11 350 2304 0 0,'-1'-1'313'0'0,"0"0"0"0"0,0 0-1 0 0,0-1 1 0 0,0 1-1 0 0,1 0 1 0 0,-1 0-1 0 0,0-1 1 0 0,1 1-1 0 0,-1 0 1 0 0,1-1-1 0 0,-1 1 1 0 0,1-1-1 0 0,0 1 1 0 0,-1 0-1 0 0,1-1 1 0 0,0 1-1 0 0,0-1 1 0 0,0 1-1 0 0,0-1 1 0 0,0 1-1 0 0,0-1 1 0 0,1 1-1 0 0,-1-1 1 0 0,0 1-1 0 0,1 0 1 0 0,-1-1-1 0 0,1 1 1 0 0,0 0-1 0 0,-1-1 1 0 0,1 1-1 0 0,0 0 1 0 0,0 0-1 0 0,0 0 1 0 0,0-1-1 0 0,0 1 1 0 0,0 0 0 0 0,0 0-1 0 0,0 0 1 0 0,0 1-1 0 0,2-2 1 0 0,7-6 804 0 0,0 0 0 0 0,0 1 0 0 0,20-9 0 0 0,-20 10-799 0 0,18-12-67 0 0,-19 12-223 0 0,0 0 0 0 0,0 0-1 0 0,0 1 1 0 0,0 0 0 0 0,14-4 0 0 0,-20 8-22 0 0,-1 1 0 0 0,1-1 0 0 0,-1 1-1 0 0,1 0 1 0 0,0-1 0 0 0,-1 1 0 0 0,1 0 0 0 0,-1 1 0 0 0,1-1 0 0 0,-1 0 0 0 0,1 1 0 0 0,-1-1 0 0 0,1 1 0 0 0,-1 0 0 0 0,1 0 0 0 0,-1 0-1 0 0,1 0 1 0 0,-1 0 0 0 0,0 1 0 0 0,0-1 0 0 0,0 0 0 0 0,0 1 0 0 0,0 0 0 0 0,0 0 0 0 0,0-1 0 0 0,3 5 0 0 0,3 7 29 0 0,0-1 0 0 0,-1 1 0 0 0,-1 0 0 0 0,0 0 0 0 0,0 1 0 0 0,-2 0 0 0 0,6 25 1 0 0,-6-24-28 0 0,0 1 0 0 0,1-1 1 0 0,1 1-1 0 0,0-2 0 0 0,16 28 0 0 0,-21-41-19 0 0,-1 0 1 0 0,1 0-1 0 0,0 0 0 0 0,-1 0 0 0 0,1 0 0 0 0,0 0 0 0 0,0 0 0 0 0,0 0 0 0 0,0 0 0 0 0,0 0 0 0 0,0 0 0 0 0,0 0 0 0 0,0-1 0 0 0,0 1 0 0 0,1 0 0 0 0,-1-1 0 0 0,0 1 0 0 0,0-1 0 0 0,1 0 0 0 0,-1 1 0 0 0,0-1 0 0 0,0 0 0 0 0,1 0 0 0 0,-1 0 0 0 0,0 0 0 0 0,1 0 0 0 0,1 0 0 0 0,-1-1-12 0 0,1 0 0 0 0,-1 0-1 0 0,0 0 1 0 0,0-1 0 0 0,0 1 0 0 0,0-1-1 0 0,0 1 1 0 0,0-1 0 0 0,0 0-1 0 0,-1 1 1 0 0,1-1 0 0 0,0 0-1 0 0,1-3 1 0 0,4-7-77 0 0,0-1-1 0 0,-1 1 1 0 0,0-1 0 0 0,3-14 0 0 0,13-46 64 0 0,-11 35 103 0 0,1 0-1 0 0,1 1 1 0 0,26-49-1 0 0,-20 58-78 0 0,-18 27 18 0 0,-1 0 1 0 0,1-1-1 0 0,0 1 0 0 0,0 1 1 0 0,0-1-1 0 0,0 0 1 0 0,0 0-1 0 0,0 0 1 0 0,0 0-1 0 0,0 1 0 0 0,0-1 1 0 0,0 0-1 0 0,0 1 1 0 0,0-1-1 0 0,1 1 0 0 0,-1-1 1 0 0,0 1-1 0 0,0 0 1 0 0,1-1-1 0 0,-1 1 0 0 0,0 0 1 0 0,0 0-1 0 0,2 0 1 0 0,0 2 52 0 0,-2 1 0 0 0,1-1 1 0 0,0 1-1 0 0,0-1 1 0 0,-1 1-1 0 0,1 0 1 0 0,-1 0-1 0 0,0 0 0 0 0,0 0 1 0 0,0 0-1 0 0,0 0 1 0 0,0 4-1 0 0,2 2 99 0 0,6 21-45 0 0,-4-12 12 0 0,1 0 0 0 0,11 22 0 0 0,-16-37-112 0 0,1 1 0 0 0,0-1-1 0 0,0 0 1 0 0,0 0 0 0 0,0 0 0 0 0,0 0-1 0 0,1 0 1 0 0,0 0 0 0 0,-1 0 0 0 0,1-1-1 0 0,0 1 1 0 0,0-1 0 0 0,1 0-1 0 0,-1 0 1 0 0,0 0 0 0 0,7 2 0 0 0,-8-3-19 0 0,0-1 0 0 0,0 0 0 0 0,-1 0 1 0 0,1 0-1 0 0,0 0 0 0 0,0-1 0 0 0,-1 1 1 0 0,1 0-1 0 0,0-1 0 0 0,-1 1 0 0 0,1-1 1 0 0,0 0-1 0 0,-1 0 0 0 0,1 1 0 0 0,-1-1 1 0 0,1 0-1 0 0,-1 0 0 0 0,1 0 0 0 0,-1 0 1 0 0,0-1-1 0 0,1 1 0 0 0,-1 0 0 0 0,1-2 0 0 0,29-40-226 0 0,-20 26 168 0 0,29-43-148 0 0,-31 44 185 0 0,0 0 1 0 0,1 1-1 0 0,1 0 1 0 0,1 1-1 0 0,0 0 1 0 0,24-20-1 0 0,-34 32 40 0 0,0 1-1 0 0,0 0 0 0 0,0 0 0 0 0,-1 0 1 0 0,1 0-1 0 0,0 0 0 0 0,0 0 0 0 0,1 0 1 0 0,-1 1-1 0 0,0-1 0 0 0,0 1 0 0 0,0-1 1 0 0,0 1-1 0 0,0 0 0 0 0,1 0 0 0 0,-1 0 0 0 0,0 0 1 0 0,0 1-1 0 0,0-1 0 0 0,0 0 0 0 0,0 1 1 0 0,1 0-1 0 0,-1-1 0 0 0,0 1 0 0 0,0 0 1 0 0,0 0-1 0 0,0 0 0 0 0,-1 0 0 0 0,1 0 1 0 0,0 1-1 0 0,0-1 0 0 0,-1 0 0 0 0,1 1 0 0 0,-1 0 1 0 0,1-1-1 0 0,-1 1 0 0 0,0 0 0 0 0,3 3 1 0 0,4 8 171 0 0,0 0 0 0 0,-1 0 0 0 0,-1 1 0 0 0,7 20 0 0 0,-10-26-141 0 0,19 59 77 0 0,10 27-112 0 0,-28-86-26 0 0,0 1-1 0 0,1-1 1 0 0,0 1-1 0 0,0-1 1 0 0,0 0-1 0 0,1-1 0 0 0,13 13 1 0 0,-17-18 0 0 0,0-1 0 0 0,0 1 1 0 0,0-1-1 0 0,-1 0 0 0 0,1 0 0 0 0,1 0 1 0 0,-1 0-1 0 0,0 0 0 0 0,0 0 1 0 0,0 0-1 0 0,0-1 0 0 0,1 1 0 0 0,-1-1 1 0 0,0 0-1 0 0,1 0 0 0 0,-1 0 1 0 0,0 0-1 0 0,1 0 0 0 0,-1 0 0 0 0,0 0 1 0 0,0-1-1 0 0,1 1 0 0 0,-1-1 1 0 0,0 0-1 0 0,0 1 0 0 0,0-1 0 0 0,0 0 1 0 0,0-1-1 0 0,2 0 0 0 0,7-5-644 0 0,-1 0 0 0 0,0-1-1 0 0,-1-1 1 0 0,12-12 0 0 0,1 0-2301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3657 0 0,'1'0'214'0'0,"0"0"0"0"0,0 0 0 0 0,0 1 0 0 0,0-1 0 0 0,0 0 1 0 0,0 0-1 0 0,0 0 0 0 0,0 0 0 0 0,0 0 0 0 0,0-1 0 0 0,0 1 0 0 0,0 0 0 0 0,0 0 1 0 0,0-1-1 0 0,0 1 0 0 0,0 0 0 0 0,0-1 0 0 0,0 1 0 0 0,-1-1 0 0 0,1 1 0 0 0,1-2 1 0 0,25-15 4748 0 0,-24 14-4355 0 0,10-5 465 0 0,0 0-1 0 0,1 0 1 0 0,0 2 0 0 0,15-6-1 0 0,-5 4-102 0 0,46-8-1 0 0,123-1-675 0 0,-159 15 72 0 0,560-35 837 0 0,-254 36-1197 0 0,-88 4 81 0 0,-226-4-99 0 0,143-4 53 0 0,184 18-1 0 0,-316-7 28 0 0,69 21 1 0 0,16 3-71 0 0,-108-28-56 0 0,0-1 0 0 0,0 0 1 0 0,1 0-1 0 0,-1-2 0 0 0,0 0 1 0 0,25-4-1 0 0,26-6-3674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6913 0 0,'16'-22'1647'0'0,"20"-37"0"0"0,-3 4 982 0 0,-37 61-1774 0 0,1 1 0 0 0,-1 0 0 0 0,1 0 0 0 0,0 0 0 0 0,1 0 0 0 0,-3 12 0 0 0,2-6-232 0 0,1 0 1 0 0,1 1-1 0 0,0 15 1 0 0,4 13-361 0 0,11 62 0 0 0,-6-54 307 0 0,0 27-311 0 0,-1 142-1 0 0,-26 76 238 0 0,17-269-491 0 0,0 36-5 0 0,12 119 0 0 0,-1-68 0 0 0,-8-89-184 0 0,-2 0 0 0 0,0 0 0 0 0,-2 0 0 0 0,-10 44-1 0 0,-38 88-1409 0 0,40-124 1347 0 0,10-30 137 0 0,-1 3-585 0 0,1 0 1 0 0,-1-1-1 0 0,1 2 1 0 0,-1-1-1 0 0,2 0 1 0 0,-1 0-1 0 0,0 10 1 0 0,3-9-1376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0 5617 0 0,'-27'18'1122'0'0,"-46"22"0"0"0,47-28 961 0 0,1 2 0 0 0,-44 32 0 0 0,68-46-2046 0 0,-71 64 2885 0 0,66-58-2587 0 0,1 0 1 0 0,-1 0-1 0 0,1 1 1 0 0,0 0-1 0 0,1 0 0 0 0,0 0 1 0 0,0 0-1 0 0,0 1 1 0 0,-3 11-1 0 0,7-18-282 0 0,0 1-1 0 0,0-1 1 0 0,0 0-1 0 0,1 1 1 0 0,-1-1-1 0 0,1 1 1 0 0,-1-1-1 0 0,1 0 1 0 0,-1 0 0 0 0,1 1-1 0 0,-1-1 1 0 0,1 0-1 0 0,0 0 1 0 0,0 0-1 0 0,0 0 1 0 0,0 0-1 0 0,0 0 1 0 0,0 0 0 0 0,0 0-1 0 0,0 0 1 0 0,0 0-1 0 0,0 0 1 0 0,1-1-1 0 0,-1 1 1 0 0,0 0-1 0 0,2 0 1 0 0,36 15 14 0 0,31-2-356 0 0,1-2 0 0 0,114 3 0 0 0,-123-11 169 0 0,-60-4 119 0 0,0 0-1 0 0,0 0 1 0 0,0 1 0 0 0,0-1 0 0 0,0 0-1 0 0,0 1 1 0 0,0-1 0 0 0,0 1 0 0 0,-1 0-1 0 0,1 0 1 0 0,2 1 0 0 0,-4-2 0 0 0,1 0 1 0 0,-1 1-1 0 0,0-1 0 0 0,1 1 1 0 0,-1-1-1 0 0,0 0 1 0 0,1 1-1 0 0,-1-1 0 0 0,0 1 1 0 0,0-1-1 0 0,1 1 1 0 0,-1-1-1 0 0,0 1 0 0 0,0 0 1 0 0,0-1-1 0 0,0 1 1 0 0,1-1-1 0 0,-1 1 0 0 0,0-1 1 0 0,0 1-1 0 0,0-1 1 0 0,0 1-1 0 0,0-1 1 0 0,-1 1-1 0 0,1 0 0 0 0,-2 4-1 0 0,0-1-1 0 0,0 0 0 0 0,0 1 1 0 0,-1-1-1 0 0,0 0 0 0 0,0 0 1 0 0,-3 4-1 0 0,-3 3 1 0 0,-31 38-45 0 0,-31 45-168 0 0,63-82 186 0 0,0 1 0 0 0,1-1 1 0 0,0 2-1 0 0,1-1 0 0 0,-7 26 1 0 0,13-37 19 0 0,-1 0 0 0 0,1 0 0 0 0,0 0 1 0 0,0 0-1 0 0,0 0 0 0 0,0 0 0 0 0,0 0 1 0 0,0 1-1 0 0,0-1 0 0 0,1 0 0 0 0,-1 0 1 0 0,1 0-1 0 0,0 0 0 0 0,-1 0 0 0 0,1 0 1 0 0,0 0-1 0 0,0-1 0 0 0,0 1 0 0 0,1 0 1 0 0,-1 0-1 0 0,0-1 0 0 0,1 1 0 0 0,-1-1 0 0 0,1 1 1 0 0,-1-1-1 0 0,1 1 0 0 0,0-1 0 0 0,-1 0 1 0 0,1 0-1 0 0,0 0 0 0 0,0 0 0 0 0,2 1 1 0 0,9 3-72 0 0,0 0 0 0 0,1-1 1 0 0,-1 0-1 0 0,15 2 0 0 0,10 3-6 0 0,-29-6 101 0 0,0 0-1 0 0,0 1 0 0 0,0 0 1 0 0,0 0-1 0 0,-1 1 0 0 0,1 0 1 0 0,8 8-1 0 0,-15-12-10 0 0,-1 1-1 0 0,1-1 1 0 0,-1 1 0 0 0,1 0 0 0 0,-1 0-1 0 0,1 0 1 0 0,-1 0 0 0 0,0 0 0 0 0,0 0-1 0 0,0 0 1 0 0,0 0 0 0 0,0 0-1 0 0,-1 0 1 0 0,1 1 0 0 0,-1-1 0 0 0,1 0-1 0 0,-1 1 1 0 0,0-1 0 0 0,0 0 0 0 0,0 1-1 0 0,0-1 1 0 0,0 0 0 0 0,0 0 0 0 0,-1 1-1 0 0,1-1 1 0 0,-1 0 0 0 0,1 0-1 0 0,-1 1 1 0 0,0-1 0 0 0,0 0 0 0 0,0 0-1 0 0,0 0 1 0 0,-1 0 0 0 0,-1 3 0 0 0,-29 36-697 0 0,-1-1 0 0 0,-50 47 1 0 0,35-38-2381 0 0,15-15 101 0 0,19-20 1391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2288 0 0,'-10'5'582'0'0,"0"1"0"0"0,0 0 0 0 0,1 0 0 0 0,0 0-1 0 0,0 1 1 0 0,0 1 0 0 0,1 0 0 0 0,-14 16 0 0 0,18-18-92 0 0,0 0 1 0 0,1 0-1 0 0,0 0 0 0 0,0 1 1 0 0,0-1-1 0 0,1 1 1 0 0,0 0-1 0 0,0-1 0 0 0,0 1 1 0 0,1 0-1 0 0,0 0 1 0 0,1 0-1 0 0,-1 0 0 0 0,1 1 1 0 0,2 11-1 0 0,21 103 3826 0 0,-6-36-3343 0 0,8 94-738 0 0,-7 2-1 0 0,-8 0 0 0 0,-9 0 0 0 0,-28 240 0 0 0,6-287 495 0 0,-46 157-1 0 0,14-72-1818 0 0,48-190 263 0 0,4-17-2053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2761 0 0,'-1'-1'270'0'0,"0"0"0"0"0,0 0 0 0 0,0 0 0 0 0,0 0 1 0 0,0 0-1 0 0,0 0 0 0 0,0 0 0 0 0,0 1 0 0 0,-1-1 1 0 0,1 0-1 0 0,0 1 0 0 0,0-1 0 0 0,-1 1 0 0 0,1 0 1 0 0,0-1-1 0 0,-1 1 0 0 0,1 0 0 0 0,0-1 0 0 0,-1 1 1 0 0,1 0-1 0 0,0 0 0 0 0,-1 0 0 0 0,1 1 0 0 0,0-1 1 0 0,-1 0-1 0 0,1 0 0 0 0,0 1 0 0 0,-1-1 0 0 0,1 1 1 0 0,-2 0-1 0 0,1 0 30 0 0,1 1 0 0 0,0-1 0 0 0,-1 0 0 0 0,1 1 0 0 0,0-1 0 0 0,0 1 0 0 0,0-1 0 0 0,0 1 1 0 0,0-1-1 0 0,0 1 0 0 0,0 0 0 0 0,1-1 0 0 0,-1 1 0 0 0,0 0 0 0 0,1 0 0 0 0,0 0 0 0 0,-1-1 0 0 0,1 1 0 0 0,0 0 0 0 0,0 0 0 0 0,0 0 0 0 0,1 3 1 0 0,20 423 842 0 0,27 229 639 0 0,-17-349-1618 0 0,-29-242-87 0 0,-4 1 1 0 0,-16 107 0 0 0,16-159-490 0 0,-7 50 1544 0 0,11-22-7600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 3225 0 0,'-2'0'94'0'0,"-8"2"-452"0"0,1 0-1 0 0,0 0 1 0 0,-1 1-1 0 0,1 1 1 0 0,-10 4-1 0 0,16-7 472 0 0,0 0-1 0 0,0 0 0 0 0,0-1 0 0 0,0 1 1 0 0,0 0-1 0 0,0-1 0 0 0,0 0 0 0 0,0 0 1 0 0,0 0-1 0 0,0 0 0 0 0,-1-1 0 0 0,1 1 1 0 0,0-1-1 0 0,0 1 0 0 0,0-1 0 0 0,0 0 1 0 0,0 0-1 0 0,-4-3 0 0 0,2 2 1107 0 0,1 0 0 0 0,-1 1-1 0 0,0-1 1 0 0,0 1 0 0 0,0 0-1 0 0,-9 2 4866 0 0,21 6-4563 0 0,14 4-2004 0 0,-20-11 793 0 0,9 3-300 0 0,0-1 1 0 0,0 0-1 0 0,1 0 0 0 0,-1-1 1 0 0,1-1-1 0 0,-1 0 0 0 0,13-2 0 0 0,26 2-13 0 0,307 44 10 0 0,9 1-102 0 0,205 22 354 0 0,-430-47 77 0 0,352 11 727 0 0,-390-28-827 0 0,274 35 163 0 0,-4 32-355 0 0,-285-53-55 0 0,58 5 46 0 0,227 5 0 0 0,9-1-39 0 0,-292-14-18 0 0,428 37 444 0 0,36-20 146 0 0,-121-5-437 0 0,-11-26 143 0 0,-161-2-150 0 0,-14-10-124 0 0,0 1 0 0 0,-160 11 0 0 0,158-21 0 0 0,214-28 0 0 0,-367 43 0 0 0,-44 4 16 0 0,8 0 50 0 0,-1-2 1 0 0,68-17 0 0 0,-43 1-52 0 0,160-38 145 0 0,-193 52-126 0 0,1 1 1 0 0,0 2-1 0 0,57 2 0 0 0,377-16-74 0 0,-455 15 151 0 0,0-1 1 0 0,43-14 0 0 0,-44 11 32 0 0,1 1 1 0 0,39-6-1 0 0,-57 13-139 0 0,0 0 0 0 0,0 1-1 0 0,0 0 1 0 0,0 0 0 0 0,14 4 0 0 0,30 4-47 0 0,15-15 71 0 0,-57 3-32 0 0,0 2 1 0 0,-1-1-1 0 0,1 1 1 0 0,0 1 0 0 0,0 0-1 0 0,0 0 1 0 0,0 1-1 0 0,0 0 1 0 0,0 1-1 0 0,-1 0 1 0 0,15 5 0 0 0,-9-1 64 0 0,-10-4-24 0 0,0 0 1 0 0,-1-1-1 0 0,1 1 1 0 0,-1 1 0 0 0,0-1-1 0 0,6 5 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43 6937 0 0,'-2'-2'706'0'0,"12"-7"-3138"0"0,-8 8 2420 0 0,0 0 0 0 0,0-1 1 0 0,0 1-1 0 0,0-1 0 0 0,0 1 0 0 0,0-1 0 0 0,-1 0 1 0 0,1 0-1 0 0,-1 0 0 0 0,3-3 0 0 0,2-5-60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8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2304 0 0,'0'-2'201'0'0,"0"-2"-201"0"0,2 4 0 0 0,0-1 0 0 0,-2-1 0 0 0,2 0 0 0 0,1 0 64 0 0,1-3-64 0 0,1 0 0 0 0,2-2 0 0 0,-2 2 0 0 0,-1-1 0 0 0,-1 3 0 0 0,-3 1 0 0 0,-2-1-64 0 0,1 1 64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387 442 3225 0 0,'-44'4'6312'0'0,"-5"3"-2774"0"0,27-3-1987 0 0,0-1 0 0 0,-41 0-1 0 0,57-3-1378 0 0,0 0 0 0 0,-1-1 0 0 0,1 0 1 0 0,0 0-1 0 0,0-1 0 0 0,0 0 0 0 0,0 0 0 0 0,0 0 0 0 0,0-1 0 0 0,0 0 0 0 0,1 0 0 0 0,-1 0 0 0 0,1-1 0 0 0,-7-6 0 0 0,2 2 14 0 0,1-1 0 0 0,0-1 0 0 0,1 1 0 0 0,0-2 0 0 0,1 1 0 0 0,0-1 0 0 0,0 0-1 0 0,1 0 1 0 0,-4-13 0 0 0,7 16-159 0 0,1 1 0 0 0,0-1 0 0 0,1 0 0 0 0,0 0 0 0 0,0 0 0 0 0,0 0 0 0 0,1 0 0 0 0,1 0 0 0 0,-1-1 0 0 0,1 1 0 0 0,0 0 0 0 0,1 1 0 0 0,0-1 0 0 0,1 0 0 0 0,3-10 0 0 0,5-6-2 0 0,0 0-1 0 0,16-24 0 0 0,-23 41-22 0 0,1 0 0 0 0,0 0 0 0 0,0 1 0 0 0,1-1 0 0 0,0 1 0 0 0,0 1-1 0 0,0-1 1 0 0,1 1 0 0 0,0 0 0 0 0,12-7 0 0 0,-17 11-9 0 0,0 0 1 0 0,0 0 0 0 0,0 1-1 0 0,0-1 1 0 0,0 1-1 0 0,0-1 1 0 0,0 1 0 0 0,0-1-1 0 0,0 1 1 0 0,0 0-1 0 0,0 0 1 0 0,1 0 0 0 0,-1 1-1 0 0,0-1 1 0 0,0 0-1 0 0,0 1 1 0 0,0-1 0 0 0,0 1-1 0 0,0 0 1 0 0,0-1-1 0 0,3 3 1 0 0,-1 0-14 0 0,-1-1 0 0 0,0 1 1 0 0,0 0-1 0 0,0 0 0 0 0,0 0 0 0 0,-1 0 1 0 0,1 0-1 0 0,-1 1 0 0 0,0-1 0 0 0,3 7 0 0 0,1 4-125 0 0,-1 1-1 0 0,0-1 0 0 0,-1 1 0 0 0,0 0 0 0 0,1 16 0 0 0,6 92-982 0 0,-5-54 713 0 0,19 91 1 0 0,-24-152 394 0 0,1-1 1 0 0,0 0 0 0 0,0-1 0 0 0,1 1 0 0 0,0 0 0 0 0,0-1 0 0 0,1 1 0 0 0,-1-1 0 0 0,2 0-1 0 0,-1 0 1 0 0,0-1 0 0 0,1 1 0 0 0,0-1 0 0 0,12 9 0 0 0,-12-10 20 0 0,1-1-1 0 0,1 0 1 0 0,-1 0-1 0 0,0 0 1 0 0,1-1-1 0 0,-1 0 1 0 0,1-1-1 0 0,0 1 1 0 0,-1-1-1 0 0,1 0 1 0 0,0-1-1 0 0,0 0 1 0 0,0 0-1 0 0,0 0 1 0 0,-1-1 0 0 0,9-2-1 0 0,-5 1 59 0 0,0-1 1 0 0,1 0-1 0 0,-1-1 0 0 0,0 0 0 0 0,-1-1 1 0 0,1 0-1 0 0,-1-1 0 0 0,0 1 0 0 0,13-13 1 0 0,-16 13 26 0 0,0 0 0 0 0,0 0 1 0 0,0-1-1 0 0,-1 0 1 0 0,0 0-1 0 0,-1 0 0 0 0,1-1 1 0 0,-1 0-1 0 0,0 0 0 0 0,-1 0 1 0 0,0 0-1 0 0,0 0 0 0 0,4-15 1 0 0,-7 19-42 0 0,0 0 0 0 0,0 0 0 0 0,-1 0 0 0 0,1 0 1 0 0,-1 0-1 0 0,1 0 0 0 0,-1 0 0 0 0,0 0 0 0 0,0 0 0 0 0,0 0 0 0 0,-1 1 1 0 0,1-1-1 0 0,-1 0 0 0 0,1 1 0 0 0,-1-1 0 0 0,0 1 0 0 0,0 0 0 0 0,0 0 1 0 0,0-1-1 0 0,-1 1 0 0 0,1 1 0 0 0,0-1 0 0 0,-1 0 0 0 0,1 0 0 0 0,-1 1 1 0 0,-5-2-1 0 0,-7-5 82 0 0,-1 1 1 0 0,-1 0-1 0 0,-20-4 0 0 0,31 9-108 0 0,-216-45 409 0 0,126 33-4246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78 444 6449 0 0,'-38'-15'3997'0'0,"-1"7"4569"0"0,50 19-5208 0 0,7 17-2829 0 0,-16-24-416 0 0,65 98-253 0 0,-39-55 87 0 0,2-3 1 0 0,2 0-1 0 0,42 42 0 0 0,-53-71 105 0 0,-20-15-52 0 0,0 0 0 0 0,-1 0 0 0 0,1 0 0 0 0,-1 1 0 0 0,1-1 1 0 0,0 0-1 0 0,-1 0 0 0 0,1 0 0 0 0,0-1 0 0 0,-1 1 0 0 0,1 0 0 0 0,0 0 0 0 0,-1 0 0 0 0,1 0 0 0 0,-1-1 1 0 0,1 1-1 0 0,0 0 0 0 0,-1 0 0 0 0,1-1 0 0 0,-1 1 0 0 0,1 0 0 0 0,0-2 0 0 0,1-1 16 0 0,0 0 1 0 0,0 0-1 0 0,0 0 0 0 0,-1 0 0 0 0,1 0 0 0 0,-1-1 0 0 0,0 1 0 0 0,0-1 1 0 0,0 1-1 0 0,0-8 0 0 0,6-44 128 0 0,-2-1 1 0 0,-5-85-1 0 0,-1 7-110 0 0,13-42-96 0 0,-8 147-803 0 0,1 0 0 0 0,1 0 0 0 0,2 1 0 0 0,11-28 0 0 0,-10 34-6097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93 6449 0 0,'-5'1'497'0'0,"0"2"0"0"0,0-1 0 0 0,0 0 1 0 0,1 1-1 0 0,-1 0 0 0 0,1 0 0 0 0,0 0 0 0 0,0 1 0 0 0,0-1 0 0 0,1 1 0 0 0,-1 0 0 0 0,1 0 0 0 0,0 0 0 0 0,0 1 0 0 0,0-1 0 0 0,0 1 0 0 0,1 0 0 0 0,0-1 0 0 0,-3 8 0 0 0,2-2 27 0 0,-1 0 0 0 0,1 0 0 0 0,1 1 1 0 0,0-1-1 0 0,0 1 0 0 0,1-1 0 0 0,1 1 0 0 0,1 21 0 0 0,0-27-485 0 0,0 0 0 0 0,1 0 0 0 0,0 0 0 0 0,0-1 0 0 0,0 1 0 0 0,0-1 0 0 0,1 1 0 0 0,0-1 0 0 0,0 0 0 0 0,0 0 0 0 0,0 0 0 0 0,1 0 0 0 0,0 0 0 0 0,-1-1 0 0 0,1 0-1 0 0,1 0 1 0 0,-1 0 0 0 0,0 0 0 0 0,1 0 0 0 0,-1-1 0 0 0,1 0 0 0 0,0 0 0 0 0,0 0 0 0 0,0-1 0 0 0,7 2 0 0 0,-8-2-10 0 0,0 0-1 0 0,0 0 1 0 0,0 0 0 0 0,0-1 0 0 0,0 0-1 0 0,0 1 1 0 0,1-1 0 0 0,-1-1-1 0 0,0 1 1 0 0,0-1 0 0 0,0 1-1 0 0,0-1 1 0 0,0 0 0 0 0,0-1-1 0 0,0 1 1 0 0,-1-1 0 0 0,1 1 0 0 0,0-1-1 0 0,-1 0 1 0 0,1-1 0 0 0,-1 1-1 0 0,0-1 1 0 0,0 1 0 0 0,0-1-1 0 0,0 0 1 0 0,0 0 0 0 0,0 0-1 0 0,-1-1 1 0 0,1 1 0 0 0,-1 0 0 0 0,3-7-1 0 0,-1-3 19 0 0,0 0 0 0 0,-1 1 0 0 0,-1-1 0 0 0,0 0 0 0 0,0-1 0 0 0,-2 1 0 0 0,1 0 0 0 0,-4-22 0 0 0,1 16-67 0 0,-1 1 0 0 0,-1-1-1 0 0,-1 1 1 0 0,0 0 0 0 0,-12-25 0 0 0,15 40-56 0 0,1-1 0 0 0,-1 1 0 0 0,0 0 0 0 0,0 0 0 0 0,0 0 0 0 0,-1 0 0 0 0,1 0 0 0 0,-1 0 0 0 0,1 1 0 0 0,-1-1 0 0 0,0 1 0 0 0,0 0 0 0 0,0-1 0 0 0,0 2 0 0 0,-1-1 0 0 0,1 0 0 0 0,0 1 0 0 0,-1-1 0 0 0,0 1 0 0 0,1 0 0 0 0,-1 0 0 0 0,1 0 0 0 0,-1 1 0 0 0,0-1 0 0 0,0 1 0 0 0,-7 0 0 0 0,8 1-314 0 0,-1 0 0 0 0,0-1 0 0 0,1 1 0 0 0,-1 1 0 0 0,0-1-1 0 0,1 0 1 0 0,-1 1 0 0 0,1 0 0 0 0,0 0 0 0 0,0 0 0 0 0,0 0 0 0 0,0 0 0 0 0,0 1 0 0 0,0-1 0 0 0,0 1 0 0 0,1 0 0 0 0,-4 4 0 0 0,-3 7-1754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27 100 1840 0 0,'-1'0'156'0'0,"-1"0"0"0"0,1 0 0 0 0,0 0 0 0 0,0 0 0 0 0,0 0 0 0 0,-1 0 0 0 0,1 0 0 0 0,0-1 0 0 0,0 1 0 0 0,0 0 0 0 0,0-1 0 0 0,0 1-1 0 0,-1-1 1 0 0,1 1 0 0 0,0-1 0 0 0,0 1 0 0 0,0-1 0 0 0,0 0 0 0 0,0 1 0 0 0,-1-3 0 0 0,2 2 182 0 0,-1 1 0 0 0,1-1 0 0 0,0 0 0 0 0,0 0 0 0 0,0 0 0 0 0,-1 0 0 0 0,1 0 1 0 0,0 1-1 0 0,0-1 0 0 0,1 0 0 0 0,-1 0 0 0 0,0 0 0 0 0,0 0 0 0 0,0 0 0 0 0,0 0 0 0 0,1 1 0 0 0,-1-1 0 0 0,0 0 0 0 0,1 0 1 0 0,0-1-1 0 0,18-24 7817 0 0,-7 13-6016 0 0,-7 9-2555 0 0,-1 0 0 0 0,0 0 0 0 0,1 0 0 0 0,0 1 0 0 0,8-5 0 0 0,-11 7 142 0 0,0 0 0 0 0,0 0 0 0 0,0 1 1 0 0,0-1-1 0 0,0 1 0 0 0,0-1 0 0 0,0 1 0 0 0,0 0 1 0 0,0 0-1 0 0,0-1 0 0 0,0 2 0 0 0,0-1 0 0 0,0 0 0 0 0,0 0 1 0 0,0 1-1 0 0,0-1 0 0 0,0 1 0 0 0,0-1 0 0 0,3 3 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9330 0 0,'14'-7'468'0'0,"0"0"1"0"0,-1-1-1 0 0,0 0 1 0 0,0-1-1 0 0,-1 0 0 0 0,0-1 1 0 0,12-14-1 0 0,10-6-461 0 0,-21 18-529 0 0,-10 9-337 0 0,1-1 0 0 0,0 1 0 0 0,0-1 0 0 0,0 1-1 0 0,1 0 1 0 0,-1 1 0 0 0,8-4 0 0 0,-7 4 811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 6913 0 0,'0'-2'236'0'0,"-1"1"-1"0"0,0 0 0 0 0,1-1 0 0 0,-1 1 1 0 0,1 0-1 0 0,0-1 0 0 0,-1 1 0 0 0,1-1 1 0 0,0 1-1 0 0,0 0 0 0 0,0-1 0 0 0,0 1 1 0 0,0-1-1 0 0,0 1 0 0 0,1-1 0 0 0,-1 1 1 0 0,0 0-1 0 0,1-1 0 0 0,-1 1 0 0 0,1-1 0 0 0,-1 1 1 0 0,1 0-1 0 0,0 0 0 0 0,-1-1 0 0 0,1 1 1 0 0,0 0-1 0 0,0 0 0 0 0,0 0 0 0 0,0 0 1 0 0,0 0-1 0 0,0 0 0 0 0,0 0 0 0 0,0 0 1 0 0,1 0-1 0 0,-1 1 0 0 0,0-1 0 0 0,0 0 1 0 0,1 1-1 0 0,-1-1 0 0 0,0 1 0 0 0,1-1 0 0 0,-1 1 1 0 0,1 0-1 0 0,-1 0 0 0 0,3-1 0 0 0,0 1 178 0 0,-1 0-1 0 0,0 0 0 0 0,1 1 1 0 0,-1-1-1 0 0,0 0 0 0 0,0 1 1 0 0,1 0-1 0 0,-1 0 0 0 0,0 0 1 0 0,0 0-1 0 0,4 3 1 0 0,-4-3-471 0 0,-1 0 0 0 0,0 1 1 0 0,0-1-1 0 0,0 1 0 0 0,0 0 1 0 0,0 0-1 0 0,0 0 0 0 0,0 0 1 0 0,2 2-1 0 0,-1 2 92 0 0,0 1 1 0 0,0-1-1 0 0,-1 0 0 0 0,1 1 1 0 0,-1 0-1 0 0,-1-1 0 0 0,3 13 1 0 0,1 54-33 0 0,-4-49-118 0 0,1-2 54 0 0,0 0 0 0 0,2 0 0 0 0,0 0 0 0 0,1 0-1 0 0,9 23 1 0 0,-12-39 127 0 0,0 0 0 0 0,1 0 0 0 0,0 0 0 0 0,0-1 0 0 0,0 1 0 0 0,0-1 0 0 0,1 0 0 0 0,0 1 0 0 0,0-2 0 0 0,1 1-1 0 0,-1 0 1 0 0,1-1 0 0 0,0 0 0 0 0,0 0 0 0 0,0 0 0 0 0,1-1 0 0 0,0 0 0 0 0,-1 0 0 0 0,1 0 0 0 0,0-1 0 0 0,0 0 0 0 0,8 2 0 0 0,13-1-781 0 0,-24-4 518 0 0,0 1 0 0 0,0 0 1 0 0,0 1-1 0 0,0-1 1 0 0,0 1-1 0 0,0-1 1 0 0,0 1-1 0 0,0 0 1 0 0,0 0-1 0 0,0 0 1 0 0,0 0-1 0 0,0 1 1 0 0,-1-1-1 0 0,1 1 1 0 0,-1 0-1 0 0,1 0 1 0 0,-1 0-1 0 0,4 3 1 0 0,14 21-2785 0 0,0 20 2706 0 0,-13-22 362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1 920 0 0,'2'9'5081'0'0,"-2"-8"-4633"0"0,0 3-184 0 0,0-1 193 0 0,-7 29-457 0 0,5-27 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10138 0 0,'6'-1'1204'0'0,"0"-1"0"0"0,0 1 0 0 0,0-1 0 0 0,0 0 0 0 0,8-5 0 0 0,24-8 958 0 0,-25 14-1968 0 0,0-1 0 0 0,-1 2 0 0 0,1-1 0 0 0,0 2 0 0 0,-1 0 0 0 0,1 0 0 0 0,0 1 0 0 0,16 5 0 0 0,-11-3-629 0 0,0-1-1 0 0,35 3 0 0 0,-49-7 194 0 0,0 1 0 0 0,1 0-1 0 0,-1-1 1 0 0,0 0 0 0 0,0 0 0 0 0,7-2 0 0 0,6-6-1094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6449 0 0,'-2'11'7662'0'0,"0"19"-4413"0"0,2-26-2285 0 0,-20 217 4560 0 0,4-63-5000 0 0,15-144-562 0 0,0 0 0 0 0,1 0 1 0 0,1 0-1 0 0,0 0 0 0 0,1 0 0 0 0,1 0 0 0 0,0-1 1 0 0,7 19-1 0 0,1-4-341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12443 0 0,'78'1'5330'0'0,"38"2"-2885"0"0,-64-2-1472 0 0,-26-1-919 0 0,0 0-1 0 0,0-2 0 0 0,0-1 1 0 0,-1-1-1 0 0,1-1 0 0 0,35-12 1 0 0,-43 10-751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61 151 5529 0 0,'-19'1'1241'0'0,"16"0"-845"0"0,-1 0 0 0 0,1-1-1 0 0,-1 0 1 0 0,1 0 0 0 0,-1 0 0 0 0,1 0 0 0 0,0 0 0 0 0,-1-1 0 0 0,1 1 0 0 0,-4-2 0 0 0,8 1-174 0 0,1-1-1 0 0,-1 1 1 0 0,1 0 0 0 0,0 0 0 0 0,-1 0-1 0 0,1 0 1 0 0,0 1 0 0 0,0-1-1 0 0,0 0 1 0 0,0 1 0 0 0,1-1 0 0 0,28-2 1247 0 0,0 1 1 0 0,40 3 0 0 0,-20 0-825 0 0,420 30 584 0 0,-178-5-290 0 0,-96-18-618 0 0,258-23-1 0 0,-32-22 122 0 0,437-29-56 0 0,-815 64-386 0 0,1545-79 0 0 0,-815 90 1088 0 0,-749-8-1152 0 0,-20-1 44 0 0,15 1 12 0 0,40 7-1 0 0,-55-7-105 0 0,0 0 0 0 0,0 1-1 0 0,-1 0 1 0 0,1 0-1 0 0,-1 0 1 0 0,0 1 0 0 0,0 0-1 0 0,0 0 1 0 0,0 0-1 0 0,0 1 1 0 0,8 7-1 0 0,-2 2-899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3225 0 0,'-3'4'453'0'0,"-1"1"1"0"0,1-1 0 0 0,1 1 0 0 0,-1 0 0 0 0,1 0-1 0 0,-2 6 1 0 0,-11 20 1019 0 0,9-23-572 0 0,1 0 1 0 0,0 0 0 0 0,1 1-1 0 0,0 0 1 0 0,0 0 0 0 0,1 0-1 0 0,0 0 1 0 0,1 0 0 0 0,0 1-1 0 0,0 0 1 0 0,0 11 0 0 0,3 37 984 0 0,18 104 36 0 0,-8-87-1653 0 0,1 111 1 0 0,-23 46 6 0 0,2 106-263 0 0,10-71 699 0 0,-16-109-2595 0 0,-5-52-4241 0 0,15-88-773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0,'-6'7'729'0'0,"1"0"0"0"0,-1 0-1 0 0,1 1 1 0 0,-4 8 0 0 0,8-14-394 0 0,-1 1 0 0 0,1-1 0 0 0,0 0 0 0 0,0 1 0 0 0,0-1 0 0 0,0 1 0 0 0,0-1 0 0 0,0 1 1 0 0,1-1-1 0 0,0 1 0 0 0,-1-1 0 0 0,1 1 0 0 0,0 0 0 0 0,0-1 0 0 0,0 1 0 0 0,0 0 0 0 0,1-1 1 0 0,0 4-1 0 0,1-3-171 0 0,0-1 0 0 0,1 1 1 0 0,-1-1-1 0 0,1 0 1 0 0,-1 0-1 0 0,1 0 1 0 0,0 0-1 0 0,0 0 0 0 0,0-1 1 0 0,0 1-1 0 0,0-1 1 0 0,0 0-1 0 0,4 1 0 0 0,45 11 570 0 0,-49-13-679 0 0,85 12 358 0 0,-62-10-263 0 0,0 1 0 0 0,0 1-1 0 0,-1 1 1 0 0,0 2-1 0 0,28 10 1 0 0,-52-17-152 0 0,-1 0 1 0 0,1 1-1 0 0,0-1 1 0 0,0 0-1 0 0,0 1 1 0 0,-1-1-1 0 0,1 1 1 0 0,0-1-1 0 0,0 1 1 0 0,-1-1 0 0 0,1 1-1 0 0,0 0 1 0 0,-1-1-1 0 0,1 1 1 0 0,-1 0-1 0 0,1-1 1 0 0,-1 1-1 0 0,1 0 1 0 0,-1 0-1 0 0,0 0 1 0 0,1 0 0 0 0,-1-1-1 0 0,0 1 1 0 0,1 0-1 0 0,-1 0 1 0 0,0 0-1 0 0,0 0 1 0 0,0 0-1 0 0,0 0 1 0 0,0-1 0 0 0,0 1-1 0 0,0 0 1 0 0,0 0-1 0 0,0 0 1 0 0,-1 0-1 0 0,1 0 1 0 0,0 0-1 0 0,-1-1 1 0 0,1 1-1 0 0,0 0 1 0 0,-1 0 0 0 0,1 0-1 0 0,-1-1 1 0 0,1 1-1 0 0,-1 0 1 0 0,-4 6-34 0 0,-1 0-1 0 0,1-1 1 0 0,-1 0 0 0 0,-8 6 0 0 0,0 1-68 0 0,-15 17-1025 0 0,2 2 1 0 0,-35 50-1 0 0,61-81 1104 0 0,0 0 1 0 0,1 0-1 0 0,-1 0 1 0 0,0 0-1 0 0,0 1 1 0 0,1-1-1 0 0,-1 0 0 0 0,1 0 1 0 0,-1 1-1 0 0,1-1 1 0 0,-1 1-1 0 0,1-1 1 0 0,0 0-1 0 0,0 1 1 0 0,0-1-1 0 0,-1 1 1 0 0,2-1-1 0 0,-1 1 0 0 0,0-1 1 0 0,0 0-1 0 0,0 1 1 0 0,1-1-1 0 0,-1 0 1 0 0,0 1-1 0 0,1-1 1 0 0,-1 0-1 0 0,1 1 1 0 0,0-1-1 0 0,-1 0 0 0 0,1 0 1 0 0,2 3-1 0 0,1-1 157 0 0,1 1 0 0 0,0-1-1 0 0,0 0 1 0 0,0 0 0 0 0,0-1-1 0 0,10 4 1 0 0,-10-4-30 0 0,0 0 0 0 0,0 0 0 0 0,-1 1 1 0 0,1-1-1 0 0,0 1 0 0 0,-1 0 0 0 0,8 7 0 0 0,-10-7-73 0 0,0 0 1 0 0,0 0-1 0 0,-1 0 0 0 0,1 1 1 0 0,-1-1-1 0 0,0 0 0 0 0,0 1 1 0 0,0-1-1 0 0,-1 1 1 0 0,1 0-1 0 0,-1-1 0 0 0,1 1 1 0 0,-1-1-1 0 0,-1 1 0 0 0,1 0 1 0 0,0-1-1 0 0,-1 1 0 0 0,0-1 1 0 0,0 1-1 0 0,-2 5 1 0 0,-3 9 283 0 0,-1 0 1 0 0,-16 28 0 0 0,14-28-299 0 0,-4 8-778 0 0,1 1 1 0 0,1 0 0 0 0,1 1 0 0 0,-10 47 0 0 0,20-58-638 0 0,0-11 429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5657 1 920 0 0,'1'20'7716'0'0,"5"37"0"0"0,6 1-2838 0 0,2-1-3502 0 0,16 78-396 0 0,6 263 225 0 0,2 13-575 0 0,-29-276-350 0 0,-5-51-143 0 0,-1-71-376 0 0,-1-1 0 0 0,1 0 1 0 0,1 1-1 0 0,1-1 1 0 0,-1-1-1 0 0,8 14 1 0 0,1 3-29 0 0,-12-26 271 0 0,0 0-1 0 0,0 0 1 0 0,0 1 0 0 0,0-1 0 0 0,0 0-1 0 0,-1 1 1 0 0,1-1 0 0 0,-1 0-1 0 0,1 1 1 0 0,-1-1 0 0 0,0 1-1 0 0,0-1 1 0 0,0 0 0 0 0,-1 1 0 0 0,1-1-1 0 0,0 1 1 0 0,-1-1 0 0 0,0 0-1 0 0,1 1 1 0 0,-1-1 0 0 0,0 0-1 0 0,0 1 1 0 0,0-1 0 0 0,-1 0-1 0 0,-1 3 1 0 0,1-3 19 0 0,0 1 0 0 0,0-1 0 0 0,-1 1-1 0 0,1-1 1 0 0,-1 0 0 0 0,1 0 0 0 0,-1 0 0 0 0,0 0-1 0 0,0 0 1 0 0,0 0 0 0 0,0-1 0 0 0,0 0 0 0 0,0 0-1 0 0,-1 1 1 0 0,1-2 0 0 0,0 1 0 0 0,0 0 0 0 0,-1-1 0 0 0,-4 1-1 0 0,1 0-71 0 0,1 0-1 0 0,-1 1 0 0 0,1-1 1 0 0,-11 6-1 0 0,-48 28-162 0 0,42-22 152 0 0,0 0 0 0 0,-1-2 0 0 0,0 0 0 0 0,-1-2 0 0 0,-39 10 0 0 0,20-13-106 0 0,0-2-1 0 0,-88-4 1 0 0,1-1-51 0 0,-164 6 99 0 0,-7 1 7 0 0,67 18-173 0 0,-66 2-509 0 0,55-36-134 0 0,126 3 710 0 0,-148 11 0 0 0,-21 33-65 0 0,-66 5 854 0 0,303-39-444 0 0,-372 23-606 0 0,4 28-1396 0 0,219-13 2643 0 0,-219 31 1907 0 0,287-64-2895 0 0,50-4 152 0 0,-152 28-1 0 0,59 3 479 0 0,83-19-63 0 0,1 5-1 0 0,-98 35 1 0 0,131-33-213 0 0,-96 32-2225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24 180 7834 0 0,'-1'0'83'0'0,"0"0"1"0"0,0 0-1 0 0,0 1 1 0 0,0-1-1 0 0,0 0 1 0 0,0 0-1 0 0,0 0 1 0 0,0 0-1 0 0,0 0 1 0 0,0-1-1 0 0,0 1 1 0 0,1 0-1 0 0,-1 0 1 0 0,0 0-1 0 0,0-1 1 0 0,0 1-1 0 0,0-1 1 0 0,0 1-1 0 0,1 0 0 0 0,-1-1 1 0 0,0 0-1 0 0,0 1 1 0 0,1-1-1 0 0,-1 1 1 0 0,-1-2-1 0 0,3 1 71 0 0,-1 0-1 0 0,0 0 0 0 0,1 0 0 0 0,-1 0 0 0 0,1 0 1 0 0,-1 0-1 0 0,1 0 0 0 0,-1 0 0 0 0,1 0 1 0 0,-1 1-1 0 0,1-1 0 0 0,0 0 0 0 0,0 0 0 0 0,-1 1 1 0 0,1-1-1 0 0,0 0 0 0 0,2 0 0 0 0,49-29 2044 0 0,-21 18-1658 0 0,2 1 0 0 0,-1 1 0 0 0,2 2 0 0 0,66-7-1 0 0,142 5 1937 0 0,-96 6-1872 0 0,644 1 388 0 0,-383 8-672 0 0,165-20 635 0 0,-366 8-811 0 0,34-11-88 0 0,4 0-280 0 0,-241 18 198 0 0,8-1-600 0 0,1 1 1 0 0,-1 0 0 0 0,1 1 0 0 0,-1 0 0 0 0,23 6 0 0 0,-15 0-6403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 11058 0 0,'-7'-4'1119'0'0,"5"3"-666"0"0,0 0 1 0 0,0 0-1 0 0,0 0 1 0 0,1 0-1 0 0,-1 0 1 0 0,0 0-1 0 0,-1 1 1 0 0,1-1-1 0 0,0 1 1 0 0,0-1-1 0 0,-2 1 1 0 0,3 1-379 0 0,0-1 1 0 0,1 1-1 0 0,-1 0 1 0 0,0 0-1 0 0,1 0 1 0 0,-1 0-1 0 0,1 0 1 0 0,-1-1 0 0 0,1 1-1 0 0,0 0 1 0 0,-1 0-1 0 0,1 0 1 0 0,0 0-1 0 0,0 0 1 0 0,-1 0-1 0 0,1 0 1 0 0,0 0-1 0 0,0 0 1 0 0,0 0 0 0 0,0 0-1 0 0,1 0 1 0 0,-1 0-1 0 0,0 0 1 0 0,0 0-1 0 0,1 2 1 0 0,5 96-19 0 0,5-1 1 0 0,4 0-1 0 0,5-1 0 0 0,40 125 1 0 0,43 18 709 0 0,7 21 77 0 0,-100-225-1044 0 0,-1-2-109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863 59 10138 0 0,'-5'-6'372'0'0,"0"1"0"0"0,0 1-1 0 0,-1-1 1 0 0,1 1 0 0 0,-1 0-1 0 0,0 0 1 0 0,0 0 0 0 0,-1 1-1 0 0,1 0 1 0 0,-1 0 0 0 0,1 1-1 0 0,-1 0 1 0 0,0 0 0 0 0,0 1-1 0 0,-12-2 1 0 0,2 1-537 0 0,-1 1 1 0 0,1 1-1 0 0,0 0 1 0 0,0 1-1 0 0,-25 6 1 0 0,18-1-101 0 0,0 1 0 0 0,0 2 0 0 0,0 1 0 0 0,2 0 0 0 0,-1 2 0 0 0,1 0 1 0 0,1 2-1 0 0,0 0 0 0 0,1 1 0 0 0,1 1 0 0 0,-27 29 0 0 0,3 2-9 0 0,3 2 0 0 0,1 1 0 0 0,-44 78 1 0 0,64-94 554 0 0,1 0 1 0 0,1 2-1 0 0,2 0 1 0 0,2 1-1 0 0,1 0 1 0 0,2 1-1 0 0,2 0 1 0 0,1 1-1 0 0,-3 69 1 0 0,10-82-135 0 0,1-1 0 0 0,1 0 0 0 0,1 0 1 0 0,2-1-1 0 0,0 1 0 0 0,1-1 0 0 0,10 24 0 0 0,-8-30-95 0 0,0-1 0 0 0,1 0 0 0 0,1 0 0 0 0,1 0 0 0 0,0-2 0 0 0,1 1 0 0 0,1-1-1 0 0,0-1 1 0 0,27 22 0 0 0,-9-12-57 0 0,1-3-1 0 0,0 0 0 0 0,2-3 1 0 0,1 0-1 0 0,0-2 0 0 0,1-2 1 0 0,0-1-1 0 0,1-2 0 0 0,0-2 1 0 0,53 7-1 0 0,-40-10 573 0 0,0-2-1 0 0,1-3 1 0 0,0-2-1 0 0,-1-2 1 0 0,1-2-1 0 0,-1-2 1 0 0,69-20 0 0 0,-89 17-296 0 0,0-1-1 0 0,-1-1 1 0 0,0-1 0 0 0,-1-2 0 0 0,-1-1 0 0 0,-1-1 0 0 0,0-2 0 0 0,-1 0 0 0 0,-1-2 0 0 0,34-36 0 0 0,-32 27-223 0 0,-1-1 1 0 0,-1-1-1 0 0,-2-1 1 0 0,-1-1-1 0 0,-2-1 0 0 0,-1-1 1 0 0,25-74-1 0 0,-28 66 13 0 0,-3-1 0 0 0,-2 0-1 0 0,-2 0 1 0 0,5-79 0 0 0,-13 105-49 0 0,0 1-1 0 0,-1 0 0 0 0,-1-1 1 0 0,-1 1-1 0 0,-1 0 0 0 0,0 0 1 0 0,-1 0-1 0 0,-1 1 0 0 0,-1 0 1 0 0,0 0-1 0 0,-1 0 1 0 0,-1 1-1 0 0,-1 1 0 0 0,-18-25 1 0 0,11 22-56 0 0,0 1 0 0 0,0 0 1 0 0,-2 2-1 0 0,0 0 0 0 0,0 1 1 0 0,-2 1-1 0 0,0 1 0 0 0,-28-13 1 0 0,9 9-294 0 0,-1 1 1 0 0,-1 2-1 0 0,-73-12 1 0 0,105 23-175 0 0,-1 0-1 0 0,1 1 1 0 0,-1 0 0 0 0,1 1 0 0 0,-1 0 0 0 0,-15 3 0 0 0,1 5-6210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8754 0 0,'23'-58'5530'0'0,"-10"38"-114"0"0,-18 64-5108 0 0,1 0 0 0 0,3 0 0 0 0,1 0 0 0 0,2 0 1 0 0,12 65-1 0 0,-6-53 139 0 0,27 91 0 0 0,-25-120-776 0 0,19 41 0 0 0,-19-47-1185 0 0,2-1 0 0 0,21 28-1 0 0,-27-40-420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29 188 1376 0 0,'-1'0'228'0'0,"1"-1"-114"0"0,0 1-1 0 0,0 0 1 0 0,-1 0 0 0 0,1 0 0 0 0,0 0-1 0 0,-1 0 1 0 0,1 0 0 0 0,-7 3 3071 0 0,7-3-3072 0 0,-1 0 1 0 0,1 1 0 0 0,0-1 0 0 0,0 0-1 0 0,0 1 1 0 0,0-1 0 0 0,0 0 0 0 0,0 0-1 0 0,0 1 1 0 0,0-1 0 0 0,0 0 0 0 0,0 1-1 0 0,0-1 1 0 0,0 0 0 0 0,0 1 0 0 0,-4 16 528 0 0,4-16-661 0 0,-5 24 209 0 0,2-18 169 0 0,2 0 0 0 0,-1 0 0 0 0,1 0-1 0 0,0 0 1 0 0,0 0 0 0 0,1 1 0 0 0,1 12-1 0 0,-1-20-282 0 0,0 1 0 0 0,0-1 0 0 0,0 0 0 0 0,1 1 0 0 0,-1-1 0 0 0,0 0 0 0 0,0 1 0 0 0,0-1 0 0 0,0 0 0 0 0,1 1 0 0 0,-1-1 0 0 0,0 0 0 0 0,0 1 0 0 0,1-1 0 0 0,-1 0 0 0 0,0 1 0 0 0,0-1 0 0 0,1 0 0 0 0,-1 0 0 0 0,0 1 0 0 0,1-1 0 0 0,-1 0 0 0 0,0 0 0 0 0,1 0 0 0 0,-1 0 0 0 0,0 1 0 0 0,1-1 0 0 0,-1 0 0 0 0,1 0 0 0 0,-1 0 0 0 0,0 0 0 0 0,1 0 0 0 0,0 0 0 0 0,15-7 1189 0 0,9-15-166 0 0,42-66-1006 0 0,19-21-928 0 0,-74 96 1196 0 0,0 2 0 0 0,1-1-1 0 0,0 2 1 0 0,1-1 0 0 0,0 2-1 0 0,19-11 1 0 0,-18 16 1959 0 0,-12 12-307 0 0,3 9-1840 0 0,2-2-146 0 0,1-1-1 0 0,1 0 1 0 0,19 20-1 0 0,16 24-221 0 0,-18-11-1655 0 0,26 65 1 0 0,-34-69-1266 0 0,1 0 0 0 0,35 50 0 0 0,-25-52 586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3224 17 7370 0 0,'22'-16'4745'0'0,"-20"16"-4680"0"0,-1 1 1 0 0,1 0 0 0 0,-1-1 0 0 0,0 1 0 0 0,1 0-1 0 0,-1 0 1 0 0,1 0 0 0 0,-1 0 0 0 0,0 0 0 0 0,0 0-1 0 0,0 0 1 0 0,1 0 0 0 0,-1 0 0 0 0,0 1 0 0 0,-1-1-1 0 0,1 0 1 0 0,0 1 0 0 0,0-1 0 0 0,0 1 0 0 0,-1-1-1 0 0,1 1 1 0 0,-1-1 0 0 0,1 3 0 0 0,10 39 983 0 0,41 379 4463 0 0,-6 214-3570 0 0,-36-509-1681 0 0,6-1 0 0 0,37 144-1 0 0,-36-192-106 0 0,-17-75-143 0 0,3 4 7 0 0,-2 0 0 0 0,1 1-1 0 0,-1-1 1 0 0,0 1 0 0 0,0 0 0 0 0,-1-1-1 0 0,0 1 1 0 0,-1 0 0 0 0,0-1 0 0 0,0 1-1 0 0,-3 11 1 0 0,4-18-14 0 0,-7 1-16 0 0,-9-2-18 0 0,0 1 1 0 0,1 1-1 0 0,-1 1 1 0 0,-19 5-1 0 0,11-3 50 0 0,0-1-1 0 0,0-2 1 0 0,0 0 0 0 0,-1-2-1 0 0,-27-2 1 0 0,-12 0-14 0 0,-285 19-205 0 0,35 1-242 0 0,-588 13-287 0 0,805-28 514 0 0,0-4 1 0 0,-189-27 0 0 0,206 18 289 0 0,0 4 0 0 0,0 3 0 0 0,-1 4 1 0 0,-156 22-1 0 0,193-15-8 0 0,0-3 1 0 0,0-1-1 0 0,0-3 1 0 0,0-1-1 0 0,-52-7 1 0 0,67 4 140 0 0,1 1 1 0 0,-51 3 0 0 0,15 1-574 0 0,52-4-493 0 0,7-1 409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93 240 3225 0 0,'-3'-1'-86'0'0,"1"0"1"0"0,-1 0 0 0 0,0 0 0 0 0,0-1 0 0 0,1 1-1 0 0,-1-1 1 0 0,0 0 0 0 0,1 0 0 0 0,0 0-1 0 0,-1 0 1 0 0,1 0 0 0 0,-2-3 0 0 0,-13-10 12 0 0,1 6-56 0 0,14 9 305 0 0,0-1 0 0 0,0 0 0 0 0,-1-1 0 0 0,1 1 0 0 0,0 0-1 0 0,0-1 1 0 0,0 1 0 0 0,-3-4 0 0 0,5 4-157 0 0,-1 0 0 0 0,1 0 0 0 0,0 0 0 0 0,0 1 0 0 0,-1-1 0 0 0,1 0 0 0 0,0 0 0 0 0,0 0 0 0 0,0 0 0 0 0,0 0-1 0 0,0 0 1 0 0,0 0 0 0 0,0 0 0 0 0,0 0 0 0 0,0 0 0 0 0,1 0 0 0 0,-1 0 0 0 0,0 0 0 0 0,0 1 0 0 0,1-1 0 0 0,-1 0 0 0 0,1 0 0 0 0,-1 0 0 0 0,1 0 0 0 0,-1 1 0 0 0,1-1 0 0 0,0 0 0 0 0,0 0 0 0 0,37-49 13223 0 0,-35 44-13007 0 0,-1 1 0 0 0,1-1 0 0 0,0 1 0 0 0,1 0-1 0 0,-1 0 1 0 0,1 0 0 0 0,0 0 0 0 0,0 1-1 0 0,0 0 1 0 0,1-1 0 0 0,0 2 0 0 0,0-1 0 0 0,0 0-1 0 0,0 1 1 0 0,0 0 0 0 0,1 0 0 0 0,9-3 0 0 0,59-12 696 0 0,-68 17-903 0 0,1 0-1 0 0,0 1 0 0 0,0 0 0 0 0,0 0 0 0 0,0 0 0 0 0,0 1 0 0 0,-1 0 0 0 0,1 0 0 0 0,7 3 1 0 0,-11-2-28 0 0,0-1 1 0 0,0 1 0 0 0,-1 0 0 0 0,1 0-1 0 0,-1 0 1 0 0,1 1 0 0 0,-1-1 0 0 0,0 0 0 0 0,0 1-1 0 0,0 0 1 0 0,0-1 0 0 0,0 1 0 0 0,0 0 0 0 0,-1 0-1 0 0,0 0 1 0 0,1 0 0 0 0,-1 0 0 0 0,0 0 0 0 0,0 1-1 0 0,0 4 1 0 0,2 9-2 0 0,-1-1 0 0 0,1 27 0 0 0,-3-22 1 0 0,-1-1 0 0 0,-1 0 0 0 0,-1 0 0 0 0,-8 30 0 0 0,-31 76 0 0 0,25-77 0 0 0,15-46 11 0 0,1 0 1 0 0,1-1 0 0 0,-1 1-1 0 0,0-1 1 0 0,1 1 0 0 0,-1 0-1 0 0,1 0 1 0 0,0-1 0 0 0,-1 1-1 0 0,2 5 1 0 0,-1-7-8 0 0,1 0 0 0 0,-1-1 0 0 0,1 1-1 0 0,0 0 1 0 0,-1 0 0 0 0,1-1 0 0 0,0 1 0 0 0,0-1 0 0 0,-1 1 0 0 0,1-1 0 0 0,0 1-1 0 0,0-1 1 0 0,0 1 0 0 0,-1-1 0 0 0,1 0 0 0 0,0 1 0 0 0,0-1 0 0 0,0 0 0 0 0,0 0-1 0 0,0 0 1 0 0,0 0 0 0 0,0 1 0 0 0,0-1 0 0 0,0-1 0 0 0,-1 1 0 0 0,1 0 0 0 0,0 0-1 0 0,0 0 1 0 0,0 0 0 0 0,0-1 0 0 0,0 1 0 0 0,1-1 0 0 0,10-1-4 0 0,0 0 0 0 0,-1 0 0 0 0,1 1 0 0 0,0 1 0 0 0,15 1 0 0 0,-21 0 0 0 0,0 1 0 0 0,0-1 0 0 0,0 1 0 0 0,0 0 0 0 0,-1 1 0 0 0,1-1 0 0 0,-1 1 0 0 0,1 0 0 0 0,-1 0 0 0 0,0 1 0 0 0,9 8 0 0 0,-1-2 15 0 0,1 2 60 0 0,0 1-1 0 0,14 17 1 0 0,-25-27-64 0 0,-1-1 0 0 0,0 1 0 0 0,0-1 0 0 0,0 1-1 0 0,0 0 1 0 0,-1 0 0 0 0,1 0 0 0 0,-1 0 0 0 0,0 0 0 0 0,0 0-1 0 0,0 0 1 0 0,0 1 0 0 0,0-1 0 0 0,-1 0 0 0 0,1 1 0 0 0,-1-1 0 0 0,0 0-1 0 0,0 0 1 0 0,-1 6 0 0 0,0-6 8 0 0,-1 0 0 0 0,0 0-1 0 0,1 0 1 0 0,-1 0 0 0 0,0 0-1 0 0,-1 0 1 0 0,1 0 0 0 0,0-1 0 0 0,-1 1-1 0 0,1-1 1 0 0,-1 1 0 0 0,0-1 0 0 0,0 0-1 0 0,0 0 1 0 0,0-1 0 0 0,0 1 0 0 0,0-1-1 0 0,-1 1 1 0 0,-5 1 0 0 0,-8 2-78 0 0,-1 0 0 0 0,-26 3 0 0 0,39-7 21 0 0,-30 4-1662 0 0,-3 0-6162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7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9530 0 0,'3'-3'410'0'0,"0"0"0"0"0,-1 0 0 0 0,0 0 0 0 0,1 0 0 0 0,-1-1-1 0 0,0 1 1 0 0,1-5 0 0 0,-2 5-353 0 0,1-1 1 0 0,-1 1-1 0 0,1 0 0 0 0,0 0 0 0 0,0 0 1 0 0,1 0-1 0 0,-1 0 0 0 0,4-3 0 0 0,-1 1-51 0 0,5-4-36 0 0,1 0 0 0 0,19-13 1 0 0,-28 20 34 0 0,-1 1 0 0 0,1 0 0 0 0,0 0 1 0 0,0 0-1 0 0,-1 0 0 0 0,1 0 0 0 0,0 0 0 0 0,0 1 1 0 0,0-1-1 0 0,0 0 0 0 0,0 1 0 0 0,0 0 1 0 0,0-1-1 0 0,0 1 0 0 0,0 0 0 0 0,0 0 0 0 0,0 0 1 0 0,0 0-1 0 0,0 1 0 0 0,0-1 0 0 0,0 1 1 0 0,0-1-1 0 0,0 1 0 0 0,0-1 0 0 0,0 1 0 0 0,-1 0 1 0 0,3 1-1 0 0,-2 0 17 0 0,-1 0-1 0 0,1 1 1 0 0,-1-1 0 0 0,0 0 0 0 0,1 1-1 0 0,-1-1 1 0 0,0 1 0 0 0,-1-1-1 0 0,1 1 1 0 0,0 0 0 0 0,-1-1 0 0 0,1 1-1 0 0,-1 0 1 0 0,0 4 0 0 0,-1 45 569 0 0,0-38-493 0 0,7 298 4099 0 0,-6-310-4102 0 0,0 0 0 0 0,0 0 1 0 0,0 0-1 0 0,0 0 0 0 0,0 1 1 0 0,0-1-1 0 0,1 0 1 0 0,-1 0-1 0 0,1 0 0 0 0,0 0 1 0 0,-1-1-1 0 0,1 1 0 0 0,0 0 1 0 0,0 0-1 0 0,0 0 1 0 0,0 0-1 0 0,1-1 0 0 0,-1 1 1 0 0,0-1-1 0 0,1 1 0 0 0,-1-1 1 0 0,1 1-1 0 0,2 0 1 0 0,-2-1-40 0 0,0-1 1 0 0,1 0 0 0 0,-1 1 0 0 0,0-1 0 0 0,1 0-1 0 0,-1-1 1 0 0,1 1 0 0 0,-1 0 0 0 0,0-1 0 0 0,0 1 0 0 0,1-1-1 0 0,-1 0 1 0 0,0 0 0 0 0,0 0 0 0 0,0 0 0 0 0,1 0-1 0 0,-1 0 1 0 0,0-1 0 0 0,-1 1 0 0 0,4-3 0 0 0,107-90 468 0 0,-77 61-1067 0 0,60-42-1 0 0,-64 56-532 0 0,50-24 0 0 0,-13 13-36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57 1376 0 0,'-5'-5'365'0'0,"0"1"-1"0"0,0-1 0 0 0,0 1 1 0 0,-1 0-1 0 0,0 0 1 0 0,1 0-1 0 0,-2 1 0 0 0,1 0 1 0 0,-39-18 17873 0 0,47 37-18223 0 0,-1 0-1 0 0,-1 0 1 0 0,-4 31-1 0 0,1 34-17 0 0,5-47-6 0 0,1 0-1 0 0,13 51 1 0 0,-12-70 12 0 0,1 0 1 0 0,0 0-1 0 0,1-1 1 0 0,0 1-1 0 0,1-2 1 0 0,1 1-1 0 0,17 23 1 0 0,-24-35-6 0 0,1 0 0 0 0,0 0 0 0 0,0 0 1 0 0,0-1-1 0 0,0 1 0 0 0,0 0 0 0 0,0-1 0 0 0,0 1 0 0 0,1-1 1 0 0,-1 0-1 0 0,1 0 0 0 0,-1 0 0 0 0,1 0 0 0 0,-1 0 0 0 0,1-1 0 0 0,-1 1 1 0 0,1-1-1 0 0,2 1 0 0 0,0-1 0 0 0,0-1-1 0 0,0 1 1 0 0,0-1-1 0 0,0 0 1 0 0,-1 0-1 0 0,1 0 1 0 0,0-1-1 0 0,-1 0 1 0 0,6-2 0 0 0,7-6-74 0 0,0-1 0 0 0,0 0 1 0 0,25-24-1 0 0,-39 32 47 0 0,28-24-369 0 0,49-39-668 0 0,-67 57-517 0 0,1 0 0 0 0,19-9 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6913 0 0,'-64'6'2275'0'0,"52"-6"-1110"0"0,-1 0 1 0 0,0 1-1 0 0,0 1 0 0 0,1 0 1 0 0,-1 1-1 0 0,1 0 0 0 0,-1 1 1 0 0,-12 5-1 0 0,24-8-1032 0 0,-1 0-1 0 0,1 1 0 0 0,0-1 1 0 0,0 0-1 0 0,0 0 0 0 0,0 1 1 0 0,0-1-1 0 0,0 0 0 0 0,0 1 1 0 0,1-1-1 0 0,-1 1 0 0 0,0-1 1 0 0,1 1-1 0 0,-1-1 0 0 0,1 1 1 0 0,0 0-1 0 0,-1-1 0 0 0,1 1 1 0 0,0 0-1 0 0,0-1 1 0 0,0 1-1 0 0,0 0 0 0 0,0-1 1 0 0,1 1-1 0 0,-1-1 0 0 0,0 1 1 0 0,1 0-1 0 0,-1-1 0 0 0,1 1 1 0 0,0 1-1 0 0,4 10-255 0 0,0 0 0 0 0,11 20 0 0 0,-7-16 451 0 0,119 249 418 0 0,-64-158-7596 0 0,-43-73-726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267 178 1376 0 0,'-14'6'531'0'0,"1"0"0"0"0,-2-1-1 0 0,1-1 1 0 0,-1 0 0 0 0,1-1-1 0 0,-1 0 1 0 0,0-2 0 0 0,-24 1-1 0 0,11-3 2822 0 0,-50-7-1 0 0,71 6-736 0 0,16 2-591 0 0,-3-1-1869 0 0,69-8 648 0 0,99 1 1 0 0,-36 3-312 0 0,-38-1-441 0 0,490-52 1363 0 0,-406 24-670 0 0,214-11 0 0 0,-336 38-2187 0 0,-57 6 1008 0 0,0 0-1 0 0,-1-1 1 0 0,1 1 0 0 0,-1-1 0 0 0,0 0-1 0 0,0 0 1 0 0,0-1 0 0 0,0 1 0 0 0,0-1-1 0 0,7-6 1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37 5529 0 0,'-1'0'280'0'0,"0"0"-1"0"0,-1 0 0 0 0,1 0 1 0 0,0 0-1 0 0,0 0 0 0 0,0 0 1 0 0,0 0-1 0 0,0-1 0 0 0,-1 1 1 0 0,1 0-1 0 0,0-1 0 0 0,0 1 1 0 0,0-1-1 0 0,0 1 0 0 0,0-1 1 0 0,0 1-1 0 0,0-1 0 0 0,0 0 1 0 0,0 0-1 0 0,0 1 0 0 0,1-1 1 0 0,-1 0-1 0 0,0 0 0 0 0,-1-2 1 0 0,2 3-134 0 0,0 0 1 0 0,0-1 0 0 0,0 1-1 0 0,0-1 1 0 0,0 1 0 0 0,0 0-1 0 0,0-1 1 0 0,0 1 0 0 0,0-1-1 0 0,0 1 1 0 0,0 0 0 0 0,0-1 0 0 0,3-3 1613 0 0,-2 4-1613 0 0,17-8 1383 0 0,4 5-1011 0 0,-1 1 0 0 0,1 0 0 0 0,0 2 0 0 0,34 4 0 0 0,84 20 54 0 0,-18-3-412 0 0,-116-19-281 0 0,0-2 0 0 0,0 1 1 0 0,1-1-1 0 0,-1 1 0 0 0,0-2 0 0 0,1 1 0 0 0,-1-1 1 0 0,0 0-1 0 0,0 0 0 0 0,0-1 0 0 0,0 0 1 0 0,0 0-1 0 0,0 0 0 0 0,0-1 0 0 0,10-5 0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1527 3889 0 0,'-4'-7'5777'0'0,"6"2"-4951"0"0,2-10-554 0 0,-1 0 0 0 0,-1 0 0 0 0,0 0 0 0 0,-1-1 0 0 0,-1 1 0 0 0,0 0 0 0 0,-1-1 0 0 0,-1 1 0 0 0,-4-19 0 0 0,-18-152 3007 0 0,-9-52 42 0 0,17 139-1870 0 0,-4-177-1 0 0,18 228-1374 0 0,0-6-8 0 0,-3 1 0 0 0,-15-62 0 0 0,13 85-39 0 0,-2 0-1 0 0,-1 0 1 0 0,-1 1 0 0 0,-1 0-1 0 0,-19-29 1 0 0,29 55-37 0 0,0-1-158 0 0,-1 0 1 0 0,1 0-1 0 0,0-1 0 0 0,0 1 0 0 0,1 0 0 0 0,-3-8 0 0 0,4 11 65 0 0,0 0-1 0 0,0 0 1 0 0,0 0-1 0 0,0 0 0 0 0,0 0 1 0 0,0 0-1 0 0,1-1 1 0 0,-1 1-1 0 0,0 0 1 0 0,1 0-1 0 0,-1 0 1 0 0,0 0-1 0 0,1 0 1 0 0,-1 0-1 0 0,1 0 0 0 0,0 0 1 0 0,-1 0-1 0 0,1 0 1 0 0,0 1-1 0 0,0-1 1 0 0,-1 0-1 0 0,1 0 1 0 0,0 1-1 0 0,0-1 0 0 0,0 0 1 0 0,0 1-1 0 0,0-1 1 0 0,0 1-1 0 0,0-1 1 0 0,0 1-1 0 0,2-1 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150 601 3041 0 0,'-2'-21'1612'0'0,"0"1"1"0"0,-1 0-1 0 0,-1 0 1 0 0,-8-21-1 0 0,-4-21 1433 0 0,6-2-970 0 0,6 33-1043 0 0,-10-35 1 0 0,11 56-908 0 0,-1 0 1 0 0,0-1-1 0 0,0 1 1 0 0,-1 1 0 0 0,0-1-1 0 0,-1 1 1 0 0,-8-11-1 0 0,9 13-194 0 0,1 0 0 0 0,-1 0-1 0 0,1-1 1 0 0,1 1 0 0 0,0-1-1 0 0,0 0 1 0 0,0 0 0 0 0,1-1-1 0 0,0 1 1 0 0,1 0 0 0 0,-1-1 0 0 0,1-13-1 0 0,1 14-940 0 0,1 1 0 0 0,-1-1 0 0 0,1 0-1 0 0,4-12 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1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9674 0 0,'13'6'6881'0'0,"12"15"-4951"0"0,-12-9-1198 0 0,15 10-506 0 0,-1 2 0 0 0,-1 1-1 0 0,-1 2 1 0 0,-2 0-1 0 0,-1 1 1 0 0,-1 1 0 0 0,-1 1-1 0 0,-2 1 1 0 0,-1 1-1 0 0,-1 0 1 0 0,21 66 0 0 0,-8 2-940 0 0,35 102-5007 0 0,-52-171-943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38 104 3681 0 0,'-2'0'376'0'0,"-1"-1"-1"0"0,1 0 1 0 0,0 0 0 0 0,0 0 0 0 0,0 0 0 0 0,0 0 0 0 0,0 0-1 0 0,0-1 1 0 0,0 1 0 0 0,0 0 0 0 0,0-1 0 0 0,1 0 0 0 0,-1 1-1 0 0,1-1 1 0 0,-1 0 0 0 0,-1-3 0 0 0,2 4-69 0 0,1-1 1 0 0,-1 1-1 0 0,1-1 1 0 0,0 1-1 0 0,-1-1 1 0 0,1 1-1 0 0,0-1 1 0 0,0 0-1 0 0,0 1 1 0 0,0-1-1 0 0,0 1 0 0 0,0-1 1 0 0,1 1-1 0 0,-1-1 1 0 0,1 1-1 0 0,-1-1 1 0 0,1 1-1 0 0,-1-1 1 0 0,2-1-1 0 0,-1 0 165 0 0,1 0 0 0 0,0 0 0 0 0,0 0 0 0 0,1 0 0 0 0,-1 1-1 0 0,1-1 1 0 0,-1 1 0 0 0,6-5 0 0 0,-4 5-387 0 0,-1 0 1 0 0,1-1-1 0 0,0 1 0 0 0,0 1 1 0 0,0-1-1 0 0,0 0 0 0 0,7-1 1 0 0,-7 3-86 0 0,0 0 0 0 0,1 0 0 0 0,-1 0 0 0 0,0 0 0 0 0,0 1 0 0 0,0 0 0 0 0,0 0 0 0 0,0 0 0 0 0,0 0 0 0 0,0 0 0 0 0,0 1 0 0 0,0 0 0 0 0,0 0 0 0 0,-1 0 0 0 0,1 0 0 0 0,-1 0 0 0 0,1 1 0 0 0,-1 0 0 0 0,0 0 0 0 0,0-1 0 0 0,0 2 0 0 0,4 5 0 0 0,2 2 0 0 0,-2 0 0 0 0,1 0 0 0 0,-2 1 0 0 0,1 0 0 0 0,8 24 0 0 0,-8-12 0 0 0,-2 1 0 0 0,0 1 0 0 0,-2-1 0 0 0,0 0 0 0 0,-2 1 0 0 0,-2 27 0 0 0,3 43 0 0 0,-3-95 15 0 0,1 0 0 0 0,0 0 0 0 0,0 0 0 0 0,1 0 0 0 0,-1 0 1 0 0,0 1-1 0 0,0-1 0 0 0,0 0 0 0 0,1 0 0 0 0,-1 0 0 0 0,1 0 1 0 0,-1 0-1 0 0,1 0 0 0 0,-1 0 0 0 0,1 0 0 0 0,-1 0 0 0 0,1 0 0 0 0,0-1 1 0 0,1 2-1 0 0,-2-2 11 0 0,1 1 1 0 0,-1-1-1 0 0,1 0 0 0 0,0 0 1 0 0,-1 0-1 0 0,1 0 0 0 0,0 0 1 0 0,-1 0-1 0 0,1 0 0 0 0,0 0 1 0 0,0 0-1 0 0,-1 0 0 0 0,1 0 1 0 0,-1-1-1 0 0,1 1 0 0 0,0 0 1 0 0,-1 0-1 0 0,1-1 0 0 0,0 1 1 0 0,-1 0-1 0 0,1-1 0 0 0,-1 1 1 0 0,1-1-1 0 0,7-6 245 0 0,-1 1 0 0 0,-1-1 0 0 0,11-13 0 0 0,-7 8-295 0 0,54-62 334 0 0,9-8-790 0 0,-23 29-5725 0 0,-15 18-1002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7.3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767 502 4041 0 0,'-6'-3'33'0'0,"-1"-1"0"0"0,1 0 0 0 0,0 0 1 0 0,1-1-1 0 0,-1 0 0 0 0,1 0 0 0 0,0 0 0 0 0,0 0 0 0 0,0-1 0 0 0,1 0 1 0 0,-4-7-1 0 0,-3-6 92 0 0,2-1 1 0 0,-10-27 0 0 0,10 25 28 0 0,-9-33-87 0 0,-13-63-1 0 0,-7-20-72 0 0,38 137 19 0 0,0 0 0 0 0,0 0 0 0 0,0 1 1 0 0,0-1-1 0 0,-1 0 0 0 0,1 0 0 0 0,0 1 0 0 0,0-1 0 0 0,-1 0 0 0 0,1 0 0 0 0,-1 1 1 0 0,1-1-1 0 0,-1 1 0 0 0,1-1 0 0 0,-1 0 0 0 0,1 1 0 0 0,-1-1 0 0 0,1 1 0 0 0,-1-1 0 0 0,0 1 1 0 0,1-1-1 0 0,-1 1 0 0 0,0 0 0 0 0,1-1 0 0 0,-1 1 0 0 0,0 0 0 0 0,0 0 0 0 0,1-1 1 0 0,-2 1-1 0 0,1 0 43 0 0,-1 1 0 0 0,1-1 0 0 0,0 1 1 0 0,0-1-1 0 0,-1 1 0 0 0,1 0 0 0 0,0 0 1 0 0,0-1-1 0 0,0 1 0 0 0,0 0 0 0 0,0 0 0 0 0,0 0 1 0 0,0 0-1 0 0,0 0 0 0 0,0 1 0 0 0,-27 46 1575 0 0,28-47-1617 0 0,-151 379 1123 0 0,55-127-707 0 0,-157 320 1963 0 0,250-567-2300 0 0,5-6-110 0 0,10-15-234 0 0,17-27-319 0 0,135-315-1154 0 0,-36 67 2101 0 0,1 66-243 0 0,-107 191-111 0 0,2 1 1 0 0,1 1-1 0 0,2 1 1 0 0,43-37-1 0 0,-66 63-20 0 0,1 0 0 0 0,0 0 1 0 0,0 0-1 0 0,1 1 0 0 0,-1 0 0 0 0,1 0 0 0 0,-1 0 0 0 0,12-3 0 0 0,-15 6-1 0 0,-1-1-1 0 0,1 1 1 0 0,-1 0-1 0 0,0 0 0 0 0,1 0 1 0 0,-1 0-1 0 0,1 0 1 0 0,-1 1-1 0 0,0-1 1 0 0,1 0-1 0 0,-1 1 1 0 0,0-1-1 0 0,1 1 0 0 0,-1-1 1 0 0,0 1-1 0 0,1-1 1 0 0,1 3-1 0 0,-1-2 1 0 0,0 1 0 0 0,-1 0 0 0 0,1 0 0 0 0,-1 0-1 0 0,1 0 1 0 0,-1 1 0 0 0,0-1 0 0 0,0 0 0 0 0,1 0 0 0 0,-2 1 0 0 0,1-1-1 0 0,0 1 1 0 0,0 2 0 0 0,4 21 25 0 0,-1 0 0 0 0,-1 1 0 0 0,-1-1 0 0 0,-3 40 0 0 0,-17 107 56 0 0,12-131-42 0 0,-36 233 512 0 0,-80 273-1 0 0,116-530-428 0 0,4-13-21 0 0,1 1-1 0 0,-1-1 1 0 0,1 1 0 0 0,0-1-1 0 0,0 1 1 0 0,0-1-1 0 0,1 1 1 0 0,-1 0-1 0 0,2 9 1 0 0,0-14-78 0 0,-1 0-1 0 0,1-1 1 0 0,-1 1-1 0 0,1 0 1 0 0,-1-1-1 0 0,1 1 1 0 0,-1-1 0 0 0,1 1-1 0 0,-1 0 1 0 0,1-1-1 0 0,0 1 1 0 0,-1-1-1 0 0,1 0 1 0 0,0 1-1 0 0,0-1 1 0 0,-1 0 0 0 0,1 1-1 0 0,0-1 1 0 0,0 0-1 0 0,0 0 1 0 0,-1 1-1 0 0,1-1 1 0 0,0 0 0 0 0,0 0-1 0 0,0 0 1 0 0,0 0-1 0 0,-1 0 1 0 0,1 0-1 0 0,0 0 1 0 0,0-1-1 0 0,0 1 1 0 0,-1 0 0 0 0,1 0-1 0 0,0-1 1 0 0,0 1-1 0 0,-1 0 1 0 0,1-1-1 0 0,0 1 1 0 0,0-1-1 0 0,0 0 1 0 0,35-20 214 0 0,-35 21-226 0 0,14-12-198 0 0,0 0 0 0 0,-1-1 0 0 0,0 0 0 0 0,-1-1 0 0 0,21-29 0 0 0,48-88-438 0 0,-59 92 544 0 0,72-129-248 0 0,-43 71 535 0 0,5 3-1 0 0,94-120 1 0 0,-143 203-110 0 0,-5 6-55 0 0,0 1 1 0 0,0 0 0 0 0,1 0 0 0 0,0 0 0 0 0,-1 0 0 0 0,1 1 0 0 0,0-1-1 0 0,0 1 1 0 0,1 0 0 0 0,-1 0 0 0 0,9-4 0 0 0,-32 48-694 0 0,-145 272 176 0 0,-129 220 2930 0 0,285-522-2254 0 0,4-5 16 0 0,0 1 0 0 0,0-1 0 0 0,0 1 0 0 0,1 0 0 0 0,-2 8 0 0 0,4-15-205 0 0,1 0 0 0 0,0 0 0 0 0,0 0 0 0 0,0 0 1 0 0,0 0-1 0 0,0 1 0 0 0,0-1 0 0 0,0 0 0 0 0,0 0 0 0 0,0 0 0 0 0,0 0 1 0 0,0 1-1 0 0,-1-1 0 0 0,1 0 0 0 0,0 0 0 0 0,0 0 0 0 0,0 0 1 0 0,0 1-1 0 0,0-1 0 0 0,0 0 0 0 0,1 0 0 0 0,-1 0 0 0 0,0 0 1 0 0,0 1-1 0 0,0-1 0 0 0,0 0 0 0 0,0 0 0 0 0,0 0 0 0 0,0 0 1 0 0,0 0-1 0 0,0 1 0 0 0,0-1 0 0 0,0 0 0 0 0,1 0 0 0 0,-1 0 0 0 0,0 0 1 0 0,0 0-1 0 0,0 0 0 0 0,0 0 0 0 0,0 1 0 0 0,0-1 0 0 0,1 0 1 0 0,-1 0-1 0 0,0 0 0 0 0,0 0 0 0 0,1 0 0 0 0,9-4 270 0 0,11-11-519 0 0,7-15-248 0 0,-1-2 0 0 0,-2-1 0 0 0,27-44-1 0 0,-10 14 292 0 0,2-2 231 0 0,-24 32 42 0 0,2 1 0 0 0,1 2 1 0 0,52-55-1 0 0,-74 84-98 0 0,0 0-1 0 0,0 0 1 0 0,1 0 0 0 0,-1 0-1 0 0,0 0 1 0 0,1 0-1 0 0,-1 0 1 0 0,1 0 0 0 0,-1 1-1 0 0,0-1 1 0 0,1 0 0 0 0,0 1-1 0 0,1-1 1 0 0,-2 1-1 0 0,-1 0 0 0 0,1 0 1 0 0,-1 0-1 0 0,0 0 0 0 0,1 1 1 0 0,-1-1-1 0 0,1 0 0 0 0,-1 0 1 0 0,0 0-1 0 0,1 1 0 0 0,-1-1 1 0 0,0 0-1 0 0,1 0 0 0 0,-1 1 1 0 0,0-1-1 0 0,1 0 0 0 0,-1 1 1 0 0,0-1-1 0 0,0 0 0 0 0,1 1 1 0 0,-1-1-1 0 0,0 0 0 0 0,0 1 1 0 0,0-1-1 0 0,0 0 0 0 0,1 1 1 0 0,-1-1-1 0 0,0 1 0 0 0,0-1 1 0 0,0 0-1 0 0,0 1 0 0 0,0 4-147 0 0,0 0-1 0 0,0 0 0 0 0,0 0 1 0 0,-1 0-1 0 0,1 0 0 0 0,-4 9 0 0 0,-46 142-958 0 0,-103 217 0 0 0,117-290 1335 0 0,-33 64 411 0 0,-40 100 2956 0 0,108-247-3526 0 0,1 1 0 0 0,0-1 0 0 0,-1 0-1 0 0,1 1 1 0 0,0-1 0 0 0,-1 1 0 0 0,1-1 0 0 0,0 1-1 0 0,0-1 1 0 0,0 1 0 0 0,0-1 0 0 0,-1 1 0 0 0,1-1-1 0 0,0 1 1 0 0,0-1 0 0 0,0 1 0 0 0,0-1 0 0 0,0 1-1 0 0,0-1 1 0 0,0 1 0 0 0,0-1 0 0 0,0 1 0 0 0,0-1-1 0 0,1 1 1 0 0,-1-1 0 0 0,0 1 0 0 0,0-1 0 0 0,0 1-1 0 0,1-1 1 0 0,-1 1 0 0 0,0-1 0 0 0,0 0-1 0 0,1 1 1 0 0,-1-1 0 0 0,0 1 0 0 0,1-1 0 0 0,0 1-1 0 0,1-1-17 0 0,-1 0 0 0 0,1-1 0 0 0,-1 1-1 0 0,1 0 1 0 0,-1-1 0 0 0,1 1-1 0 0,-1-1 1 0 0,1 1 0 0 0,-1-1 0 0 0,1 0-1 0 0,-1 0 1 0 0,2-1 0 0 0,41-31-340 0 0,203-238-1429 0 0,-73 73 1439 0 0,294-341 236 0 0,-447 511 89 0 0,48-57-2 0 0,-61 75-26 0 0,1 2 0 0 0,0-1 0 0 0,0 2 0 0 0,1-1-1 0 0,0 1 1 0 0,16-9 0 0 0,-25 15-3 0 0,0 1-1 0 0,0-1 0 0 0,0 0 1 0 0,1 1-1 0 0,-1-1 1 0 0,0 1-1 0 0,0 0 1 0 0,0-1-1 0 0,1 1 0 0 0,-1 0 1 0 0,0-1-1 0 0,1 1 1 0 0,-1 0-1 0 0,0 0 1 0 0,0 0-1 0 0,1 0 0 0 0,-1 1 1 0 0,0-1-1 0 0,0 0 1 0 0,1 0-1 0 0,-1 1 0 0 0,0-1 1 0 0,0 1-1 0 0,1-1 1 0 0,0 1-1 0 0,-1 1-4 0 0,0-1 0 0 0,0 0 0 0 0,0 1 1 0 0,0-1-1 0 0,-1 1 0 0 0,1-1 0 0 0,0 1 0 0 0,-1-1 0 0 0,1 1 0 0 0,-1 0 0 0 0,1-1 0 0 0,-1 1 1 0 0,0 0-1 0 0,0-1 0 0 0,0 1 0 0 0,0 2 0 0 0,-1 9-45 0 0,0 0 1 0 0,-1 1-1 0 0,-6 20 1 0 0,8-33 49 0 0,-158 469 1023 0 0,53-175-63 0 0,86-238-776 0 0,3-11-20 0 0,-20 89 1 0 0,36-132-155 0 0,-1 0 0 0 0,1 0 0 0 0,0 0 0 0 0,-1-1 0 0 0,1 1 1 0 0,0 0-1 0 0,1 0 0 0 0,-1 0 0 0 0,1 0 0 0 0,-1-1 1 0 0,1 1-1 0 0,0 0 0 0 0,2 4 0 0 0,-2-6-4 0 0,-1 0 0 0 0,1 0-1 0 0,0 0 1 0 0,1 0 0 0 0,-1 0-1 0 0,0 0 1 0 0,0-1 0 0 0,0 1 0 0 0,0 0-1 0 0,1-1 1 0 0,-1 1 0 0 0,0-1 0 0 0,1 1-1 0 0,-1-1 1 0 0,0 0 0 0 0,1 0 0 0 0,-1 1-1 0 0,0-1 1 0 0,1 0 0 0 0,-1 0 0 0 0,0 0-1 0 0,1 0 1 0 0,-1-1 0 0 0,0 1 0 0 0,1 0-1 0 0,-1-1 1 0 0,0 1 0 0 0,1-1 0 0 0,1 0-1 0 0,9-3-173 0 0,1-1-1 0 0,-1-1 0 0 0,0 0 0 0 0,0-1 1 0 0,17-12-1 0 0,52-47-631 0 0,-58 46 613 0 0,92-88-751 0 0,111-134 1 0 0,-215 229 916 0 0,-1 2 34 0 0,40-42 244 0 0,-45 48-231 0 0,0 1-1 0 0,0-1 0 0 0,0 1 0 0 0,1 1 1 0 0,0-1-1 0 0,0 1 0 0 0,0 0 1 0 0,8-3-1 0 0,-14 6-23 0 0,1 0 1 0 0,-1 0-1 0 0,1-1 0 0 0,0 1 0 0 0,-1 0 1 0 0,1 0-1 0 0,-1 0 0 0 0,1 0 1 0 0,0 0-1 0 0,-1 0 0 0 0,1 0 1 0 0,-1 0-1 0 0,1 0 0 0 0,0 0 0 0 0,-1 0 1 0 0,1 0-1 0 0,-1 1 0 0 0,1-1 1 0 0,0 0-1 0 0,-1 0 0 0 0,1 1 1 0 0,-1-1-1 0 0,1 0 0 0 0,-1 1 0 0 0,1-1 1 0 0,-1 0-1 0 0,1 1 0 0 0,-1-1 1 0 0,0 1-1 0 0,1-1 0 0 0,-1 1 1 0 0,0-1-1 0 0,1 1 0 0 0,-1-1 1 0 0,0 1-1 0 0,1-1 0 0 0,-1 1 0 0 0,0-1 1 0 0,0 1-1 0 0,0 0 0 0 0,1-1 1 0 0,-1 1-1 0 0,0-1 0 0 0,0 1 1 0 0,0 0-1 0 0,0-1 0 0 0,0 1 0 0 0,0-1 1 0 0,0 1-1 0 0,-1 0 0 0 0,-5 35-27 0 0,5-33 31 0 0,-37 118 1403 0 0,-96 202 1 0 0,52-136 602 0 0,81-182-1951 0 0,-3 2 166 0 0,2 0 0 0 0,-1 0 1 0 0,1 0-1 0 0,0 0 0 0 0,-2 13 0 0 0,4-18-187 0 0,0-1 0 0 0,0 0-1 0 0,0 0 1 0 0,0 1-1 0 0,0-1 1 0 0,1 0-1 0 0,-1 0 1 0 0,0 1 0 0 0,1-1-1 0 0,-1 0 1 0 0,1 0-1 0 0,-1 0 1 0 0,1 0-1 0 0,-1 1 1 0 0,1-1 0 0 0,0 0-1 0 0,0 0 1 0 0,-1 0-1 0 0,1 0 1 0 0,0-1-1 0 0,0 1 1 0 0,0 0-1 0 0,0 0 1 0 0,0 0 0 0 0,0-1-1 0 0,0 1 1 0 0,0-1-1 0 0,1 1 1 0 0,-1-1-1 0 0,0 1 1 0 0,0-1 0 0 0,0 1-1 0 0,1-1 1 0 0,-1 0-1 0 0,0 0 1 0 0,0 0-1 0 0,1 0 1 0 0,-1 0 0 0 0,0 0-1 0 0,0 0 1 0 0,3 0-1 0 0,8-1-79 0 0,1 0 1 0 0,-1-1-1 0 0,0 0 0 0 0,0-1 0 0 0,1 0 0 0 0,15-7 0 0 0,70-37-1528 0 0,-51 24-268 0 0,0 0-4656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9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505 102 8754 0 0,'-6'1'228'0'0,"2"0"-148"0"0,-1-1 0 0 0,1 1 0 0 0,-1 0 0 0 0,1 0 0 0 0,-1 1 0 0 0,1-1 0 0 0,0 1 0 0 0,0 0 0 0 0,0 0 0 0 0,0 1 0 0 0,0-1 0 0 0,0 1 0 0 0,1 0 0 0 0,-7 6 0 0 0,-61 65 1405 0 0,26-28-1326 0 0,2 1 0 0 0,-43 63 0 0 0,28-16-313 0 0,-63 145 0 0 0,120-238 146 0 0,0 0-1 0 0,0 0 1 0 0,1 1 0 0 0,-1-1-1 0 0,1 1 1 0 0,-1-1 0 0 0,1 1-1 0 0,-1-1 1 0 0,1 0 0 0 0,0 1-1 0 0,0-1 1 0 0,0 1 0 0 0,0 0-1 0 0,0-1 1 0 0,0 3 0 0 0,0-4 5 0 0,1 0 1 0 0,-1 1 0 0 0,0-1-1 0 0,1 0 1 0 0,-1 1-1 0 0,1-1 1 0 0,-1 0 0 0 0,0 0-1 0 0,1 1 1 0 0,-1-1 0 0 0,1 0-1 0 0,-1 0 1 0 0,0 0-1 0 0,1 0 1 0 0,-1 1 0 0 0,1-1-1 0 0,-1 0 1 0 0,1 0-1 0 0,-1 0 1 0 0,1 0 0 0 0,-1 0-1 0 0,1 0 1 0 0,-1 0-1 0 0,1 0 1 0 0,-1 0 0 0 0,1-1-1 0 0,-1 1 1 0 0,0 0-1 0 0,1 0 1 0 0,0 0 0 0 0,6-3 1 0 0,0 0 1 0 0,0-1-1 0 0,0 1 1 0 0,9-8-1 0 0,48-37 503 0 0,94-93 0 0 0,-64 53-144 0 0,251-179 496 0 0,-278 219-157 0 0,115-109 1 0 0,-233 213 178 0 0,-60 87 0 0 0,2-3-953 0 0,14-28-61 0 0,-295 382-124 0 0,384-484 293 0 0,-18 28-76 0 0,23-36 61 0 0,0-1 0 0 0,0 1 0 0 0,0 0 0 0 0,1-1-1 0 0,-1 1 1 0 0,1 0 0 0 0,-1 0 0 0 0,1 0 0 0 0,0-1 0 0 0,0 1 0 0 0,-1 0 0 0 0,1 0-1 0 0,0 0 1 0 0,1 0 0 0 0,-1-1 0 0 0,0 1 0 0 0,0 0 0 0 0,1 0 0 0 0,0 2 0 0 0,0-3 8 0 0,0-1 1 0 0,0 1 0 0 0,-1-1 0 0 0,1 1 0 0 0,0-1 0 0 0,0 1-1 0 0,0-1 1 0 0,0 1 0 0 0,0-1 0 0 0,0 0 0 0 0,0 1 0 0 0,-1-1 0 0 0,1 0-1 0 0,0 0 1 0 0,0 0 0 0 0,0 0 0 0 0,0 0 0 0 0,0 0 0 0 0,0 0-1 0 0,0 0 1 0 0,0 0 0 0 0,0 0 0 0 0,0-1 0 0 0,0 1 0 0 0,0 0-1 0 0,0-1 1 0 0,0 1 0 0 0,1-1 0 0 0,27-13-92 0 0,-2-3 57 0 0,0-1-1 0 0,0-1 1 0 0,24-25 0 0 0,68-74 354 0 0,-60 58-288 0 0,92-105 43 0 0,-1 3-649 0 0,-136 150 30 0 0,-17 18-263 0 0,-21 25-514 0 0,21-27 1226 0 0,-93 131-1470 0 0,19-24 1583 0 0,-355 536-936 0 0,415-617 904 0 0,-118 212 919 0 0,132-236-767 0 0,1-1-1 0 0,0 1 1 0 0,-1-1-1 0 0,2 1 0 0 0,-1 0 1 0 0,1-1-1 0 0,-2 12 1 0 0,3-15-136 0 0,0-1 0 0 0,0 0 0 0 0,0 0 0 0 0,0 0 0 0 0,1 0 0 0 0,-1 1 0 0 0,0-1 0 0 0,1 0 0 0 0,-1 0 0 0 0,0 0 0 0 0,1 0 0 0 0,0 0 0 0 0,-1 0 0 0 0,1 0 0 0 0,-1 0-1 0 0,1 0 1 0 0,0 0 0 0 0,0 0 0 0 0,0-1 0 0 0,0 1 0 0 0,-1 0 0 0 0,1 0 0 0 0,0-1 0 0 0,0 1 0 0 0,0 0 0 0 0,0-1 0 0 0,1 1 0 0 0,-1-1 0 0 0,0 0 0 0 0,0 1 0 0 0,0-1 0 0 0,0 0 0 0 0,0 0 0 0 0,1 1 0 0 0,-1-1 0 0 0,0 0 0 0 0,0 0 0 0 0,0 0 0 0 0,0-1 0 0 0,1 1 0 0 0,-1 0 0 0 0,0 0 0 0 0,0-1 0 0 0,1 1 0 0 0,10-3-134 0 0,0 1-1 0 0,0-1 1 0 0,-1-1 0 0 0,1 0 0 0 0,-1-1 0 0 0,0 0-1 0 0,-1-1 1 0 0,19-12 0 0 0,77-68-1835 0 0,-71 56 1579 0 0,325-298-1601 0 0,-10 9 857 0 0,-333 304 1142 0 0,-10 8 203 0 0,1 0 0 0 0,-1 0 0 0 0,2 1 0 0 0,-1 0 0 0 0,1 0 0 0 0,0 1 0 0 0,0 0 0 0 0,27 5 3504 0 0,-37 0-3679 0 0,-9 24 1107 0 0,9-20-982 0 0,-212 392 2668 0 0,120-231-2893 0 0,66-118-32 0 0,15-30 44 0 0,1 2 1 0 0,1-1-1 0 0,0 1 1 0 0,2 1-1 0 0,0 0 1 0 0,-9 39-1 0 0,17-59 3 0 0,-1 1 0 0 0,1 0 0 0 0,0-1 0 0 0,0 1 0 0 0,0 0 0 0 0,0-1 0 0 0,0 1 0 0 0,0 0 0 0 0,0 0 0 0 0,0-1 0 0 0,0 1 0 0 0,0 0 0 0 0,1-1 0 0 0,-1 1 0 0 0,0 0 0 0 0,0-1 0 0 0,1 1 0 0 0,-1 0 0 0 0,0-1 0 0 0,1 1 0 0 0,-1-1 0 0 0,0 1 0 0 0,1-1 0 0 0,-1 1 0 0 0,1-1 0 0 0,-1 1 0 0 0,1-1 0 0 0,-1 1 0 0 0,1-1 0 0 0,0 1-1 0 0,-1-1 1 0 0,1 0 0 0 0,-1 1 0 0 0,1-1 0 0 0,0 0 0 0 0,-1 0 0 0 0,1 0 0 0 0,0 1 0 0 0,0-1 0 0 0,-1 0 0 0 0,1 0 0 0 0,0 0 0 0 0,-1 0 0 0 0,1 0 0 0 0,0 0 0 0 0,-1 0 0 0 0,1 0 0 0 0,0 0 0 0 0,0-1 0 0 0,-1 1 0 0 0,1 0 0 0 0,-1 0 0 0 0,1-1 0 0 0,0 1 0 0 0,0-1 0 0 0,38-17-1861 0 0,-2-11 762 0 0,0-1 0 0 0,52-55 0 0 0,-58 52 1492 0 0,1 2 0 0 0,2 2 0 0 0,46-32 1 0 0,57-29 2053 0 0,144-83-2000 0 0,-279 172-442 0 0,1-1 0 0 0,0 1 0 0 0,-1 0 0 0 0,1 0 0 0 0,0 0 0 0 0,-1 0 0 0 0,1 0 0 0 0,0 1 0 0 0,0-1 0 0 0,0 1 0 0 0,-1 0 0 0 0,1 0 0 0 0,3 0 0 0 0,-5 0 8 0 0,-1 0 0 0 0,1 0 1 0 0,-1 1-1 0 0,1-1 0 0 0,-1 0 0 0 0,1 0 0 0 0,-1 1 1 0 0,0-1-1 0 0,1 0 0 0 0,-1 1 0 0 0,1-1 1 0 0,-1 0-1 0 0,0 1 0 0 0,1-1 0 0 0,-1 1 0 0 0,0-1 1 0 0,1 1-1 0 0,-1-1 0 0 0,0 1 0 0 0,0-1 1 0 0,0 1-1 0 0,1-1 0 0 0,-1 1 0 0 0,0-1 0 0 0,0 1 1 0 0,0 0-1 0 0,0 1-13 0 0,0 1 0 0 0,0-1 0 0 0,0 0 0 0 0,-1 1 0 0 0,1-1 0 0 0,-1 0 0 0 0,1 1 0 0 0,-1-1-1 0 0,-1 3 1 0 0,-15 33-304 0 0,-1 0 0 0 0,-36 53 0 0 0,-57 66 104 0 0,87-125 313 0 0,-16 21-36 0 0,-35 49 184 0 0,65-87-373 0 0,1 1 0 0 0,1 0 0 0 0,0 1 0 0 0,-10 29 0 0 0,12-5-3373 0 0,9-4-1233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2 227 5065 0 0,'-1'4'543'0'0,"1"-3"-382"0"0,0 0 1 0 0,0 0 0 0 0,-1 1 0 0 0,1-1-1 0 0,0 0 1 0 0,0 0 0 0 0,0 0 0 0 0,0 1-1 0 0,0-1 1 0 0,0 0 0 0 0,1 0 0 0 0,-1 1-1 0 0,0-1 1 0 0,1 0 0 0 0,-1 0 0 0 0,1 0-1 0 0,-1 0 1 0 0,1 0 0 0 0,-1 1 0 0 0,1-1-1 0 0,0 0 1 0 0,-1 0 0 0 0,1-1 0 0 0,0 1-1 0 0,0 0 1 0 0,0 0 0 0 0,0 0 0 0 0,0 0-1 0 0,0-1 1 0 0,0 1 0 0 0,0 0 0 0 0,0-1-1 0 0,0 1 1 0 0,0-1 0 0 0,0 1-1 0 0,1-1 1 0 0,-1 0 0 0 0,0 0 0 0 0,0 1-1 0 0,1-1 1 0 0,-1 0 0 0 0,1 0 0 0 0,14 1 471 0 0,0-1 0 0 0,-1 0 0 0 0,1-1 0 0 0,26-6 0 0 0,27-1 201 0 0,28 1 92 0 0,0-5 0 0 0,156-39 0 0 0,136-13 728 0 0,-227 41-995 0 0,241-21-44 0 0,-65 9-246 0 0,-235 25-355 0 0,171 4 0 0 0,105 29 26 0 0,-248-13-36 0 0,412 15 60 0 0,-135 9-222 0 0,-137-5 10 0 0,-134-18-499 0 0,297 8 204 0 0,-307-13-860 0 0,-17 0-1890 0 0,-85-6 1723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16 6913 0 0,'-2'-2'566'0'0,"0"0"0"0"0,-1 1 0 0 0,1-1 0 0 0,0 1-1 0 0,-1-1 1 0 0,1 1 0 0 0,-1 0 0 0 0,1 0 0 0 0,-1 1-1 0 0,0-1 1 0 0,1 0 0 0 0,-1 1 0 0 0,0-1 0 0 0,1 1-1 0 0,-6 0 1 0 0,7 3-254 0 0,0 0 0 0 0,1 0 0 0 0,-1 1 0 0 0,1-1 0 0 0,0 0 0 0 0,0 0 0 0 0,0 0 1 0 0,0 0-1 0 0,0 0 0 0 0,2 4 0 0 0,-2-1-27 0 0,7 254 1782 0 0,-7-129-1804 0 0,34 243 0 0 0,22-92 154 0 0,24 147-184 0 0,-66-327-229 0 0,-5 0 1 0 0,-4 128 0 0 0,-12-94-35 0 0,3 315-1047 0 0,6-417-727 0 0,2-3-5439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72 2304 0 0,'1'-14'122'0'0,"-1"9"125"0"0,1 0 0 0 0,-1 0 0 0 0,0 0 0 0 0,0 0 1 0 0,-1 0-1 0 0,-1-7 0 0 0,2 11-173 0 0,-1 0 1 0 0,1 0 0 0 0,-1 0-1 0 0,1 0 1 0 0,-1 1 0 0 0,1-1-1 0 0,-1 0 1 0 0,0 0 0 0 0,1 1-1 0 0,-1-1 1 0 0,0 0 0 0 0,1 1-1 0 0,-1-1 1 0 0,0 0 0 0 0,0 1 0 0 0,0-1-1 0 0,0 1 1 0 0,1 0 0 0 0,-1-1-1 0 0,0 1 1 0 0,0 0 0 0 0,0-1-1 0 0,0 1 1 0 0,0 0 0 0 0,0 0-1 0 0,0 0 1 0 0,0 0 0 0 0,0 0-1 0 0,0 0 1 0 0,0 0 0 0 0,0 0-1 0 0,0 0 1 0 0,0 0 0 0 0,0 1-1 0 0,0-1 1 0 0,0 0 0 0 0,0 1 0 0 0,0-1-1 0 0,1 1 1 0 0,-3 0 0 0 0,-6 3 491 0 0,0 1 0 0 0,0-1 0 0 0,0 2 0 0 0,1-1 1 0 0,-16 14-1 0 0,-39 41 2141 0 0,47-43-1890 0 0,-1-1 25 0 0,-34 37 1162 0 0,48-49-1814 0 0,-1 0 0 0 0,1 1 0 0 0,0-1 0 0 0,0 1 0 0 0,1 0 0 0 0,-1-1 0 0 0,1 1 0 0 0,0 0 0 0 0,0 0 0 0 0,-1 9 0 0 0,3-13-148 0 0,0 0 1 0 0,0 0 0 0 0,1 1 0 0 0,-1-1-1 0 0,0 0 1 0 0,1 0 0 0 0,-1 1-1 0 0,1-1 1 0 0,-1 0 0 0 0,1 0-1 0 0,0 0 1 0 0,-1 0 0 0 0,1 0-1 0 0,0 0 1 0 0,0 0 0 0 0,0 0 0 0 0,0 0-1 0 0,0 0 1 0 0,0 0 0 0 0,0 0-1 0 0,0-1 1 0 0,0 1 0 0 0,0 0-1 0 0,0-1 1 0 0,2 1 0 0 0,37 15 519 0 0,-28-12-617 0 0,18 7 7 0 0,1-1-225 0 0,38 20-1 0 0,-61-26 232 0 0,-1 0-1 0 0,1 0 0 0 0,-1 1 0 0 0,0 0 0 0 0,-1 0 0 0 0,0 1 0 0 0,1 0 0 0 0,-2 0 0 0 0,1 1 0 0 0,5 8 1 0 0,-9-12 42 0 0,0 1 1 0 0,-1-1 0 0 0,0 1-1 0 0,1 0 1 0 0,-1-1 0 0 0,-1 1-1 0 0,1 0 1 0 0,0 0 0 0 0,-1-1-1 0 0,0 1 1 0 0,0 0 0 0 0,0 0-1 0 0,-1 0 1 0 0,1 0 0 0 0,-1-1-1 0 0,0 1 1 0 0,-1 4 0 0 0,-4 9 6 0 0,0-1 1 0 0,-14 25-1 0 0,6-13 157 0 0,-9 19-498 0 0,-21 50-634 0 0,41-88 812 0 0,0 1 1 0 0,0-1-1 0 0,1 1 1 0 0,0-1-1 0 0,1 1 1 0 0,0 0-1 0 0,0 0 1 0 0,2 11-1 0 0,-1-19 145 0 0,0 1-1 0 0,1-1 0 0 0,-1 0 0 0 0,1 1 0 0 0,0-1 1 0 0,0 0-1 0 0,0 1 0 0 0,0-1 0 0 0,0 0 0 0 0,0 0 1 0 0,1 0-1 0 0,-1 0 0 0 0,1 0 0 0 0,-1-1 0 0 0,1 1 0 0 0,0 0 1 0 0,0-1-1 0 0,-1 1 0 0 0,1-1 0 0 0,0 1 0 0 0,1-1 1 0 0,-1 0-1 0 0,0 0 0 0 0,0 0 0 0 0,0 0 0 0 0,1 0 1 0 0,-1-1-1 0 0,0 1 0 0 0,1-1 0 0 0,-1 1 0 0 0,1-1 1 0 0,-1 0-1 0 0,0 0 0 0 0,5 0 0 0 0,9-1 97 0 0,1-1 0 0 0,-1 0 0 0 0,0 0 0 0 0,16-7 0 0 0,-16 6 67 0 0,-13 2-124 0 0,13-3 185 0 0,0 0-1 0 0,0 2 1 0 0,0 0-1 0 0,0 0 0 0 0,20 2 1 0 0,-33 0-159 0 0,0 0 1 0 0,-1 1-1 0 0,1-1 1 0 0,0 1-1 0 0,0-1 1 0 0,0 1-1 0 0,0 0 1 0 0,-1 0-1 0 0,1 0 1 0 0,0 1-1 0 0,-1-1 1 0 0,1 1-1 0 0,-1-1 1 0 0,0 1-1 0 0,1 0 0 0 0,-1 0 1 0 0,0 0-1 0 0,0 0 1 0 0,0 0-1 0 0,0 0 1 0 0,-1 1-1 0 0,1-1 1 0 0,0 1-1 0 0,-1-1 1 0 0,0 1-1 0 0,0-1 1 0 0,0 1-1 0 0,0 0 1 0 0,0 0-1 0 0,0 0 1 0 0,-1-1-1 0 0,1 1 1 0 0,-1 0-1 0 0,0 0 0 0 0,0 0 1 0 0,0 4-1 0 0,-1 8 44 0 0,0-1 0 0 0,-1 0-1 0 0,-1-1 1 0 0,0 1-1 0 0,-1 0 1 0 0,0-1 0 0 0,-8 15-1 0 0,-48 87-14 0 0,58-111-82 0 0,-37 57-2 0 0,28-46-140 0 0,0 0 0 0 0,1 1 0 0 0,1 0 0 0 0,1 1-1 0 0,0 0 1 0 0,1 0 0 0 0,-5 21 0 0 0,11-35 7 0 0,1-1-1 0 0,0 1 1 0 0,0 0-1 0 0,0 0 1 0 0,0 0-1 0 0,0-1 1 0 0,1 1-1 0 0,-1 0 1 0 0,1 0-1 0 0,-1-1 1 0 0,1 1-1 0 0,0 0 1 0 0,0-1-1 0 0,0 1 1 0 0,3 4-1 0 0,-2-5-558 0 0,0 0 0 0 0,0 0 0 0 0,0 0-1 0 0,0 0 1 0 0,0 0 0 0 0,0 0-1 0 0,0 0 1 0 0,0 0 0 0 0,6 2-1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5065 0 0,'-4'14'1990'0'0,"-1"0"-1"0"0,2 0 1 0 0,0 1 0 0 0,0-1 0 0 0,1 20-1 0 0,2 79 3960 0 0,1-51-6233 0 0,3 241 536 0 0,-13 396 457 0 0,-13 379-629 0 0,11-829 217 0 0,1-100-726 0 0,8-131 79 0 0,1-9-284 0 0,1 1 1 0 0,0-1-1 0 0,0 1 1 0 0,0-1-1 0 0,3 13 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5529 0 0,'19'-5'2567'0'0,"96"-22"4498"0"0,-71 15-6280 0 0,-1 1-1 0 0,2 3 1 0 0,59-3 0 0 0,-52 9-637 0 0,80 0 786 0 0,255-37 0 0 0,32-14 375 0 0,4 35-521 0 0,-36 17-579 0 0,-194 2-82 0 0,358 37 98 0 0,-405-24-167 0 0,241 44 28 0 0,-158-20-55 0 0,-205-33-639 0 0,-1 1 1 0 0,0 1-1 0 0,0 1 1 0 0,-1 1-1 0 0,0 1 1 0 0,25 15-1 0 0,-31-18-4174 0 0,-1 0-1314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6449 0 0,'-10'0'1011'0'0,"8"0"-339"0"0,-1-1 0 0 0,1 1-1 0 0,0 0 1 0 0,0 0 0 0 0,0 0 0 0 0,0 1 0 0 0,0-1-1 0 0,0 0 1 0 0,0 1 0 0 0,-1 0 0 0 0,1-1-1 0 0,-2 2 1 0 0,3 0-431 0 0,0-1 0 0 0,0 0 0 0 0,1 1 0 0 0,-1-1 0 0 0,1 1 0 0 0,-1-1 0 0 0,1 1 0 0 0,0-1 0 0 0,-1 1-1 0 0,1-1 1 0 0,0 1 0 0 0,0-1 0 0 0,0 1 0 0 0,0-1 0 0 0,0 1 0 0 0,0-1 0 0 0,1 1 0 0 0,-1-1 0 0 0,0 1 0 0 0,2 2 0 0 0,34 315 1402 0 0,-31-208-1624 0 0,25 338 55 0 0,-22-376-72 0 0,39 399 66 0 0,-32 3 3 0 0,-20-167 48 0 0,-4 121 53 0 0,9-258-2304 0 0,0-143-5514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873 10 5985 0 0,'-13'-3'894'0'0,"-1"0"0"0"0,0 1 0 0 0,0 1 0 0 0,0 0 0 0 0,-1 1 0 0 0,1 1 0 0 0,0 0-1 0 0,0 1 1 0 0,-26 6 0 0 0,21-2-302 0 0,0 1 0 0 0,0 1-1 0 0,1 0 1 0 0,0 2 0 0 0,0 0 0 0 0,-19 15-1 0 0,-1 6-160 0 0,2 1 0 0 0,1 1 0 0 0,2 3 1 0 0,2 0-1 0 0,-28 42 0 0 0,14-11-377 0 0,3 1 0 0 0,3 2 0 0 0,3 1 1 0 0,3 3-1 0 0,4 0 0 0 0,3 2 0 0 0,3 1 0 0 0,-22 133 1 0 0,40-165-87 0 0,2 1 1 0 0,2 0-1 0 0,2 0 1 0 0,2 0-1 0 0,2 0 1 0 0,2-1-1 0 0,2 0 1 0 0,2 0-1 0 0,2-1 1 0 0,2 0 0 0 0,1-2-1 0 0,3 0 1 0 0,1 0-1 0 0,31 45 1 0 0,-31-59-41 0 0,1 0 0 0 0,1-1 0 0 0,1-2 0 0 0,1 0 0 0 0,2-1 0 0 0,0-2 0 0 0,52 33 0 0 0,-45-34-7 0 0,2-2 0 0 0,0-1 0 0 0,1-2 0 0 0,1-1 0 0 0,0-2 0 0 0,61 12 0 0 0,-74-21 123 0 0,1 0 0 0 0,-1-2 0 0 0,0-1 0 0 0,1-1 0 0 0,-1-1-1 0 0,0-2 1 0 0,0 0 0 0 0,0-1 0 0 0,40-13 0 0 0,-35 7 95 0 0,1-2-1 0 0,-2-1 1 0 0,0-2 0 0 0,-1 0 0 0 0,0-2 0 0 0,47-39 0 0 0,-39 24 9 0 0,0-2 1 0 0,-3-2 0 0 0,-1-1-1 0 0,-1-1 1 0 0,-2-2-1 0 0,-2 0 1 0 0,-2-2 0 0 0,-2-1-1 0 0,32-84 1 0 0,-43 94-70 0 0,-1-1 0 0 0,-2-1 0 0 0,-1 1 0 0 0,-2-1 1 0 0,-1 0-1 0 0,-2-1 0 0 0,-2-39 0 0 0,-3 44-65 0 0,0 1 0 0 0,-3 0 0 0 0,0 0 1 0 0,-2 0-1 0 0,-1 1 0 0 0,-2 0 0 0 0,0 1 0 0 0,-24-42 0 0 0,14 36-8 0 0,0 2 0 0 0,-2 0 0 0 0,-1 2 0 0 0,-2 1 0 0 0,-1 0 0 0 0,-1 2 0 0 0,-1 2 0 0 0,-1 0 0 0 0,-1 2 0 0 0,-2 1 0 0 0,-36-18 0 0 0,54 32-10 0 0,-166-81-384 0 0,160 80 311 0 0,0 1 1 0 0,-1 2-1 0 0,0 0 1 0 0,0 1-1 0 0,0 1 1 0 0,-40-2-1 0 0,55 6-206 0 0,0 0 0 0 0,1 1 0 0 0,-1 0 0 0 0,0 0 0 0 0,1 0 0 0 0,-1 1 0 0 0,-6 2 0 0 0,-9 7-7335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70 2761 0 0,'-33'-69'16253'0'0,"49"99"-14568"0"0,-4 29-1263 0 0,-2 1 0 0 0,5 119 0 0 0,0 9 42 0 0,-3-123-447 0 0,-6-39-51 0 0,-2 0-1 0 0,2 39 0 0 0,-6-65-19 0 0,0 0-55 0 0,0 1 0 0 0,0-1 0 0 0,0 0 0 0 0,0 1 1 0 0,1-1-1 0 0,-2 1 0 0 0,1-1 0 0 0,0 0 0 0 0,0 1 0 0 0,0-1 1 0 0,0 1-1 0 0,0-1 0 0 0,0 0 0 0 0,0 1 0 0 0,0-1 1 0 0,0 1-1 0 0,-1-1 0 0 0,1 0 0 0 0,0 1 0 0 0,0-1 0 0 0,-1 0 1 0 0,1 1-1 0 0,0-1 0 0 0,0 0 0 0 0,-1 0 0 0 0,0 1 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415 166 3209 0 0,'3'-16'117'0'0,"0"0"1"0"0,0-29 0 0 0,-3 38 46 0 0,-1 1 0 0 0,1-1 0 0 0,-1 1 0 0 0,0-1 0 0 0,-1 1 0 0 0,1 0-1 0 0,-1-1 1 0 0,0 1 0 0 0,-6-10 0 0 0,8 15-31 0 0,-1 0 1 0 0,0 0-1 0 0,0 0 1 0 0,1 0-1 0 0,-1 0 0 0 0,0 0 1 0 0,0 0-1 0 0,0 1 1 0 0,0-1-1 0 0,0 0 0 0 0,0 0 1 0 0,0 1-1 0 0,0-1 0 0 0,0 1 1 0 0,-1-1-1 0 0,1 1 1 0 0,0-1-1 0 0,0 1 0 0 0,0 0 1 0 0,-1 0-1 0 0,1 0 0 0 0,0-1 1 0 0,0 1-1 0 0,-1 0 1 0 0,1 0-1 0 0,0 1 0 0 0,0-1 1 0 0,-1 0-1 0 0,1 0 1 0 0,0 1-1 0 0,0-1 0 0 0,0 0 1 0 0,-1 1-1 0 0,1-1 0 0 0,0 1 1 0 0,0 0-1 0 0,-2 1 1 0 0,-5 3 459 0 0,0 0 0 0 0,0 1 1 0 0,-12 13-1 0 0,13-13-229 0 0,-68 66 820 0 0,3 2-1 0 0,-64 87 1 0 0,133-157-1124 0 0,0 0 0 0 0,0 0 0 0 0,0 0 0 0 0,0 0 0 0 0,1 1 0 0 0,-1 0 0 0 0,1-1 0 0 0,0 1 0 0 0,1 0 0 0 0,-3 8 0 0 0,4-12-66 0 0,0-1 0 0 0,1 1 0 0 0,-1-1 0 0 0,0 0-1 0 0,0 1 1 0 0,0-1 0 0 0,1 0 0 0 0,-1 1 0 0 0,0-1 0 0 0,1 0-1 0 0,-1 1 1 0 0,0-1 0 0 0,1 0 0 0 0,-1 0 0 0 0,0 1 0 0 0,1-1-1 0 0,-1 0 1 0 0,1 0 0 0 0,-1 0 0 0 0,0 0 0 0 0,1 0-1 0 0,-1 1 1 0 0,1-1 0 0 0,-1 0 0 0 0,0 0 0 0 0,1 0 0 0 0,-1 0-1 0 0,1 0 1 0 0,-1 0 0 0 0,1 0 0 0 0,-1 0 0 0 0,0 0 0 0 0,1-1-1 0 0,-1 1 1 0 0,1 0 0 0 0,-1 0 0 0 0,0 0 0 0 0,1 0 0 0 0,-1 0-1 0 0,0-1 1 0 0,1 1 0 0 0,-1 0 0 0 0,1 0 0 0 0,-1-1-1 0 0,1 1 1 0 0,18-11-356 0 0,15-17 711 0 0,-2-3 1 0 0,-1 0 0 0 0,53-71 0 0 0,30-31 2499 0 0,-112 131-2784 0 0,1 0-1 0 0,-1 0 0 0 0,1 0 0 0 0,-1 0 0 0 0,1 0 0 0 0,0 1 0 0 0,-1-1 0 0 0,1 1 0 0 0,0 0 0 0 0,0 0 0 0 0,0 0 0 0 0,0 0 0 0 0,0 0 0 0 0,0 1 0 0 0,0 0 1 0 0,1-1-1 0 0,-1 1 0 0 0,0 0 0 0 0,0 0 0 0 0,0 1 0 0 0,0-1 0 0 0,0 1 0 0 0,0-1 0 0 0,0 1 0 0 0,0 0 0 0 0,0 0 0 0 0,0 1 0 0 0,0-1 0 0 0,0 0 1 0 0,0 1-1 0 0,2 2 0 0 0,9 5 21 0 0,0 2 0 0 0,0 0 1 0 0,-1 0-1 0 0,15 19 0 0 0,-22-24-92 0 0,23 27 55 0 0,33 51-1 0 0,-42-55-177 0 0,2 0 1 0 0,0-2-1 0 0,31 29 0 0 0,3-9-2126 0 0,-27-24-5191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2504 36 920 0 0,'0'-2'52'0'0,"0"0"0"0"0,0 0-1 0 0,0 0 1 0 0,-1 0 0 0 0,1 1 0 0 0,0-1 0 0 0,-1 0-1 0 0,1 0 1 0 0,-1 0 0 0 0,0 1 0 0 0,1-1-1 0 0,-1 0 1 0 0,-2-2 0 0 0,2 3 72 0 0,1 0 0 0 0,-1 1 1 0 0,0-1-1 0 0,1 1 1 0 0,-1-1-1 0 0,0 1 0 0 0,1-1 1 0 0,-1 1-1 0 0,0-1 0 0 0,0 1 1 0 0,0 0-1 0 0,1 0 0 0 0,-1-1 1 0 0,0 1-1 0 0,0 0 0 0 0,0 0 1 0 0,0 0-1 0 0,0 0 0 0 0,0 0 1 0 0,-1 0-1 0 0,-1 0 215 0 0,1 1 1 0 0,0 0-1 0 0,0 0 1 0 0,-1-1-1 0 0,1 1 1 0 0,0 1-1 0 0,0-1 1 0 0,0 0-1 0 0,0 1 0 0 0,0-1 1 0 0,0 1-1 0 0,1-1 1 0 0,-1 1-1 0 0,0 0 1 0 0,1-1-1 0 0,-1 1 1 0 0,1 0-1 0 0,0 0 1 0 0,-2 4-1 0 0,-1 3 587 0 0,0 1-1 0 0,1-1 1 0 0,0 1-1 0 0,1 0 1 0 0,0 0-1 0 0,0 0 1 0 0,0 19-1 0 0,7 74 2156 0 0,0-46-2610 0 0,21 716-91 0 0,-7-149-84 0 0,-21-396-131 0 0,6 122 78 0 0,-6-203-194 0 0,2-147-51 0 0,0 0 1 0 0,0 0-1 0 0,0 0 0 0 0,0 0 0 0 0,0 0 0 0 0,1 0 1 0 0,-1 0-1 0 0,0 0 0 0 0,0-1 0 0 0,0 1 0 0 0,0 0 1 0 0,0 0-1 0 0,0 0 0 0 0,0 0 0 0 0,0 0 0 0 0,0 0 1 0 0,0 0-1 0 0,0 0 0 0 0,0 0 0 0 0,0 0 1 0 0,0 0-1 0 0,1 0 0 0 0,-1 0 0 0 0,0 0 0 0 0,0 0 1 0 0,0 0-1 0 0,0 0 0 0 0,0 0 0 0 0,0 0 0 0 0,0 0 1 0 0,0 0-1 0 0,0 0 0 0 0,0 0 0 0 0,0 0 0 0 0,1 0 1 0 0,-1 0-1 0 0,0 0 0 0 0,0 0 0 0 0,0 0 0 0 0,0 0 1 0 0,0 0-1 0 0,0 0 0 0 0,0 0 0 0 0,0 0 0 0 0,0 1 1 0 0,0-1-1 0 0,0 0 0 0 0,0 0 0 0 0,2-7-274 0 0,-8 4 285 0 0,0 1-1 0 0,0 0 1 0 0,0 0-1 0 0,0 1 1 0 0,0-1-1 0 0,0 1 1 0 0,-1 1 0 0 0,1-1-1 0 0,-10 1 1 0 0,3 2 51 0 0,0 0 0 0 0,0 0 0 0 0,0 1 1 0 0,-12 5-1 0 0,11-4-44 0 0,1 0 0 0 0,-1-1 0 0 0,1-1 1 0 0,-1 0-1 0 0,0-1 0 0 0,0-1 0 0 0,1 0 0 0 0,-18-2 0 0 0,-7-4 55 0 0,-59-18-1 0 0,58 13-60 0 0,-9 0-17 0 0,-1 2 1 0 0,0 2-1 0 0,-62 0 1 0 0,-151 13-37 0 0,108-1 32 0 0,103-4 7 0 0,0 2 0 0 0,-1 2 0 0 0,2 3 0 0 0,-1 2 0 0 0,-68 22 0 0 0,63-12-12 0 0,-154 47-233 0 0,179-60 253 0 0,0-1 0 0 0,-1-2 0 0 0,0-1 0 0 0,-63-1 0 0 0,48-5-152 0 0,0 1 1 0 0,0 3 0 0 0,0 2 0 0 0,1 3 0 0 0,-67 15 0 0 0,0 3-3695 0 0,93-20-2887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8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155 266 3457 0 0,'-9'0'315'0'0,"0"0"-1"0"0,0-1 1 0 0,0 0 0 0 0,0 0 0 0 0,-14-5 0 0 0,18 5 152 0 0,0-1 1 0 0,1-1-1 0 0,0 1 0 0 0,-1-1 1 0 0,1 0-1 0 0,0 1 1 0 0,0-2-1 0 0,0 1 0 0 0,1 0 1 0 0,-1-1-1 0 0,-4-6 0 0 0,3 3-229 0 0,1 2 156 0 0,0 1-1 0 0,1-1 0 0 0,0 0 1 0 0,0 0-1 0 0,0 0 0 0 0,-3-8 0 0 0,6 11-247 0 0,-1 0 0 0 0,1 0 0 0 0,0 0 0 0 0,-1 0 0 0 0,1 0 0 0 0,0 0 0 0 0,1 0 0 0 0,-1 0 0 0 0,0-1 0 0 0,1 1 0 0 0,-1 0-1 0 0,1 0 1 0 0,-1 0 0 0 0,1 0 0 0 0,0 0 0 0 0,0 1 0 0 0,0-1 0 0 0,0 0 0 0 0,0 0 0 0 0,0 0 0 0 0,3-2 0 0 0,6-7 311 0 0,1-1 0 0 0,0 1 0 0 0,1 1 0 0 0,0 0 0 0 0,1 1 0 0 0,24-14 0 0 0,-27 18-324 0 0,0 0 0 0 0,1 0 0 0 0,-1 1 0 0 0,1 0 0 0 0,0 1 0 0 0,0 0 0 0 0,0 1 0 0 0,0 0 0 0 0,1 1 0 0 0,11 0 0 0 0,-18 1-119 0 0,0 1 0 0 0,1-1 1 0 0,-1 2-1 0 0,0-1 0 0 0,0 1 0 0 0,0-1 0 0 0,0 1 1 0 0,0 1-1 0 0,0-1 0 0 0,0 1 0 0 0,-1-1 0 0 0,1 1 1 0 0,-1 1-1 0 0,0-1 0 0 0,0 1 0 0 0,0-1 0 0 0,0 1 0 0 0,-1 0 1 0 0,0 1-1 0 0,0-1 0 0 0,0 0 0 0 0,0 1 0 0 0,0 0 1 0 0,-1 0-1 0 0,0 0 0 0 0,0 0 0 0 0,2 10 0 0 0,-1-3-35 0 0,0 1 0 0 0,-1-1 0 0 0,0 1 0 0 0,-1-1 0 0 0,-1 1 0 0 0,0 0 0 0 0,0-1 0 0 0,-2 1 0 0 0,1 0-1 0 0,-7 21 1 0 0,-6 2 10 0 0,10-29 11 0 0,1 0 0 0 0,0-1 0 0 0,1 1 0 0 0,-1 0 1 0 0,1 0-1 0 0,1 1 0 0 0,-1-1 0 0 0,1 0 0 0 0,0 13 0 0 0,2-19 5 0 0,-1 0 0 0 0,1 0 0 0 0,-1 0 0 0 0,1 0 0 0 0,-1 0 0 0 0,1 0 0 0 0,-1-1 1 0 0,1 1-1 0 0,0 0 0 0 0,0 0 0 0 0,-1-1 0 0 0,1 1 0 0 0,0 0 0 0 0,0-1 0 0 0,0 1 0 0 0,0-1 1 0 0,0 1-1 0 0,0-1 0 0 0,0 1 0 0 0,0-1 0 0 0,0 0 0 0 0,0 0 0 0 0,0 1 0 0 0,0-1 0 0 0,2 0 1 0 0,35 3 81 0 0,-22-2-73 0 0,-6 1-10 0 0,-1 0-1 0 0,1 1 1 0 0,-1 0-1 0 0,0 1 0 0 0,0 0 1 0 0,0 0-1 0 0,0 1 0 0 0,-1 0 1 0 0,0 0-1 0 0,0 1 1 0 0,9 9-1 0 0,-10-9 13 0 0,0 0 1 0 0,-1 0-1 0 0,0 1 0 0 0,-1 0 0 0 0,1 0 1 0 0,-1 0-1 0 0,-1 1 0 0 0,1 0 0 0 0,-1 0 1 0 0,-1 0-1 0 0,1 0 0 0 0,3 16 0 0 0,-6-17 13 0 0,-1-1 0 0 0,-1 1 0 0 0,1-1 0 0 0,-1 1 0 0 0,0 0 0 0 0,0-1 0 0 0,-1 0 0 0 0,1 1 0 0 0,-2-1-1 0 0,1 0 1 0 0,-1 0 0 0 0,0 0 0 0 0,0 0 0 0 0,0 0 0 0 0,-1-1 0 0 0,0 0 0 0 0,-6 7 0 0 0,-9 10 64 0 0,-1-2 0 0 0,-35 28 0 0 0,53-46-88 0 0,-30 24 9 0 0,-1-1 1 0 0,-2-2-1 0 0,0-1 1 0 0,-54 23-1 0 0,-18-4-2906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 8290 0 0,'-7'-3'9487'0'0,"11"7"-8668"0"0,4 3-613 0 0,-1 0 1 0 0,0 0 0 0 0,0 1-1 0 0,-1 0 1 0 0,0 0-1 0 0,-1 1 1 0 0,0 0-1 0 0,0 0 1 0 0,-1 0-1 0 0,0 1 1 0 0,0-1-1 0 0,-1 1 1 0 0,0 0-1 0 0,-1 0 1 0 0,0 0-1 0 0,-1 0 1 0 0,0 0-1 0 0,-1 0 1 0 0,0 15-1 0 0,-3 11-160 0 0,-2-1-1 0 0,-9 39 1 0 0,7-49 37 0 0,2 0 1 0 0,1 1 0 0 0,1-1 0 0 0,1 1-1 0 0,3 46 1 0 0,-1-70-77 0 0,0 1 0 0 0,1 0 0 0 0,-1-1 0 0 0,1 1-1 0 0,0-1 1 0 0,0 1 0 0 0,0-1 0 0 0,0 1 0 0 0,0-1 0 0 0,0 0 0 0 0,0 0 0 0 0,1 1 0 0 0,-1-1-1 0 0,1 0 1 0 0,0 0 0 0 0,0 0 0 0 0,0-1 0 0 0,0 1 0 0 0,0 0 0 0 0,0-1 0 0 0,4 3 0 0 0,-2-3 16 0 0,0 1 1 0 0,0-1 0 0 0,1 0 0 0 0,-1 0 0 0 0,1 0 0 0 0,-1-1 0 0 0,1 1 0 0 0,-1-1-1 0 0,0 0 1 0 0,1-1 0 0 0,7-1 0 0 0,6-1 43 0 0,-1-2 0 0 0,0 0 0 0 0,1-2 0 0 0,-2 0 0 0 0,21-11 0 0 0,23-15-397 0 0,-22 10-1204 0 0,0 3 1 0 0,75-29 0 0 0,-92 44-5515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11 456 0 0,'-8'-11'23021'0'0,"8"18"-22798"0"0,2 17-352 0 0,28 252 2294 0 0,-5-136-3296 0 0,14-3-5401 0 0,-27-104-1235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75 207 920 0 0,'-12'-24'1694'0'0,"1"-1"0"0"0,1-1 0 0 0,2 1 0 0 0,-9-46 0 0 0,9 36 9494 0 0,14 54-9148 0 0,7 31-1805 0 0,-9-11-13 0 0,-2-1-1 0 0,-2 59 1 0 0,-17 80-82 0 0,8-97-73 0 0,1 43-419 0 0,9 155 0 0 0,-1-224-3717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6 147 920 0 0,'1'-11'995'0'0,"-1"-1"-1"0"0,-1 1 1 0 0,-1-12 0 0 0,1 15 279 0 0,0 0 0 0 0,0 0 0 0 0,1 0 0 0 0,0 1 1 0 0,0-1-1 0 0,1 0 0 0 0,0 0 0 0 0,2-8 0 0 0,-3 16-1147 0 0,1-1 0 0 0,-1 1-1 0 0,0-1 1 0 0,0 0 0 0 0,1 1-1 0 0,-1-1 1 0 0,0 1 0 0 0,0-1-1 0 0,1 1 1 0 0,-1-1 0 0 0,1 1-1 0 0,-1-1 1 0 0,0 1 0 0 0,1 0-1 0 0,-1-1 1 0 0,1 1 0 0 0,-1 0-1 0 0,1-1 1 0 0,-1 1 0 0 0,1 0 0 0 0,-1-1-1 0 0,1 1 1 0 0,0 0 0 0 0,-1 0-1 0 0,1 0 1 0 0,-1 0 0 0 0,1-1-1 0 0,-1 1 1 0 0,1 0 0 0 0,0 0-1 0 0,-1 0 1 0 0,2 0 0 0 0,20 12 1473 0 0,14 26-917 0 0,-36-38-676 0 0,43 59 507 0 0,65 120 1 0 0,-33-50-176 0 0,-44-82-597 0 0,-15-23-236 0 0,0 1-1 0 0,-1 1 0 0 0,20 49 1 0 0,-32-65-479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20 234 11979 0 0,'-18'1'936'0'0,"18"-1"-914"0"0,0 0-1 0 0,0 0 1 0 0,0 0 0 0 0,0 0-1 0 0,0 0 1 0 0,0 0 0 0 0,0 0-1 0 0,-1 0 1 0 0,1 0 0 0 0,0 0-1 0 0,0 0 1 0 0,0 0-1 0 0,0 0 1 0 0,0 0 0 0 0,0 0-1 0 0,0 0 1 0 0,0 0 0 0 0,0 0-1 0 0,0 0 1 0 0,0 0 0 0 0,0 0-1 0 0,-1 0 1 0 0,1 0 0 0 0,0 0-1 0 0,0 0 1 0 0,0-1 0 0 0,0 1-1 0 0,0 0 1 0 0,0 0 0 0 0,0 0-1 0 0,0 0 1 0 0,0 0 0 0 0,0 0-1 0 0,0 0 1 0 0,0 0 0 0 0,0 0-1 0 0,0 0 1 0 0,0-1 0 0 0,0 1-1 0 0,0 0 1 0 0,0 0 0 0 0,0 0-1 0 0,0 0 1 0 0,0 0 0 0 0,0 0-1 0 0,0 0 1 0 0,0 0 0 0 0,0 0-1 0 0,0 0 1 0 0,0 0 0 0 0,0-1-1 0 0,0 1 1 0 0,1 0 0 0 0,-1 0-1 0 0,0 0 1 0 0,0 0 0 0 0,0 0-1 0 0,0 0 1 0 0,0 0 0 0 0,0 0-1 0 0,0 0 1 0 0,0 0 0 0 0,0 0-1 0 0,0 0 1 0 0,0 0 0 0 0,0 0-1 0 0,1 0 1 0 0,25-15 2925 0 0,-9 5-2265 0 0,77-47 2121 0 0,131-68-2901 0 0,-183 100 84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1 563 6449 0 0,'14'-3'1132'0'0,"0"1"0"0"0,0 0 0 0 0,0 1-1 0 0,0 1 1 0 0,25 2 0 0 0,-16-1 64 0 0,75 8 2299 0 0,14 1-2494 0 0,-120-16 863 0 0,-9-9-1678 0 0,2-1 0 0 0,-1-1 0 0 0,2 0 0 0 0,0-1 0 0 0,2 0 0 0 0,-18-34 0 0 0,15 24-46 0 0,2-1 0 0 0,1 0-1 0 0,1-1 1 0 0,-9-42 0 0 0,18 63-105 0 0,1-1 1 0 0,0 1-1 0 0,1 0 0 0 0,0 0 1 0 0,0 0-1 0 0,1-1 0 0 0,0 1 1 0 0,1 0-1 0 0,0 0 0 0 0,0 0 1 0 0,1 1-1 0 0,0-1 1 0 0,1 0-1 0 0,6-11 0 0 0,-6 14-23 0 0,0 0-1 0 0,0 0 0 0 0,0 0 1 0 0,0 1-1 0 0,1 0 0 0 0,0 0 1 0 0,0 0-1 0 0,1 1 0 0 0,-1 0 1 0 0,1 0-1 0 0,0 0 1 0 0,0 0-1 0 0,0 1 0 0 0,0 0 1 0 0,1 1-1 0 0,-1-1 0 0 0,1 1 1 0 0,0 0-1 0 0,12-1 0 0 0,-15 3 0 0 0,-1-1 0 0 0,1 1 0 0 0,-1 0 0 0 0,1 1 0 0 0,-1-1 0 0 0,1 0 0 0 0,-1 1 0 0 0,0 0 0 0 0,1 0 0 0 0,-1 0 0 0 0,1 0 0 0 0,-1 1 0 0 0,0-1 0 0 0,0 1 0 0 0,0 0 0 0 0,3 2 0 0 0,-1 0-28 0 0,-1 0-1 0 0,0 1 0 0 0,0-1 1 0 0,0 1-1 0 0,-1 0 0 0 0,1 0 0 0 0,-1 0 1 0 0,5 10-1 0 0,0 7-104 0 0,-1 1 1 0 0,-1 0-1 0 0,7 43 0 0 0,-11-54 112 0 0,2 18-23 0 0,1 1 172 0 0,1 0 0 0 0,15 48 0 0 0,-20-78-121 0 0,-1-1 0 0 0,0 1 0 0 0,1 0 0 0 0,-1-1 0 0 0,1 1 0 0 0,-1 0 0 0 0,1-1 0 0 0,-1 1 0 0 0,1-1 0 0 0,0 1 0 0 0,-1 0 0 0 0,1-1 0 0 0,0 0 0 0 0,-1 1 0 0 0,1-1 0 0 0,0 1 0 0 0,-1-1 0 0 0,1 0 0 0 0,0 1 0 0 0,0-1 0 0 0,0 0 0 0 0,-1 0 0 0 0,1 0 0 0 0,0 0 0 0 0,0 0 0 0 0,0 0 0 0 0,0 0 0 0 0,-1 0 0 0 0,1 0 0 0 0,0 0 0 0 0,0 0 0 0 0,0 0-1 0 0,-1 0 1 0 0,1-1 0 0 0,0 1 0 0 0,0 0 0 0 0,-1-1 0 0 0,1 1 0 0 0,1-1 0 0 0,33-21 70 0 0,-30 18-79 0 0,64-50-140 0 0,-34 25-1518 0 0,2 2-3619 0 0,10-5-2143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1 1 20516 0 0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75 2156 3225 0 0,'-12'17'-26'0'0,"1"1"0"0"0,1 0 0 0 0,1 0 0 0 0,-9 23 0 0 0,17-39-3 0 0,-11 46-98 0 0,12-47 131 0 0,0 0 0 0 0,0-1-1 0 0,-1 1 1 0 0,1 0 0 0 0,0 0 0 0 0,0-1 0 0 0,0 1-1 0 0,0 0 1 0 0,0 0 0 0 0,0 0 0 0 0,0-1 0 0 0,0 1-1 0 0,0 0 1 0 0,1 0 0 0 0,-1-1 0 0 0,0 1 0 0 0,0 0-1 0 0,1 0 1 0 0,-1-1 0 0 0,0 1 0 0 0,1 0 0 0 0,-1-1-1 0 0,0 1 1 0 0,1 0 0 0 0,-1-1 0 0 0,1 1 0 0 0,0-1-1 0 0,-1 1 1 0 0,1-1 0 0 0,-1 1 0 0 0,1-1 0 0 0,0 1-1 0 0,-1-1 1 0 0,1 0 0 0 0,0 1 0 0 0,-1-1 0 0 0,1 0-1 0 0,0 0 1 0 0,0 1 0 0 0,-1-1 0 0 0,1 0 0 0 0,0 0-1 0 0,0 0 1 0 0,-1 0 0 0 0,1 0 0 0 0,0 0 0 0 0,0 0-1 0 0,0 0 1 0 0,-1 0 0 0 0,1 0 0 0 0,0-1 0 0 0,0 1-1 0 0,-1 0 1 0 0,1 0 0 0 0,0-1 0 0 0,-1 1 0 0 0,2-1-1 0 0,15-8 27 0 0,0 0-1 0 0,-1 0 0 0 0,-1-2 1 0 0,1 0-1 0 0,-2-1 0 0 0,20-20 0 0 0,-11 11-11 0 0,590-594 63 0 0,-384 375-366 0 0,100-117 210 0 0,-140 148 383 0 0,331-290 2414 0 0,-512 492-2644 0 0,177-146 1300 0 0,-143 122-958 0 0,1 3 0 0 0,74-36 1 0 0,-109 60-346 0 0,-3 1-56 0 0,1 0 0 0 0,-1 1 0 0 0,1 0-1 0 0,-1 0 1 0 0,1 0 0 0 0,0 1 0 0 0,-1-1 0 0 0,1 1 0 0 0,10 0 0 0 0,-15 1-24 0 0,0 0 0 0 0,-1 0-1 0 0,1 0 1 0 0,0 1 0 0 0,-1-1 0 0 0,1 0 0 0 0,0 0-1 0 0,-1 0 1 0 0,1 1 0 0 0,-1-1 0 0 0,1 0 0 0 0,0 1-1 0 0,-1-1 1 0 0,1 1 0 0 0,-1-1 0 0 0,1 1 0 0 0,-1-1-1 0 0,1 1 1 0 0,-1-1 0 0 0,0 1 0 0 0,1-1 0 0 0,-1 1-1 0 0,1-1 1 0 0,-1 1 0 0 0,0 0 0 0 0,0-1 0 0 0,1 1 0 0 0,-1 0-1 0 0,0-1 1 0 0,0 1 0 0 0,0 0 0 0 0,0-1 0 0 0,0 1-1 0 0,0 0 1 0 0,0-1 0 0 0,0 1 0 0 0,0 0 0 0 0,0-1-1 0 0,0 1 1 0 0,0 0 0 0 0,0 0 0 0 0,-1 0 0 0 0,-11 34-390 0 0,10-31 355 0 0,-14 29-246 0 0,-1 0-1 0 0,-2-1 0 0 0,-37 48 0 0 0,-84 84-522 0 0,56-69 518 0 0,-150 219-101 0 0,3-3 43 0 0,138-200 1207 0 0,5 5 0 0 0,-103 178 0 0 0,140-205-362 0 0,13-27-134 0 0,4 2 1 0 0,-31 78 0 0 0,61-120-52 0 0,4-21-296 0 0,0-1-1 0 0,1 0 0 0 0,-1 0 0 0 0,0 0 0 0 0,0 1 0 0 0,0-1 1 0 0,0 0-1 0 0,1 0 0 0 0,-1 0 0 0 0,0 0 0 0 0,0 1 0 0 0,0-1 1 0 0,1 0-1 0 0,-1 0 0 0 0,0 0 0 0 0,0 0 0 0 0,1 0 0 0 0,-1 0 1 0 0,0 0-1 0 0,0 0 0 0 0,0 0 0 0 0,1 0 0 0 0,-1 1 0 0 0,0-1 1 0 0,0 0-1 0 0,1-1 0 0 0,-1 1 0 0 0,0 0 0 0 0,0 0 0 0 0,1 0 1 0 0,-1 0-1 0 0,0 0 0 0 0,0 0 0 0 0,1 0 0 0 0,-1 0 0 0 0,0 0 1 0 0,0 0-1 0 0,1 0 0 0 0,-1-1 0 0 0,0 1 0 0 0,32-25 798 0 0,187-216-235 0 0,-103 108-316 0 0,596-765-354 0 0,-583 732 93 0 0,1-1 0 0 0,-118 148-119 0 0,-12 19 115 0 0,0-1 0 0 0,0 1 0 0 0,0 0 0 0 0,0 0-1 0 0,0 0 1 0 0,0 0 0 0 0,0 0 0 0 0,0 0 0 0 0,0 0 0 0 0,0-1 0 0 0,0 1-1 0 0,0 0 1 0 0,0 0 0 0 0,-1 0 0 0 0,1 0 0 0 0,0 0 0 0 0,0 0 0 0 0,0 0-1 0 0,0 0 1 0 0,0-1 0 0 0,0 1 0 0 0,0 0 0 0 0,0 0 0 0 0,0 0 0 0 0,0 0-1 0 0,0 0 1 0 0,0 0 0 0 0,-1 0 0 0 0,1 0 0 0 0,0 0 0 0 0,0 0 0 0 0,0 0-1 0 0,0 0 1 0 0,0 0 0 0 0,0 0 0 0 0,0 0 0 0 0,-1 0 0 0 0,1 0 0 0 0,0 0-1 0 0,0 0 1 0 0,0 0 0 0 0,0 0 0 0 0,0 0 0 0 0,0 0 0 0 0,0 0 0 0 0,0 0-1 0 0,-1 0 1 0 0,1 0 0 0 0,0 0 0 0 0,0 0 0 0 0,0 0 0 0 0,0 0 0 0 0,0 0-1 0 0,0 0 1 0 0,0 0 0 0 0,0 0 0 0 0,-1 0 0 0 0,1 0 0 0 0,0 0 0 0 0,0 0-1 0 0,0 1 1 0 0,0-1 0 0 0,0 0 0 0 0,0 0 0 0 0,0 0 0 0 0,0 0 0 0 0,0 0-1 0 0,0 0 1 0 0,0 0 0 0 0,-34 27-698 0 0,-72 64-499 0 0,-154 172 1 0 0,-219 276 1093 0 0,152-170 251 0 0,-23 25 13 0 0,-1 26-8 0 0,385-439 708 0 0,25-30-509 0 0,-3-3-1 0 0,52-61 0 0 0,-42 44-58 0 0,489-492 1232 0 0,-152 156-1205 0 0,-66 41-241 0 0,-101 106-78 0 0,-83 87 3 0 0,51-52 0 0 0,-184 205 5 0 0,-25 27-144 0 0,-31 37-262 0 0,29-38 336 0 0,-527 672-422 0 0,-12 34 96 0 0,324-416 308 0 0,86-108 963 0 0,-128 236-1 0 0,257-415-825 0 0,5-8-64 0 0,-1 0 1 0 0,1 1-1 0 0,0-1 1 0 0,0 1-1 0 0,1-1 1 0 0,-1 1-1 0 0,1 0 1 0 0,0 0-1 0 0,0 0 1 0 0,0 0-1 0 0,0 0 0 0 0,0 0 1 0 0,1 7-1 0 0,0-10 2 0 0,1-1 0 0 0,-1 1 0 0 0,0 0 0 0 0,1-1 0 0 0,-1 1 0 0 0,1-1 0 0 0,-1 1-1 0 0,1-1 1 0 0,-1 1 0 0 0,1-1 0 0 0,0 0 0 0 0,-1 1 0 0 0,1-1 0 0 0,-1 1 0 0 0,1-1 0 0 0,0 0-1 0 0,-1 0 1 0 0,1 0 0 0 0,0 1 0 0 0,-1-1 0 0 0,1 0 0 0 0,0 0 0 0 0,0 0 0 0 0,-1 0-1 0 0,1 0 1 0 0,0 0 0 0 0,-1 0 0 0 0,1 0 0 0 0,0 0 0 0 0,-1 0 0 0 0,1-1 0 0 0,0 1-1 0 0,-1 0 1 0 0,1 0 0 0 0,0-1 0 0 0,-1 1 0 0 0,1 0 0 0 0,0-1 0 0 0,0 0 0 0 0,29-15-154 0 0,3-10-56 0 0,0-1 1 0 0,-2-2 0 0 0,-1-1 0 0 0,47-61-1 0 0,-59 69 172 0 0,117-143 412 0 0,109-128 397 0 0,60-73-196 0 0,-121 140-362 0 0,115-80-158 0 0,-155 168-89 0 0,-130 124 70 0 0,-9 9-26 0 0,0 0 0 0 0,1 0-1 0 0,-1 1 1 0 0,1 0 0 0 0,0-1 0 0 0,0 1 0 0 0,0 1 0 0 0,1-1 0 0 0,-1 1 0 0 0,1 0-1 0 0,0 0 1 0 0,7-2 0 0 0,-13 5-5 0 0,1 0 0 0 0,-1 0 0 0 0,0 0 0 0 0,1 0 0 0 0,-1 0 0 0 0,0 0 0 0 0,1 0-1 0 0,-1 1 1 0 0,0-1 0 0 0,1 0 0 0 0,-1 0 0 0 0,0 0 0 0 0,1 0 0 0 0,-1 0 0 0 0,0 1 0 0 0,1-1 0 0 0,-1 0-1 0 0,0 0 1 0 0,1 1 0 0 0,-1-1 0 0 0,0 0 0 0 0,0 0 0 0 0,1 1 0 0 0,-1-1 0 0 0,0 0 0 0 0,0 1 0 0 0,0-1-1 0 0,1 0 1 0 0,-1 1 0 0 0,0-1 0 0 0,0 0 0 0 0,0 1 0 0 0,0-1 0 0 0,0 0 0 0 0,0 1 0 0 0,0-1 0 0 0,0 1-1 0 0,0-1 1 0 0,0 0 0 0 0,0 1 0 0 0,0-1 0 0 0,0 0 0 0 0,0 1 0 0 0,0 0 0 0 0,-5 17-227 0 0,-11 21 14 0 0,-2-1 1 0 0,-1 0-1 0 0,-2-2 1 0 0,-40 52-1 0 0,44-64 182 0 0,-202 254 165 0 0,-20-16 853 0 0,115-127-787 0 0,-271 288-173 0 0,333-347 368 0 0,61-73-203 0 0,8-5-147 0 0,8-5-129 0 0,12-12-64 0 0,-1-2 1 0 0,0-1-1 0 0,35-39 0 0 0,-31 31 75 0 0,186-194-228 0 0,89-87 1240 0 0,-123 135-392 0 0,228-207 391 0 0,-91 143 830 0 0,-314 236-1731 0 0,1 0 1 0 0,-1 1 0 0 0,1 0-1 0 0,0 0 1 0 0,12-4 0 0 0,-17 7-36 0 0,-1 0 1 0 0,1-1-1 0 0,0 1 0 0 0,0 0 1 0 0,0 0-1 0 0,0 0 1 0 0,0 0-1 0 0,0 0 0 0 0,0 0 1 0 0,0 0-1 0 0,-1 0 1 0 0,1 1-1 0 0,0-1 0 0 0,0 0 1 0 0,0 1-1 0 0,0-1 0 0 0,0 0 1 0 0,-1 1-1 0 0,1-1 1 0 0,1 1-1 0 0,-1 1-10 0 0,0-1 0 0 0,0 0 0 0 0,-1 0 0 0 0,1 1 0 0 0,0-1 0 0 0,-1 0-1 0 0,1 1 1 0 0,-1-1 0 0 0,1 0 0 0 0,-1 1 0 0 0,0-1 0 0 0,0 1 0 0 0,0-1 0 0 0,1 1 0 0 0,-1-1 0 0 0,-1 1 0 0 0,1 1 0 0 0,-2 14-199 0 0,0 0 1 0 0,-2 0-1 0 0,0 0 1 0 0,-1 0-1 0 0,0-1 1 0 0,-1 1-1 0 0,-17 29 1 0 0,-71 103-654 0 0,91-144 862 0 0,-176 242-345 0 0,65-93 200 0 0,-404 479-379 0 0,425-526 417 0 0,74-86 105 0 0,-24 29 84 0 0,-68 99 0 0 0,108-145-25 0 0,1 0 0 0 0,0 0 1 0 0,0 0-1 0 0,0 0 0 0 0,0 1 1 0 0,1-1-1 0 0,0 1 0 0 0,-2 8 1 0 0,3-13-39 0 0,0 1 0 0 0,0 0 0 0 0,0-1 0 0 0,0 1 0 0 0,1 0-1 0 0,-1-1 1 0 0,0 1 0 0 0,0 0 0 0 0,0-1 0 0 0,0 1 0 0 0,1 0 0 0 0,-1-1 0 0 0,0 1 0 0 0,1 0 0 0 0,-1-1 0 0 0,0 1 0 0 0,1-1 0 0 0,-1 1 0 0 0,1-1 0 0 0,-1 1 0 0 0,1-1 0 0 0,-1 1 0 0 0,2 0 0 0 0,-1-1-6 0 0,1 1 1 0 0,0-1 0 0 0,-1 1-1 0 0,1-1 1 0 0,-1 0 0 0 0,1 0-1 0 0,0 0 1 0 0,-1 0 0 0 0,1 0-1 0 0,0 0 1 0 0,-1 0 0 0 0,1 0-1 0 0,0-1 1 0 0,2 0 0 0 0,5-2-32 0 0,1-1 0 0 0,0 1 0 0 0,-1-2 1 0 0,0 1-1 0 0,0-1 0 0 0,13-11 0 0 0,50-44-715 0 0,-44 35 513 0 0,351-351-325 0 0,-172 159 622 0 0,140-88 268 0 0,-175 161-270 0 0,-169 141-70 0 0,18-16 27 0 0,1 1 0 0 0,0 1 0 0 0,1 0 0 0 0,1 2 0 0 0,38-18 1 0 0,-61 32-27 0 0,1 0 0 0 0,-1 0 1 0 0,1 1-1 0 0,0-1 0 0 0,-1 1 1 0 0,1-1-1 0 0,0 1 0 0 0,0 0 1 0 0,-1 0-1 0 0,1 0 1 0 0,0 0-1 0 0,0 0 0 0 0,-1 0 1 0 0,1 0-1 0 0,0 0 0 0 0,0 1 1 0 0,-1-1-1 0 0,1 1 0 0 0,1 0 1 0 0,-2 0 4 0 0,0 0 1 0 0,0 0 0 0 0,0-1-1 0 0,0 1 1 0 0,0 1-1 0 0,0-1 1 0 0,0 0 0 0 0,-1 0-1 0 0,1 0 1 0 0,0 0-1 0 0,-1 0 1 0 0,1 1 0 0 0,-1-1-1 0 0,0 0 1 0 0,1 0-1 0 0,-1 1 1 0 0,0-1 0 0 0,0 0-1 0 0,1 2 1 0 0,-1 5 65 0 0,-1 0 1 0 0,1 0-1 0 0,-1 0 1 0 0,0-1-1 0 0,-1 1 1 0 0,-5 14-1 0 0,-16 38 340 0 0,-3-2 1 0 0,-3-1-1 0 0,-2-1 0 0 0,-38 52 0 0 0,-167 200 847 0 0,71-108-737 0 0,-270 345 212 0 0,365-452-991 0 0,-73 131 1 0 0,118-172-1274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9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1 0 3105 0 0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6.4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1475 370 2761 0 0,'-14'2'45'0'0,"0"1"0"0"0,0 0 0 0 0,0 0 0 0 0,1 2 1 0 0,-1-1-1 0 0,1 2 0 0 0,0 0 0 0 0,1 0 0 0 0,-17 12 0 0 0,-3 0-30 0 0,-128 75-236 0 0,-291 224 0 0 0,212-112 938 0 0,203-170-414 0 0,3 2 0 0 0,0 1 0 0 0,3 1 0 0 0,-32 55 0 0 0,56-83-167 0 0,0-1 1 0 0,1 1-1 0 0,0 0 0 0 0,1 0 0 0 0,1 1 1 0 0,-4 18-1 0 0,6-27-101 0 0,1-1-1 0 0,0 0 1 0 0,0 0 0 0 0,0 0-1 0 0,0 0 1 0 0,0 0 0 0 0,1 0-1 0 0,-1 0 1 0 0,0 0 0 0 0,1 0 0 0 0,0 0-1 0 0,-1 0 1 0 0,1 0 0 0 0,0 0-1 0 0,0 0 1 0 0,0 0 0 0 0,0 0-1 0 0,2 1 1 0 0,-1-1-12 0 0,0-1-1 0 0,1 1 1 0 0,-1-1-1 0 0,0 0 1 0 0,1 0 0 0 0,-1 0-1 0 0,0 0 1 0 0,1 0-1 0 0,-1-1 1 0 0,1 1-1 0 0,0-1 1 0 0,-1 0 0 0 0,1 1-1 0 0,-1-1 1 0 0,1 0-1 0 0,-1-1 1 0 0,1 1-1 0 0,0 0 1 0 0,2-1 0 0 0,10-2 30 0 0,0-1 1 0 0,-1 0 0 0 0,1-1-1 0 0,-1 0 1 0 0,0-1 0 0 0,24-15-1 0 0,78-57 367 0 0,-90 59-178 0 0,378-258 2641 0 0,-27 2-1174 0 0,-17-20-1445 0 0,-314 257-296 0 0,91-81-133 0 0,-47 39 313 0 0,133-92-1 0 0,-212 165-180 0 0,0 0-1 0 0,0 0 0 0 0,0 1 1 0 0,1 1-1 0 0,0-1 0 0 0,17-3 0 0 0,-29 9 39 0 0,1-1-1 0 0,-1 1 1 0 0,0 0-1 0 0,1 0 0 0 0,-1 0 1 0 0,0 0-1 0 0,0 0 1 0 0,1 0-1 0 0,-1 0 1 0 0,0 0-1 0 0,1 0 0 0 0,-1 0 1 0 0,0 1-1 0 0,1-1 1 0 0,-1 0-1 0 0,0 0 0 0 0,1 0 1 0 0,-1 0-1 0 0,0 0 1 0 0,1 1-1 0 0,-1-1 1 0 0,0 0-1 0 0,0 0 0 0 0,1 0 1 0 0,-1 1-1 0 0,0-1 1 0 0,0 0-1 0 0,0 0 0 0 0,1 1 1 0 0,-1-1-1 0 0,0 0 1 0 0,0 1-1 0 0,0-1 0 0 0,0 0 1 0 0,0 0-1 0 0,1 1 1 0 0,-1-1-1 0 0,0 0 1 0 0,0 1-1 0 0,0-1 0 0 0,0 0 1 0 0,0 1-1 0 0,0-1 1 0 0,0 0-1 0 0,0 1 0 0 0,0-1 1 0 0,0 0-1 0 0,0 1 1 0 0,0-1-1 0 0,-1 0 1 0 0,1 1-1 0 0,0-1 0 0 0,0 0 1 0 0,0 0-1 0 0,0 1 1 0 0,-1-1-1 0 0,-7 21 159 0 0,-13 10 18 0 0,-2-1 0 0 0,-1-2 0 0 0,-44 44 0 0 0,23-26-42 0 0,-21 23 38 0 0,-396 392-77 0 0,131-182-376 0 0,58-49-69 0 0,81-67 113 0 0,-182 163-451 0 0,271-228 798 0 0,-132 163-1 0 0,222-244-128 0 0,8-12-19 0 0,0 0 0 0 0,0 0 0 0 0,1 1 0 0 0,0 0 0 0 0,0 0 0 0 0,0 0-1 0 0,1 1 1 0 0,0-1 0 0 0,0 1 0 0 0,-2 10 0 0 0,4-16 10 0 0,1-1 1 0 0,0 1-1 0 0,0 0 1 0 0,0-1-1 0 0,0 1 1 0 0,0-1-1 0 0,0 1 1 0 0,0-1 0 0 0,0 1-1 0 0,0-1 1 0 0,0 1-1 0 0,1-1 1 0 0,-1 1-1 0 0,0-1 1 0 0,0 1-1 0 0,0-1 1 0 0,1 1-1 0 0,-1-1 1 0 0,0 1-1 0 0,1-1 1 0 0,-1 1-1 0 0,0-1 1 0 0,1 1 0 0 0,-1-1-1 0 0,0 0 1 0 0,1 1-1 0 0,-1-1 1 0 0,1 0-1 0 0,-1 1 1 0 0,1-1-1 0 0,0 0 1 0 0,21 0-687 0 0,23-15-211 0 0,-44 14 903 0 0,43-20 53 0 0,-2-2-1 0 0,0-1 0 0 0,74-59 0 0 0,103-112 1460 0 0,-66 56-765 0 0,59-37-54 0 0,91-79 6 0 0,149-122-361 0 0,-327 281-232 0 0,-72 52-32 0 0,3 2 0 0 0,1 3 0 0 0,73-37 0 0 0,-126 73-74 0 0,0 1 0 0 0,0 1 0 0 0,1-1-1 0 0,-1 1 1 0 0,0-1 0 0 0,1 1-1 0 0,-1 0 1 0 0,1 1 0 0 0,-1-1-1 0 0,1 1 1 0 0,-1 0 0 0 0,1 0-1 0 0,7 1 1 0 0,-10 0 24 0 0,0 0 1 0 0,0 0-1 0 0,0 0 1 0 0,0 0-1 0 0,0 1 1 0 0,0-1-1 0 0,0 0 0 0 0,-1 1 1 0 0,1-1-1 0 0,-1 1 1 0 0,1 0-1 0 0,-1 0 0 0 0,1-1 1 0 0,-1 1-1 0 0,0 0 1 0 0,0 0-1 0 0,0 0 0 0 0,0 0 1 0 0,0 0-1 0 0,-1 0 1 0 0,1 1-1 0 0,-1-1 1 0 0,1 0-1 0 0,-1 0 0 0 0,0 0 1 0 0,0 1-1 0 0,0-1 1 0 0,0 0-1 0 0,0 3 0 0 0,-1 9-2 0 0,0 1-1 0 0,-1 0 0 0 0,0-1 0 0 0,-1 0 0 0 0,-1 1 0 0 0,0-1 0 0 0,-1-1 0 0 0,-10 21 0 0 0,-63 103 334 0 0,69-122-262 0 0,-243 348 944 0 0,186-281-876 0 0,-4-4 0 0 0,-95 85 1 0 0,107-114-89 0 0,21-18-48 0 0,1 1 0 0 0,-60 69 0 0 0,93-97-4 0 0,1-1 1 0 0,0 0 0 0 0,0 1 0 0 0,0-1 0 0 0,0 1-1 0 0,-2 7 1 0 0,4-11-7 0 0,0 0 0 0 0,0 1-1 0 0,0-1 1 0 0,0 1 0 0 0,0-1 0 0 0,0 1 0 0 0,0-1-1 0 0,0 0 1 0 0,0 1 0 0 0,0-1 0 0 0,0 1-1 0 0,0-1 1 0 0,0 1 0 0 0,0-1 0 0 0,0 1-1 0 0,0-1 1 0 0,1 0 0 0 0,-1 1 0 0 0,0-1 0 0 0,0 1-1 0 0,0-1 1 0 0,1 0 0 0 0,-1 1 0 0 0,0-1-1 0 0,1 1 1 0 0,0-1-19 0 0,0 0-1 0 0,0 1 1 0 0,0-1-1 0 0,0 0 1 0 0,0 0-1 0 0,0 1 1 0 0,0-1-1 0 0,0 0 1 0 0,0 0-1 0 0,0 0 1 0 0,0 0 0 0 0,0-1-1 0 0,0 1 1 0 0,0 0-1 0 0,0 0 1 0 0,1-1-1 0 0,15-6-276 0 0,0-1 0 0 0,0 0 1 0 0,-1-1-1 0 0,-1-1 0 0 0,1 0 0 0 0,-2-2 0 0 0,17-14 0 0 0,6-4-10 0 0,4-2 179 0 0,433-353 1097 0 0,23-34-3245 0 0,-460 387 1876 0 0,-28 23 240 0 0,0 0 0 0 0,1 1 0 0 0,0 0 0 0 0,0 1 0 0 0,1 0 0 0 0,17-7 0 0 0,-28 13 159 0 0,0 1 0 0 0,0 0 1 0 0,0 0-1 0 0,0 0 0 0 0,0 0 0 0 0,1 0 1 0 0,-1 0-1 0 0,0 0 0 0 0,0 0 0 0 0,0-1 1 0 0,1 1-1 0 0,-1 0 0 0 0,0 0 0 0 0,0 0 1 0 0,0 0-1 0 0,0 0 0 0 0,1 0 0 0 0,-1 0 0 0 0,0 0 1 0 0,0 0-1 0 0,0 0 0 0 0,1 0 0 0 0,-1 0 1 0 0,0 1-1 0 0,0-1 0 0 0,0 0 0 0 0,0 0 1 0 0,1 0-1 0 0,-1 0 0 0 0,0 0 0 0 0,0 0 1 0 0,0 0-1 0 0,0 0 0 0 0,1 1 0 0 0,-1-1 1 0 0,0 0-1 0 0,0 0 0 0 0,0 0 0 0 0,0 0 1 0 0,0 0-1 0 0,0 1 0 0 0,0-1 0 0 0,1 0 0 0 0,-1 0 1 0 0,0 0-1 0 0,0 0 0 0 0,0 1 0 0 0,0-1 1 0 0,0 0-1 0 0,0 0 0 0 0,0 1 0 0 0,-4 13 238 0 0,-12 17 225 0 0,-56 77 371 0 0,-111 127-1 0 0,154-199-683 0 0,-284 308 1021 0 0,147-168-951 0 0,-194 231 657 0 0,333-375-588 0 0,-26 40-1 0 0,47-62-255 0 0,0 1 1 0 0,0-1-1 0 0,1 1 0 0 0,0 0 0 0 0,1 0 0 0 0,0 1 0 0 0,0-1 1 0 0,-2 21-1 0 0,6-31-82 0 0,0 0 0 0 0,0 0-1 0 0,-1 0 1 0 0,1 1 0 0 0,0-1 0 0 0,0 0 0 0 0,0 0 0 0 0,1 0 0 0 0,-1 1 0 0 0,0-1 0 0 0,0 0 0 0 0,1 0-1 0 0,-1 0 1 0 0,0 0 0 0 0,1 0 0 0 0,-1 0 0 0 0,1 0 0 0 0,0 0 0 0 0,0 2 0 0 0,0-3-40 0 0,0 1 1 0 0,0-1-1 0 0,-1 0 0 0 0,1 0 1 0 0,0 1-1 0 0,0-1 0 0 0,-1 0 1 0 0,1 0-1 0 0,0 0 1 0 0,0 0-1 0 0,-1 0 0 0 0,1 0 1 0 0,0 0-1 0 0,0 0 0 0 0,0 0 1 0 0,-1 0-1 0 0,1 0 1 0 0,0 0-1 0 0,0-1 0 0 0,-1 1 1 0 0,2-1-1 0 0,5-2-407 0 0,0 0-1 0 0,-1-1 1 0 0,0 0-1 0 0,10-8 1 0 0,524-455 2564 0 0,-113 117-810 0 0,-214 183-1149 0 0,-190 148-166 0 0,53-40-308 0 0,-66 53 361 0 0,0-1-1 0 0,0 2 0 0 0,0-1 1 0 0,1 2-1 0 0,20-8 0 0 0,-30 12 27 0 0,1-1 0 0 0,-1 1 0 0 0,1-1 0 0 0,-1 1 0 0 0,1 0 0 0 0,-1-1 0 0 0,1 1 0 0 0,0 0 0 0 0,-1 0 0 0 0,1 0 0 0 0,-1 0-1 0 0,1 0 1 0 0,-1 0 0 0 0,1 1 0 0 0,-1-1 0 0 0,1 0 0 0 0,-1 1 0 0 0,1-1 0 0 0,-1 1 0 0 0,1 0 0 0 0,-1-1 0 0 0,0 1 0 0 0,1 0 0 0 0,-1 0 0 0 0,0 0 0 0 0,2 2-1 0 0,-2-1 26 0 0,0 0-1 0 0,0 0 0 0 0,0 1 1 0 0,-1-1-1 0 0,1 0 0 0 0,-1 0 1 0 0,1 1-1 0 0,-1-1 0 0 0,0 0 1 0 0,0 1-1 0 0,0-1 0 0 0,0 0 1 0 0,-1 1-1 0 0,1-1 0 0 0,-1 4 1 0 0,-3 9 119 0 0,-1-1 0 0 0,0 1-1 0 0,-1-1 1 0 0,-9 15 0 0 0,-253 381 1283 0 0,191-301-1265 0 0,-102 121 41 0 0,-15 22-165 0 0,166-210-61 0 0,1 1-1 0 0,3 1 1 0 0,1 1-1 0 0,-19 57 1 0 0,41-100 0 0 0,-1 3-38 0 0,0 1 0 0 0,0 0-1 0 0,1-1 1 0 0,0 1 0 0 0,0 0 0 0 0,0 0 0 0 0,0 11 0 0 0,2-17-4 0 0,-1 1 0 0 0,0 0 0 0 0,0-1 0 0 0,1 1 0 0 0,-1-1 0 0 0,1 1 0 0 0,-1-1 0 0 0,0 0 0 0 0,1 1 0 0 0,-1-1 0 0 0,1 1 0 0 0,-1-1 0 0 0,1 0 0 0 0,-1 1 0 0 0,1-1 1 0 0,-1 0-1 0 0,1 0 0 0 0,-1 1 0 0 0,1-1 0 0 0,0 0 0 0 0,-1 0 0 0 0,1 0 0 0 0,-1 0 0 0 0,1 0 0 0 0,0 0 0 0 0,-1 0 0 0 0,1 0 0 0 0,-1 0 0 0 0,1 0 0 0 0,0 0 0 0 0,-1 0 0 0 0,1 0 0 0 0,-1 0 0 0 0,1 0 1 0 0,0-1-1 0 0,-1 1 0 0 0,1 0 0 0 0,0-1 0 0 0,29-10-647 0 0,-26 9 711 0 0,26-13-2 0 0,0-2 1 0 0,-2-1-1 0 0,0-1 1 0 0,37-33-1 0 0,-23 18 99 0 0,471-402 344 0 0,44-35-2227 0 0,-547 463 1673 0 0,-1 0-97 0 0,0 1 0 0 0,1 1 0 0 0,-1-1 0 0 0,21-8 0 0 0,-30 15 197 0 0,1-1-1 0 0,-1 1 1 0 0,1 0-1 0 0,-1 0 1 0 0,0 0-1 0 0,1-1 1 0 0,-1 1-1 0 0,1 0 1 0 0,-1 0-1 0 0,1 0 0 0 0,-1 0 1 0 0,1 0-1 0 0,-1 0 1 0 0,1 0-1 0 0,-1 0 1 0 0,0 0-1 0 0,1 0 1 0 0,-1 0-1 0 0,1 0 1 0 0,-1 0-1 0 0,1 1 1 0 0,-1-1-1 0 0,1 0 1 0 0,-1 0-1 0 0,0 0 0 0 0,1 1 1 0 0,-1-1-1 0 0,1 0 1 0 0,-1 0-1 0 0,0 1 1 0 0,1-1-1 0 0,-1 0 1 0 0,0 1-1 0 0,1-1 1 0 0,-1 1-1 0 0,0 18 228 0 0,-14 21 171 0 0,-13 15 48 0 0,-3-1 0 0 0,-44 61 0 0 0,-88 90 379 0 0,-111 70-175 0 0,69-75-635 0 0,188-179-81 0 0,14-17-205 0 0,11-15-202 0 0,25-35-886 0 0,-2-1-1 0 0,25-53 0 0 0,36-53 1931 0 0,-47 95-110 0 0,2 2 1 0 0,3 2-1 0 0,2 3 1 0 0,73-56-1 0 0,-124 105-448 0 0,1 0 0 0 0,0-1 0 0 0,0 1 0 0 0,0 0-1 0 0,0 0 1 0 0,0 1 0 0 0,0-1 0 0 0,1 1-1 0 0,-1 0 1 0 0,0 0 0 0 0,6-2 0 0 0,-8 3-13 0 0,0 0 0 0 0,-1 0 0 0 0,1 1 0 0 0,0-1 0 0 0,-1 0 0 0 0,1 0 0 0 0,0 0 0 0 0,-1 0 0 0 0,1 1 0 0 0,0-1 0 0 0,-1 0 0 0 0,1 1 0 0 0,-1-1 0 0 0,1 0 0 0 0,-1 1 0 0 0,1-1 0 0 0,-1 1 0 0 0,1-1 0 0 0,-1 0 0 0 0,1 1 0 0 0,-1-1 0 0 0,1 1 0 0 0,0 0 0 0 0,-1 2 0 0 0,1-1 0 0 0,0 0 0 0 0,0 0 0 0 0,-1 0 0 0 0,1 0 0 0 0,-1 1 0 0 0,0-1-1 0 0,0 0 1 0 0,0 0 0 0 0,0 4 0 0 0,-2 15 32 0 0,-1-1-1 0 0,0 1 1 0 0,-2-1 0 0 0,0 0-1 0 0,-10 24 1 0 0,-47 96 345 0 0,54-123-342 0 0,-127 239 755 0 0,37-75-659 0 0,66-120-304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143 116 8290 0 0,'0'-8'709'0'0,"0"1"-1"0"0,1-1 1 0 0,0 1 0 0 0,0-1 0 0 0,0 1-1 0 0,1-1 1 0 0,0 1 0 0 0,5-10 0 0 0,-3 3 288 0 0,9-10 2634 0 0,-15 38-3101 0 0,-15 45-109 0 0,-33 77 1 0 0,7-19-192 0 0,28-73-20 0 0,2 1-1 0 0,2 0 1 0 0,3 1-1 0 0,1 0 0 0 0,-2 93 1 0 0,9-134-205 0 0,0 1 0 0 0,1-1 0 0 0,0 1 0 0 0,0-1 0 0 0,0 1 0 0 0,0-1 0 0 0,1 0 0 0 0,0 1 0 0 0,0-1 0 0 0,0 0 0 0 0,1 0 0 0 0,0 0 0 0 0,0-1 0 0 0,0 1 0 0 0,5 5 0 0 0,-5-7 3 0 0,1 0 0 0 0,-1 0-1 0 0,1-1 1 0 0,0 1 0 0 0,0-1 0 0 0,0 0 0 0 0,1 0 0 0 0,-1 0 0 0 0,0-1-1 0 0,1 0 1 0 0,-1 1 0 0 0,1-1 0 0 0,-1-1 0 0 0,1 1 0 0 0,-1-1 0 0 0,1 0-1 0 0,0 0 1 0 0,7-1 0 0 0,15-2 102 0 0,0-2-1 0 0,0-1 1 0 0,-1-1 0 0 0,1-1 0 0 0,45-21-1 0 0,120-77 98 0 0,-27 14-1737 0 0,-100 62-132 0 0,-21 13-4375 0 0,-18 8-15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12443 0 0,'-2'1'119'0'0,"0"0"0"0"0,1-1 0 0 0,-1 1 0 0 0,1 0 0 0 0,-1 0 1 0 0,1 0-1 0 0,-1 0 0 0 0,1 0 0 0 0,0 0 0 0 0,0 0 0 0 0,-1 1 0 0 0,1-1 1 0 0,0 0-1 0 0,0 1 0 0 0,0-1 0 0 0,0 1 0 0 0,1-1 0 0 0,-2 3 0 0 0,1 0 135 0 0,0 0 0 0 0,0 0 0 0 0,1 0 0 0 0,-1 0 0 0 0,1 0 0 0 0,0 1 0 0 0,1 4 0 0 0,1 7 466 0 0,1 0 0 0 0,0 0 0 0 0,2 0 1 0 0,8 22-1 0 0,-6-18-253 0 0,0 0 0 0 0,3 23 1 0 0,3 65-428 0 0,-1 126 1 0 0,2 20-8838 0 0,-11-220 6822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14747 0 0,'-1'7'2523'0'0,"-10"22"-2128"0"0,-5 11 123 0 0,3 1 0 0 0,1 1 0 0 0,2 0-1 0 0,-7 63 1 0 0,-2 8 152 0 0,11-74-845 0 0,-20 120-3177 0 0,25-136 2361 0 0,2 1 1 0 0,0-1-1 0 0,2 1 1 0 0,6 42-1 0 0,-4-53-4395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10594 0 0,'2'5'5263'0'0,"18"5"-3051"0"0,28 10-373 0 0,-21-12-1605 0 0,-1 2 0 0 0,0 0 0 0 0,-1 2 0 0 0,0 1 1 0 0,0 1-1 0 0,-2 0 0 0 0,0 2 0 0 0,-1 1 0 0 0,0 1 0 0 0,-1 1 0 0 0,33 40 0 0 0,-12-11-604 0 0,2-1 0 0 0,1-3 1 0 0,3-1-1 0 0,73 50 0 0 0,-99-79-275 0 0,16 13-1322 0 0,-16-8-3408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138 166 13827 0 0,'-127'-24'5893'0'0,"126"24"-5867"0"0,1 0 1 0 0,-1 0-1 0 0,1 0 0 0 0,-1 0 1 0 0,1-1-1 0 0,0 1 0 0 0,-1 0 0 0 0,1 0 1 0 0,-1 0-1 0 0,1 0 0 0 0,0 0 0 0 0,-1 0 1 0 0,1-1-1 0 0,-1 1 0 0 0,1 0 0 0 0,0 0 1 0 0,-1-1-1 0 0,1 1 0 0 0,0 0 0 0 0,-1-1 1 0 0,1 1-1 0 0,0 0 0 0 0,0-1 1 0 0,-1 1-1 0 0,1 0 0 0 0,0-1 0 0 0,0 1 1 0 0,-1-1-1 0 0,11-6 305 0 0,27-5-167 0 0,-31 11-81 0 0,294-96-533 0 0,-250 79-516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7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188 140 2304 0 0,'-15'1'340'0'0,"-1"0"0"0"0,-20 6 0 0 0,26-5-202 0 0,1 0 0 0 0,-1 0 0 0 0,0-1 0 0 0,0 0 0 0 0,0-1 0 0 0,0 0 0 0 0,0 0 0 0 0,-14-3 0 0 0,23 2-56 0 0,0 1 0 0 0,0-1 0 0 0,0 1 0 0 0,0-1 0 0 0,0 0 0 0 0,0 1 0 0 0,0-1 0 0 0,0 0 0 0 0,1 0 0 0 0,-1 1 0 0 0,0-1 0 0 0,0 0 0 0 0,1 0 0 0 0,-1 0 0 0 0,0 0 0 0 0,1 0 0 0 0,-1 0 0 0 0,1 0 0 0 0,-1 0 0 0 0,1 0 0 0 0,0 0 0 0 0,-1 0-1 0 0,1-1 1 0 0,0 1 0 0 0,0 0 0 0 0,0 0 0 0 0,0 0 0 0 0,0 0 0 0 0,0 0 0 0 0,0-1 0 0 0,0 1 0 0 0,0 0 0 0 0,1 0 0 0 0,-1 0 0 0 0,0 0 0 0 0,1 0 0 0 0,0-1 0 0 0,0-1 265 0 0,0 0 0 0 0,0 0-1 0 0,0 0 1 0 0,0 0 0 0 0,1 0 0 0 0,-1 0 0 0 0,1 1-1 0 0,0-1 1 0 0,0 0 0 0 0,0 1 0 0 0,0 0-1 0 0,4-4 1 0 0,12-4 173 0 0,1 1 0 0 0,0 0 0 0 0,1 1 0 0 0,0 1 0 0 0,41-8 0 0 0,-14 7-363 0 0,74-4 0 0 0,251 17 604 0 0,1 24 33 0 0,-81-4-416 0 0,-96-14 151 0 0,193 19 1356 0 0,-343-25-1610 0 0,-5 0 148 0 0,63 14 1 0 0,-91-15-407 0 0,0 0 0 0 0,0 1 0 0 0,-1 0 0 0 0,1 1 0 0 0,-1 0 0 0 0,-1 1 0 0 0,1 1 0 0 0,18 15 0 0 0,-11-10-618 0 0,-12-8-63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39 240 2304 0 0,'-1'-19'1051'0'0,"-1"0"-1"0"0,0 0 0 0 0,-1 0 0 0 0,-1 0 0 0 0,-1 1 0 0 0,-10-28 0 0 0,13 59 2173 0 0,-1 62-1919 0 0,2-23-1021 0 0,0-9 776 0 0,8 71 1 0 0,-7-114-1058 0 0,0 0 1 0 0,0 0 0 0 0,0 0 0 0 0,0 1 0 0 0,0-1 0 0 0,0 0 0 0 0,0 0 0 0 0,0 0-1 0 0,0 0 1 0 0,0 1 0 0 0,0-1 0 0 0,0 0 0 0 0,0 0 0 0 0,0 0 0 0 0,0 0 0 0 0,1 1 0 0 0,-1-1-1 0 0,0 0 1 0 0,0 0 0 0 0,0 0 0 0 0,0 0 0 0 0,0 0 0 0 0,0 1 0 0 0,1-1 0 0 0,-1 0-1 0 0,0 0 1 0 0,0 0 0 0 0,0 0 0 0 0,0 0 0 0 0,1 0 0 0 0,-1 0 0 0 0,0 0 0 0 0,0 0-1 0 0,0 0 1 0 0,1 0 0 0 0,-1 0 0 0 0,0 0 0 0 0,0 0 0 0 0,0 0 0 0 0,0 0 0 0 0,1 0 0 0 0,-1 0-1 0 0,0 0 1 0 0,0 0 0 0 0,0 0 0 0 0,1 0 0 0 0,-1 0 0 0 0,0 0 0 0 0,0 0 0 0 0,0 0-1 0 0,0 0 1 0 0,1 0 0 0 0,-1 0 0 0 0,0-1 0 0 0,0 1 0 0 0,0 0 0 0 0,0 0 0 0 0,0 0 0 0 0,1 0-1 0 0,14-16 155 0 0,11-24 150 0 0,15-35-29 0 0,-18 30-61 0 0,2 1 1 0 0,2 1-1 0 0,49-60 0 0 0,-76 102-204 0 0,1 0 0 0 0,0 0-1 0 0,0 0 1 0 0,-1 0 0 0 0,1 0 0 0 0,0 0 0 0 0,0 0 0 0 0,0 0 0 0 0,0 1 0 0 0,0-1 0 0 0,1 0 0 0 0,-1 1 0 0 0,0-1 0 0 0,0 1 0 0 0,0-1 0 0 0,0 1 0 0 0,1 0 0 0 0,-1-1 0 0 0,0 1 0 0 0,0 0 0 0 0,1 0 0 0 0,-1 0 0 0 0,0 0 0 0 0,1 0 0 0 0,-1 0 0 0 0,0 0 0 0 0,0 0 0 0 0,1 1 0 0 0,-1-1 0 0 0,0 0 0 0 0,0 1 0 0 0,0-1-1 0 0,1 1 1 0 0,-1-1 0 0 0,0 1 0 0 0,0 0 0 0 0,0 0 0 0 0,0-1 0 0 0,0 1 0 0 0,0 0 0 0 0,0 0 0 0 0,0 0 0 0 0,-1 0 0 0 0,1 0 0 0 0,0 0 0 0 0,0 0 0 0 0,0 2 0 0 0,6 8 119 0 0,-1 0 0 0 0,-1 0 0 0 0,0 0 0 0 0,4 14 0 0 0,-4-12-90 0 0,11 37-54 0 0,-1 1 1 0 0,13 90-1 0 0,-19-93-145 0 0,-8-43 121 0 0,-1 1 19 0 0,1 0 0 0 0,1 0 1 0 0,-1 0-1 0 0,1 0 0 0 0,0 0 1 0 0,3 5-1 0 0,-4-10 17 0 0,-1 0 0 0 0,1 0 1 0 0,-1-1-1 0 0,1 1 0 0 0,-1-1 0 0 0,1 1 0 0 0,-1 0 0 0 0,1-1 0 0 0,0 1 1 0 0,-1-1-1 0 0,1 0 0 0 0,0 1 0 0 0,-1-1 0 0 0,1 1 0 0 0,0-1 0 0 0,0 0 1 0 0,-1 0-1 0 0,1 1 0 0 0,0-1 0 0 0,0 0 0 0 0,0 0 0 0 0,1 0 0 0 0,-1 0 0 0 0,1-1 0 0 0,0 1 0 0 0,-1 0 0 0 0,1-1 0 0 0,-1 0 0 0 0,1 1 0 0 0,-1-1 0 0 0,0 0 0 0 0,1 0-1 0 0,-1 0 1 0 0,0 1 0 0 0,1-2 0 0 0,1-1 0 0 0,4-5-6 0 0,1 0-1 0 0,-1 0 1 0 0,-1 0 0 0 0,0-1-1 0 0,0 0 1 0 0,-1-1-1 0 0,8-17 1 0 0,23-80-86 0 0,-7 18 51 0 0,-22 68 49 0 0,10-21 26 0 0,-16 40-32 0 0,0-1-1 0 0,0 1 1 0 0,0 0 0 0 0,1 0-1 0 0,-1 0 1 0 0,1 0-1 0 0,0 0 1 0 0,-1 0-1 0 0,1 1 1 0 0,0-1-1 0 0,0 0 1 0 0,0 1 0 0 0,4-3-1 0 0,-4 4 18 0 0,-1 0-1 0 0,1 1 0 0 0,0-1 1 0 0,-1 0-1 0 0,1 1 1 0 0,-1-1-1 0 0,0 1 0 0 0,1-1 1 0 0,-1 1-1 0 0,1 0 1 0 0,-1-1-1 0 0,0 1 0 0 0,1 0 1 0 0,-1 0-1 0 0,0 0 1 0 0,0 0-1 0 0,0 0 0 0 0,0 0 1 0 0,0 0-1 0 0,1 2 1 0 0,23 27 462 0 0,-24-29-470 0 0,89 127 429 0 0,-74-103-442 0 0,-2 1 0 0 0,-1 0 0 0 0,13 36 0 0 0,-26-60-3 0 0,3 5-71 0 0,-1 1 1 0 0,1-1 0 0 0,0 0 0 0 0,1 0 0 0 0,6 9-1 0 0,-9-15 14 0 0,0 0-1 0 0,0 0 1 0 0,0 0 0 0 0,0 0-1 0 0,0 0 1 0 0,0 0-1 0 0,0 0 1 0 0,0 0-1 0 0,0-1 1 0 0,0 1-1 0 0,0 0 1 0 0,0-1-1 0 0,1 1 1 0 0,-1-1-1 0 0,0 1 1 0 0,1-1-1 0 0,-1 0 1 0 0,0 0 0 0 0,1 1-1 0 0,-1-1 1 0 0,0 0-1 0 0,1 0 1 0 0,-1 0-1 0 0,0-1 1 0 0,1 1-1 0 0,-1 0 1 0 0,0 0-1 0 0,1-1 1 0 0,-1 1-1 0 0,0 0 1 0 0,0-1-1 0 0,0 0 1 0 0,1 1 0 0 0,-1-1-1 0 0,0 0 1 0 0,0 1-1 0 0,0-1 1 0 0,0 0-1 0 0,1-1 1 0 0,10-8-998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0 400 2761 0 0,'2'-19'11509'0'0,"0"18"-11112"0"0,6-8 2796 0 0,-3 3-3283 0 0,1 1-381 0 0,0 1 626 0 0,0 0-1 0 0,0 0 1 0 0,0 0 0 0 0,1 1 0 0 0,0 0 0 0 0,0 0 0 0 0,0 1 0 0 0,0-1 0 0 0,0 2 0 0 0,0-1 0 0 0,10 0 0 0 0,1-2 115 0 0,105-28 807 0 0,-63 15-886 0 0,90-14 0 0 0,576-97 503 0 0,-683 116-528 0 0,-1-2 0 0 0,42-20 0 0 0,42-14-56 0 0,-124 47-180 0 0,0 0 0 0 0,1 1 0 0 0,-1-1 0 0 0,0 1 1 0 0,1-1-1 0 0,-1 1 0 0 0,0 0 0 0 0,1 0 0 0 0,-1 0 1 0 0,0 0-1 0 0,1 0 0 0 0,-1 1 0 0 0,1-1 0 0 0,-1 1 1 0 0,0-1-1 0 0,0 1 0 0 0,1 0 0 0 0,-1 0 0 0 0,3 2 0 0 0,-1 0-1006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9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4609 0 0,'9'7'7310'0'0,"-5"-4"-7069"0"0,0 0-1 0 0,0 0 1 0 0,1 0-1 0 0,-1-1 1 0 0,1 0-1 0 0,-1 1 1 0 0,9 1-1 0 0,13-1 363 0 0,0 0 0 0 0,0-2 1 0 0,0-1-1 0 0,35-5 0 0 0,104-23 599 0 0,-84 12-579 0 0,-70 15-615 0 0,-1 0 0 0 0,1 1 0 0 0,0 0 0 0 0,0 1 0 0 0,0 0 0 0 0,-1 1 0 0 0,1 0 0 0 0,0 0 0 0 0,17 8 0 0 0,-17-7-8 0 0,26 4-5723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11 350 2304 0 0,'-1'-1'313'0'0,"0"0"0"0"0,0 0-1 0 0,0-1 1 0 0,0 1-1 0 0,1 0 1 0 0,-1 0-1 0 0,0-1 1 0 0,1 1-1 0 0,-1 0 1 0 0,1-1-1 0 0,-1 1 1 0 0,1-1-1 0 0,0 1 1 0 0,-1 0-1 0 0,1-1 1 0 0,0 1-1 0 0,0-1 1 0 0,0 1-1 0 0,0-1 1 0 0,0 1-1 0 0,0-1 1 0 0,1 1-1 0 0,-1-1 1 0 0,0 1-1 0 0,1 0 1 0 0,-1-1-1 0 0,1 1 1 0 0,0 0-1 0 0,-1-1 1 0 0,1 1-1 0 0,0 0 1 0 0,0 0-1 0 0,0 0 1 0 0,0-1-1 0 0,0 1 1 0 0,0 0 0 0 0,0 0-1 0 0,0 0 1 0 0,0 1-1 0 0,2-2 1 0 0,7-6 804 0 0,0 0 0 0 0,0 1 0 0 0,20-9 0 0 0,-20 10-799 0 0,18-12-67 0 0,-19 12-223 0 0,0 0 0 0 0,0 0-1 0 0,0 1 1 0 0,0 0 0 0 0,14-4 0 0 0,-20 8-22 0 0,-1 1 0 0 0,1-1 0 0 0,-1 1-1 0 0,1 0 1 0 0,0-1 0 0 0,-1 1 0 0 0,1 0 0 0 0,-1 1 0 0 0,1-1 0 0 0,-1 0 0 0 0,1 1 0 0 0,-1-1 0 0 0,1 1 0 0 0,-1 0 0 0 0,1 0 0 0 0,-1 0-1 0 0,1 0 1 0 0,-1 0 0 0 0,0 1 0 0 0,0-1 0 0 0,0 0 0 0 0,0 1 0 0 0,0 0 0 0 0,0 0 0 0 0,0-1 0 0 0,3 5 0 0 0,3 7 29 0 0,0-1 0 0 0,-1 1 0 0 0,-1 0 0 0 0,0 0 0 0 0,0 1 0 0 0,-2 0 0 0 0,6 25 1 0 0,-6-24-28 0 0,0 1 0 0 0,1-1 1 0 0,1 1-1 0 0,0-2 0 0 0,16 28 0 0 0,-21-41-19 0 0,-1 0 1 0 0,1 0-1 0 0,0 0 0 0 0,-1 0 0 0 0,1 0 0 0 0,0 0 0 0 0,0 0 0 0 0,0 0 0 0 0,0 0 0 0 0,0 0 0 0 0,0 0 0 0 0,0 0 0 0 0,0-1 0 0 0,0 1 0 0 0,1 0 0 0 0,-1-1 0 0 0,0 1 0 0 0,0-1 0 0 0,1 0 0 0 0,-1 1 0 0 0,0-1 0 0 0,0 0 0 0 0,1 0 0 0 0,-1 0 0 0 0,0 0 0 0 0,1 0 0 0 0,1 0 0 0 0,-1-1-12 0 0,1 0 0 0 0,-1 0-1 0 0,0 0 1 0 0,0-1 0 0 0,0 1 0 0 0,0-1-1 0 0,0 1 1 0 0,0-1 0 0 0,0 0-1 0 0,-1 1 1 0 0,1-1 0 0 0,0 0-1 0 0,1-3 1 0 0,4-7-77 0 0,0-1-1 0 0,-1 1 1 0 0,0-1 0 0 0,3-14 0 0 0,13-46 64 0 0,-11 35 103 0 0,1 0-1 0 0,1 1 1 0 0,26-49-1 0 0,-20 58-78 0 0,-18 27 18 0 0,-1 0 1 0 0,1-1-1 0 0,0 1 0 0 0,0 1 1 0 0,0-1-1 0 0,0 0 1 0 0,0 0-1 0 0,0 0 1 0 0,0 0-1 0 0,0 1 0 0 0,0-1 1 0 0,0 0-1 0 0,0 1 1 0 0,0-1-1 0 0,1 1 0 0 0,-1-1 1 0 0,0 1-1 0 0,0 0 1 0 0,1-1-1 0 0,-1 1 0 0 0,0 0 1 0 0,0 0-1 0 0,2 0 1 0 0,0 2 52 0 0,-2 1 0 0 0,1-1 1 0 0,0 1-1 0 0,0-1 1 0 0,-1 1-1 0 0,1 0 1 0 0,-1 0-1 0 0,0 0 0 0 0,0 0 1 0 0,0 0-1 0 0,0 0 1 0 0,0 4-1 0 0,2 2 99 0 0,6 21-45 0 0,-4-12 12 0 0,1 0 0 0 0,11 22 0 0 0,-16-37-112 0 0,1 1 0 0 0,0-1-1 0 0,0 0 1 0 0,0 0 0 0 0,0 0 0 0 0,0 0-1 0 0,1 0 1 0 0,0 0 0 0 0,-1 0 0 0 0,1-1-1 0 0,0 1 1 0 0,0-1 0 0 0,1 0-1 0 0,-1 0 1 0 0,0 0 0 0 0,7 2 0 0 0,-8-3-19 0 0,0-1 0 0 0,0 0 0 0 0,-1 0 1 0 0,1 0-1 0 0,0 0 0 0 0,0-1 0 0 0,-1 1 1 0 0,1 0-1 0 0,0-1 0 0 0,-1 1 0 0 0,1-1 1 0 0,0 0-1 0 0,-1 0 0 0 0,1 1 0 0 0,-1-1 1 0 0,1 0-1 0 0,-1 0 0 0 0,1 0 0 0 0,-1 0 1 0 0,0-1-1 0 0,1 1 0 0 0,-1 0 0 0 0,1-2 0 0 0,29-40-226 0 0,-20 26 168 0 0,29-43-148 0 0,-31 44 185 0 0,0 0 1 0 0,1 1-1 0 0,1 0 1 0 0,1 1-1 0 0,0 0 1 0 0,24-20-1 0 0,-34 32 40 0 0,0 1-1 0 0,0 0 0 0 0,0 0 0 0 0,-1 0 1 0 0,1 0-1 0 0,0 0 0 0 0,0 0 0 0 0,1 0 1 0 0,-1 1-1 0 0,0-1 0 0 0,0 1 0 0 0,0-1 1 0 0,0 1-1 0 0,0 0 0 0 0,1 0 0 0 0,-1 0 0 0 0,0 0 1 0 0,0 1-1 0 0,0-1 0 0 0,0 0 0 0 0,0 1 1 0 0,1 0-1 0 0,-1-1 0 0 0,0 1 0 0 0,0 0 1 0 0,0 0-1 0 0,0 0 0 0 0,-1 0 0 0 0,1 0 1 0 0,0 1-1 0 0,0-1 0 0 0,-1 0 0 0 0,1 1 0 0 0,-1 0 1 0 0,1-1-1 0 0,-1 1 0 0 0,0 0 0 0 0,3 3 1 0 0,4 8 171 0 0,0 0 0 0 0,-1 0 0 0 0,-1 1 0 0 0,7 20 0 0 0,-10-26-141 0 0,19 59 77 0 0,10 27-112 0 0,-28-86-26 0 0,0 1-1 0 0,1-1 1 0 0,0 1-1 0 0,0-1 1 0 0,0 0-1 0 0,1-1 0 0 0,13 13 1 0 0,-17-18 0 0 0,0-1 0 0 0,0 1 1 0 0,0-1-1 0 0,-1 0 0 0 0,1 0 0 0 0,1 0 1 0 0,-1 0-1 0 0,0 0 0 0 0,0 0 1 0 0,0 0-1 0 0,0-1 0 0 0,1 1 0 0 0,-1-1 1 0 0,0 0-1 0 0,1 0 0 0 0,-1 0 1 0 0,0 0-1 0 0,1 0 0 0 0,-1 0 0 0 0,0 0 1 0 0,0-1-1 0 0,1 1 0 0 0,-1-1 1 0 0,0 0-1 0 0,0 1 0 0 0,0-1 0 0 0,0 0 1 0 0,0-1-1 0 0,2 0 0 0 0,7-5-644 0 0,-1 0 0 0 0,0-1-1 0 0,-1-1 1 0 0,12-12 0 0 0,1 0-2301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3657 0 0,'1'0'214'0'0,"0"0"0"0"0,0 0 0 0 0,0 1 0 0 0,0-1 0 0 0,0 0 1 0 0,0 0-1 0 0,0 0 0 0 0,0 0 0 0 0,0 0 0 0 0,0-1 0 0 0,0 1 0 0 0,0 0 0 0 0,0 0 1 0 0,0-1-1 0 0,0 1 0 0 0,0 0 0 0 0,0-1 0 0 0,0 1 0 0 0,-1-1 0 0 0,1 1 0 0 0,1-2 1 0 0,25-15 4748 0 0,-24 14-4355 0 0,10-5 465 0 0,0 0-1 0 0,1 0 1 0 0,0 2 0 0 0,15-6-1 0 0,-5 4-102 0 0,46-8-1 0 0,123-1-675 0 0,-159 15 72 0 0,560-35 837 0 0,-254 36-1197 0 0,-88 4 81 0 0,-226-4-99 0 0,143-4 53 0 0,184 18-1 0 0,-316-7 28 0 0,69 21 1 0 0,16 3-71 0 0,-108-28-56 0 0,0-1 0 0 0,0 0 1 0 0,1 0-1 0 0,-1-2 0 0 0,0 0 1 0 0,25-4-1 0 0,26-6-3674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6913 0 0,'16'-22'1647'0'0,"20"-37"0"0"0,-3 4 982 0 0,-37 61-1774 0 0,1 1 0 0 0,-1 0 0 0 0,1 0 0 0 0,0 0 0 0 0,1 0 0 0 0,-3 12 0 0 0,2-6-232 0 0,1 0 1 0 0,1 1-1 0 0,0 15 1 0 0,4 13-361 0 0,11 62 0 0 0,-6-54 307 0 0,0 27-311 0 0,-1 142-1 0 0,-26 76 238 0 0,17-269-491 0 0,0 36-5 0 0,12 119 0 0 0,-1-68 0 0 0,-8-89-184 0 0,-2 0 0 0 0,0 0 0 0 0,-2 0 0 0 0,-10 44-1 0 0,-38 88-1409 0 0,40-124 1347 0 0,10-30 137 0 0,-1 3-585 0 0,1 0 1 0 0,-1-1-1 0 0,1 2 1 0 0,-1-1-1 0 0,2 0 1 0 0,-1 0-1 0 0,0 10 1 0 0,3-9-1376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0 5617 0 0,'-27'18'1122'0'0,"-46"22"0"0"0,47-28 961 0 0,1 2 0 0 0,-44 32 0 0 0,68-46-2046 0 0,-71 64 2885 0 0,66-58-2587 0 0,1 0 1 0 0,-1 0-1 0 0,1 1 1 0 0,0 0-1 0 0,1 0 0 0 0,0 0 1 0 0,0 0-1 0 0,0 1 1 0 0,-3 11-1 0 0,7-18-282 0 0,0 1-1 0 0,0-1 1 0 0,0 0-1 0 0,1 1 1 0 0,-1-1-1 0 0,1 1 1 0 0,-1-1-1 0 0,1 0 1 0 0,-1 0 0 0 0,1 1-1 0 0,-1-1 1 0 0,1 0-1 0 0,0 0 1 0 0,0 0-1 0 0,0 0 1 0 0,0 0-1 0 0,0 0 1 0 0,0 0 0 0 0,0 0-1 0 0,0 0 1 0 0,0 0-1 0 0,0 0 1 0 0,1-1-1 0 0,-1 1 1 0 0,0 0-1 0 0,2 0 1 0 0,36 15 14 0 0,31-2-356 0 0,1-2 0 0 0,114 3 0 0 0,-123-11 169 0 0,-60-4 119 0 0,0 0-1 0 0,0 0 1 0 0,0 1 0 0 0,0-1 0 0 0,0 0-1 0 0,0 1 1 0 0,0-1 0 0 0,0 1 0 0 0,-1 0-1 0 0,1 0 1 0 0,2 1 0 0 0,-4-2 0 0 0,1 0 1 0 0,-1 1-1 0 0,0-1 0 0 0,1 1 1 0 0,-1-1-1 0 0,0 0 1 0 0,1 1-1 0 0,-1-1 0 0 0,0 1 1 0 0,0-1-1 0 0,1 1 1 0 0,-1-1-1 0 0,0 1 0 0 0,0 0 1 0 0,0-1-1 0 0,0 1 1 0 0,1-1-1 0 0,-1 1 0 0 0,0-1 1 0 0,0 1-1 0 0,0-1 1 0 0,0 1-1 0 0,0-1 1 0 0,-1 1-1 0 0,1 0 0 0 0,-2 4-1 0 0,0-1-1 0 0,0 0 0 0 0,0 1 1 0 0,-1-1-1 0 0,0 0 0 0 0,0 0 1 0 0,-3 4-1 0 0,-3 3 1 0 0,-31 38-45 0 0,-31 45-168 0 0,63-82 186 0 0,0 1 0 0 0,1-1 1 0 0,0 2-1 0 0,1-1 0 0 0,-7 26 1 0 0,13-37 19 0 0,-1 0 0 0 0,1 0 0 0 0,0 0 1 0 0,0 0-1 0 0,0 0 0 0 0,0 0 0 0 0,0 0 1 0 0,0 1-1 0 0,0-1 0 0 0,1 0 0 0 0,-1 0 1 0 0,1 0-1 0 0,0 0 0 0 0,-1 0 0 0 0,1 0 1 0 0,0 0-1 0 0,0-1 0 0 0,0 1 0 0 0,1 0 1 0 0,-1 0-1 0 0,0-1 0 0 0,1 1 0 0 0,-1-1 0 0 0,1 1 1 0 0,-1-1-1 0 0,1 1 0 0 0,0-1 0 0 0,-1 0 1 0 0,1 0-1 0 0,0 0 0 0 0,0 0 0 0 0,2 1 1 0 0,9 3-72 0 0,0 0 0 0 0,1-1 1 0 0,-1 0-1 0 0,15 2 0 0 0,10 3-6 0 0,-29-6 101 0 0,0 0-1 0 0,0 1 0 0 0,0 0 1 0 0,0 0-1 0 0,-1 1 0 0 0,1 0 1 0 0,8 8-1 0 0,-15-12-10 0 0,-1 1-1 0 0,1-1 1 0 0,-1 1 0 0 0,1 0 0 0 0,-1 0-1 0 0,1 0 1 0 0,-1 0 0 0 0,0 0 0 0 0,0 0-1 0 0,0 0 1 0 0,0 0 0 0 0,0 0-1 0 0,-1 0 1 0 0,1 1 0 0 0,-1-1 0 0 0,1 0-1 0 0,-1 1 1 0 0,0-1 0 0 0,0 0 0 0 0,0 1-1 0 0,0-1 1 0 0,0 0 0 0 0,0 0 0 0 0,-1 1-1 0 0,1-1 1 0 0,-1 0 0 0 0,1 0-1 0 0,-1 1 1 0 0,0-1 0 0 0,0 0 0 0 0,0 0-1 0 0,0 0 1 0 0,-1 0 0 0 0,-1 3 0 0 0,-29 36-697 0 0,-1-1 0 0 0,-50 47 1 0 0,35-38-2381 0 0,15-15 101 0 0,19-20 1391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2288 0 0,'-10'5'582'0'0,"0"1"0"0"0,0 0 0 0 0,1 0 0 0 0,0 0-1 0 0,0 1 1 0 0,0 1 0 0 0,1 0 0 0 0,-14 16 0 0 0,18-18-92 0 0,0 0 1 0 0,1 0-1 0 0,0 0 0 0 0,0 1 1 0 0,0-1-1 0 0,1 1 1 0 0,0 0-1 0 0,0-1 0 0 0,0 1 1 0 0,1 0-1 0 0,0 0 1 0 0,1 0-1 0 0,-1 0 0 0 0,1 1 1 0 0,2 11-1 0 0,21 103 3826 0 0,-6-36-3343 0 0,8 94-738 0 0,-7 2-1 0 0,-8 0 0 0 0,-9 0 0 0 0,-28 240 0 0 0,6-287 495 0 0,-46 157-1 0 0,14-72-1818 0 0,48-190 263 0 0,4-17-2053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2761 0 0,'-1'-1'270'0'0,"0"0"0"0"0,0 0 0 0 0,0 0 0 0 0,0 0 1 0 0,0 0-1 0 0,0 0 0 0 0,0 0 0 0 0,0 1 0 0 0,-1-1 1 0 0,1 0-1 0 0,0 1 0 0 0,0-1 0 0 0,-1 1 0 0 0,1 0 1 0 0,0-1-1 0 0,-1 1 0 0 0,1 0 0 0 0,0-1 0 0 0,-1 1 1 0 0,1 0-1 0 0,0 0 0 0 0,-1 0 0 0 0,1 1 0 0 0,0-1 1 0 0,-1 0-1 0 0,1 0 0 0 0,0 1 0 0 0,-1-1 0 0 0,1 1 1 0 0,-2 0-1 0 0,1 0 30 0 0,1 1 0 0 0,0-1 0 0 0,-1 0 0 0 0,1 1 0 0 0,0-1 0 0 0,0 1 0 0 0,0-1 0 0 0,0 1 1 0 0,0-1-1 0 0,0 1 0 0 0,0 0 0 0 0,1-1 0 0 0,-1 1 0 0 0,0 0 0 0 0,1 0 0 0 0,0 0 0 0 0,-1-1 0 0 0,1 1 0 0 0,0 0 0 0 0,0 0 0 0 0,0 0 0 0 0,1 3 1 0 0,20 423 842 0 0,27 229 639 0 0,-17-349-1618 0 0,-29-242-87 0 0,-4 1 1 0 0,-16 107 0 0 0,16-159-490 0 0,-7 50 1544 0 0,11-22-7600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 3225 0 0,'-2'0'94'0'0,"-8"2"-452"0"0,1 0-1 0 0,0 0 1 0 0,-1 1-1 0 0,1 1 1 0 0,-10 4-1 0 0,16-7 472 0 0,0 0-1 0 0,0 0 0 0 0,0-1 0 0 0,0 1 1 0 0,0 0-1 0 0,0-1 0 0 0,0 0 0 0 0,0 0 1 0 0,0 0-1 0 0,0 0 0 0 0,-1-1 0 0 0,1 1 1 0 0,0-1-1 0 0,0 1 0 0 0,0-1 0 0 0,0 0 1 0 0,0 0-1 0 0,-4-3 0 0 0,2 2 1107 0 0,1 0 0 0 0,-1 1-1 0 0,0-1 1 0 0,0 1 0 0 0,0 0-1 0 0,-9 2 4866 0 0,21 6-4563 0 0,14 4-2004 0 0,-20-11 793 0 0,9 3-300 0 0,0-1 1 0 0,0 0-1 0 0,1 0 0 0 0,-1-1 1 0 0,1-1-1 0 0,-1 0 0 0 0,13-2 0 0 0,26 2-13 0 0,307 44 10 0 0,9 1-102 0 0,205 22 354 0 0,-430-47 77 0 0,352 11 727 0 0,-390-28-827 0 0,274 35 163 0 0,-4 32-355 0 0,-285-53-55 0 0,58 5 46 0 0,227 5 0 0 0,9-1-39 0 0,-292-14-18 0 0,428 37 444 0 0,36-20 146 0 0,-121-5-437 0 0,-11-26 143 0 0,-161-2-150 0 0,-14-10-124 0 0,0 1 0 0 0,-160 11 0 0 0,158-21 0 0 0,214-28 0 0 0,-367 43 0 0 0,-44 4 16 0 0,8 0 50 0 0,-1-2 1 0 0,68-17 0 0 0,-43 1-52 0 0,160-38 145 0 0,-193 52-126 0 0,1 1 1 0 0,0 2-1 0 0,57 2 0 0 0,377-16-74 0 0,-455 15 151 0 0,0-1 1 0 0,43-14 0 0 0,-44 11 32 0 0,1 1 1 0 0,39-6-1 0 0,-57 13-139 0 0,0 0 0 0 0,0 1-1 0 0,0 0 1 0 0,0 0 0 0 0,14 4 0 0 0,30 4-47 0 0,15-15 71 0 0,-57 3-32 0 0,0 2 1 0 0,-1-1-1 0 0,1 1 1 0 0,0 1 0 0 0,0 0-1 0 0,0 0 1 0 0,0 1-1 0 0,0 0 1 0 0,0 1-1 0 0,-1 0 1 0 0,15 5 0 0 0,-9-1 64 0 0,-10-4-24 0 0,0 0 1 0 0,-1-1-1 0 0,1 1 1 0 0,-1 1 0 0 0,0-1-1 0 0,6 5 1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43 6937 0 0,'-2'-2'706'0'0,"12"-7"-3138"0"0,-8 8 2420 0 0,0 0 0 0 0,0-1 1 0 0,0 1-1 0 0,0-1 0 0 0,0 1 0 0 0,0-1 0 0 0,-1 0 1 0 0,1 0-1 0 0,-1 0 0 0 0,3-3 0 0 0,2-5-60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8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2304 0 0,'0'-2'201'0'0,"0"-2"-201"0"0,2 4 0 0 0,0-1 0 0 0,-2-1 0 0 0,2 0 0 0 0,1 0 64 0 0,1-3-64 0 0,1 0 0 0 0,2-2 0 0 0,-2 2 0 0 0,-1-1 0 0 0,-1 3 0 0 0,-3 1 0 0 0,-2-1-64 0 0,1 1 64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387 442 3225 0 0,'-44'4'6312'0'0,"-5"3"-2774"0"0,27-3-1987 0 0,0-1 0 0 0,-41 0-1 0 0,57-3-1378 0 0,0 0 0 0 0,-1-1 0 0 0,1 0 1 0 0,0 0-1 0 0,0-1 0 0 0,0 0 0 0 0,0 0 0 0 0,0 0 0 0 0,0-1 0 0 0,0 0 0 0 0,1 0 0 0 0,-1 0 0 0 0,1-1 0 0 0,-7-6 0 0 0,2 2 14 0 0,1-1 0 0 0,0-1 0 0 0,1 1 0 0 0,0-2 0 0 0,1 1 0 0 0,0-1 0 0 0,0 0-1 0 0,1 0 1 0 0,-4-13 0 0 0,7 16-159 0 0,1 1 0 0 0,0-1 0 0 0,1 0 0 0 0,0 0 0 0 0,0 0 0 0 0,0 0 0 0 0,1 0 0 0 0,1 0 0 0 0,-1-1 0 0 0,1 1 0 0 0,0 0 0 0 0,1 1 0 0 0,0-1 0 0 0,1 0 0 0 0,3-10 0 0 0,5-6-2 0 0,0 0-1 0 0,16-24 0 0 0,-23 41-22 0 0,1 0 0 0 0,0 0 0 0 0,0 1 0 0 0,1-1 0 0 0,0 1 0 0 0,0 1-1 0 0,0-1 1 0 0,1 1 0 0 0,0 0 0 0 0,12-7 0 0 0,-17 11-9 0 0,0 0 1 0 0,0 0 0 0 0,0 1-1 0 0,0-1 1 0 0,0 1-1 0 0,0-1 1 0 0,0 1 0 0 0,0-1-1 0 0,0 1 1 0 0,0 0-1 0 0,0 0 1 0 0,1 0 0 0 0,-1 1-1 0 0,0-1 1 0 0,0 0-1 0 0,0 1 1 0 0,0-1 0 0 0,0 1-1 0 0,0 0 1 0 0,0-1-1 0 0,3 3 1 0 0,-1 0-14 0 0,-1-1 0 0 0,0 1 1 0 0,0 0-1 0 0,0 0 0 0 0,0 0 0 0 0,-1 0 1 0 0,1 0-1 0 0,-1 1 0 0 0,0-1 0 0 0,3 7 0 0 0,1 4-125 0 0,-1 1-1 0 0,0-1 0 0 0,-1 1 0 0 0,0 0 0 0 0,1 16 0 0 0,6 92-982 0 0,-5-54 713 0 0,19 91 1 0 0,-24-152 394 0 0,1-1 1 0 0,0 0 0 0 0,0-1 0 0 0,1 1 0 0 0,0 0 0 0 0,0-1 0 0 0,1 1 0 0 0,-1-1 0 0 0,2 0-1 0 0,-1 0 1 0 0,0-1 0 0 0,1 1 0 0 0,0-1 0 0 0,12 9 0 0 0,-12-10 20 0 0,1-1-1 0 0,1 0 1 0 0,-1 0-1 0 0,0 0 1 0 0,1-1-1 0 0,-1 0 1 0 0,1-1-1 0 0,0 1 1 0 0,-1-1-1 0 0,1 0 1 0 0,0-1-1 0 0,0 0 1 0 0,0 0-1 0 0,0 0 1 0 0,-1-1 0 0 0,9-2-1 0 0,-5 1 59 0 0,0-1 1 0 0,1 0-1 0 0,-1-1 0 0 0,0 0 0 0 0,-1-1 1 0 0,1 0-1 0 0,-1-1 0 0 0,0 1 0 0 0,13-13 1 0 0,-16 13 26 0 0,0 0 0 0 0,0 0 1 0 0,0-1-1 0 0,-1 0 1 0 0,0 0-1 0 0,-1 0 0 0 0,1-1 1 0 0,-1 0-1 0 0,0 0 0 0 0,-1 0 1 0 0,0 0-1 0 0,0 0 0 0 0,4-15 1 0 0,-7 19-42 0 0,0 0 0 0 0,0 0 0 0 0,-1 0 0 0 0,1 0 1 0 0,-1 0-1 0 0,1 0 0 0 0,-1 0 0 0 0,0 0 0 0 0,0 0 0 0 0,0 0 0 0 0,-1 1 1 0 0,1-1-1 0 0,-1 0 0 0 0,1 1 0 0 0,-1-1 0 0 0,0 1 0 0 0,0 0 0 0 0,0 0 1 0 0,0-1-1 0 0,-1 1 0 0 0,1 1 0 0 0,0-1 0 0 0,-1 0 0 0 0,1 0 0 0 0,-1 1 1 0 0,-5-2-1 0 0,-7-5 82 0 0,-1 1 1 0 0,-1 0-1 0 0,-20-4 0 0 0,31 9-108 0 0,-216-45 409 0 0,126 33-4246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78 444 6449 0 0,'-38'-15'3997'0'0,"-1"7"4569"0"0,50 19-5208 0 0,7 17-2829 0 0,-16-24-416 0 0,65 98-253 0 0,-39-55 87 0 0,2-3 1 0 0,2 0-1 0 0,42 42 0 0 0,-53-71 105 0 0,-20-15-52 0 0,0 0 0 0 0,-1 0 0 0 0,1 0 0 0 0,-1 1 0 0 0,1-1 1 0 0,0 0-1 0 0,-1 0 0 0 0,1 0 0 0 0,0-1 0 0 0,-1 1 0 0 0,1 0 0 0 0,0 0 0 0 0,-1 0 0 0 0,1 0 0 0 0,-1-1 1 0 0,1 1-1 0 0,0 0 0 0 0,-1 0 0 0 0,1-1 0 0 0,-1 1 0 0 0,1 0 0 0 0,0-2 0 0 0,1-1 16 0 0,0 0 1 0 0,0 0-1 0 0,0 0 0 0 0,-1 0 0 0 0,1 0 0 0 0,-1-1 0 0 0,0 1 0 0 0,0-1 1 0 0,0 1-1 0 0,0-8 0 0 0,6-44 128 0 0,-2-1 1 0 0,-5-85-1 0 0,-1 7-110 0 0,13-42-96 0 0,-8 147-803 0 0,1 0 0 0 0,1 0 0 0 0,2 1 0 0 0,11-28 0 0 0,-10 34-6097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93 6449 0 0,'-5'1'497'0'0,"0"2"0"0"0,0-1 0 0 0,0 0 1 0 0,1 1-1 0 0,-1 0 0 0 0,1 0 0 0 0,0 0 0 0 0,0 1 0 0 0,0-1 0 0 0,1 1 0 0 0,-1 0 0 0 0,1 0 0 0 0,0 0 0 0 0,0 1 0 0 0,0-1 0 0 0,0 1 0 0 0,1 0 0 0 0,0-1 0 0 0,-3 8 0 0 0,2-2 27 0 0,-1 0 0 0 0,1 0 0 0 0,1 1 1 0 0,0-1-1 0 0,0 1 0 0 0,1-1 0 0 0,1 1 0 0 0,1 21 0 0 0,0-27-485 0 0,0 0 0 0 0,1 0 0 0 0,0 0 0 0 0,0-1 0 0 0,0 1 0 0 0,0-1 0 0 0,1 1 0 0 0,0-1 0 0 0,0 0 0 0 0,0 0 0 0 0,0 0 0 0 0,1 0 0 0 0,0 0 0 0 0,-1-1 0 0 0,1 0-1 0 0,1 0 1 0 0,-1 0 0 0 0,0 0 0 0 0,1 0 0 0 0,-1-1 0 0 0,1 0 0 0 0,0 0 0 0 0,0 0 0 0 0,0-1 0 0 0,7 2 0 0 0,-8-2-10 0 0,0 0-1 0 0,0 0 1 0 0,0 0 0 0 0,0-1 0 0 0,0 0-1 0 0,0 1 1 0 0,1-1 0 0 0,-1-1-1 0 0,0 1 1 0 0,0-1 0 0 0,0 1-1 0 0,0-1 1 0 0,0 0 0 0 0,0-1-1 0 0,0 1 1 0 0,-1-1 0 0 0,1 1 0 0 0,0-1-1 0 0,-1 0 1 0 0,1-1 0 0 0,-1 1-1 0 0,0-1 1 0 0,0 1 0 0 0,0-1-1 0 0,0 0 1 0 0,0 0 0 0 0,0 0-1 0 0,-1-1 1 0 0,1 1 0 0 0,-1 0 0 0 0,3-7-1 0 0,-1-3 19 0 0,0 0 0 0 0,-1 1 0 0 0,-1-1 0 0 0,0 0 0 0 0,0-1 0 0 0,-2 1 0 0 0,1 0 0 0 0,-4-22 0 0 0,1 16-67 0 0,-1 1 0 0 0,-1-1-1 0 0,-1 1 1 0 0,0 0 0 0 0,-12-25 0 0 0,15 40-56 0 0,1-1 0 0 0,-1 1 0 0 0,0 0 0 0 0,0 0 0 0 0,0 0 0 0 0,-1 0 0 0 0,1 0 0 0 0,-1 0 0 0 0,1 1 0 0 0,-1-1 0 0 0,0 1 0 0 0,0 0 0 0 0,0-1 0 0 0,0 2 0 0 0,-1-1 0 0 0,1 0 0 0 0,0 1 0 0 0,-1-1 0 0 0,0 1 0 0 0,1 0 0 0 0,-1 0 0 0 0,1 0 0 0 0,-1 1 0 0 0,0-1 0 0 0,0 1 0 0 0,-7 0 0 0 0,8 1-314 0 0,-1 0 0 0 0,0-1 0 0 0,1 1 0 0 0,-1 1 0 0 0,0-1-1 0 0,1 0 1 0 0,-1 1 0 0 0,1 0 0 0 0,0 0 0 0 0,0 0 0 0 0,0 0 0 0 0,0 0 0 0 0,0 1 0 0 0,0-1 0 0 0,0 1 0 0 0,1 0 0 0 0,-4 4 0 0 0,-3 7-1754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27 100 1840 0 0,'-1'0'156'0'0,"-1"0"0"0"0,1 0 0 0 0,0 0 0 0 0,0 0 0 0 0,0 0 0 0 0,-1 0 0 0 0,1 0 0 0 0,0-1 0 0 0,0 1 0 0 0,0 0 0 0 0,0-1 0 0 0,0 1-1 0 0,-1-1 1 0 0,1 1 0 0 0,0-1 0 0 0,0 1 0 0 0,0-1 0 0 0,0 0 0 0 0,0 1 0 0 0,-1-3 0 0 0,2 2 182 0 0,-1 1 0 0 0,1-1 0 0 0,0 0 0 0 0,0 0 0 0 0,0 0 0 0 0,-1 0 0 0 0,1 0 1 0 0,0 1-1 0 0,0-1 0 0 0,1 0 0 0 0,-1 0 0 0 0,0 0 0 0 0,0 0 0 0 0,0 0 0 0 0,0 0 0 0 0,1 1 0 0 0,-1-1 0 0 0,0 0 0 0 0,1 0 1 0 0,0-1-1 0 0,18-24 7817 0 0,-7 13-6016 0 0,-7 9-2555 0 0,-1 0 0 0 0,0 0 0 0 0,1 0 0 0 0,0 1 0 0 0,8-5 0 0 0,-11 7 142 0 0,0 0 0 0 0,0 0 0 0 0,0 1 1 0 0,0-1-1 0 0,0 1 0 0 0,0-1 0 0 0,0 1 0 0 0,0 0 1 0 0,0 0-1 0 0,0-1 0 0 0,0 2 0 0 0,0-1 0 0 0,0 0 0 0 0,0 0 1 0 0,0 1-1 0 0,0-1 0 0 0,0 1 0 0 0,0-1 0 0 0,3 3 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9330 0 0,'14'-7'468'0'0,"0"0"1"0"0,-1-1-1 0 0,0 0 1 0 0,0-1-1 0 0,-1 0 0 0 0,0-1 1 0 0,12-14-1 0 0,10-6-461 0 0,-21 18-529 0 0,-10 9-337 0 0,1-1 0 0 0,0 1 0 0 0,0-1 0 0 0,0 1-1 0 0,1 0 1 0 0,-1 1 0 0 0,8-4 0 0 0,-7 4 811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 6913 0 0,'0'-2'236'0'0,"-1"1"-1"0"0,0 0 0 0 0,1-1 0 0 0,-1 1 1 0 0,1 0-1 0 0,0-1 0 0 0,-1 1 0 0 0,1-1 1 0 0,0 1-1 0 0,0 0 0 0 0,0-1 0 0 0,0 1 1 0 0,0-1-1 0 0,0 1 0 0 0,1-1 0 0 0,-1 1 1 0 0,0 0-1 0 0,1-1 0 0 0,-1 1 0 0 0,1-1 0 0 0,-1 1 1 0 0,1 0-1 0 0,0 0 0 0 0,-1-1 0 0 0,1 1 1 0 0,0 0-1 0 0,0 0 0 0 0,0 0 0 0 0,0 0 1 0 0,0 0-1 0 0,0 0 0 0 0,0 0 0 0 0,0 0 1 0 0,1 0-1 0 0,-1 1 0 0 0,0-1 0 0 0,0 0 1 0 0,1 1-1 0 0,-1-1 0 0 0,0 1 0 0 0,1-1 0 0 0,-1 1 1 0 0,1 0-1 0 0,-1 0 0 0 0,3-1 0 0 0,0 1 178 0 0,-1 0-1 0 0,0 0 0 0 0,1 1 1 0 0,-1-1-1 0 0,0 0 0 0 0,0 1 1 0 0,1 0-1 0 0,-1 0 0 0 0,0 0 1 0 0,0 0-1 0 0,4 3 1 0 0,-4-3-471 0 0,-1 0 0 0 0,0 1 1 0 0,0-1-1 0 0,0 1 0 0 0,0 0 1 0 0,0 0-1 0 0,0 0 0 0 0,0 0 1 0 0,2 2-1 0 0,-1 2 92 0 0,0 1 1 0 0,0-1-1 0 0,-1 0 0 0 0,1 1 1 0 0,-1 0-1 0 0,-1-1 0 0 0,3 13 1 0 0,1 54-33 0 0,-4-49-118 0 0,1-2 54 0 0,0 0 0 0 0,2 0 0 0 0,0 0 0 0 0,1 0-1 0 0,9 23 1 0 0,-12-39 127 0 0,0 0 0 0 0,1 0 0 0 0,0 0 0 0 0,0-1 0 0 0,0 1 0 0 0,0-1 0 0 0,1 0 0 0 0,0 1 0 0 0,0-2 0 0 0,1 1-1 0 0,-1 0 1 0 0,1-1 0 0 0,0 0 0 0 0,0 0 0 0 0,0 0 0 0 0,1-1 0 0 0,0 0 0 0 0,-1 0 0 0 0,1 0 0 0 0,0-1 0 0 0,0 0 0 0 0,8 2 0 0 0,13-1-781 0 0,-24-4 518 0 0,0 1 0 0 0,0 0 1 0 0,0 1-1 0 0,0-1 1 0 0,0 1-1 0 0,0-1 1 0 0,0 1-1 0 0,0 0 1 0 0,0 0-1 0 0,0 0 1 0 0,0 0-1 0 0,0 1 1 0 0,-1-1-1 0 0,1 1 1 0 0,-1 0-1 0 0,1 0 1 0 0,-1 0-1 0 0,4 3 1 0 0,14 21-2785 0 0,0 20 2706 0 0,-13-22 362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1 920 0 0,'2'9'5081'0'0,"-2"-8"-4633"0"0,0 3-184 0 0,0-1 193 0 0,-7 29-457 0 0,5-27 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10138 0 0,'6'-1'1204'0'0,"0"-1"0"0"0,0 1 0 0 0,0-1 0 0 0,0 0 0 0 0,8-5 0 0 0,24-8 958 0 0,-25 14-1968 0 0,0-1 0 0 0,-1 2 0 0 0,1-1 0 0 0,0 2 0 0 0,-1 0 0 0 0,1 0 0 0 0,0 1 0 0 0,16 5 0 0 0,-11-3-629 0 0,0-1-1 0 0,35 3 0 0 0,-49-7 194 0 0,0 1 0 0 0,1 0-1 0 0,-1-1 1 0 0,0 0 0 0 0,0 0 0 0 0,7-2 0 0 0,6-6-1094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6449 0 0,'-2'11'7662'0'0,"0"19"-4413"0"0,2-26-2285 0 0,-20 217 4560 0 0,4-63-5000 0 0,15-144-562 0 0,0 0 0 0 0,1 0 1 0 0,1 0-1 0 0,0 0 0 0 0,1 0 0 0 0,1 0 0 0 0,0-1 1 0 0,7 19-1 0 0,1-4-341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12443 0 0,'78'1'5330'0'0,"38"2"-2885"0"0,-64-2-1472 0 0,-26-1-919 0 0,0 0-1 0 0,0-2 0 0 0,0-1 1 0 0,-1-1-1 0 0,1-1 0 0 0,35-12 1 0 0,-43 10-751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61 151 5529 0 0,'-19'1'1241'0'0,"16"0"-845"0"0,-1 0 0 0 0,1-1-1 0 0,-1 0 1 0 0,1 0 0 0 0,-1 0 0 0 0,1 0 0 0 0,0 0 0 0 0,-1-1 0 0 0,1 1 0 0 0,-4-2 0 0 0,8 1-174 0 0,1-1-1 0 0,-1 1 1 0 0,1 0 0 0 0,0 0 0 0 0,-1 0-1 0 0,1 0 1 0 0,0 1 0 0 0,0-1-1 0 0,0 0 1 0 0,0 1 0 0 0,1-1 0 0 0,28-2 1247 0 0,0 1 1 0 0,40 3 0 0 0,-20 0-825 0 0,420 30 584 0 0,-178-5-290 0 0,-96-18-618 0 0,258-23-1 0 0,-32-22 122 0 0,437-29-56 0 0,-815 64-386 0 0,1545-79 0 0 0,-815 90 1088 0 0,-749-8-1152 0 0,-20-1 44 0 0,15 1 12 0 0,40 7-1 0 0,-55-7-105 0 0,0 0 0 0 0,0 1-1 0 0,-1 0 1 0 0,1 0-1 0 0,-1 0 1 0 0,0 1 0 0 0,0 0-1 0 0,0 0 1 0 0,0 0-1 0 0,0 1 1 0 0,8 7-1 0 0,-2 2-899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3225 0 0,'-3'4'453'0'0,"-1"1"1"0"0,1-1 0 0 0,1 1 0 0 0,-1 0 0 0 0,1 0-1 0 0,-2 6 1 0 0,-11 20 1019 0 0,9-23-572 0 0,1 0 1 0 0,0 0 0 0 0,1 1-1 0 0,0 0 1 0 0,0 0 0 0 0,1 0-1 0 0,0 0 1 0 0,1 0 0 0 0,0 1-1 0 0,0 0 1 0 0,0 11 0 0 0,3 37 984 0 0,18 104 36 0 0,-8-87-1653 0 0,1 111 1 0 0,-23 46 6 0 0,2 106-263 0 0,10-71 699 0 0,-16-109-2595 0 0,-5-52-4241 0 0,15-88-773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0,'-6'7'729'0'0,"1"0"0"0"0,-1 0-1 0 0,1 1 1 0 0,-4 8 0 0 0,8-14-394 0 0,-1 1 0 0 0,1-1 0 0 0,0 0 0 0 0,0 1 0 0 0,0-1 0 0 0,0 1 0 0 0,0-1 0 0 0,0 1 1 0 0,1-1-1 0 0,0 1 0 0 0,-1-1 0 0 0,1 1 0 0 0,0 0 0 0 0,0-1 0 0 0,0 1 0 0 0,0 0 0 0 0,1-1 1 0 0,0 4-1 0 0,1-3-171 0 0,0-1 0 0 0,1 1 1 0 0,-1-1-1 0 0,1 0 1 0 0,-1 0-1 0 0,1 0 1 0 0,0 0-1 0 0,0 0 0 0 0,0-1 1 0 0,0 1-1 0 0,0-1 1 0 0,0 0-1 0 0,4 1 0 0 0,45 11 570 0 0,-49-13-679 0 0,85 12 358 0 0,-62-10-263 0 0,0 1 0 0 0,0 1-1 0 0,-1 1 1 0 0,0 2-1 0 0,28 10 1 0 0,-52-17-152 0 0,-1 0 1 0 0,1 1-1 0 0,0-1 1 0 0,0 0-1 0 0,0 1 1 0 0,-1-1-1 0 0,1 1 1 0 0,0-1-1 0 0,0 1 1 0 0,-1-1 0 0 0,1 1-1 0 0,0 0 1 0 0,-1-1-1 0 0,1 1 1 0 0,-1 0-1 0 0,1-1 1 0 0,-1 1-1 0 0,1 0 1 0 0,-1 0-1 0 0,0 0 1 0 0,1 0 0 0 0,-1-1-1 0 0,0 1 1 0 0,1 0-1 0 0,-1 0 1 0 0,0 0-1 0 0,0 0 1 0 0,0 0-1 0 0,0 0 1 0 0,0-1 0 0 0,0 1-1 0 0,0 0 1 0 0,0 0-1 0 0,0 0 1 0 0,-1 0-1 0 0,1 0 1 0 0,0 0-1 0 0,-1-1 1 0 0,1 1-1 0 0,0 0 1 0 0,-1 0 0 0 0,1 0-1 0 0,-1-1 1 0 0,1 1-1 0 0,-1 0 1 0 0,-4 6-34 0 0,-1 0-1 0 0,1-1 1 0 0,-1 0 0 0 0,-8 6 0 0 0,0 1-68 0 0,-15 17-1025 0 0,2 2 1 0 0,-35 50-1 0 0,61-81 1104 0 0,0 0 1 0 0,1 0-1 0 0,-1 0 1 0 0,0 0-1 0 0,0 1 1 0 0,1-1-1 0 0,-1 0 0 0 0,1 0 1 0 0,-1 1-1 0 0,1-1 1 0 0,-1 1-1 0 0,1-1 1 0 0,0 0-1 0 0,0 1 1 0 0,0-1-1 0 0,-1 1 1 0 0,2-1-1 0 0,-1 1 0 0 0,0-1 1 0 0,0 0-1 0 0,0 1 1 0 0,1-1-1 0 0,-1 0 1 0 0,0 1-1 0 0,1-1 1 0 0,-1 0-1 0 0,1 1 1 0 0,0-1-1 0 0,-1 0 0 0 0,1 0 1 0 0,2 3-1 0 0,1-1 157 0 0,1 1 0 0 0,0-1-1 0 0,0 0 1 0 0,0 0 0 0 0,0-1-1 0 0,10 4 1 0 0,-10-4-30 0 0,0 0 0 0 0,0 0 0 0 0,-1 1 1 0 0,1-1-1 0 0,0 1 0 0 0,-1 0 0 0 0,8 7 0 0 0,-10-7-73 0 0,0 0 1 0 0,0 0-1 0 0,-1 0 0 0 0,1 1 1 0 0,-1-1-1 0 0,0 0 0 0 0,0 1 1 0 0,0-1-1 0 0,-1 1 1 0 0,1 0-1 0 0,-1-1 0 0 0,1 1 1 0 0,-1-1-1 0 0,-1 1 0 0 0,1 0 1 0 0,0-1-1 0 0,-1 1 0 0 0,0-1 1 0 0,0 1-1 0 0,-2 5 1 0 0,-3 9 283 0 0,-1 0 1 0 0,-16 28 0 0 0,14-28-299 0 0,-4 8-778 0 0,1 1 1 0 0,1 0 0 0 0,1 1 0 0 0,-10 47 0 0 0,20-58-638 0 0,0-11 429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5657 1 920 0 0,'1'20'7716'0'0,"5"37"0"0"0,6 1-2838 0 0,2-1-3502 0 0,16 78-396 0 0,6 263 225 0 0,2 13-575 0 0,-29-276-350 0 0,-5-51-143 0 0,-1-71-376 0 0,-1-1 0 0 0,1 0 1 0 0,1 1-1 0 0,1-1 1 0 0,-1-1-1 0 0,8 14 1 0 0,1 3-29 0 0,-12-26 271 0 0,0 0-1 0 0,0 0 1 0 0,0 1 0 0 0,0-1 0 0 0,0 0-1 0 0,-1 1 1 0 0,1-1 0 0 0,-1 0-1 0 0,1 1 1 0 0,-1-1 0 0 0,0 1-1 0 0,0-1 1 0 0,0 0 0 0 0,-1 1 0 0 0,1-1-1 0 0,0 1 1 0 0,-1-1 0 0 0,0 0-1 0 0,1 1 1 0 0,-1-1 0 0 0,0 0-1 0 0,0 1 1 0 0,0-1 0 0 0,-1 0-1 0 0,-1 3 1 0 0,1-3 19 0 0,0 1 0 0 0,0-1 0 0 0,-1 1-1 0 0,1-1 1 0 0,-1 0 0 0 0,1 0 0 0 0,-1 0 0 0 0,0 0-1 0 0,0 0 1 0 0,0 0 0 0 0,0-1 0 0 0,0 0 0 0 0,0 0-1 0 0,-1 1 1 0 0,1-2 0 0 0,0 1 0 0 0,0 0 0 0 0,-1-1 0 0 0,-4 1-1 0 0,1 0-71 0 0,1 0-1 0 0,-1 1 0 0 0,1-1 1 0 0,-11 6-1 0 0,-48 28-162 0 0,42-22 152 0 0,0 0 0 0 0,-1-2 0 0 0,0 0 0 0 0,-1-2 0 0 0,-39 10 0 0 0,20-13-106 0 0,0-2-1 0 0,-88-4 1 0 0,1-1-51 0 0,-164 6 99 0 0,-7 1 7 0 0,67 18-173 0 0,-66 2-509 0 0,55-36-134 0 0,126 3 710 0 0,-148 11 0 0 0,-21 33-65 0 0,-66 5 854 0 0,303-39-444 0 0,-372 23-606 0 0,4 28-1396 0 0,219-13 2643 0 0,-219 31 1907 0 0,287-64-2895 0 0,50-4 152 0 0,-152 28-1 0 0,59 3 479 0 0,83-19-63 0 0,1 5-1 0 0,-98 35 1 0 0,131-33-213 0 0,-96 32-2225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24 180 7834 0 0,'-1'0'83'0'0,"0"0"1"0"0,0 0-1 0 0,0 1 1 0 0,0-1-1 0 0,0 0 1 0 0,0 0-1 0 0,0 0 1 0 0,0 0-1 0 0,0 0 1 0 0,0-1-1 0 0,0 1 1 0 0,1 0-1 0 0,-1 0 1 0 0,0 0-1 0 0,0-1 1 0 0,0 1-1 0 0,0-1 1 0 0,0 1-1 0 0,1 0 0 0 0,-1-1 1 0 0,0 0-1 0 0,0 1 1 0 0,1-1-1 0 0,-1 1 1 0 0,-1-2-1 0 0,3 1 71 0 0,-1 0-1 0 0,0 0 0 0 0,1 0 0 0 0,-1 0 0 0 0,1 0 1 0 0,-1 0-1 0 0,1 0 0 0 0,-1 0 0 0 0,1 0 1 0 0,-1 1-1 0 0,1-1 0 0 0,0 0 0 0 0,0 0 0 0 0,-1 1 1 0 0,1-1-1 0 0,0 0 0 0 0,2 0 0 0 0,49-29 2044 0 0,-21 18-1658 0 0,2 1 0 0 0,-1 1 0 0 0,2 2 0 0 0,66-7-1 0 0,142 5 1937 0 0,-96 6-1872 0 0,644 1 388 0 0,-383 8-672 0 0,165-20 635 0 0,-366 8-811 0 0,34-11-88 0 0,4 0-280 0 0,-241 18 198 0 0,8-1-600 0 0,1 1 1 0 0,-1 0 0 0 0,1 1 0 0 0,-1 0 0 0 0,23 6 0 0 0,-15 0-6403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 11058 0 0,'-7'-4'1119'0'0,"5"3"-666"0"0,0 0 1 0 0,0 0-1 0 0,0 0 1 0 0,1 0-1 0 0,-1 0 1 0 0,0 0-1 0 0,-1 1 1 0 0,1-1-1 0 0,0 1 1 0 0,0-1-1 0 0,-2 1 1 0 0,3 1-379 0 0,0-1 1 0 0,1 1-1 0 0,-1 0 1 0 0,0 0-1 0 0,1 0 1 0 0,-1 0-1 0 0,1 0 1 0 0,-1-1 0 0 0,1 1-1 0 0,0 0 1 0 0,-1 0-1 0 0,1 0 1 0 0,0 0-1 0 0,0 0 1 0 0,-1 0-1 0 0,1 0 1 0 0,0 0-1 0 0,0 0 1 0 0,0 0 0 0 0,0 0-1 0 0,1 0 1 0 0,-1 0-1 0 0,0 0 1 0 0,0 0-1 0 0,1 2 1 0 0,5 96-19 0 0,5-1 1 0 0,4 0-1 0 0,5-1 0 0 0,40 125 1 0 0,43 18 709 0 0,7 21 77 0 0,-100-225-1044 0 0,-1-2-109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863 59 10138 0 0,'-5'-6'372'0'0,"0"1"0"0"0,0 1-1 0 0,-1-1 1 0 0,1 1 0 0 0,-1 0-1 0 0,0 0 1 0 0,0 0 0 0 0,-1 1-1 0 0,1 0 1 0 0,-1 0 0 0 0,1 1-1 0 0,-1 0 1 0 0,0 0 0 0 0,0 1-1 0 0,-12-2 1 0 0,2 1-537 0 0,-1 1 1 0 0,1 1-1 0 0,0 0 1 0 0,0 1-1 0 0,-25 6 1 0 0,18-1-101 0 0,0 1 0 0 0,0 2 0 0 0,0 1 0 0 0,2 0 0 0 0,-1 2 0 0 0,1 0 1 0 0,1 2-1 0 0,0 0 0 0 0,1 1 0 0 0,1 1 0 0 0,-27 29 0 0 0,3 2-9 0 0,3 2 0 0 0,1 1 0 0 0,-44 78 1 0 0,64-94 554 0 0,1 0 1 0 0,1 2-1 0 0,2 0 1 0 0,2 1-1 0 0,1 0 1 0 0,2 1-1 0 0,2 0 1 0 0,1 1-1 0 0,-3 69 1 0 0,10-82-135 0 0,1-1 0 0 0,1 0 0 0 0,1 0 1 0 0,2-1-1 0 0,0 1 0 0 0,1-1 0 0 0,10 24 0 0 0,-8-30-95 0 0,0-1 0 0 0,1 0 0 0 0,1 0 0 0 0,1 0 0 0 0,0-2 0 0 0,1 1 0 0 0,1-1-1 0 0,0-1 1 0 0,27 22 0 0 0,-9-12-57 0 0,1-3-1 0 0,0 0 0 0 0,2-3 1 0 0,1 0-1 0 0,0-2 0 0 0,1-2 1 0 0,0-1-1 0 0,1-2 0 0 0,0-2 1 0 0,53 7-1 0 0,-40-10 573 0 0,0-2-1 0 0,1-3 1 0 0,0-2-1 0 0,-1-2 1 0 0,1-2-1 0 0,-1-2 1 0 0,69-20 0 0 0,-89 17-296 0 0,0-1-1 0 0,-1-1 1 0 0,0-1 0 0 0,-1-2 0 0 0,-1-1 0 0 0,-1-1 0 0 0,0-2 0 0 0,-1 0 0 0 0,-1-2 0 0 0,34-36 0 0 0,-32 27-223 0 0,-1-1 1 0 0,-1-1-1 0 0,-2-1 1 0 0,-1-1-1 0 0,-2-1 0 0 0,-1-1 1 0 0,25-74-1 0 0,-28 66 13 0 0,-3-1 0 0 0,-2 0-1 0 0,-2 0 1 0 0,5-79 0 0 0,-13 105-49 0 0,0 1-1 0 0,-1 0 0 0 0,-1-1 1 0 0,-1 1-1 0 0,-1 0 0 0 0,0 0 1 0 0,-1 0-1 0 0,-1 1 0 0 0,-1 0 1 0 0,0 0-1 0 0,-1 0 1 0 0,-1 1-1 0 0,-1 1 0 0 0,-18-25 1 0 0,11 22-56 0 0,0 1 0 0 0,0 0 1 0 0,-2 2-1 0 0,0 0 0 0 0,0 1 1 0 0,-2 1-1 0 0,0 1 0 0 0,-28-13 1 0 0,9 9-294 0 0,-1 1 1 0 0,-1 2-1 0 0,-73-12 1 0 0,105 23-175 0 0,-1 0-1 0 0,1 1 1 0 0,-1 0 0 0 0,1 1 0 0 0,-1 0 0 0 0,-15 3 0 0 0,1 5-6210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8754 0 0,'23'-58'5530'0'0,"-10"38"-114"0"0,-18 64-5108 0 0,1 0 0 0 0,3 0 0 0 0,1 0 0 0 0,2 0 1 0 0,12 65-1 0 0,-6-53 139 0 0,27 91 0 0 0,-25-120-776 0 0,19 41 0 0 0,-19-47-1185 0 0,2-1 0 0 0,21 28-1 0 0,-27-40-420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29 188 1376 0 0,'-1'0'228'0'0,"1"-1"-114"0"0,0 1-1 0 0,0 0 1 0 0,-1 0 0 0 0,1 0 0 0 0,0 0-1 0 0,-1 0 1 0 0,1 0 0 0 0,-7 3 3071 0 0,7-3-3072 0 0,-1 0 1 0 0,1 1 0 0 0,0-1 0 0 0,0 0-1 0 0,0 1 1 0 0,0-1 0 0 0,0 0 0 0 0,0 0-1 0 0,0 1 1 0 0,0-1 0 0 0,0 0 0 0 0,0 1-1 0 0,0-1 1 0 0,0 0 0 0 0,0 1 0 0 0,-4 16 528 0 0,4-16-661 0 0,-5 24 209 0 0,2-18 169 0 0,2 0 0 0 0,-1 0 0 0 0,1 0-1 0 0,0 0 1 0 0,0 0 0 0 0,1 1 0 0 0,1 12-1 0 0,-1-20-282 0 0,0 1 0 0 0,0-1 0 0 0,0 0 0 0 0,1 1 0 0 0,-1-1 0 0 0,0 0 0 0 0,0 1 0 0 0,0-1 0 0 0,0 0 0 0 0,1 1 0 0 0,-1-1 0 0 0,0 0 0 0 0,0 1 0 0 0,1-1 0 0 0,-1 0 0 0 0,0 1 0 0 0,0-1 0 0 0,1 0 0 0 0,-1 0 0 0 0,0 1 0 0 0,1-1 0 0 0,-1 0 0 0 0,0 0 0 0 0,1 0 0 0 0,-1 0 0 0 0,0 1 0 0 0,1-1 0 0 0,-1 0 0 0 0,1 0 0 0 0,-1 0 0 0 0,0 0 0 0 0,1 0 0 0 0,0 0 0 0 0,15-7 1189 0 0,9-15-166 0 0,42-66-1006 0 0,19-21-928 0 0,-74 96 1196 0 0,0 2 0 0 0,1-1-1 0 0,0 2 1 0 0,1-1 0 0 0,0 2-1 0 0,19-11 1 0 0,-18 16 1959 0 0,-12 12-307 0 0,3 9-1840 0 0,2-2-146 0 0,1-1-1 0 0,1 0 1 0 0,19 20-1 0 0,16 24-221 0 0,-18-11-1655 0 0,26 65 1 0 0,-34-69-1266 0 0,1 0 0 0 0,35 50 0 0 0,-25-52 586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3224 17 7370 0 0,'22'-16'4745'0'0,"-20"16"-4680"0"0,-1 1 1 0 0,1 0 0 0 0,-1-1 0 0 0,0 1 0 0 0,1 0-1 0 0,-1 0 1 0 0,1 0 0 0 0,-1 0 0 0 0,0 0 0 0 0,0 0-1 0 0,0 0 1 0 0,1 0 0 0 0,-1 0 0 0 0,0 1 0 0 0,-1-1-1 0 0,1 0 1 0 0,0 1 0 0 0,0-1 0 0 0,0 1 0 0 0,-1-1-1 0 0,1 1 1 0 0,-1-1 0 0 0,1 3 0 0 0,10 39 983 0 0,41 379 4463 0 0,-6 214-3570 0 0,-36-509-1681 0 0,6-1 0 0 0,37 144-1 0 0,-36-192-106 0 0,-17-75-143 0 0,3 4 7 0 0,-2 0 0 0 0,1 1-1 0 0,-1-1 1 0 0,0 1 0 0 0,0 0 0 0 0,-1-1-1 0 0,0 1 1 0 0,-1 0 0 0 0,0-1 0 0 0,0 1-1 0 0,-3 11 1 0 0,4-18-14 0 0,-7 1-16 0 0,-9-2-18 0 0,0 1 1 0 0,1 1-1 0 0,-1 1 1 0 0,-19 5-1 0 0,11-3 50 0 0,0-1-1 0 0,0-2 1 0 0,0 0 0 0 0,-1-2-1 0 0,-27-2 1 0 0,-12 0-14 0 0,-285 19-205 0 0,35 1-242 0 0,-588 13-287 0 0,805-28 514 0 0,0-4 1 0 0,-189-27 0 0 0,206 18 289 0 0,0 4 0 0 0,0 3 0 0 0,-1 4 1 0 0,-156 22-1 0 0,193-15-8 0 0,0-3 1 0 0,0-1-1 0 0,0-3 1 0 0,0-1-1 0 0,-52-7 1 0 0,67 4 140 0 0,1 1 1 0 0,-51 3 0 0 0,15 1-574 0 0,52-4-493 0 0,7-1 409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93 240 3225 0 0,'-3'-1'-86'0'0,"1"0"1"0"0,-1 0 0 0 0,0 0 0 0 0,0-1 0 0 0,1 1-1 0 0,-1-1 1 0 0,0 0 0 0 0,1 0 0 0 0,0 0-1 0 0,-1 0 1 0 0,1 0 0 0 0,-2-3 0 0 0,-13-10 12 0 0,1 6-56 0 0,14 9 305 0 0,0-1 0 0 0,0 0 0 0 0,-1-1 0 0 0,1 1 0 0 0,0 0-1 0 0,0-1 1 0 0,0 1 0 0 0,-3-4 0 0 0,5 4-157 0 0,-1 0 0 0 0,1 0 0 0 0,0 0 0 0 0,0 1 0 0 0,-1-1 0 0 0,1 0 0 0 0,0 0 0 0 0,0 0 0 0 0,0 0 0 0 0,0 0-1 0 0,0 0 1 0 0,0 0 0 0 0,0 0 0 0 0,0 0 0 0 0,0 0 0 0 0,1 0 0 0 0,-1 0 0 0 0,0 0 0 0 0,0 1 0 0 0,1-1 0 0 0,-1 0 0 0 0,1 0 0 0 0,-1 0 0 0 0,1 0 0 0 0,-1 1 0 0 0,1-1 0 0 0,0 0 0 0 0,0 0 0 0 0,37-49 13223 0 0,-35 44-13007 0 0,-1 1 0 0 0,1-1 0 0 0,0 1 0 0 0,1 0-1 0 0,-1 0 1 0 0,1 0 0 0 0,0 0 0 0 0,0 1-1 0 0,0 0 1 0 0,1-1 0 0 0,0 2 0 0 0,0-1 0 0 0,0 0-1 0 0,0 1 1 0 0,0 0 0 0 0,1 0 0 0 0,9-3 0 0 0,59-12 696 0 0,-68 17-903 0 0,1 0-1 0 0,0 1 0 0 0,0 0 0 0 0,0 0 0 0 0,0 0 0 0 0,0 1 0 0 0,-1 0 0 0 0,1 0 0 0 0,7 3 1 0 0,-11-2-28 0 0,0-1 1 0 0,0 1 0 0 0,-1 0 0 0 0,1 0-1 0 0,-1 0 1 0 0,1 1 0 0 0,-1-1 0 0 0,0 0 0 0 0,0 1-1 0 0,0 0 1 0 0,0-1 0 0 0,0 1 0 0 0,0 0 0 0 0,-1 0-1 0 0,0 0 1 0 0,1 0 0 0 0,-1 0 0 0 0,0 0 0 0 0,0 1-1 0 0,0 4 1 0 0,2 9-2 0 0,-1-1 0 0 0,1 27 0 0 0,-3-22 1 0 0,-1-1 0 0 0,-1 0 0 0 0,-1 0 0 0 0,-8 30 0 0 0,-31 76 0 0 0,25-77 0 0 0,15-46 11 0 0,1 0 1 0 0,1-1 0 0 0,-1 1-1 0 0,0-1 1 0 0,1 1 0 0 0,-1 0-1 0 0,1 0 1 0 0,0-1 0 0 0,-1 1-1 0 0,2 5 1 0 0,-1-7-8 0 0,1 0 0 0 0,-1-1 0 0 0,1 1-1 0 0,0 0 1 0 0,-1 0 0 0 0,1-1 0 0 0,0 1 0 0 0,0-1 0 0 0,-1 1 0 0 0,1-1 0 0 0,0 1-1 0 0,0-1 1 0 0,0 1 0 0 0,-1-1 0 0 0,1 0 0 0 0,0 1 0 0 0,0-1 0 0 0,0 0 0 0 0,0 0-1 0 0,0 0 1 0 0,0 0 0 0 0,0 1 0 0 0,0-1 0 0 0,0-1 0 0 0,-1 1 0 0 0,1 0 0 0 0,0 0-1 0 0,0 0 1 0 0,0 0 0 0 0,0-1 0 0 0,0 1 0 0 0,1-1 0 0 0,10-1-4 0 0,0 0 0 0 0,-1 0 0 0 0,1 1 0 0 0,0 1 0 0 0,15 1 0 0 0,-21 0 0 0 0,0 1 0 0 0,0-1 0 0 0,0 1 0 0 0,0 0 0 0 0,-1 1 0 0 0,1-1 0 0 0,-1 1 0 0 0,1 0 0 0 0,-1 0 0 0 0,0 1 0 0 0,9 8 0 0 0,-1-2 15 0 0,1 2 60 0 0,0 1-1 0 0,14 17 1 0 0,-25-27-64 0 0,-1-1 0 0 0,0 1 0 0 0,0-1 0 0 0,0 1-1 0 0,0 0 1 0 0,-1 0 0 0 0,1 0 0 0 0,-1 0 0 0 0,0 0 0 0 0,0 0-1 0 0,0 0 1 0 0,0 1 0 0 0,0-1 0 0 0,-1 0 0 0 0,1 1 0 0 0,-1-1 0 0 0,0 0-1 0 0,0 0 1 0 0,-1 6 0 0 0,0-6 8 0 0,-1 0 0 0 0,0 0-1 0 0,1 0 1 0 0,-1 0 0 0 0,0 0-1 0 0,-1 0 1 0 0,1 0 0 0 0,0-1 0 0 0,-1 1-1 0 0,1-1 1 0 0,-1 1 0 0 0,0-1 0 0 0,0 0-1 0 0,0 0 1 0 0,0-1 0 0 0,0 1 0 0 0,0-1-1 0 0,-1 1 1 0 0,-5 1 0 0 0,-8 2-78 0 0,-1 0 0 0 0,-26 3 0 0 0,39-7 21 0 0,-30 4-1662 0 0,-3 0-6162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7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9530 0 0,'3'-3'410'0'0,"0"0"0"0"0,-1 0 0 0 0,0 0 0 0 0,1 0 0 0 0,-1-1-1 0 0,0 1 1 0 0,1-5 0 0 0,-2 5-353 0 0,1-1 1 0 0,-1 1-1 0 0,1 0 0 0 0,0 0 0 0 0,0 0 1 0 0,1 0-1 0 0,-1 0 0 0 0,4-3 0 0 0,-1 1-51 0 0,5-4-36 0 0,1 0 0 0 0,19-13 1 0 0,-28 20 34 0 0,-1 1 0 0 0,1 0 0 0 0,0 0 1 0 0,0 0-1 0 0,-1 0 0 0 0,1 0 0 0 0,0 0 0 0 0,0 1 1 0 0,0-1-1 0 0,0 0 0 0 0,0 1 0 0 0,0 0 1 0 0,0-1-1 0 0,0 1 0 0 0,0 0 0 0 0,0 0 0 0 0,0 0 1 0 0,0 0-1 0 0,0 1 0 0 0,0-1 0 0 0,0 1 1 0 0,0-1-1 0 0,0 1 0 0 0,0-1 0 0 0,0 1 0 0 0,-1 0 1 0 0,3 1-1 0 0,-2 0 17 0 0,-1 0-1 0 0,1 1 1 0 0,-1-1 0 0 0,0 0 0 0 0,1 1-1 0 0,-1-1 1 0 0,0 1 0 0 0,-1-1-1 0 0,1 1 1 0 0,0 0 0 0 0,-1-1 0 0 0,1 1-1 0 0,-1 0 1 0 0,0 4 0 0 0,-1 45 569 0 0,0-38-493 0 0,7 298 4099 0 0,-6-310-4102 0 0,0 0 0 0 0,0 0 1 0 0,0 0-1 0 0,0 0 0 0 0,0 1 1 0 0,0-1-1 0 0,1 0 1 0 0,-1 0-1 0 0,1 0 0 0 0,0 0 1 0 0,-1-1-1 0 0,1 1 0 0 0,0 0 1 0 0,0 0-1 0 0,0 0 1 0 0,0 0-1 0 0,1-1 0 0 0,-1 1 1 0 0,0-1-1 0 0,1 1 0 0 0,-1-1 1 0 0,1 1-1 0 0,2 0 1 0 0,-2-1-40 0 0,0-1 1 0 0,1 0 0 0 0,-1 1 0 0 0,0-1 0 0 0,1 0-1 0 0,-1-1 1 0 0,1 1 0 0 0,-1 0 0 0 0,0-1 0 0 0,0 1 0 0 0,1-1-1 0 0,-1 0 1 0 0,0 0 0 0 0,0 0 0 0 0,0 0 0 0 0,1 0-1 0 0,-1 0 1 0 0,0-1 0 0 0,-1 1 0 0 0,4-3 0 0 0,107-90 468 0 0,-77 61-1067 0 0,60-42-1 0 0,-64 56-532 0 0,50-24 0 0 0,-13 13-36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57 1376 0 0,'-5'-5'365'0'0,"0"1"-1"0"0,0-1 0 0 0,0 1 1 0 0,-1 0-1 0 0,0 0 1 0 0,1 0-1 0 0,-2 1 0 0 0,1 0 1 0 0,-39-18 17873 0 0,47 37-18223 0 0,-1 0-1 0 0,-1 0 1 0 0,-4 31-1 0 0,1 34-17 0 0,5-47-6 0 0,1 0-1 0 0,13 51 1 0 0,-12-70 12 0 0,1 0 1 0 0,0 0-1 0 0,1-1 1 0 0,0 1-1 0 0,1-2 1 0 0,1 1-1 0 0,17 23 1 0 0,-24-35-6 0 0,1 0 0 0 0,0 0 0 0 0,0 0 1 0 0,0-1-1 0 0,0 1 0 0 0,0 0 0 0 0,0-1 0 0 0,0 1 0 0 0,1-1 1 0 0,-1 0-1 0 0,1 0 0 0 0,-1 0 0 0 0,1 0 0 0 0,-1 0 0 0 0,1-1 0 0 0,-1 1 1 0 0,1-1-1 0 0,2 1 0 0 0,0-1 0 0 0,0-1-1 0 0,0 1 1 0 0,0-1-1 0 0,0 0 1 0 0,-1 0-1 0 0,1 0 1 0 0,0-1-1 0 0,-1 0 1 0 0,6-2 0 0 0,7-6-74 0 0,0-1 0 0 0,0 0 1 0 0,25-24-1 0 0,-39 32 47 0 0,28-24-369 0 0,49-39-668 0 0,-67 57-517 0 0,1 0 0 0 0,19-9 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6913 0 0,'-64'6'2275'0'0,"52"-6"-1110"0"0,-1 0 1 0 0,0 1-1 0 0,0 1 0 0 0,1 0 1 0 0,-1 1-1 0 0,1 0 0 0 0,-1 1 1 0 0,-12 5-1 0 0,24-8-1032 0 0,-1 0-1 0 0,1 1 0 0 0,0-1 1 0 0,0 0-1 0 0,0 0 0 0 0,0 1 1 0 0,0-1-1 0 0,0 0 0 0 0,0 1 1 0 0,1-1-1 0 0,-1 1 0 0 0,0-1 1 0 0,1 1-1 0 0,-1-1 0 0 0,1 1 1 0 0,0 0-1 0 0,-1-1 0 0 0,1 1 1 0 0,0 0-1 0 0,0-1 1 0 0,0 1-1 0 0,0 0 0 0 0,0-1 1 0 0,1 1-1 0 0,-1-1 0 0 0,0 1 1 0 0,1 0-1 0 0,-1-1 0 0 0,1 1 1 0 0,0 1-1 0 0,4 10-255 0 0,0 0 0 0 0,11 20 0 0 0,-7-16 451 0 0,119 249 418 0 0,-64-158-7596 0 0,-43-73-726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267 178 1376 0 0,'-14'6'531'0'0,"1"0"0"0"0,-2-1-1 0 0,1-1 1 0 0,-1 0 0 0 0,1-1-1 0 0,-1 0 1 0 0,0-2 0 0 0,-24 1-1 0 0,11-3 2822 0 0,-50-7-1 0 0,71 6-736 0 0,16 2-591 0 0,-3-1-1869 0 0,69-8 648 0 0,99 1 1 0 0,-36 3-312 0 0,-38-1-441 0 0,490-52 1363 0 0,-406 24-670 0 0,214-11 0 0 0,-336 38-2187 0 0,-57 6 1008 0 0,0 0-1 0 0,-1-1 1 0 0,1 1 0 0 0,-1-1 0 0 0,0 0-1 0 0,0 0 1 0 0,0-1 0 0 0,0 1 0 0 0,0-1-1 0 0,7-6 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37 5529 0 0,'-1'0'280'0'0,"0"0"-1"0"0,-1 0 0 0 0,1 0 1 0 0,0 0-1 0 0,0 0 0 0 0,0 0 1 0 0,0 0-1 0 0,0-1 0 0 0,-1 1 1 0 0,1 0-1 0 0,0-1 0 0 0,0 1 1 0 0,0-1-1 0 0,0 1 0 0 0,0-1 1 0 0,0 1-1 0 0,0-1 0 0 0,0 0 1 0 0,0 0-1 0 0,0 1 0 0 0,1-1 1 0 0,-1 0-1 0 0,0 0 0 0 0,-1-2 1 0 0,2 3-134 0 0,0 0 1 0 0,0-1 0 0 0,0 1-1 0 0,0-1 1 0 0,0 1 0 0 0,0 0-1 0 0,0-1 1 0 0,0 1 0 0 0,0-1-1 0 0,0 1 1 0 0,0 0 0 0 0,0-1 0 0 0,3-3 1613 0 0,-2 4-1613 0 0,17-8 1383 0 0,4 5-1011 0 0,-1 1 0 0 0,1 0 0 0 0,0 2 0 0 0,34 4 0 0 0,84 20 54 0 0,-18-3-412 0 0,-116-19-281 0 0,0-2 0 0 0,0 1 1 0 0,1-1-1 0 0,-1 1 0 0 0,0-2 0 0 0,1 1 0 0 0,-1-1 1 0 0,0 0-1 0 0,0 0 0 0 0,0-1 0 0 0,0 0 1 0 0,0 0-1 0 0,0 0 0 0 0,0-1 0 0 0,10-5 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1527 3889 0 0,'-4'-7'5777'0'0,"6"2"-4951"0"0,2-10-554 0 0,-1 0 0 0 0,-1 0 0 0 0,0 0 0 0 0,-1-1 0 0 0,-1 1 0 0 0,0 0 0 0 0,-1-1 0 0 0,-1 1 0 0 0,-4-19 0 0 0,-18-152 3007 0 0,-9-52 42 0 0,17 139-1870 0 0,-4-177-1 0 0,18 228-1374 0 0,0-6-8 0 0,-3 1 0 0 0,-15-62 0 0 0,13 85-39 0 0,-2 0-1 0 0,-1 0 1 0 0,-1 1 0 0 0,-1 0-1 0 0,-19-29 1 0 0,29 55-37 0 0,0-1-158 0 0,-1 0 1 0 0,1 0-1 0 0,0-1 0 0 0,0 1 0 0 0,1 0 0 0 0,-3-8 0 0 0,4 11 65 0 0,0 0-1 0 0,0 0 1 0 0,0 0-1 0 0,0 0 0 0 0,0 0 1 0 0,0 0-1 0 0,1-1 1 0 0,-1 1-1 0 0,0 0 1 0 0,1 0-1 0 0,-1 0 1 0 0,0 0-1 0 0,1 0 1 0 0,-1 0-1 0 0,1 0 0 0 0,0 0 1 0 0,-1 0-1 0 0,1 0 1 0 0,0 1-1 0 0,0-1 1 0 0,-1 0-1 0 0,1 0 1 0 0,0 1-1 0 0,0-1 0 0 0,0 0 1 0 0,0 1-1 0 0,0-1 1 0 0,0 1-1 0 0,0-1 1 0 0,0 1-1 0 0,2-1 1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150 601 3041 0 0,'-2'-21'1612'0'0,"0"1"1"0"0,-1 0-1 0 0,-1 0 1 0 0,-8-21-1 0 0,-4-21 1433 0 0,6-2-970 0 0,6 33-1043 0 0,-10-35 1 0 0,11 56-908 0 0,-1 0 1 0 0,0-1-1 0 0,0 1 1 0 0,-1 1 0 0 0,0-1-1 0 0,-1 1 1 0 0,-8-11-1 0 0,9 13-194 0 0,1 0 0 0 0,-1 0-1 0 0,1-1 1 0 0,1 1 0 0 0,0-1-1 0 0,0 0 1 0 0,0 0 0 0 0,1-1-1 0 0,0 1 1 0 0,1 0 0 0 0,-1-1 0 0 0,1-13-1 0 0,1 14-940 0 0,1 1 0 0 0,-1-1 0 0 0,1 0-1 0 0,4-12 1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1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9674 0 0,'13'6'6881'0'0,"12"15"-4951"0"0,-12-9-1198 0 0,15 10-506 0 0,-1 2 0 0 0,-1 1-1 0 0,-1 2 1 0 0,-2 0-1 0 0,-1 1 1 0 0,-1 1 0 0 0,-1 1-1 0 0,-2 1 1 0 0,-1 1-1 0 0,-1 0 1 0 0,21 66 0 0 0,-8 2-940 0 0,35 102-5007 0 0,-52-171-943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38 104 3681 0 0,'-2'0'376'0'0,"-1"-1"-1"0"0,1 0 1 0 0,0 0 0 0 0,0 0 0 0 0,0 0 0 0 0,0 0 0 0 0,0 0-1 0 0,0-1 1 0 0,0 1 0 0 0,0 0 0 0 0,0-1 0 0 0,1 0 0 0 0,-1 1-1 0 0,1-1 1 0 0,-1 0 0 0 0,-1-3 0 0 0,2 4-69 0 0,1-1 1 0 0,-1 1-1 0 0,1-1 1 0 0,0 1-1 0 0,-1-1 1 0 0,1 1-1 0 0,0-1 1 0 0,0 0-1 0 0,0 1 1 0 0,0-1-1 0 0,0 1 0 0 0,0-1 1 0 0,1 1-1 0 0,-1-1 1 0 0,1 1-1 0 0,-1-1 1 0 0,1 1-1 0 0,-1-1 1 0 0,2-1-1 0 0,-1 0 165 0 0,1 0 0 0 0,0 0 0 0 0,0 0 0 0 0,1 0 0 0 0,-1 1-1 0 0,1-1 1 0 0,-1 1 0 0 0,6-5 0 0 0,-4 5-387 0 0,-1 0 1 0 0,1-1-1 0 0,0 1 0 0 0,0 1 1 0 0,0-1-1 0 0,0 0 0 0 0,7-1 1 0 0,-7 3-86 0 0,0 0 0 0 0,1 0 0 0 0,-1 0 0 0 0,0 0 0 0 0,0 1 0 0 0,0 0 0 0 0,0 0 0 0 0,0 0 0 0 0,0 0 0 0 0,0 0 0 0 0,0 1 0 0 0,0 0 0 0 0,0 0 0 0 0,-1 0 0 0 0,1 0 0 0 0,-1 0 0 0 0,1 1 0 0 0,-1 0 0 0 0,0 0 0 0 0,0-1 0 0 0,0 2 0 0 0,4 5 0 0 0,2 2 0 0 0,-2 0 0 0 0,1 0 0 0 0,-2 1 0 0 0,1 0 0 0 0,8 24 0 0 0,-8-12 0 0 0,-2 1 0 0 0,0 1 0 0 0,-2-1 0 0 0,0 0 0 0 0,-2 1 0 0 0,-2 27 0 0 0,3 43 0 0 0,-3-95 15 0 0,1 0 0 0 0,0 0 0 0 0,0 0 0 0 0,1 0 0 0 0,-1 0 1 0 0,0 1-1 0 0,0-1 0 0 0,0 0 0 0 0,1 0 0 0 0,-1 0 0 0 0,1 0 1 0 0,-1 0-1 0 0,1 0 0 0 0,-1 0 0 0 0,1 0 0 0 0,-1 0 0 0 0,1 0 0 0 0,0-1 1 0 0,1 2-1 0 0,-2-2 11 0 0,1 1 1 0 0,-1-1-1 0 0,1 0 0 0 0,0 0 1 0 0,-1 0-1 0 0,1 0 0 0 0,0 0 1 0 0,-1 0-1 0 0,1 0 0 0 0,0 0 1 0 0,0 0-1 0 0,-1 0 0 0 0,1 0 1 0 0,-1-1-1 0 0,1 1 0 0 0,0 0 1 0 0,-1 0-1 0 0,1-1 0 0 0,0 1 1 0 0,-1 0-1 0 0,1-1 0 0 0,-1 1 1 0 0,1-1-1 0 0,7-6 245 0 0,-1 1 0 0 0,-1-1 0 0 0,11-13 0 0 0,-7 8-295 0 0,54-62 334 0 0,9-8-790 0 0,-23 29-5725 0 0,-15 18-1002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7.3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767 502 4041 0 0,'-6'-3'33'0'0,"-1"-1"0"0"0,1 0 0 0 0,0 0 1 0 0,1-1-1 0 0,-1 0 0 0 0,1 0 0 0 0,0 0 0 0 0,0 0 0 0 0,0-1 0 0 0,1 0 1 0 0,-4-7-1 0 0,-3-6 92 0 0,2-1 1 0 0,-10-27 0 0 0,10 25 28 0 0,-9-33-87 0 0,-13-63-1 0 0,-7-20-72 0 0,38 137 19 0 0,0 0 0 0 0,0 0 0 0 0,0 1 1 0 0,0-1-1 0 0,-1 0 0 0 0,1 0 0 0 0,0 1 0 0 0,0-1 0 0 0,-1 0 0 0 0,1 0 0 0 0,-1 1 1 0 0,1-1-1 0 0,-1 1 0 0 0,1-1 0 0 0,-1 0 0 0 0,1 1 0 0 0,-1-1 0 0 0,1 1 0 0 0,-1-1 0 0 0,0 1 1 0 0,1-1-1 0 0,-1 1 0 0 0,0 0 0 0 0,1-1 0 0 0,-1 1 0 0 0,0 0 0 0 0,0 0 0 0 0,1-1 1 0 0,-2 1-1 0 0,1 0 43 0 0,-1 1 0 0 0,1-1 0 0 0,0 1 1 0 0,0-1-1 0 0,-1 1 0 0 0,1 0 0 0 0,0 0 1 0 0,0-1-1 0 0,0 1 0 0 0,0 0 0 0 0,0 0 0 0 0,0 0 1 0 0,0 0-1 0 0,0 0 0 0 0,0 1 0 0 0,-27 46 1575 0 0,28-47-1617 0 0,-151 379 1123 0 0,55-127-707 0 0,-157 320 1963 0 0,250-567-2300 0 0,5-6-110 0 0,10-15-234 0 0,17-27-319 0 0,135-315-1154 0 0,-36 67 2101 0 0,1 66-243 0 0,-107 191-111 0 0,2 1 1 0 0,1 1-1 0 0,2 1 1 0 0,43-37-1 0 0,-66 63-20 0 0,1 0 0 0 0,0 0 1 0 0,0 0-1 0 0,1 1 0 0 0,-1 0 0 0 0,1 0 0 0 0,-1 0 0 0 0,12-3 0 0 0,-15 6-1 0 0,-1-1-1 0 0,1 1 1 0 0,-1 0-1 0 0,0 0 0 0 0,1 0 1 0 0,-1 0-1 0 0,1 0 1 0 0,-1 1-1 0 0,0-1 1 0 0,1 0-1 0 0,-1 1 1 0 0,0-1-1 0 0,1 1 0 0 0,-1-1 1 0 0,0 1-1 0 0,1-1 1 0 0,1 3-1 0 0,-1-2 1 0 0,0 1 0 0 0,-1 0 0 0 0,1 0 0 0 0,-1 0-1 0 0,1 0 1 0 0,-1 1 0 0 0,0-1 0 0 0,0 0 0 0 0,1 0 0 0 0,-2 1 0 0 0,1-1-1 0 0,0 1 1 0 0,0 2 0 0 0,4 21 25 0 0,-1 0 0 0 0,-1 1 0 0 0,-1-1 0 0 0,-3 40 0 0 0,-17 107 56 0 0,12-131-42 0 0,-36 233 512 0 0,-80 273-1 0 0,116-530-428 0 0,4-13-21 0 0,1 1-1 0 0,-1-1 1 0 0,1 1 0 0 0,0-1-1 0 0,0 1 1 0 0,0-1-1 0 0,1 1 1 0 0,-1 0-1 0 0,2 9 1 0 0,0-14-78 0 0,-1 0-1 0 0,1-1 1 0 0,-1 1-1 0 0,1 0 1 0 0,-1-1-1 0 0,1 1 1 0 0,-1-1 0 0 0,1 1-1 0 0,-1 0 1 0 0,1-1-1 0 0,0 1 1 0 0,-1-1-1 0 0,1 0 1 0 0,0 1-1 0 0,0-1 1 0 0,-1 0 0 0 0,1 1-1 0 0,0-1 1 0 0,0 0-1 0 0,0 0 1 0 0,-1 1-1 0 0,1-1 1 0 0,0 0 0 0 0,0 0-1 0 0,0 0 1 0 0,0 0-1 0 0,-1 0 1 0 0,1 0-1 0 0,0 0 1 0 0,0-1-1 0 0,0 1 1 0 0,-1 0 0 0 0,1 0-1 0 0,0-1 1 0 0,0 1-1 0 0,-1 0 1 0 0,1-1-1 0 0,0 1 1 0 0,0-1-1 0 0,0 0 1 0 0,35-20 214 0 0,-35 21-226 0 0,14-12-198 0 0,0 0 0 0 0,-1-1 0 0 0,0 0 0 0 0,-1-1 0 0 0,21-29 0 0 0,48-88-438 0 0,-59 92 544 0 0,72-129-248 0 0,-43 71 535 0 0,5 3-1 0 0,94-120 1 0 0,-143 203-110 0 0,-5 6-55 0 0,0 1 1 0 0,0 0 0 0 0,1 0 0 0 0,0 0 0 0 0,-1 0 0 0 0,1 1 0 0 0,0-1-1 0 0,0 1 1 0 0,1 0 0 0 0,-1 0 0 0 0,9-4 0 0 0,-32 48-694 0 0,-145 272 176 0 0,-129 220 2930 0 0,285-522-2254 0 0,4-5 16 0 0,0 1 0 0 0,0-1 0 0 0,0 1 0 0 0,1 0 0 0 0,-2 8 0 0 0,4-15-205 0 0,1 0 0 0 0,0 0 0 0 0,0 0 0 0 0,0 0 1 0 0,0 0-1 0 0,0 1 0 0 0,0-1 0 0 0,0 0 0 0 0,0 0 0 0 0,0 0 0 0 0,0 0 1 0 0,0 1-1 0 0,-1-1 0 0 0,1 0 0 0 0,0 0 0 0 0,0 0 0 0 0,0 0 1 0 0,0 1-1 0 0,0-1 0 0 0,0 0 0 0 0,1 0 0 0 0,-1 0 0 0 0,0 0 1 0 0,0 1-1 0 0,0-1 0 0 0,0 0 0 0 0,0 0 0 0 0,0 0 0 0 0,0 0 1 0 0,0 0-1 0 0,0 1 0 0 0,0-1 0 0 0,0 0 0 0 0,1 0 0 0 0,-1 0 0 0 0,0 0 1 0 0,0 0-1 0 0,0 0 0 0 0,0 0 0 0 0,0 1 0 0 0,0-1 0 0 0,1 0 1 0 0,-1 0-1 0 0,0 0 0 0 0,0 0 0 0 0,1 0 0 0 0,9-4 270 0 0,11-11-519 0 0,7-15-248 0 0,-1-2 0 0 0,-2-1 0 0 0,27-44-1 0 0,-10 14 292 0 0,2-2 231 0 0,-24 32 42 0 0,2 1 0 0 0,1 2 1 0 0,52-55-1 0 0,-74 84-98 0 0,0 0-1 0 0,0 0 1 0 0,1 0 0 0 0,-1 0-1 0 0,0 0 1 0 0,1 0-1 0 0,-1 0 1 0 0,1 0 0 0 0,-1 1-1 0 0,0-1 1 0 0,1 0 0 0 0,0 1-1 0 0,1-1 1 0 0,-2 1-1 0 0,-1 0 0 0 0,1 0 1 0 0,-1 0-1 0 0,0 0 0 0 0,1 1 1 0 0,-1-1-1 0 0,1 0 0 0 0,-1 0 1 0 0,0 0-1 0 0,1 1 0 0 0,-1-1 1 0 0,0 0-1 0 0,1 0 0 0 0,-1 1 1 0 0,0-1-1 0 0,1 0 0 0 0,-1 1 1 0 0,0-1-1 0 0,0 0 0 0 0,1 1 1 0 0,-1-1-1 0 0,0 0 0 0 0,0 1 1 0 0,0-1-1 0 0,0 0 0 0 0,1 1 1 0 0,-1-1-1 0 0,0 1 0 0 0,0-1 1 0 0,0 0-1 0 0,0 1 0 0 0,0 4-147 0 0,0 0-1 0 0,0 0 0 0 0,0 0 1 0 0,-1 0-1 0 0,1 0 0 0 0,-4 9 0 0 0,-46 142-958 0 0,-103 217 0 0 0,117-290 1335 0 0,-33 64 411 0 0,-40 100 2956 0 0,108-247-3526 0 0,1 1 0 0 0,0-1 0 0 0,-1 0-1 0 0,1 1 1 0 0,0-1 0 0 0,-1 1 0 0 0,1-1 0 0 0,0 1-1 0 0,0-1 1 0 0,0 1 0 0 0,0-1 0 0 0,-1 1 0 0 0,1-1-1 0 0,0 1 1 0 0,0-1 0 0 0,0 1 0 0 0,0-1 0 0 0,0 1-1 0 0,0-1 1 0 0,0 1 0 0 0,0-1 0 0 0,0 1 0 0 0,0-1-1 0 0,1 1 1 0 0,-1-1 0 0 0,0 1 0 0 0,0-1 0 0 0,0 1-1 0 0,1-1 1 0 0,-1 1 0 0 0,0-1 0 0 0,0 0-1 0 0,1 1 1 0 0,-1-1 0 0 0,0 1 0 0 0,1-1 0 0 0,0 1-1 0 0,1-1-17 0 0,-1 0 0 0 0,1-1 0 0 0,-1 1-1 0 0,1 0 1 0 0,-1-1 0 0 0,1 1-1 0 0,-1-1 1 0 0,1 1 0 0 0,-1-1 0 0 0,1 0-1 0 0,-1 0 1 0 0,2-1 0 0 0,41-31-340 0 0,203-238-1429 0 0,-73 73 1439 0 0,294-341 236 0 0,-447 511 89 0 0,48-57-2 0 0,-61 75-26 0 0,1 2 0 0 0,0-1 0 0 0,0 2 0 0 0,1-1-1 0 0,0 1 1 0 0,16-9 0 0 0,-25 15-3 0 0,0 1-1 0 0,0-1 0 0 0,0 0 1 0 0,1 1-1 0 0,-1-1 1 0 0,0 1-1 0 0,0 0 1 0 0,0-1-1 0 0,1 1 0 0 0,-1 0 1 0 0,0-1-1 0 0,1 1 1 0 0,-1 0-1 0 0,0 0 1 0 0,0 0-1 0 0,1 0 0 0 0,-1 1 1 0 0,0-1-1 0 0,0 0 1 0 0,1 0-1 0 0,-1 1 0 0 0,0-1 1 0 0,0 1-1 0 0,1-1 1 0 0,0 1-1 0 0,-1 1-4 0 0,0-1 0 0 0,0 0 0 0 0,0 1 1 0 0,0-1-1 0 0,-1 1 0 0 0,1-1 0 0 0,0 1 0 0 0,-1-1 0 0 0,1 1 0 0 0,-1 0 0 0 0,1-1 0 0 0,-1 1 1 0 0,0 0-1 0 0,0-1 0 0 0,0 1 0 0 0,0 2 0 0 0,-1 9-45 0 0,0 0 1 0 0,-1 1-1 0 0,-6 20 1 0 0,8-33 49 0 0,-158 469 1023 0 0,53-175-63 0 0,86-238-776 0 0,3-11-20 0 0,-20 89 1 0 0,36-132-155 0 0,-1 0 0 0 0,1 0 0 0 0,0 0 0 0 0,-1-1 0 0 0,1 1 1 0 0,0 0-1 0 0,1 0 0 0 0,-1 0 0 0 0,1 0 0 0 0,-1-1 1 0 0,1 1-1 0 0,0 0 0 0 0,2 4 0 0 0,-2-6-4 0 0,-1 0 0 0 0,1 0-1 0 0,0 0 1 0 0,1 0 0 0 0,-1 0-1 0 0,0 0 1 0 0,0-1 0 0 0,0 1 0 0 0,0 0-1 0 0,1-1 1 0 0,-1 1 0 0 0,0-1 0 0 0,1 1-1 0 0,-1-1 1 0 0,0 0 0 0 0,1 0 0 0 0,-1 1-1 0 0,0-1 1 0 0,1 0 0 0 0,-1 0 0 0 0,0 0-1 0 0,1 0 1 0 0,-1-1 0 0 0,0 1 0 0 0,1 0-1 0 0,-1-1 1 0 0,0 1 0 0 0,1-1 0 0 0,1 0-1 0 0,9-3-173 0 0,1-1-1 0 0,-1-1 0 0 0,0 0 0 0 0,0-1 1 0 0,17-12-1 0 0,52-47-631 0 0,-58 46 613 0 0,92-88-751 0 0,111-134 1 0 0,-215 229 916 0 0,-1 2 34 0 0,40-42 244 0 0,-45 48-231 0 0,0 1-1 0 0,0-1 0 0 0,0 1 0 0 0,1 1 1 0 0,0-1-1 0 0,0 1 0 0 0,0 0 1 0 0,8-3-1 0 0,-14 6-23 0 0,1 0 1 0 0,-1 0-1 0 0,1-1 0 0 0,0 1 0 0 0,-1 0 1 0 0,1 0-1 0 0,-1 0 0 0 0,1 0 1 0 0,0 0-1 0 0,-1 0 0 0 0,1 0 1 0 0,-1 0-1 0 0,1 0 0 0 0,0 0 0 0 0,-1 0 1 0 0,1 0-1 0 0,-1 1 0 0 0,1-1 1 0 0,0 0-1 0 0,-1 0 0 0 0,1 1 1 0 0,-1-1-1 0 0,1 0 0 0 0,-1 1 0 0 0,1-1 1 0 0,-1 0-1 0 0,1 1 0 0 0,-1-1 1 0 0,0 1-1 0 0,1-1 0 0 0,-1 1 1 0 0,0-1-1 0 0,1 1 0 0 0,-1-1 1 0 0,0 1-1 0 0,1-1 0 0 0,-1 1 0 0 0,0-1 1 0 0,0 1-1 0 0,0 0 0 0 0,1-1 1 0 0,-1 1-1 0 0,0-1 0 0 0,0 1 1 0 0,0 0-1 0 0,0-1 0 0 0,0 1 0 0 0,0-1 1 0 0,0 1-1 0 0,-1 0 0 0 0,-5 35-27 0 0,5-33 31 0 0,-37 118 1403 0 0,-96 202 1 0 0,52-136 602 0 0,81-182-1951 0 0,-3 2 166 0 0,2 0 0 0 0,-1 0 1 0 0,1 0-1 0 0,0 0 0 0 0,-2 13 0 0 0,4-18-187 0 0,0-1 0 0 0,0 0-1 0 0,0 0 1 0 0,0 1-1 0 0,0-1 1 0 0,1 0-1 0 0,-1 0 1 0 0,0 1 0 0 0,1-1-1 0 0,-1 0 1 0 0,1 0-1 0 0,-1 0 1 0 0,1 0-1 0 0,-1 1 1 0 0,1-1 0 0 0,0 0-1 0 0,0 0 1 0 0,-1 0-1 0 0,1 0 1 0 0,0-1-1 0 0,0 1 1 0 0,0 0-1 0 0,0 0 1 0 0,0 0 0 0 0,0-1-1 0 0,0 1 1 0 0,0-1-1 0 0,1 1 1 0 0,-1-1-1 0 0,0 1 1 0 0,0-1 0 0 0,0 1-1 0 0,1-1 1 0 0,-1 0-1 0 0,0 0 1 0 0,0 0-1 0 0,1 0 1 0 0,-1 0 0 0 0,0 0-1 0 0,0 0 1 0 0,3 0-1 0 0,8-1-79 0 0,1 0 1 0 0,-1-1-1 0 0,0 0 0 0 0,0-1 0 0 0,1 0 0 0 0,15-7 0 0 0,70-37-1528 0 0,-51 24-268 0 0,0 0-4656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9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505 102 8754 0 0,'-6'1'228'0'0,"2"0"-148"0"0,-1-1 0 0 0,1 1 0 0 0,-1 0 0 0 0,1 0 0 0 0,-1 1 0 0 0,1-1 0 0 0,0 1 0 0 0,0 0 0 0 0,0 0 0 0 0,0 1 0 0 0,0-1 0 0 0,0 1 0 0 0,1 0 0 0 0,-7 6 0 0 0,-61 65 1405 0 0,26-28-1326 0 0,2 1 0 0 0,-43 63 0 0 0,28-16-313 0 0,-63 145 0 0 0,120-238 146 0 0,0 0-1 0 0,0 0 1 0 0,1 1 0 0 0,-1-1-1 0 0,1 1 1 0 0,-1-1 0 0 0,1 1-1 0 0,-1-1 1 0 0,1 0 0 0 0,0 1-1 0 0,0-1 1 0 0,0 1 0 0 0,0 0-1 0 0,0-1 1 0 0,0 3 0 0 0,0-4 5 0 0,1 0 1 0 0,-1 1 0 0 0,0-1-1 0 0,1 0 1 0 0,-1 1-1 0 0,1-1 1 0 0,-1 0 0 0 0,0 0-1 0 0,1 1 1 0 0,-1-1 0 0 0,1 0-1 0 0,-1 0 1 0 0,0 0-1 0 0,1 0 1 0 0,-1 1 0 0 0,1-1-1 0 0,-1 0 1 0 0,1 0-1 0 0,-1 0 1 0 0,1 0 0 0 0,-1 0-1 0 0,1 0 1 0 0,-1 0-1 0 0,1 0 1 0 0,-1 0 0 0 0,1-1-1 0 0,-1 1 1 0 0,0 0-1 0 0,1 0 1 0 0,0 0 0 0 0,6-3 1 0 0,0 0 1 0 0,0-1-1 0 0,0 1 1 0 0,9-8-1 0 0,48-37 503 0 0,94-93 0 0 0,-64 53-144 0 0,251-179 496 0 0,-278 219-157 0 0,115-109 1 0 0,-233 213 178 0 0,-60 87 0 0 0,2-3-953 0 0,14-28-61 0 0,-295 382-124 0 0,384-484 293 0 0,-18 28-76 0 0,23-36 61 0 0,0-1 0 0 0,0 1 0 0 0,0 0 0 0 0,1-1-1 0 0,-1 1 1 0 0,1 0 0 0 0,-1 0 0 0 0,1 0 0 0 0,0-1 0 0 0,0 1 0 0 0,-1 0 0 0 0,1 0-1 0 0,0 0 1 0 0,1 0 0 0 0,-1-1 0 0 0,0 1 0 0 0,0 0 0 0 0,1 0 0 0 0,0 2 0 0 0,0-3 8 0 0,0-1 1 0 0,0 1 0 0 0,-1-1 0 0 0,1 1 0 0 0,0-1 0 0 0,0 1-1 0 0,0-1 1 0 0,0 1 0 0 0,0-1 0 0 0,0 0 0 0 0,0 1 0 0 0,-1-1 0 0 0,1 0-1 0 0,0 0 1 0 0,0 0 0 0 0,0 0 0 0 0,0 0 0 0 0,0 0 0 0 0,0 0-1 0 0,0 0 1 0 0,0 0 0 0 0,0 0 0 0 0,0-1 0 0 0,0 1 0 0 0,0 0-1 0 0,0-1 1 0 0,0 1 0 0 0,1-1 0 0 0,27-13-92 0 0,-2-3 57 0 0,0-1-1 0 0,0-1 1 0 0,24-25 0 0 0,68-74 354 0 0,-60 58-288 0 0,92-105 43 0 0,-1 3-649 0 0,-136 150 30 0 0,-17 18-263 0 0,-21 25-514 0 0,21-27 1226 0 0,-93 131-1470 0 0,19-24 1583 0 0,-355 536-936 0 0,415-617 904 0 0,-118 212 919 0 0,132-236-767 0 0,1-1-1 0 0,0 1 1 0 0,-1-1-1 0 0,2 1 0 0 0,-1 0 1 0 0,1-1-1 0 0,-2 12 1 0 0,3-15-136 0 0,0-1 0 0 0,0 0 0 0 0,0 0 0 0 0,0 0 0 0 0,1 0 0 0 0,-1 1 0 0 0,0-1 0 0 0,1 0 0 0 0,-1 0 0 0 0,0 0 0 0 0,1 0 0 0 0,0 0 0 0 0,-1 0 0 0 0,1 0 0 0 0,-1 0-1 0 0,1 0 1 0 0,0 0 0 0 0,0 0 0 0 0,0-1 0 0 0,0 1 0 0 0,-1 0 0 0 0,1 0 0 0 0,0-1 0 0 0,0 1 0 0 0,0 0 0 0 0,0-1 0 0 0,1 1 0 0 0,-1-1 0 0 0,0 0 0 0 0,0 1 0 0 0,0-1 0 0 0,0 0 0 0 0,0 0 0 0 0,1 1 0 0 0,-1-1 0 0 0,0 0 0 0 0,0 0 0 0 0,0 0 0 0 0,0-1 0 0 0,1 1 0 0 0,-1 0 0 0 0,0 0 0 0 0,0-1 0 0 0,1 1 0 0 0,10-3-134 0 0,0 1-1 0 0,0-1 1 0 0,-1-1 0 0 0,1 0 0 0 0,-1-1 0 0 0,0 0-1 0 0,-1-1 1 0 0,19-12 0 0 0,77-68-1835 0 0,-71 56 1579 0 0,325-298-1601 0 0,-10 9 857 0 0,-333 304 1142 0 0,-10 8 203 0 0,1 0 0 0 0,-1 0 0 0 0,2 1 0 0 0,-1 0 0 0 0,1 0 0 0 0,0 1 0 0 0,0 0 0 0 0,27 5 3504 0 0,-37 0-3679 0 0,-9 24 1107 0 0,9-20-982 0 0,-212 392 2668 0 0,120-231-2893 0 0,66-118-32 0 0,15-30 44 0 0,1 2 1 0 0,1-1-1 0 0,0 1 1 0 0,2 1-1 0 0,0 0 1 0 0,-9 39-1 0 0,17-59 3 0 0,-1 1 0 0 0,1 0 0 0 0,0-1 0 0 0,0 1 0 0 0,0 0 0 0 0,0-1 0 0 0,0 1 0 0 0,0 0 0 0 0,0 0 0 0 0,0-1 0 0 0,0 1 0 0 0,0 0 0 0 0,1-1 0 0 0,-1 1 0 0 0,0 0 0 0 0,0-1 0 0 0,1 1 0 0 0,-1 0 0 0 0,0-1 0 0 0,1 1 0 0 0,-1-1 0 0 0,0 1 0 0 0,1-1 0 0 0,-1 1 0 0 0,1-1 0 0 0,-1 1 0 0 0,1-1 0 0 0,-1 1 0 0 0,1-1 0 0 0,0 1-1 0 0,-1-1 1 0 0,1 0 0 0 0,-1 1 0 0 0,1-1 0 0 0,0 0 0 0 0,-1 0 0 0 0,1 0 0 0 0,0 1 0 0 0,0-1 0 0 0,-1 0 0 0 0,1 0 0 0 0,0 0 0 0 0,-1 0 0 0 0,1 0 0 0 0,0 0 0 0 0,-1 0 0 0 0,1 0 0 0 0,0 0 0 0 0,0-1 0 0 0,-1 1 0 0 0,1 0 0 0 0,-1 0 0 0 0,1-1 0 0 0,0 1 0 0 0,0-1 0 0 0,38-17-1861 0 0,-2-11 762 0 0,0-1 0 0 0,52-55 0 0 0,-58 52 1492 0 0,1 2 0 0 0,2 2 0 0 0,46-32 1 0 0,57-29 2053 0 0,144-83-2000 0 0,-279 172-442 0 0,1-1 0 0 0,0 1 0 0 0,-1 0 0 0 0,1 0 0 0 0,0 0 0 0 0,-1 0 0 0 0,1 0 0 0 0,0 1 0 0 0,0-1 0 0 0,0 1 0 0 0,-1 0 0 0 0,1 0 0 0 0,3 0 0 0 0,-5 0 8 0 0,-1 0 0 0 0,1 0 1 0 0,-1 1-1 0 0,1-1 0 0 0,-1 0 0 0 0,1 0 0 0 0,-1 1 1 0 0,0-1-1 0 0,1 0 0 0 0,-1 1 0 0 0,1-1 1 0 0,-1 0-1 0 0,0 1 0 0 0,1-1 0 0 0,-1 1 0 0 0,0-1 1 0 0,1 1-1 0 0,-1-1 0 0 0,0 1 0 0 0,0-1 1 0 0,0 1-1 0 0,1-1 0 0 0,-1 1 0 0 0,0-1 0 0 0,0 1 1 0 0,0 0-1 0 0,0 1-13 0 0,0 1 0 0 0,0-1 0 0 0,0 0 0 0 0,-1 1 0 0 0,1-1 0 0 0,-1 0 0 0 0,1 1 0 0 0,-1-1-1 0 0,-1 3 1 0 0,-15 33-304 0 0,-1 0 0 0 0,-36 53 0 0 0,-57 66 104 0 0,87-125 313 0 0,-16 21-36 0 0,-35 49 184 0 0,65-87-373 0 0,1 1 0 0 0,1 0 0 0 0,0 1 0 0 0,-10 29 0 0 0,12-5-3373 0 0,9-4-1233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143 116 8290 0 0,'0'-8'709'0'0,"0"1"-1"0"0,1-1 1 0 0,0 1 0 0 0,0-1 0 0 0,0 1-1 0 0,1-1 1 0 0,0 1 0 0 0,5-10 0 0 0,-3 3 288 0 0,9-10 2634 0 0,-15 38-3101 0 0,-15 45-109 0 0,-33 77 1 0 0,7-19-192 0 0,28-73-20 0 0,2 1-1 0 0,2 0 1 0 0,3 1-1 0 0,1 0 0 0 0,-2 93 1 0 0,9-134-205 0 0,0 1 0 0 0,1-1 0 0 0,0 1 0 0 0,0-1 0 0 0,0 1 0 0 0,0-1 0 0 0,1 0 0 0 0,0 1 0 0 0,0-1 0 0 0,0 0 0 0 0,1 0 0 0 0,0 0 0 0 0,0-1 0 0 0,0 1 0 0 0,5 5 0 0 0,-5-7 3 0 0,1 0 0 0 0,-1 0-1 0 0,1-1 1 0 0,0 1 0 0 0,0-1 0 0 0,0 0 0 0 0,1 0 0 0 0,-1 0 0 0 0,0-1-1 0 0,1 0 1 0 0,-1 1 0 0 0,1-1 0 0 0,-1-1 0 0 0,1 1 0 0 0,-1-1 0 0 0,1 0-1 0 0,0 0 1 0 0,7-1 0 0 0,15-2 102 0 0,0-2-1 0 0,0-1 1 0 0,-1-1 0 0 0,1-1 0 0 0,45-21-1 0 0,120-77 98 0 0,-27 14-1737 0 0,-100 62-132 0 0,-21 13-4375 0 0,-18 8-15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12443 0 0,'-2'1'119'0'0,"0"0"0"0"0,1-1 0 0 0,-1 1 0 0 0,1 0 0 0 0,-1 0 1 0 0,1 0-1 0 0,-1 0 0 0 0,1 0 0 0 0,0 0 0 0 0,0 0 0 0 0,-1 1 0 0 0,1-1 1 0 0,0 0-1 0 0,0 1 0 0 0,0-1 0 0 0,0 1 0 0 0,1-1 0 0 0,-2 3 0 0 0,1 0 135 0 0,0 0 0 0 0,0 0 0 0 0,1 0 0 0 0,-1 0 0 0 0,1 0 0 0 0,0 1 0 0 0,1 4 0 0 0,1 7 466 0 0,1 0 0 0 0,0 0 0 0 0,2 0 1 0 0,8 22-1 0 0,-6-18-253 0 0,0 0 0 0 0,3 23 1 0 0,3 65-428 0 0,-1 126 1 0 0,2 20-8838 0 0,-11-220 6822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14747 0 0,'-1'7'2523'0'0,"-10"22"-2128"0"0,-5 11 123 0 0,3 1 0 0 0,1 1 0 0 0,2 0-1 0 0,-7 63 1 0 0,-2 8 152 0 0,11-74-845 0 0,-20 120-3177 0 0,25-136 2361 0 0,2 1 1 0 0,0-1-1 0 0,2 1 1 0 0,6 42-1 0 0,-4-53-4395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10594 0 0,'2'5'5263'0'0,"18"5"-3051"0"0,28 10-373 0 0,-21-12-1605 0 0,-1 2 0 0 0,0 0 0 0 0,-1 2 0 0 0,0 1 1 0 0,0 1-1 0 0,-2 0 0 0 0,0 2 0 0 0,-1 1 0 0 0,0 1 0 0 0,-1 1 0 0 0,33 40 0 0 0,-12-11-604 0 0,2-1 0 0 0,1-3 1 0 0,3-1-1 0 0,73 50 0 0 0,-99-79-275 0 0,16 13-1322 0 0,-16-8-3408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138 166 13827 0 0,'-127'-24'5893'0'0,"126"24"-5867"0"0,1 0 1 0 0,-1 0-1 0 0,1 0 0 0 0,-1 0 1 0 0,1-1-1 0 0,0 1 0 0 0,-1 0 0 0 0,1 0 1 0 0,-1 0-1 0 0,1 0 0 0 0,0 0 0 0 0,-1 0 1 0 0,1-1-1 0 0,-1 1 0 0 0,1 0 0 0 0,0 0 1 0 0,-1-1-1 0 0,1 1 0 0 0,0 0 0 0 0,-1-1 1 0 0,1 1-1 0 0,0 0 0 0 0,0-1 1 0 0,-1 1-1 0 0,1 0 0 0 0,0-1 0 0 0,0 1 1 0 0,-1-1-1 0 0,11-6 305 0 0,27-5-167 0 0,-31 11-81 0 0,294-96-533 0 0,-250 79-516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7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188 140 2304 0 0,'-15'1'340'0'0,"-1"0"0"0"0,-20 6 0 0 0,26-5-202 0 0,1 0 0 0 0,-1 0 0 0 0,0-1 0 0 0,0 0 0 0 0,0-1 0 0 0,0 0 0 0 0,0 0 0 0 0,-14-3 0 0 0,23 2-56 0 0,0 1 0 0 0,0-1 0 0 0,0 1 0 0 0,0-1 0 0 0,0 0 0 0 0,0 1 0 0 0,0-1 0 0 0,0 0 0 0 0,1 0 0 0 0,-1 1 0 0 0,0-1 0 0 0,0 0 0 0 0,1 0 0 0 0,-1 0 0 0 0,0 0 0 0 0,1 0 0 0 0,-1 0 0 0 0,1 0 0 0 0,-1 0 0 0 0,1 0 0 0 0,0 0 0 0 0,-1 0-1 0 0,1-1 1 0 0,0 1 0 0 0,0 0 0 0 0,0 0 0 0 0,0 0 0 0 0,0 0 0 0 0,0 0 0 0 0,0-1 0 0 0,0 1 0 0 0,0 0 0 0 0,1 0 0 0 0,-1 0 0 0 0,0 0 0 0 0,1 0 0 0 0,0-1 0 0 0,0-1 265 0 0,0 0 0 0 0,0 0-1 0 0,0 0 1 0 0,0 0 0 0 0,1 0 0 0 0,-1 0 0 0 0,1 1-1 0 0,0-1 1 0 0,0 0 0 0 0,0 1 0 0 0,0 0-1 0 0,4-4 1 0 0,12-4 173 0 0,1 1 0 0 0,0 0 0 0 0,1 1 0 0 0,0 1 0 0 0,41-8 0 0 0,-14 7-363 0 0,74-4 0 0 0,251 17 604 0 0,1 24 33 0 0,-81-4-416 0 0,-96-14 151 0 0,193 19 1356 0 0,-343-25-1610 0 0,-5 0 148 0 0,63 14 1 0 0,-91-15-407 0 0,0 0 0 0 0,0 1 0 0 0,-1 0 0 0 0,1 1 0 0 0,-1 0 0 0 0,-1 1 0 0 0,1 1 0 0 0,18 15 0 0 0,-11-10-618 0 0,-12-8-63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39 240 2304 0 0,'-1'-19'1051'0'0,"-1"0"-1"0"0,0 0 0 0 0,-1 0 0 0 0,-1 0 0 0 0,-1 1 0 0 0,-10-28 0 0 0,13 59 2173 0 0,-1 62-1919 0 0,2-23-1021 0 0,0-9 776 0 0,8 71 1 0 0,-7-114-1058 0 0,0 0 1 0 0,0 0 0 0 0,0 0 0 0 0,0 1 0 0 0,0-1 0 0 0,0 0 0 0 0,0 0 0 0 0,0 0-1 0 0,0 0 1 0 0,0 1 0 0 0,0-1 0 0 0,0 0 0 0 0,0 0 0 0 0,0 0 0 0 0,0 0 0 0 0,1 1 0 0 0,-1-1-1 0 0,0 0 1 0 0,0 0 0 0 0,0 0 0 0 0,0 0 0 0 0,0 0 0 0 0,0 1 0 0 0,1-1 0 0 0,-1 0-1 0 0,0 0 1 0 0,0 0 0 0 0,0 0 0 0 0,0 0 0 0 0,1 0 0 0 0,-1 0 0 0 0,0 0 0 0 0,0 0-1 0 0,0 0 1 0 0,1 0 0 0 0,-1 0 0 0 0,0 0 0 0 0,0 0 0 0 0,0 0 0 0 0,0 0 0 0 0,1 0 0 0 0,-1 0-1 0 0,0 0 1 0 0,0 0 0 0 0,0 0 0 0 0,1 0 0 0 0,-1 0 0 0 0,0 0 0 0 0,0 0 0 0 0,0 0-1 0 0,0 0 1 0 0,1 0 0 0 0,-1 0 0 0 0,0-1 0 0 0,0 1 0 0 0,0 0 0 0 0,0 0 0 0 0,0 0 0 0 0,1 0-1 0 0,14-16 155 0 0,11-24 150 0 0,15-35-29 0 0,-18 30-61 0 0,2 1 1 0 0,2 1-1 0 0,49-60 0 0 0,-76 102-204 0 0,1 0 0 0 0,0 0-1 0 0,0 0 1 0 0,-1 0 0 0 0,1 0 0 0 0,0 0 0 0 0,0 0 0 0 0,0 0 0 0 0,0 1 0 0 0,0-1 0 0 0,1 0 0 0 0,-1 1 0 0 0,0-1 0 0 0,0 1 0 0 0,0-1 0 0 0,0 1 0 0 0,1 0 0 0 0,-1-1 0 0 0,0 1 0 0 0,0 0 0 0 0,1 0 0 0 0,-1 0 0 0 0,0 0 0 0 0,1 0 0 0 0,-1 0 0 0 0,0 0 0 0 0,0 0 0 0 0,1 1 0 0 0,-1-1 0 0 0,0 0 0 0 0,0 1 0 0 0,0-1-1 0 0,1 1 1 0 0,-1-1 0 0 0,0 1 0 0 0,0 0 0 0 0,0 0 0 0 0,0-1 0 0 0,0 1 0 0 0,0 0 0 0 0,0 0 0 0 0,0 0 0 0 0,-1 0 0 0 0,1 0 0 0 0,0 0 0 0 0,0 0 0 0 0,0 2 0 0 0,6 8 119 0 0,-1 0 0 0 0,-1 0 0 0 0,0 0 0 0 0,4 14 0 0 0,-4-12-90 0 0,11 37-54 0 0,-1 1 1 0 0,13 90-1 0 0,-19-93-145 0 0,-8-43 121 0 0,-1 1 19 0 0,1 0 0 0 0,1 0 1 0 0,-1 0-1 0 0,1 0 0 0 0,0 0 1 0 0,3 5-1 0 0,-4-10 17 0 0,-1 0 0 0 0,1 0 1 0 0,-1-1-1 0 0,1 1 0 0 0,-1-1 0 0 0,1 1 0 0 0,-1 0 0 0 0,1-1 0 0 0,0 1 1 0 0,-1-1-1 0 0,1 0 0 0 0,0 1 0 0 0,-1-1 0 0 0,1 1 0 0 0,0-1 0 0 0,0 0 1 0 0,-1 0-1 0 0,1 1 0 0 0,0-1 0 0 0,0 0 0 0 0,0 0 0 0 0,1 0 0 0 0,-1 0 0 0 0,1-1 0 0 0,0 1 0 0 0,-1 0 0 0 0,1-1 0 0 0,-1 0 0 0 0,1 1 0 0 0,-1-1 0 0 0,0 0 0 0 0,1 0-1 0 0,-1 0 1 0 0,0 1 0 0 0,1-2 0 0 0,1-1 0 0 0,4-5-6 0 0,1 0-1 0 0,-1 0 1 0 0,-1 0 0 0 0,0-1-1 0 0,0 0 1 0 0,-1-1-1 0 0,8-17 1 0 0,23-80-86 0 0,-7 18 51 0 0,-22 68 49 0 0,10-21 26 0 0,-16 40-32 0 0,0-1-1 0 0,0 1 1 0 0,0 0 0 0 0,1 0-1 0 0,-1 0 1 0 0,1 0-1 0 0,0 0 1 0 0,-1 0-1 0 0,1 1 1 0 0,0-1-1 0 0,0 0 1 0 0,0 1 0 0 0,4-3-1 0 0,-4 4 18 0 0,-1 0-1 0 0,1 1 0 0 0,0-1 1 0 0,-1 0-1 0 0,1 1 1 0 0,-1-1-1 0 0,0 1 0 0 0,1-1 1 0 0,-1 1-1 0 0,1 0 1 0 0,-1-1-1 0 0,0 1 0 0 0,1 0 1 0 0,-1 0-1 0 0,0 0 1 0 0,0 0-1 0 0,0 0 0 0 0,0 0 1 0 0,0 0-1 0 0,1 2 1 0 0,23 27 462 0 0,-24-29-470 0 0,89 127 429 0 0,-74-103-442 0 0,-2 1 0 0 0,-1 0 0 0 0,13 36 0 0 0,-26-60-3 0 0,3 5-71 0 0,-1 1 1 0 0,1-1 0 0 0,0 0 0 0 0,1 0 0 0 0,6 9-1 0 0,-9-15 14 0 0,0 0-1 0 0,0 0 1 0 0,0 0 0 0 0,0 0-1 0 0,0 0 1 0 0,0 0-1 0 0,0 0 1 0 0,0 0-1 0 0,0-1 1 0 0,0 1-1 0 0,0 0 1 0 0,0-1-1 0 0,1 1 1 0 0,-1-1-1 0 0,0 1 1 0 0,1-1-1 0 0,-1 0 1 0 0,0 0 0 0 0,1 1-1 0 0,-1-1 1 0 0,0 0-1 0 0,1 0 1 0 0,-1 0-1 0 0,0-1 1 0 0,1 1-1 0 0,-1 0 1 0 0,0 0-1 0 0,1-1 1 0 0,-1 1-1 0 0,0 0 1 0 0,0-1-1 0 0,0 0 1 0 0,1 1 0 0 0,-1-1-1 0 0,0 0 1 0 0,0 1-1 0 0,0-1 1 0 0,0 0-1 0 0,1-1 1 0 0,10-8-998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0 400 2761 0 0,'2'-19'11509'0'0,"0"18"-11112"0"0,6-8 2796 0 0,-3 3-3283 0 0,1 1-381 0 0,0 1 626 0 0,0 0-1 0 0,0 0 1 0 0,0 0 0 0 0,1 1 0 0 0,0 0 0 0 0,0 0 0 0 0,0 1 0 0 0,0-1 0 0 0,0 2 0 0 0,0-1 0 0 0,10 0 0 0 0,1-2 115 0 0,105-28 807 0 0,-63 15-886 0 0,90-14 0 0 0,576-97 503 0 0,-683 116-528 0 0,-1-2 0 0 0,42-20 0 0 0,42-14-56 0 0,-124 47-180 0 0,0 0 0 0 0,1 1 0 0 0,-1-1 0 0 0,0 1 1 0 0,1-1-1 0 0,-1 1 0 0 0,0 0 0 0 0,1 0 0 0 0,-1 0 1 0 0,0 0-1 0 0,1 0 0 0 0,-1 1 0 0 0,1-1 0 0 0,-1 1 1 0 0,0-1-1 0 0,0 1 0 0 0,1 0 0 0 0,-1 0 0 0 0,3 2 0 0 0,-1 0-1006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9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4609 0 0,'9'7'7310'0'0,"-5"-4"-7069"0"0,0 0-1 0 0,0 0 1 0 0,1 0-1 0 0,-1-1 1 0 0,1 0-1 0 0,-1 1 1 0 0,9 1-1 0 0,13-1 363 0 0,0 0 0 0 0,0-2 1 0 0,0-1-1 0 0,35-5 0 0 0,104-23 599 0 0,-84 12-579 0 0,-70 15-615 0 0,-1 0 0 0 0,1 1 0 0 0,0 0 0 0 0,0 1 0 0 0,0 0 0 0 0,-1 1 0 0 0,1 0 0 0 0,0 0 0 0 0,17 8 0 0 0,-17-7-8 0 0,26 4-5723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11 350 2304 0 0,'-1'-1'313'0'0,"0"0"0"0"0,0 0-1 0 0,0-1 1 0 0,0 1-1 0 0,1 0 1 0 0,-1 0-1 0 0,0-1 1 0 0,1 1-1 0 0,-1 0 1 0 0,1-1-1 0 0,-1 1 1 0 0,1-1-1 0 0,0 1 1 0 0,-1 0-1 0 0,1-1 1 0 0,0 1-1 0 0,0-1 1 0 0,0 1-1 0 0,0-1 1 0 0,0 1-1 0 0,0-1 1 0 0,1 1-1 0 0,-1-1 1 0 0,0 1-1 0 0,1 0 1 0 0,-1-1-1 0 0,1 1 1 0 0,0 0-1 0 0,-1-1 1 0 0,1 1-1 0 0,0 0 1 0 0,0 0-1 0 0,0 0 1 0 0,0-1-1 0 0,0 1 1 0 0,0 0 0 0 0,0 0-1 0 0,0 0 1 0 0,0 1-1 0 0,2-2 1 0 0,7-6 804 0 0,0 0 0 0 0,0 1 0 0 0,20-9 0 0 0,-20 10-799 0 0,18-12-67 0 0,-19 12-223 0 0,0 0 0 0 0,0 0-1 0 0,0 1 1 0 0,0 0 0 0 0,14-4 0 0 0,-20 8-22 0 0,-1 1 0 0 0,1-1 0 0 0,-1 1-1 0 0,1 0 1 0 0,0-1 0 0 0,-1 1 0 0 0,1 0 0 0 0,-1 1 0 0 0,1-1 0 0 0,-1 0 0 0 0,1 1 0 0 0,-1-1 0 0 0,1 1 0 0 0,-1 0 0 0 0,1 0 0 0 0,-1 0-1 0 0,1 0 1 0 0,-1 0 0 0 0,0 1 0 0 0,0-1 0 0 0,0 0 0 0 0,0 1 0 0 0,0 0 0 0 0,0 0 0 0 0,0-1 0 0 0,3 5 0 0 0,3 7 29 0 0,0-1 0 0 0,-1 1 0 0 0,-1 0 0 0 0,0 0 0 0 0,0 1 0 0 0,-2 0 0 0 0,6 25 1 0 0,-6-24-28 0 0,0 1 0 0 0,1-1 1 0 0,1 1-1 0 0,0-2 0 0 0,16 28 0 0 0,-21-41-19 0 0,-1 0 1 0 0,1 0-1 0 0,0 0 0 0 0,-1 0 0 0 0,1 0 0 0 0,0 0 0 0 0,0 0 0 0 0,0 0 0 0 0,0 0 0 0 0,0 0 0 0 0,0 0 0 0 0,0 0 0 0 0,0-1 0 0 0,0 1 0 0 0,1 0 0 0 0,-1-1 0 0 0,0 1 0 0 0,0-1 0 0 0,1 0 0 0 0,-1 1 0 0 0,0-1 0 0 0,0 0 0 0 0,1 0 0 0 0,-1 0 0 0 0,0 0 0 0 0,1 0 0 0 0,1 0 0 0 0,-1-1-12 0 0,1 0 0 0 0,-1 0-1 0 0,0 0 1 0 0,0-1 0 0 0,0 1 0 0 0,0-1-1 0 0,0 1 1 0 0,0-1 0 0 0,0 0-1 0 0,-1 1 1 0 0,1-1 0 0 0,0 0-1 0 0,1-3 1 0 0,4-7-77 0 0,0-1-1 0 0,-1 1 1 0 0,0-1 0 0 0,3-14 0 0 0,13-46 64 0 0,-11 35 103 0 0,1 0-1 0 0,1 1 1 0 0,26-49-1 0 0,-20 58-78 0 0,-18 27 18 0 0,-1 0 1 0 0,1-1-1 0 0,0 1 0 0 0,0 1 1 0 0,0-1-1 0 0,0 0 1 0 0,0 0-1 0 0,0 0 1 0 0,0 0-1 0 0,0 1 0 0 0,0-1 1 0 0,0 0-1 0 0,0 1 1 0 0,0-1-1 0 0,1 1 0 0 0,-1-1 1 0 0,0 1-1 0 0,0 0 1 0 0,1-1-1 0 0,-1 1 0 0 0,0 0 1 0 0,0 0-1 0 0,2 0 1 0 0,0 2 52 0 0,-2 1 0 0 0,1-1 1 0 0,0 1-1 0 0,0-1 1 0 0,-1 1-1 0 0,1 0 1 0 0,-1 0-1 0 0,0 0 0 0 0,0 0 1 0 0,0 0-1 0 0,0 0 1 0 0,0 4-1 0 0,2 2 99 0 0,6 21-45 0 0,-4-12 12 0 0,1 0 0 0 0,11 22 0 0 0,-16-37-112 0 0,1 1 0 0 0,0-1-1 0 0,0 0 1 0 0,0 0 0 0 0,0 0 0 0 0,0 0-1 0 0,1 0 1 0 0,0 0 0 0 0,-1 0 0 0 0,1-1-1 0 0,0 1 1 0 0,0-1 0 0 0,1 0-1 0 0,-1 0 1 0 0,0 0 0 0 0,7 2 0 0 0,-8-3-19 0 0,0-1 0 0 0,0 0 0 0 0,-1 0 1 0 0,1 0-1 0 0,0 0 0 0 0,0-1 0 0 0,-1 1 1 0 0,1 0-1 0 0,0-1 0 0 0,-1 1 0 0 0,1-1 1 0 0,0 0-1 0 0,-1 0 0 0 0,1 1 0 0 0,-1-1 1 0 0,1 0-1 0 0,-1 0 0 0 0,1 0 0 0 0,-1 0 1 0 0,0-1-1 0 0,1 1 0 0 0,-1 0 0 0 0,1-2 0 0 0,29-40-226 0 0,-20 26 168 0 0,29-43-148 0 0,-31 44 185 0 0,0 0 1 0 0,1 1-1 0 0,1 0 1 0 0,1 1-1 0 0,0 0 1 0 0,24-20-1 0 0,-34 32 40 0 0,0 1-1 0 0,0 0 0 0 0,0 0 0 0 0,-1 0 1 0 0,1 0-1 0 0,0 0 0 0 0,0 0 0 0 0,1 0 1 0 0,-1 1-1 0 0,0-1 0 0 0,0 1 0 0 0,0-1 1 0 0,0 1-1 0 0,0 0 0 0 0,1 0 0 0 0,-1 0 0 0 0,0 0 1 0 0,0 1-1 0 0,0-1 0 0 0,0 0 0 0 0,0 1 1 0 0,1 0-1 0 0,-1-1 0 0 0,0 1 0 0 0,0 0 1 0 0,0 0-1 0 0,0 0 0 0 0,-1 0 0 0 0,1 0 1 0 0,0 1-1 0 0,0-1 0 0 0,-1 0 0 0 0,1 1 0 0 0,-1 0 1 0 0,1-1-1 0 0,-1 1 0 0 0,0 0 0 0 0,3 3 1 0 0,4 8 171 0 0,0 0 0 0 0,-1 0 0 0 0,-1 1 0 0 0,7 20 0 0 0,-10-26-141 0 0,19 59 77 0 0,10 27-112 0 0,-28-86-26 0 0,0 1-1 0 0,1-1 1 0 0,0 1-1 0 0,0-1 1 0 0,0 0-1 0 0,1-1 0 0 0,13 13 1 0 0,-17-18 0 0 0,0-1 0 0 0,0 1 1 0 0,0-1-1 0 0,-1 0 0 0 0,1 0 0 0 0,1 0 1 0 0,-1 0-1 0 0,0 0 0 0 0,0 0 1 0 0,0 0-1 0 0,0-1 0 0 0,1 1 0 0 0,-1-1 1 0 0,0 0-1 0 0,1 0 0 0 0,-1 0 1 0 0,0 0-1 0 0,1 0 0 0 0,-1 0 0 0 0,0 0 1 0 0,0-1-1 0 0,1 1 0 0 0,-1-1 1 0 0,0 0-1 0 0,0 1 0 0 0,0-1 0 0 0,0 0 1 0 0,0-1-1 0 0,2 0 0 0 0,7-5-644 0 0,-1 0 0 0 0,0-1-1 0 0,-1-1 1 0 0,12-12 0 0 0,1 0-2301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3657 0 0,'1'0'214'0'0,"0"0"0"0"0,0 0 0 0 0,0 1 0 0 0,0-1 0 0 0,0 0 1 0 0,0 0-1 0 0,0 0 0 0 0,0 0 0 0 0,0 0 0 0 0,0-1 0 0 0,0 1 0 0 0,0 0 0 0 0,0 0 1 0 0,0-1-1 0 0,0 1 0 0 0,0 0 0 0 0,0-1 0 0 0,0 1 0 0 0,-1-1 0 0 0,1 1 0 0 0,1-2 1 0 0,25-15 4748 0 0,-24 14-4355 0 0,10-5 465 0 0,0 0-1 0 0,1 0 1 0 0,0 2 0 0 0,15-6-1 0 0,-5 4-102 0 0,46-8-1 0 0,123-1-675 0 0,-159 15 72 0 0,560-35 837 0 0,-254 36-1197 0 0,-88 4 81 0 0,-226-4-99 0 0,143-4 53 0 0,184 18-1 0 0,-316-7 28 0 0,69 21 1 0 0,16 3-71 0 0,-108-28-56 0 0,0-1 0 0 0,0 0 1 0 0,1 0-1 0 0,-1-2 0 0 0,0 0 1 0 0,25-4-1 0 0,26-6-3674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6913 0 0,'16'-22'1647'0'0,"20"-37"0"0"0,-3 4 982 0 0,-37 61-1774 0 0,1 1 0 0 0,-1 0 0 0 0,1 0 0 0 0,0 0 0 0 0,1 0 0 0 0,-3 12 0 0 0,2-6-232 0 0,1 0 1 0 0,1 1-1 0 0,0 15 1 0 0,4 13-361 0 0,11 62 0 0 0,-6-54 307 0 0,0 27-311 0 0,-1 142-1 0 0,-26 76 238 0 0,17-269-491 0 0,0 36-5 0 0,12 119 0 0 0,-1-68 0 0 0,-8-89-184 0 0,-2 0 0 0 0,0 0 0 0 0,-2 0 0 0 0,-10 44-1 0 0,-38 88-1409 0 0,40-124 1347 0 0,10-30 137 0 0,-1 3-585 0 0,1 0 1 0 0,-1-1-1 0 0,1 2 1 0 0,-1-1-1 0 0,2 0 1 0 0,-1 0-1 0 0,0 10 1 0 0,3-9-1376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0 5617 0 0,'-27'18'1122'0'0,"-46"22"0"0"0,47-28 961 0 0,1 2 0 0 0,-44 32 0 0 0,68-46-2046 0 0,-71 64 2885 0 0,66-58-2587 0 0,1 0 1 0 0,-1 0-1 0 0,1 1 1 0 0,0 0-1 0 0,1 0 0 0 0,0 0 1 0 0,0 0-1 0 0,0 1 1 0 0,-3 11-1 0 0,7-18-282 0 0,0 1-1 0 0,0-1 1 0 0,0 0-1 0 0,1 1 1 0 0,-1-1-1 0 0,1 1 1 0 0,-1-1-1 0 0,1 0 1 0 0,-1 0 0 0 0,1 1-1 0 0,-1-1 1 0 0,1 0-1 0 0,0 0 1 0 0,0 0-1 0 0,0 0 1 0 0,0 0-1 0 0,0 0 1 0 0,0 0 0 0 0,0 0-1 0 0,0 0 1 0 0,0 0-1 0 0,0 0 1 0 0,1-1-1 0 0,-1 1 1 0 0,0 0-1 0 0,2 0 1 0 0,36 15 14 0 0,31-2-356 0 0,1-2 0 0 0,114 3 0 0 0,-123-11 169 0 0,-60-4 119 0 0,0 0-1 0 0,0 0 1 0 0,0 1 0 0 0,0-1 0 0 0,0 0-1 0 0,0 1 1 0 0,0-1 0 0 0,0 1 0 0 0,-1 0-1 0 0,1 0 1 0 0,2 1 0 0 0,-4-2 0 0 0,1 0 1 0 0,-1 1-1 0 0,0-1 0 0 0,1 1 1 0 0,-1-1-1 0 0,0 0 1 0 0,1 1-1 0 0,-1-1 0 0 0,0 1 1 0 0,0-1-1 0 0,1 1 1 0 0,-1-1-1 0 0,0 1 0 0 0,0 0 1 0 0,0-1-1 0 0,0 1 1 0 0,1-1-1 0 0,-1 1 0 0 0,0-1 1 0 0,0 1-1 0 0,0-1 1 0 0,0 1-1 0 0,0-1 1 0 0,-1 1-1 0 0,1 0 0 0 0,-2 4-1 0 0,0-1-1 0 0,0 0 0 0 0,0 1 1 0 0,-1-1-1 0 0,0 0 0 0 0,0 0 1 0 0,-3 4-1 0 0,-3 3 1 0 0,-31 38-45 0 0,-31 45-168 0 0,63-82 186 0 0,0 1 0 0 0,1-1 1 0 0,0 2-1 0 0,1-1 0 0 0,-7 26 1 0 0,13-37 19 0 0,-1 0 0 0 0,1 0 0 0 0,0 0 1 0 0,0 0-1 0 0,0 0 0 0 0,0 0 0 0 0,0 0 1 0 0,0 1-1 0 0,0-1 0 0 0,1 0 0 0 0,-1 0 1 0 0,1 0-1 0 0,0 0 0 0 0,-1 0 0 0 0,1 0 1 0 0,0 0-1 0 0,0-1 0 0 0,0 1 0 0 0,1 0 1 0 0,-1 0-1 0 0,0-1 0 0 0,1 1 0 0 0,-1-1 0 0 0,1 1 1 0 0,-1-1-1 0 0,1 1 0 0 0,0-1 0 0 0,-1 0 1 0 0,1 0-1 0 0,0 0 0 0 0,0 0 0 0 0,2 1 1 0 0,9 3-72 0 0,0 0 0 0 0,1-1 1 0 0,-1 0-1 0 0,15 2 0 0 0,10 3-6 0 0,-29-6 101 0 0,0 0-1 0 0,0 1 0 0 0,0 0 1 0 0,0 0-1 0 0,-1 1 0 0 0,1 0 1 0 0,8 8-1 0 0,-15-12-10 0 0,-1 1-1 0 0,1-1 1 0 0,-1 1 0 0 0,1 0 0 0 0,-1 0-1 0 0,1 0 1 0 0,-1 0 0 0 0,0 0 0 0 0,0 0-1 0 0,0 0 1 0 0,0 0 0 0 0,0 0-1 0 0,-1 0 1 0 0,1 1 0 0 0,-1-1 0 0 0,1 0-1 0 0,-1 1 1 0 0,0-1 0 0 0,0 0 0 0 0,0 1-1 0 0,0-1 1 0 0,0 0 0 0 0,0 0 0 0 0,-1 1-1 0 0,1-1 1 0 0,-1 0 0 0 0,1 0-1 0 0,-1 1 1 0 0,0-1 0 0 0,0 0 0 0 0,0 0-1 0 0,0 0 1 0 0,-1 0 0 0 0,-1 3 0 0 0,-29 36-697 0 0,-1-1 0 0 0,-50 47 1 0 0,35-38-2381 0 0,15-15 101 0 0,19-20 1391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2288 0 0,'-10'5'582'0'0,"0"1"0"0"0,0 0 0 0 0,1 0 0 0 0,0 0-1 0 0,0 1 1 0 0,0 1 0 0 0,1 0 0 0 0,-14 16 0 0 0,18-18-92 0 0,0 0 1 0 0,1 0-1 0 0,0 0 0 0 0,0 1 1 0 0,0-1-1 0 0,1 1 1 0 0,0 0-1 0 0,0-1 0 0 0,0 1 1 0 0,1 0-1 0 0,0 0 1 0 0,1 0-1 0 0,-1 0 0 0 0,1 1 1 0 0,2 11-1 0 0,21 103 3826 0 0,-6-36-3343 0 0,8 94-738 0 0,-7 2-1 0 0,-8 0 0 0 0,-9 0 0 0 0,-28 240 0 0 0,6-287 495 0 0,-46 157-1 0 0,14-72-1818 0 0,48-190 263 0 0,4-17-2053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2761 0 0,'-1'-1'270'0'0,"0"0"0"0"0,0 0 0 0 0,0 0 0 0 0,0 0 1 0 0,0 0-1 0 0,0 0 0 0 0,0 0 0 0 0,0 1 0 0 0,-1-1 1 0 0,1 0-1 0 0,0 1 0 0 0,0-1 0 0 0,-1 1 0 0 0,1 0 1 0 0,0-1-1 0 0,-1 1 0 0 0,1 0 0 0 0,0-1 0 0 0,-1 1 1 0 0,1 0-1 0 0,0 0 0 0 0,-1 0 0 0 0,1 1 0 0 0,0-1 1 0 0,-1 0-1 0 0,1 0 0 0 0,0 1 0 0 0,-1-1 0 0 0,1 1 1 0 0,-2 0-1 0 0,1 0 30 0 0,1 1 0 0 0,0-1 0 0 0,-1 0 0 0 0,1 1 0 0 0,0-1 0 0 0,0 1 0 0 0,0-1 0 0 0,0 1 1 0 0,0-1-1 0 0,0 1 0 0 0,0 0 0 0 0,1-1 0 0 0,-1 1 0 0 0,0 0 0 0 0,1 0 0 0 0,0 0 0 0 0,-1-1 0 0 0,1 1 0 0 0,0 0 0 0 0,0 0 0 0 0,0 0 0 0 0,1 3 1 0 0,20 423 842 0 0,27 229 639 0 0,-17-349-1618 0 0,-29-242-87 0 0,-4 1 1 0 0,-16 107 0 0 0,16-159-490 0 0,-7 50 1544 0 0,11-22-7600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 3225 0 0,'-2'0'94'0'0,"-8"2"-452"0"0,1 0-1 0 0,0 0 1 0 0,-1 1-1 0 0,1 1 1 0 0,-10 4-1 0 0,16-7 472 0 0,0 0-1 0 0,0 0 0 0 0,0-1 0 0 0,0 1 1 0 0,0 0-1 0 0,0-1 0 0 0,0 0 0 0 0,0 0 1 0 0,0 0-1 0 0,0 0 0 0 0,-1-1 0 0 0,1 1 1 0 0,0-1-1 0 0,0 1 0 0 0,0-1 0 0 0,0 0 1 0 0,0 0-1 0 0,-4-3 0 0 0,2 2 1107 0 0,1 0 0 0 0,-1 1-1 0 0,0-1 1 0 0,0 1 0 0 0,0 0-1 0 0,-9 2 4866 0 0,21 6-4563 0 0,14 4-2004 0 0,-20-11 793 0 0,9 3-300 0 0,0-1 1 0 0,0 0-1 0 0,1 0 0 0 0,-1-1 1 0 0,1-1-1 0 0,-1 0 0 0 0,13-2 0 0 0,26 2-13 0 0,307 44 10 0 0,9 1-102 0 0,205 22 354 0 0,-430-47 77 0 0,352 11 727 0 0,-390-28-827 0 0,274 35 163 0 0,-4 32-355 0 0,-285-53-55 0 0,58 5 46 0 0,227 5 0 0 0,9-1-39 0 0,-292-14-18 0 0,428 37 444 0 0,36-20 146 0 0,-121-5-437 0 0,-11-26 143 0 0,-161-2-150 0 0,-14-10-124 0 0,0 1 0 0 0,-160 11 0 0 0,158-21 0 0 0,214-28 0 0 0,-367 43 0 0 0,-44 4 16 0 0,8 0 50 0 0,-1-2 1 0 0,68-17 0 0 0,-43 1-52 0 0,160-38 145 0 0,-193 52-126 0 0,1 1 1 0 0,0 2-1 0 0,57 2 0 0 0,377-16-74 0 0,-455 15 151 0 0,0-1 1 0 0,43-14 0 0 0,-44 11 32 0 0,1 1 1 0 0,39-6-1 0 0,-57 13-139 0 0,0 0 0 0 0,0 1-1 0 0,0 0 1 0 0,0 0 0 0 0,14 4 0 0 0,30 4-47 0 0,15-15 71 0 0,-57 3-32 0 0,0 2 1 0 0,-1-1-1 0 0,1 1 1 0 0,0 1 0 0 0,0 0-1 0 0,0 0 1 0 0,0 1-1 0 0,0 0 1 0 0,0 1-1 0 0,-1 0 1 0 0,15 5 0 0 0,-9-1 64 0 0,-10-4-24 0 0,0 0 1 0 0,-1-1-1 0 0,1 1 1 0 0,-1 1 0 0 0,0-1-1 0 0,6 5 1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43 6937 0 0,'-2'-2'706'0'0,"12"-7"-3138"0"0,-8 8 2420 0 0,0 0 0 0 0,0-1 1 0 0,0 1-1 0 0,0-1 0 0 0,0 1 0 0 0,0-1 0 0 0,-1 0 1 0 0,1 0-1 0 0,-1 0 0 0 0,3-3 0 0 0,2-5-60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8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2304 0 0,'0'-2'201'0'0,"0"-2"-201"0"0,2 4 0 0 0,0-1 0 0 0,-2-1 0 0 0,2 0 0 0 0,1 0 64 0 0,1-3-64 0 0,1 0 0 0 0,2-2 0 0 0,-2 2 0 0 0,-1-1 0 0 0,-1 3 0 0 0,-3 1 0 0 0,-2-1-64 0 0,1 1 64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387 442 3225 0 0,'-44'4'6312'0'0,"-5"3"-2774"0"0,27-3-1987 0 0,0-1 0 0 0,-41 0-1 0 0,57-3-1378 0 0,0 0 0 0 0,-1-1 0 0 0,1 0 1 0 0,0 0-1 0 0,0-1 0 0 0,0 0 0 0 0,0 0 0 0 0,0 0 0 0 0,0-1 0 0 0,0 0 0 0 0,1 0 0 0 0,-1 0 0 0 0,1-1 0 0 0,-7-6 0 0 0,2 2 14 0 0,1-1 0 0 0,0-1 0 0 0,1 1 0 0 0,0-2 0 0 0,1 1 0 0 0,0-1 0 0 0,0 0-1 0 0,1 0 1 0 0,-4-13 0 0 0,7 16-159 0 0,1 1 0 0 0,0-1 0 0 0,1 0 0 0 0,0 0 0 0 0,0 0 0 0 0,0 0 0 0 0,1 0 0 0 0,1 0 0 0 0,-1-1 0 0 0,1 1 0 0 0,0 0 0 0 0,1 1 0 0 0,0-1 0 0 0,1 0 0 0 0,3-10 0 0 0,5-6-2 0 0,0 0-1 0 0,16-24 0 0 0,-23 41-22 0 0,1 0 0 0 0,0 0 0 0 0,0 1 0 0 0,1-1 0 0 0,0 1 0 0 0,0 1-1 0 0,0-1 1 0 0,1 1 0 0 0,0 0 0 0 0,12-7 0 0 0,-17 11-9 0 0,0 0 1 0 0,0 0 0 0 0,0 1-1 0 0,0-1 1 0 0,0 1-1 0 0,0-1 1 0 0,0 1 0 0 0,0-1-1 0 0,0 1 1 0 0,0 0-1 0 0,0 0 1 0 0,1 0 0 0 0,-1 1-1 0 0,0-1 1 0 0,0 0-1 0 0,0 1 1 0 0,0-1 0 0 0,0 1-1 0 0,0 0 1 0 0,0-1-1 0 0,3 3 1 0 0,-1 0-14 0 0,-1-1 0 0 0,0 1 1 0 0,0 0-1 0 0,0 0 0 0 0,0 0 0 0 0,-1 0 1 0 0,1 0-1 0 0,-1 1 0 0 0,0-1 0 0 0,3 7 0 0 0,1 4-125 0 0,-1 1-1 0 0,0-1 0 0 0,-1 1 0 0 0,0 0 0 0 0,1 16 0 0 0,6 92-982 0 0,-5-54 713 0 0,19 91 1 0 0,-24-152 394 0 0,1-1 1 0 0,0 0 0 0 0,0-1 0 0 0,1 1 0 0 0,0 0 0 0 0,0-1 0 0 0,1 1 0 0 0,-1-1 0 0 0,2 0-1 0 0,-1 0 1 0 0,0-1 0 0 0,1 1 0 0 0,0-1 0 0 0,12 9 0 0 0,-12-10 20 0 0,1-1-1 0 0,1 0 1 0 0,-1 0-1 0 0,0 0 1 0 0,1-1-1 0 0,-1 0 1 0 0,1-1-1 0 0,0 1 1 0 0,-1-1-1 0 0,1 0 1 0 0,0-1-1 0 0,0 0 1 0 0,0 0-1 0 0,0 0 1 0 0,-1-1 0 0 0,9-2-1 0 0,-5 1 59 0 0,0-1 1 0 0,1 0-1 0 0,-1-1 0 0 0,0 0 0 0 0,-1-1 1 0 0,1 0-1 0 0,-1-1 0 0 0,0 1 0 0 0,13-13 1 0 0,-16 13 26 0 0,0 0 0 0 0,0 0 1 0 0,0-1-1 0 0,-1 0 1 0 0,0 0-1 0 0,-1 0 0 0 0,1-1 1 0 0,-1 0-1 0 0,0 0 0 0 0,-1 0 1 0 0,0 0-1 0 0,0 0 0 0 0,4-15 1 0 0,-7 19-42 0 0,0 0 0 0 0,0 0 0 0 0,-1 0 0 0 0,1 0 1 0 0,-1 0-1 0 0,1 0 0 0 0,-1 0 0 0 0,0 0 0 0 0,0 0 0 0 0,0 0 0 0 0,-1 1 1 0 0,1-1-1 0 0,-1 0 0 0 0,1 1 0 0 0,-1-1 0 0 0,0 1 0 0 0,0 0 0 0 0,0 0 1 0 0,0-1-1 0 0,-1 1 0 0 0,1 1 0 0 0,0-1 0 0 0,-1 0 0 0 0,1 0 0 0 0,-1 1 1 0 0,-5-2-1 0 0,-7-5 82 0 0,-1 1 1 0 0,-1 0-1 0 0,-20-4 0 0 0,31 9-108 0 0,-216-45 409 0 0,126 33-4246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78 444 6449 0 0,'-38'-15'3997'0'0,"-1"7"4569"0"0,50 19-5208 0 0,7 17-2829 0 0,-16-24-416 0 0,65 98-253 0 0,-39-55 87 0 0,2-3 1 0 0,2 0-1 0 0,42 42 0 0 0,-53-71 105 0 0,-20-15-52 0 0,0 0 0 0 0,-1 0 0 0 0,1 0 0 0 0,-1 1 0 0 0,1-1 1 0 0,0 0-1 0 0,-1 0 0 0 0,1 0 0 0 0,0-1 0 0 0,-1 1 0 0 0,1 0 0 0 0,0 0 0 0 0,-1 0 0 0 0,1 0 0 0 0,-1-1 1 0 0,1 1-1 0 0,0 0 0 0 0,-1 0 0 0 0,1-1 0 0 0,-1 1 0 0 0,1 0 0 0 0,0-2 0 0 0,1-1 16 0 0,0 0 1 0 0,0 0-1 0 0,0 0 0 0 0,-1 0 0 0 0,1 0 0 0 0,-1-1 0 0 0,0 1 0 0 0,0-1 1 0 0,0 1-1 0 0,0-8 0 0 0,6-44 128 0 0,-2-1 1 0 0,-5-85-1 0 0,-1 7-110 0 0,13-42-96 0 0,-8 147-803 0 0,1 0 0 0 0,1 0 0 0 0,2 1 0 0 0,11-28 0 0 0,-10 34-6097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93 6449 0 0,'-5'1'497'0'0,"0"2"0"0"0,0-1 0 0 0,0 0 1 0 0,1 1-1 0 0,-1 0 0 0 0,1 0 0 0 0,0 0 0 0 0,0 1 0 0 0,0-1 0 0 0,1 1 0 0 0,-1 0 0 0 0,1 0 0 0 0,0 0 0 0 0,0 1 0 0 0,0-1 0 0 0,0 1 0 0 0,1 0 0 0 0,0-1 0 0 0,-3 8 0 0 0,2-2 27 0 0,-1 0 0 0 0,1 0 0 0 0,1 1 1 0 0,0-1-1 0 0,0 1 0 0 0,1-1 0 0 0,1 1 0 0 0,1 21 0 0 0,0-27-485 0 0,0 0 0 0 0,1 0 0 0 0,0 0 0 0 0,0-1 0 0 0,0 1 0 0 0,0-1 0 0 0,1 1 0 0 0,0-1 0 0 0,0 0 0 0 0,0 0 0 0 0,0 0 0 0 0,1 0 0 0 0,0 0 0 0 0,-1-1 0 0 0,1 0-1 0 0,1 0 1 0 0,-1 0 0 0 0,0 0 0 0 0,1 0 0 0 0,-1-1 0 0 0,1 0 0 0 0,0 0 0 0 0,0 0 0 0 0,0-1 0 0 0,7 2 0 0 0,-8-2-10 0 0,0 0-1 0 0,0 0 1 0 0,0 0 0 0 0,0-1 0 0 0,0 0-1 0 0,0 1 1 0 0,1-1 0 0 0,-1-1-1 0 0,0 1 1 0 0,0-1 0 0 0,0 1-1 0 0,0-1 1 0 0,0 0 0 0 0,0-1-1 0 0,0 1 1 0 0,-1-1 0 0 0,1 1 0 0 0,0-1-1 0 0,-1 0 1 0 0,1-1 0 0 0,-1 1-1 0 0,0-1 1 0 0,0 1 0 0 0,0-1-1 0 0,0 0 1 0 0,0 0 0 0 0,0 0-1 0 0,-1-1 1 0 0,1 1 0 0 0,-1 0 0 0 0,3-7-1 0 0,-1-3 19 0 0,0 0 0 0 0,-1 1 0 0 0,-1-1 0 0 0,0 0 0 0 0,0-1 0 0 0,-2 1 0 0 0,1 0 0 0 0,-4-22 0 0 0,1 16-67 0 0,-1 1 0 0 0,-1-1-1 0 0,-1 1 1 0 0,0 0 0 0 0,-12-25 0 0 0,15 40-56 0 0,1-1 0 0 0,-1 1 0 0 0,0 0 0 0 0,0 0 0 0 0,0 0 0 0 0,-1 0 0 0 0,1 0 0 0 0,-1 0 0 0 0,1 1 0 0 0,-1-1 0 0 0,0 1 0 0 0,0 0 0 0 0,0-1 0 0 0,0 2 0 0 0,-1-1 0 0 0,1 0 0 0 0,0 1 0 0 0,-1-1 0 0 0,0 1 0 0 0,1 0 0 0 0,-1 0 0 0 0,1 0 0 0 0,-1 1 0 0 0,0-1 0 0 0,0 1 0 0 0,-7 0 0 0 0,8 1-314 0 0,-1 0 0 0 0,0-1 0 0 0,1 1 0 0 0,-1 1 0 0 0,0-1-1 0 0,1 0 1 0 0,-1 1 0 0 0,1 0 0 0 0,0 0 0 0 0,0 0 0 0 0,0 0 0 0 0,0 0 0 0 0,0 1 0 0 0,0-1 0 0 0,0 1 0 0 0,1 0 0 0 0,-4 4 0 0 0,-3 7-1754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27 100 1840 0 0,'-1'0'156'0'0,"-1"0"0"0"0,1 0 0 0 0,0 0 0 0 0,0 0 0 0 0,0 0 0 0 0,-1 0 0 0 0,1 0 0 0 0,0-1 0 0 0,0 1 0 0 0,0 0 0 0 0,0-1 0 0 0,0 1-1 0 0,-1-1 1 0 0,1 1 0 0 0,0-1 0 0 0,0 1 0 0 0,0-1 0 0 0,0 0 0 0 0,0 1 0 0 0,-1-3 0 0 0,2 2 182 0 0,-1 1 0 0 0,1-1 0 0 0,0 0 0 0 0,0 0 0 0 0,0 0 0 0 0,-1 0 0 0 0,1 0 1 0 0,0 1-1 0 0,0-1 0 0 0,1 0 0 0 0,-1 0 0 0 0,0 0 0 0 0,0 0 0 0 0,0 0 0 0 0,0 0 0 0 0,1 1 0 0 0,-1-1 0 0 0,0 0 0 0 0,1 0 1 0 0,0-1-1 0 0,18-24 7817 0 0,-7 13-6016 0 0,-7 9-2555 0 0,-1 0 0 0 0,0 0 0 0 0,1 0 0 0 0,0 1 0 0 0,8-5 0 0 0,-11 7 142 0 0,0 0 0 0 0,0 0 0 0 0,0 1 1 0 0,0-1-1 0 0,0 1 0 0 0,0-1 0 0 0,0 1 0 0 0,0 0 1 0 0,0 0-1 0 0,0-1 0 0 0,0 2 0 0 0,0-1 0 0 0,0 0 0 0 0,0 0 1 0 0,0 1-1 0 0,0-1 0 0 0,0 1 0 0 0,0-1 0 0 0,3 3 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9330 0 0,'14'-7'468'0'0,"0"0"1"0"0,-1-1-1 0 0,0 0 1 0 0,0-1-1 0 0,-1 0 0 0 0,0-1 1 0 0,12-14-1 0 0,10-6-461 0 0,-21 18-529 0 0,-10 9-337 0 0,1-1 0 0 0,0 1 0 0 0,0-1 0 0 0,0 1-1 0 0,1 0 1 0 0,-1 1 0 0 0,8-4 0 0 0,-7 4 811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 6913 0 0,'0'-2'236'0'0,"-1"1"-1"0"0,0 0 0 0 0,1-1 0 0 0,-1 1 1 0 0,1 0-1 0 0,0-1 0 0 0,-1 1 0 0 0,1-1 1 0 0,0 1-1 0 0,0 0 0 0 0,0-1 0 0 0,0 1 1 0 0,0-1-1 0 0,0 1 0 0 0,1-1 0 0 0,-1 1 1 0 0,0 0-1 0 0,1-1 0 0 0,-1 1 0 0 0,1-1 0 0 0,-1 1 1 0 0,1 0-1 0 0,0 0 0 0 0,-1-1 0 0 0,1 1 1 0 0,0 0-1 0 0,0 0 0 0 0,0 0 0 0 0,0 0 1 0 0,0 0-1 0 0,0 0 0 0 0,0 0 0 0 0,0 0 1 0 0,1 0-1 0 0,-1 1 0 0 0,0-1 0 0 0,0 0 1 0 0,1 1-1 0 0,-1-1 0 0 0,0 1 0 0 0,1-1 0 0 0,-1 1 1 0 0,1 0-1 0 0,-1 0 0 0 0,3-1 0 0 0,0 1 178 0 0,-1 0-1 0 0,0 0 0 0 0,1 1 1 0 0,-1-1-1 0 0,0 0 0 0 0,0 1 1 0 0,1 0-1 0 0,-1 0 0 0 0,0 0 1 0 0,0 0-1 0 0,4 3 1 0 0,-4-3-471 0 0,-1 0 0 0 0,0 1 1 0 0,0-1-1 0 0,0 1 0 0 0,0 0 1 0 0,0 0-1 0 0,0 0 0 0 0,0 0 1 0 0,2 2-1 0 0,-1 2 92 0 0,0 1 1 0 0,0-1-1 0 0,-1 0 0 0 0,1 1 1 0 0,-1 0-1 0 0,-1-1 0 0 0,3 13 1 0 0,1 54-33 0 0,-4-49-118 0 0,1-2 54 0 0,0 0 0 0 0,2 0 0 0 0,0 0 0 0 0,1 0-1 0 0,9 23 1 0 0,-12-39 127 0 0,0 0 0 0 0,1 0 0 0 0,0 0 0 0 0,0-1 0 0 0,0 1 0 0 0,0-1 0 0 0,1 0 0 0 0,0 1 0 0 0,0-2 0 0 0,1 1-1 0 0,-1 0 1 0 0,1-1 0 0 0,0 0 0 0 0,0 0 0 0 0,0 0 0 0 0,1-1 0 0 0,0 0 0 0 0,-1 0 0 0 0,1 0 0 0 0,0-1 0 0 0,0 0 0 0 0,8 2 0 0 0,13-1-781 0 0,-24-4 518 0 0,0 1 0 0 0,0 0 1 0 0,0 1-1 0 0,0-1 1 0 0,0 1-1 0 0,0-1 1 0 0,0 1-1 0 0,0 0 1 0 0,0 0-1 0 0,0 0 1 0 0,0 0-1 0 0,0 1 1 0 0,-1-1-1 0 0,1 1 1 0 0,-1 0-1 0 0,1 0 1 0 0,-1 0-1 0 0,4 3 1 0 0,14 21-2785 0 0,0 20 2706 0 0,-13-22 362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1 920 0 0,'2'9'5081'0'0,"-2"-8"-4633"0"0,0 3-184 0 0,0-1 193 0 0,-7 29-457 0 0,5-27 0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10138 0 0,'6'-1'1204'0'0,"0"-1"0"0"0,0 1 0 0 0,0-1 0 0 0,0 0 0 0 0,8-5 0 0 0,24-8 958 0 0,-25 14-1968 0 0,0-1 0 0 0,-1 2 0 0 0,1-1 0 0 0,0 2 0 0 0,-1 0 0 0 0,1 0 0 0 0,0 1 0 0 0,16 5 0 0 0,-11-3-629 0 0,0-1-1 0 0,35 3 0 0 0,-49-7 194 0 0,0 1 0 0 0,1 0-1 0 0,-1-1 1 0 0,0 0 0 0 0,0 0 0 0 0,7-2 0 0 0,6-6-1094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6449 0 0,'-2'11'7662'0'0,"0"19"-4413"0"0,2-26-2285 0 0,-20 217 4560 0 0,4-63-5000 0 0,15-144-562 0 0,0 0 0 0 0,1 0 1 0 0,1 0-1 0 0,0 0 0 0 0,1 0 0 0 0,1 0 0 0 0,0-1 1 0 0,7 19-1 0 0,1-4-341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12443 0 0,'78'1'5330'0'0,"38"2"-2885"0"0,-64-2-1472 0 0,-26-1-919 0 0,0 0-1 0 0,0-2 0 0 0,0-1 1 0 0,-1-1-1 0 0,1-1 0 0 0,35-12 1 0 0,-43 10-751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61 151 5529 0 0,'-19'1'1241'0'0,"16"0"-845"0"0,-1 0 0 0 0,1-1-1 0 0,-1 0 1 0 0,1 0 0 0 0,-1 0 0 0 0,1 0 0 0 0,0 0 0 0 0,-1-1 0 0 0,1 1 0 0 0,-4-2 0 0 0,8 1-174 0 0,1-1-1 0 0,-1 1 1 0 0,1 0 0 0 0,0 0 0 0 0,-1 0-1 0 0,1 0 1 0 0,0 1 0 0 0,0-1-1 0 0,0 0 1 0 0,0 1 0 0 0,1-1 0 0 0,28-2 1247 0 0,0 1 1 0 0,40 3 0 0 0,-20 0-825 0 0,420 30 584 0 0,-178-5-290 0 0,-96-18-618 0 0,258-23-1 0 0,-32-22 122 0 0,437-29-56 0 0,-815 64-386 0 0,1545-79 0 0 0,-815 90 1088 0 0,-749-8-1152 0 0,-20-1 44 0 0,15 1 12 0 0,40 7-1 0 0,-55-7-105 0 0,0 0 0 0 0,0 1-1 0 0,-1 0 1 0 0,1 0-1 0 0,-1 0 1 0 0,0 1 0 0 0,0 0-1 0 0,0 0 1 0 0,0 0-1 0 0,0 1 1 0 0,8 7-1 0 0,-2 2-899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3225 0 0,'-3'4'453'0'0,"-1"1"1"0"0,1-1 0 0 0,1 1 0 0 0,-1 0 0 0 0,1 0-1 0 0,-2 6 1 0 0,-11 20 1019 0 0,9-23-572 0 0,1 0 1 0 0,0 0 0 0 0,1 1-1 0 0,0 0 1 0 0,0 0 0 0 0,1 0-1 0 0,0 0 1 0 0,1 0 0 0 0,0 1-1 0 0,0 0 1 0 0,0 11 0 0 0,3 37 984 0 0,18 104 36 0 0,-8-87-1653 0 0,1 111 1 0 0,-23 46 6 0 0,2 106-263 0 0,10-71 699 0 0,-16-109-2595 0 0,-5-52-4241 0 0,15-88-773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0,'-6'7'729'0'0,"1"0"0"0"0,-1 0-1 0 0,1 1 1 0 0,-4 8 0 0 0,8-14-394 0 0,-1 1 0 0 0,1-1 0 0 0,0 0 0 0 0,0 1 0 0 0,0-1 0 0 0,0 1 0 0 0,0-1 0 0 0,0 1 1 0 0,1-1-1 0 0,0 1 0 0 0,-1-1 0 0 0,1 1 0 0 0,0 0 0 0 0,0-1 0 0 0,0 1 0 0 0,0 0 0 0 0,1-1 1 0 0,0 4-1 0 0,1-3-171 0 0,0-1 0 0 0,1 1 1 0 0,-1-1-1 0 0,1 0 1 0 0,-1 0-1 0 0,1 0 1 0 0,0 0-1 0 0,0 0 0 0 0,0-1 1 0 0,0 1-1 0 0,0-1 1 0 0,0 0-1 0 0,4 1 0 0 0,45 11 570 0 0,-49-13-679 0 0,85 12 358 0 0,-62-10-263 0 0,0 1 0 0 0,0 1-1 0 0,-1 1 1 0 0,0 2-1 0 0,28 10 1 0 0,-52-17-152 0 0,-1 0 1 0 0,1 1-1 0 0,0-1 1 0 0,0 0-1 0 0,0 1 1 0 0,-1-1-1 0 0,1 1 1 0 0,0-1-1 0 0,0 1 1 0 0,-1-1 0 0 0,1 1-1 0 0,0 0 1 0 0,-1-1-1 0 0,1 1 1 0 0,-1 0-1 0 0,1-1 1 0 0,-1 1-1 0 0,1 0 1 0 0,-1 0-1 0 0,0 0 1 0 0,1 0 0 0 0,-1-1-1 0 0,0 1 1 0 0,1 0-1 0 0,-1 0 1 0 0,0 0-1 0 0,0 0 1 0 0,0 0-1 0 0,0 0 1 0 0,0-1 0 0 0,0 1-1 0 0,0 0 1 0 0,0 0-1 0 0,0 0 1 0 0,-1 0-1 0 0,1 0 1 0 0,0 0-1 0 0,-1-1 1 0 0,1 1-1 0 0,0 0 1 0 0,-1 0 0 0 0,1 0-1 0 0,-1-1 1 0 0,1 1-1 0 0,-1 0 1 0 0,-4 6-34 0 0,-1 0-1 0 0,1-1 1 0 0,-1 0 0 0 0,-8 6 0 0 0,0 1-68 0 0,-15 17-1025 0 0,2 2 1 0 0,-35 50-1 0 0,61-81 1104 0 0,0 0 1 0 0,1 0-1 0 0,-1 0 1 0 0,0 0-1 0 0,0 1 1 0 0,1-1-1 0 0,-1 0 0 0 0,1 0 1 0 0,-1 1-1 0 0,1-1 1 0 0,-1 1-1 0 0,1-1 1 0 0,0 0-1 0 0,0 1 1 0 0,0-1-1 0 0,-1 1 1 0 0,2-1-1 0 0,-1 1 0 0 0,0-1 1 0 0,0 0-1 0 0,0 1 1 0 0,1-1-1 0 0,-1 0 1 0 0,0 1-1 0 0,1-1 1 0 0,-1 0-1 0 0,1 1 1 0 0,0-1-1 0 0,-1 0 0 0 0,1 0 1 0 0,2 3-1 0 0,1-1 157 0 0,1 1 0 0 0,0-1-1 0 0,0 0 1 0 0,0 0 0 0 0,0-1-1 0 0,10 4 1 0 0,-10-4-30 0 0,0 0 0 0 0,0 0 0 0 0,-1 1 1 0 0,1-1-1 0 0,0 1 0 0 0,-1 0 0 0 0,8 7 0 0 0,-10-7-73 0 0,0 0 1 0 0,0 0-1 0 0,-1 0 0 0 0,1 1 1 0 0,-1-1-1 0 0,0 0 0 0 0,0 1 1 0 0,0-1-1 0 0,-1 1 1 0 0,1 0-1 0 0,-1-1 0 0 0,1 1 1 0 0,-1-1-1 0 0,-1 1 0 0 0,1 0 1 0 0,0-1-1 0 0,-1 1 0 0 0,0-1 1 0 0,0 1-1 0 0,-2 5 1 0 0,-3 9 283 0 0,-1 0 1 0 0,-16 28 0 0 0,14-28-299 0 0,-4 8-778 0 0,1 1 1 0 0,1 0 0 0 0,1 1 0 0 0,-10 47 0 0 0,20-58-638 0 0,0-11 429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5657 1 920 0 0,'1'20'7716'0'0,"5"37"0"0"0,6 1-2838 0 0,2-1-3502 0 0,16 78-396 0 0,6 263 225 0 0,2 13-575 0 0,-29-276-350 0 0,-5-51-143 0 0,-1-71-376 0 0,-1-1 0 0 0,1 0 1 0 0,1 1-1 0 0,1-1 1 0 0,-1-1-1 0 0,8 14 1 0 0,1 3-29 0 0,-12-26 271 0 0,0 0-1 0 0,0 0 1 0 0,0 1 0 0 0,0-1 0 0 0,0 0-1 0 0,-1 1 1 0 0,1-1 0 0 0,-1 0-1 0 0,1 1 1 0 0,-1-1 0 0 0,0 1-1 0 0,0-1 1 0 0,0 0 0 0 0,-1 1 0 0 0,1-1-1 0 0,0 1 1 0 0,-1-1 0 0 0,0 0-1 0 0,1 1 1 0 0,-1-1 0 0 0,0 0-1 0 0,0 1 1 0 0,0-1 0 0 0,-1 0-1 0 0,-1 3 1 0 0,1-3 19 0 0,0 1 0 0 0,0-1 0 0 0,-1 1-1 0 0,1-1 1 0 0,-1 0 0 0 0,1 0 0 0 0,-1 0 0 0 0,0 0-1 0 0,0 0 1 0 0,0 0 0 0 0,0-1 0 0 0,0 0 0 0 0,0 0-1 0 0,-1 1 1 0 0,1-2 0 0 0,0 1 0 0 0,0 0 0 0 0,-1-1 0 0 0,-4 1-1 0 0,1 0-71 0 0,1 0-1 0 0,-1 1 0 0 0,1-1 1 0 0,-11 6-1 0 0,-48 28-162 0 0,42-22 152 0 0,0 0 0 0 0,-1-2 0 0 0,0 0 0 0 0,-1-2 0 0 0,-39 10 0 0 0,20-13-106 0 0,0-2-1 0 0,-88-4 1 0 0,1-1-51 0 0,-164 6 99 0 0,-7 1 7 0 0,67 18-173 0 0,-66 2-509 0 0,55-36-134 0 0,126 3 710 0 0,-148 11 0 0 0,-21 33-65 0 0,-66 5 854 0 0,303-39-444 0 0,-372 23-606 0 0,4 28-1396 0 0,219-13 2643 0 0,-219 31 1907 0 0,287-64-2895 0 0,50-4 152 0 0,-152 28-1 0 0,59 3 479 0 0,83-19-63 0 0,1 5-1 0 0,-98 35 1 0 0,131-33-213 0 0,-96 32-2225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24 180 7834 0 0,'-1'0'83'0'0,"0"0"1"0"0,0 0-1 0 0,0 1 1 0 0,0-1-1 0 0,0 0 1 0 0,0 0-1 0 0,0 0 1 0 0,0 0-1 0 0,0 0 1 0 0,0-1-1 0 0,0 1 1 0 0,1 0-1 0 0,-1 0 1 0 0,0 0-1 0 0,0-1 1 0 0,0 1-1 0 0,0-1 1 0 0,0 1-1 0 0,1 0 0 0 0,-1-1 1 0 0,0 0-1 0 0,0 1 1 0 0,1-1-1 0 0,-1 1 1 0 0,-1-2-1 0 0,3 1 71 0 0,-1 0-1 0 0,0 0 0 0 0,1 0 0 0 0,-1 0 0 0 0,1 0 1 0 0,-1 0-1 0 0,1 0 0 0 0,-1 0 0 0 0,1 0 1 0 0,-1 1-1 0 0,1-1 0 0 0,0 0 0 0 0,0 0 0 0 0,-1 1 1 0 0,1-1-1 0 0,0 0 0 0 0,2 0 0 0 0,49-29 2044 0 0,-21 18-1658 0 0,2 1 0 0 0,-1 1 0 0 0,2 2 0 0 0,66-7-1 0 0,142 5 1937 0 0,-96 6-1872 0 0,644 1 388 0 0,-383 8-672 0 0,165-20 635 0 0,-366 8-811 0 0,34-11-88 0 0,4 0-280 0 0,-241 18 198 0 0,8-1-600 0 0,1 1 1 0 0,-1 0 0 0 0,1 1 0 0 0,-1 0 0 0 0,23 6 0 0 0,-15 0-6403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 11058 0 0,'-7'-4'1119'0'0,"5"3"-666"0"0,0 0 1 0 0,0 0-1 0 0,0 0 1 0 0,1 0-1 0 0,-1 0 1 0 0,0 0-1 0 0,-1 1 1 0 0,1-1-1 0 0,0 1 1 0 0,0-1-1 0 0,-2 1 1 0 0,3 1-379 0 0,0-1 1 0 0,1 1-1 0 0,-1 0 1 0 0,0 0-1 0 0,1 0 1 0 0,-1 0-1 0 0,1 0 1 0 0,-1-1 0 0 0,1 1-1 0 0,0 0 1 0 0,-1 0-1 0 0,1 0 1 0 0,0 0-1 0 0,0 0 1 0 0,-1 0-1 0 0,1 0 1 0 0,0 0-1 0 0,0 0 1 0 0,0 0 0 0 0,0 0-1 0 0,1 0 1 0 0,-1 0-1 0 0,0 0 1 0 0,0 0-1 0 0,1 2 1 0 0,5 96-19 0 0,5-1 1 0 0,4 0-1 0 0,5-1 0 0 0,40 125 1 0 0,43 18 709 0 0,7 21 77 0 0,-100-225-1044 0 0,-1-2-109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863 59 10138 0 0,'-5'-6'372'0'0,"0"1"0"0"0,0 1-1 0 0,-1-1 1 0 0,1 1 0 0 0,-1 0-1 0 0,0 0 1 0 0,0 0 0 0 0,-1 1-1 0 0,1 0 1 0 0,-1 0 0 0 0,1 1-1 0 0,-1 0 1 0 0,0 0 0 0 0,0 1-1 0 0,-12-2 1 0 0,2 1-537 0 0,-1 1 1 0 0,1 1-1 0 0,0 0 1 0 0,0 1-1 0 0,-25 6 1 0 0,18-1-101 0 0,0 1 0 0 0,0 2 0 0 0,0 1 0 0 0,2 0 0 0 0,-1 2 0 0 0,1 0 1 0 0,1 2-1 0 0,0 0 0 0 0,1 1 0 0 0,1 1 0 0 0,-27 29 0 0 0,3 2-9 0 0,3 2 0 0 0,1 1 0 0 0,-44 78 1 0 0,64-94 554 0 0,1 0 1 0 0,1 2-1 0 0,2 0 1 0 0,2 1-1 0 0,1 0 1 0 0,2 1-1 0 0,2 0 1 0 0,1 1-1 0 0,-3 69 1 0 0,10-82-135 0 0,1-1 0 0 0,1 0 0 0 0,1 0 1 0 0,2-1-1 0 0,0 1 0 0 0,1-1 0 0 0,10 24 0 0 0,-8-30-95 0 0,0-1 0 0 0,1 0 0 0 0,1 0 0 0 0,1 0 0 0 0,0-2 0 0 0,1 1 0 0 0,1-1-1 0 0,0-1 1 0 0,27 22 0 0 0,-9-12-57 0 0,1-3-1 0 0,0 0 0 0 0,2-3 1 0 0,1 0-1 0 0,0-2 0 0 0,1-2 1 0 0,0-1-1 0 0,1-2 0 0 0,0-2 1 0 0,53 7-1 0 0,-40-10 573 0 0,0-2-1 0 0,1-3 1 0 0,0-2-1 0 0,-1-2 1 0 0,1-2-1 0 0,-1-2 1 0 0,69-20 0 0 0,-89 17-296 0 0,0-1-1 0 0,-1-1 1 0 0,0-1 0 0 0,-1-2 0 0 0,-1-1 0 0 0,-1-1 0 0 0,0-2 0 0 0,-1 0 0 0 0,-1-2 0 0 0,34-36 0 0 0,-32 27-223 0 0,-1-1 1 0 0,-1-1-1 0 0,-2-1 1 0 0,-1-1-1 0 0,-2-1 0 0 0,-1-1 1 0 0,25-74-1 0 0,-28 66 13 0 0,-3-1 0 0 0,-2 0-1 0 0,-2 0 1 0 0,5-79 0 0 0,-13 105-49 0 0,0 1-1 0 0,-1 0 0 0 0,-1-1 1 0 0,-1 1-1 0 0,-1 0 0 0 0,0 0 1 0 0,-1 0-1 0 0,-1 1 0 0 0,-1 0 1 0 0,0 0-1 0 0,-1 0 1 0 0,-1 1-1 0 0,-1 1 0 0 0,-18-25 1 0 0,11 22-56 0 0,0 1 0 0 0,0 0 1 0 0,-2 2-1 0 0,0 0 0 0 0,0 1 1 0 0,-2 1-1 0 0,0 1 0 0 0,-28-13 1 0 0,9 9-294 0 0,-1 1 1 0 0,-1 2-1 0 0,-73-12 1 0 0,105 23-175 0 0,-1 0-1 0 0,1 1 1 0 0,-1 0 0 0 0,1 1 0 0 0,-1 0 0 0 0,-15 3 0 0 0,1 5-6210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8754 0 0,'23'-58'5530'0'0,"-10"38"-114"0"0,-18 64-5108 0 0,1 0 0 0 0,3 0 0 0 0,1 0 0 0 0,2 0 1 0 0,12 65-1 0 0,-6-53 139 0 0,27 91 0 0 0,-25-120-776 0 0,19 41 0 0 0,-19-47-1185 0 0,2-1 0 0 0,21 28-1 0 0,-27-40-420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29 188 1376 0 0,'-1'0'228'0'0,"1"-1"-114"0"0,0 1-1 0 0,0 0 1 0 0,-1 0 0 0 0,1 0 0 0 0,0 0-1 0 0,-1 0 1 0 0,1 0 0 0 0,-7 3 3071 0 0,7-3-3072 0 0,-1 0 1 0 0,1 1 0 0 0,0-1 0 0 0,0 0-1 0 0,0 1 1 0 0,0-1 0 0 0,0 0 0 0 0,0 0-1 0 0,0 1 1 0 0,0-1 0 0 0,0 0 0 0 0,0 1-1 0 0,0-1 1 0 0,0 0 0 0 0,0 1 0 0 0,-4 16 528 0 0,4-16-661 0 0,-5 24 209 0 0,2-18 169 0 0,2 0 0 0 0,-1 0 0 0 0,1 0-1 0 0,0 0 1 0 0,0 0 0 0 0,1 1 0 0 0,1 12-1 0 0,-1-20-282 0 0,0 1 0 0 0,0-1 0 0 0,0 0 0 0 0,1 1 0 0 0,-1-1 0 0 0,0 0 0 0 0,0 1 0 0 0,0-1 0 0 0,0 0 0 0 0,1 1 0 0 0,-1-1 0 0 0,0 0 0 0 0,0 1 0 0 0,1-1 0 0 0,-1 0 0 0 0,0 1 0 0 0,0-1 0 0 0,1 0 0 0 0,-1 0 0 0 0,0 1 0 0 0,1-1 0 0 0,-1 0 0 0 0,0 0 0 0 0,1 0 0 0 0,-1 0 0 0 0,0 1 0 0 0,1-1 0 0 0,-1 0 0 0 0,1 0 0 0 0,-1 0 0 0 0,0 0 0 0 0,1 0 0 0 0,0 0 0 0 0,15-7 1189 0 0,9-15-166 0 0,42-66-1006 0 0,19-21-928 0 0,-74 96 1196 0 0,0 2 0 0 0,1-1-1 0 0,0 2 1 0 0,1-1 0 0 0,0 2-1 0 0,19-11 1 0 0,-18 16 1959 0 0,-12 12-307 0 0,3 9-1840 0 0,2-2-146 0 0,1-1-1 0 0,1 0 1 0 0,19 20-1 0 0,16 24-221 0 0,-18-11-1655 0 0,26 65 1 0 0,-34-69-1266 0 0,1 0 0 0 0,35 50 0 0 0,-25-52 586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3224 17 7370 0 0,'22'-16'4745'0'0,"-20"16"-4680"0"0,-1 1 1 0 0,1 0 0 0 0,-1-1 0 0 0,0 1 0 0 0,1 0-1 0 0,-1 0 1 0 0,1 0 0 0 0,-1 0 0 0 0,0 0 0 0 0,0 0-1 0 0,0 0 1 0 0,1 0 0 0 0,-1 0 0 0 0,0 1 0 0 0,-1-1-1 0 0,1 0 1 0 0,0 1 0 0 0,0-1 0 0 0,0 1 0 0 0,-1-1-1 0 0,1 1 1 0 0,-1-1 0 0 0,1 3 0 0 0,10 39 983 0 0,41 379 4463 0 0,-6 214-3570 0 0,-36-509-1681 0 0,6-1 0 0 0,37 144-1 0 0,-36-192-106 0 0,-17-75-143 0 0,3 4 7 0 0,-2 0 0 0 0,1 1-1 0 0,-1-1 1 0 0,0 1 0 0 0,0 0 0 0 0,-1-1-1 0 0,0 1 1 0 0,-1 0 0 0 0,0-1 0 0 0,0 1-1 0 0,-3 11 1 0 0,4-18-14 0 0,-7 1-16 0 0,-9-2-18 0 0,0 1 1 0 0,1 1-1 0 0,-1 1 1 0 0,-19 5-1 0 0,11-3 50 0 0,0-1-1 0 0,0-2 1 0 0,0 0 0 0 0,-1-2-1 0 0,-27-2 1 0 0,-12 0-14 0 0,-285 19-205 0 0,35 1-242 0 0,-588 13-287 0 0,805-28 514 0 0,0-4 1 0 0,-189-27 0 0 0,206 18 289 0 0,0 4 0 0 0,0 3 0 0 0,-1 4 1 0 0,-156 22-1 0 0,193-15-8 0 0,0-3 1 0 0,0-1-1 0 0,0-3 1 0 0,0-1-1 0 0,-52-7 1 0 0,67 4 140 0 0,1 1 1 0 0,-51 3 0 0 0,15 1-574 0 0,52-4-493 0 0,7-1 409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93 240 3225 0 0,'-3'-1'-86'0'0,"1"0"1"0"0,-1 0 0 0 0,0 0 0 0 0,0-1 0 0 0,1 1-1 0 0,-1-1 1 0 0,0 0 0 0 0,1 0 0 0 0,0 0-1 0 0,-1 0 1 0 0,1 0 0 0 0,-2-3 0 0 0,-13-10 12 0 0,1 6-56 0 0,14 9 305 0 0,0-1 0 0 0,0 0 0 0 0,-1-1 0 0 0,1 1 0 0 0,0 0-1 0 0,0-1 1 0 0,0 1 0 0 0,-3-4 0 0 0,5 4-157 0 0,-1 0 0 0 0,1 0 0 0 0,0 0 0 0 0,0 1 0 0 0,-1-1 0 0 0,1 0 0 0 0,0 0 0 0 0,0 0 0 0 0,0 0 0 0 0,0 0-1 0 0,0 0 1 0 0,0 0 0 0 0,0 0 0 0 0,0 0 0 0 0,0 0 0 0 0,1 0 0 0 0,-1 0 0 0 0,0 0 0 0 0,0 1 0 0 0,1-1 0 0 0,-1 0 0 0 0,1 0 0 0 0,-1 0 0 0 0,1 0 0 0 0,-1 1 0 0 0,1-1 0 0 0,0 0 0 0 0,0 0 0 0 0,37-49 13223 0 0,-35 44-13007 0 0,-1 1 0 0 0,1-1 0 0 0,0 1 0 0 0,1 0-1 0 0,-1 0 1 0 0,1 0 0 0 0,0 0 0 0 0,0 1-1 0 0,0 0 1 0 0,1-1 0 0 0,0 2 0 0 0,0-1 0 0 0,0 0-1 0 0,0 1 1 0 0,0 0 0 0 0,1 0 0 0 0,9-3 0 0 0,59-12 696 0 0,-68 17-903 0 0,1 0-1 0 0,0 1 0 0 0,0 0 0 0 0,0 0 0 0 0,0 0 0 0 0,0 1 0 0 0,-1 0 0 0 0,1 0 0 0 0,7 3 1 0 0,-11-2-28 0 0,0-1 1 0 0,0 1 0 0 0,-1 0 0 0 0,1 0-1 0 0,-1 0 1 0 0,1 1 0 0 0,-1-1 0 0 0,0 0 0 0 0,0 1-1 0 0,0 0 1 0 0,0-1 0 0 0,0 1 0 0 0,0 0 0 0 0,-1 0-1 0 0,0 0 1 0 0,1 0 0 0 0,-1 0 0 0 0,0 0 0 0 0,0 1-1 0 0,0 4 1 0 0,2 9-2 0 0,-1-1 0 0 0,1 27 0 0 0,-3-22 1 0 0,-1-1 0 0 0,-1 0 0 0 0,-1 0 0 0 0,-8 30 0 0 0,-31 76 0 0 0,25-77 0 0 0,15-46 11 0 0,1 0 1 0 0,1-1 0 0 0,-1 1-1 0 0,0-1 1 0 0,1 1 0 0 0,-1 0-1 0 0,1 0 1 0 0,0-1 0 0 0,-1 1-1 0 0,2 5 1 0 0,-1-7-8 0 0,1 0 0 0 0,-1-1 0 0 0,1 1-1 0 0,0 0 1 0 0,-1 0 0 0 0,1-1 0 0 0,0 1 0 0 0,0-1 0 0 0,-1 1 0 0 0,1-1 0 0 0,0 1-1 0 0,0-1 1 0 0,0 1 0 0 0,-1-1 0 0 0,1 0 0 0 0,0 1 0 0 0,0-1 0 0 0,0 0 0 0 0,0 0-1 0 0,0 0 1 0 0,0 0 0 0 0,0 1 0 0 0,0-1 0 0 0,0-1 0 0 0,-1 1 0 0 0,1 0 0 0 0,0 0-1 0 0,0 0 1 0 0,0 0 0 0 0,0-1 0 0 0,0 1 0 0 0,1-1 0 0 0,10-1-4 0 0,0 0 0 0 0,-1 0 0 0 0,1 1 0 0 0,0 1 0 0 0,15 1 0 0 0,-21 0 0 0 0,0 1 0 0 0,0-1 0 0 0,0 1 0 0 0,0 0 0 0 0,-1 1 0 0 0,1-1 0 0 0,-1 1 0 0 0,1 0 0 0 0,-1 0 0 0 0,0 1 0 0 0,9 8 0 0 0,-1-2 15 0 0,1 2 60 0 0,0 1-1 0 0,14 17 1 0 0,-25-27-64 0 0,-1-1 0 0 0,0 1 0 0 0,0-1 0 0 0,0 1-1 0 0,0 0 1 0 0,-1 0 0 0 0,1 0 0 0 0,-1 0 0 0 0,0 0 0 0 0,0 0-1 0 0,0 0 1 0 0,0 1 0 0 0,0-1 0 0 0,-1 0 0 0 0,1 1 0 0 0,-1-1 0 0 0,0 0-1 0 0,0 0 1 0 0,-1 6 0 0 0,0-6 8 0 0,-1 0 0 0 0,0 0-1 0 0,1 0 1 0 0,-1 0 0 0 0,0 0-1 0 0,-1 0 1 0 0,1 0 0 0 0,0-1 0 0 0,-1 1-1 0 0,1-1 1 0 0,-1 1 0 0 0,0-1 0 0 0,0 0-1 0 0,0 0 1 0 0,0-1 0 0 0,0 1 0 0 0,0-1-1 0 0,-1 1 1 0 0,-5 1 0 0 0,-8 2-78 0 0,-1 0 0 0 0,-26 3 0 0 0,39-7 21 0 0,-30 4-1662 0 0,-3 0-6162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7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9530 0 0,'3'-3'410'0'0,"0"0"0"0"0,-1 0 0 0 0,0 0 0 0 0,1 0 0 0 0,-1-1-1 0 0,0 1 1 0 0,1-5 0 0 0,-2 5-353 0 0,1-1 1 0 0,-1 1-1 0 0,1 0 0 0 0,0 0 0 0 0,0 0 1 0 0,1 0-1 0 0,-1 0 0 0 0,4-3 0 0 0,-1 1-51 0 0,5-4-36 0 0,1 0 0 0 0,19-13 1 0 0,-28 20 34 0 0,-1 1 0 0 0,1 0 0 0 0,0 0 1 0 0,0 0-1 0 0,-1 0 0 0 0,1 0 0 0 0,0 0 0 0 0,0 1 1 0 0,0-1-1 0 0,0 0 0 0 0,0 1 0 0 0,0 0 1 0 0,0-1-1 0 0,0 1 0 0 0,0 0 0 0 0,0 0 0 0 0,0 0 1 0 0,0 0-1 0 0,0 1 0 0 0,0-1 0 0 0,0 1 1 0 0,0-1-1 0 0,0 1 0 0 0,0-1 0 0 0,0 1 0 0 0,-1 0 1 0 0,3 1-1 0 0,-2 0 17 0 0,-1 0-1 0 0,1 1 1 0 0,-1-1 0 0 0,0 0 0 0 0,1 1-1 0 0,-1-1 1 0 0,0 1 0 0 0,-1-1-1 0 0,1 1 1 0 0,0 0 0 0 0,-1-1 0 0 0,1 1-1 0 0,-1 0 1 0 0,0 4 0 0 0,-1 45 569 0 0,0-38-493 0 0,7 298 4099 0 0,-6-310-4102 0 0,0 0 0 0 0,0 0 1 0 0,0 0-1 0 0,0 0 0 0 0,0 1 1 0 0,0-1-1 0 0,1 0 1 0 0,-1 0-1 0 0,1 0 0 0 0,0 0 1 0 0,-1-1-1 0 0,1 1 0 0 0,0 0 1 0 0,0 0-1 0 0,0 0 1 0 0,0 0-1 0 0,1-1 0 0 0,-1 1 1 0 0,0-1-1 0 0,1 1 0 0 0,-1-1 1 0 0,1 1-1 0 0,2 0 1 0 0,-2-1-40 0 0,0-1 1 0 0,1 0 0 0 0,-1 1 0 0 0,0-1 0 0 0,1 0-1 0 0,-1-1 1 0 0,1 1 0 0 0,-1 0 0 0 0,0-1 0 0 0,0 1 0 0 0,1-1-1 0 0,-1 0 1 0 0,0 0 0 0 0,0 0 0 0 0,0 0 0 0 0,1 0-1 0 0,-1 0 1 0 0,0-1 0 0 0,-1 1 0 0 0,4-3 0 0 0,107-90 468 0 0,-77 61-1067 0 0,60-42-1 0 0,-64 56-532 0 0,50-24 0 0 0,-13 13-36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57 1376 0 0,'-5'-5'365'0'0,"0"1"-1"0"0,0-1 0 0 0,0 1 1 0 0,-1 0-1 0 0,0 0 1 0 0,1 0-1 0 0,-2 1 0 0 0,1 0 1 0 0,-39-18 17873 0 0,47 37-18223 0 0,-1 0-1 0 0,-1 0 1 0 0,-4 31-1 0 0,1 34-17 0 0,5-47-6 0 0,1 0-1 0 0,13 51 1 0 0,-12-70 12 0 0,1 0 1 0 0,0 0-1 0 0,1-1 1 0 0,0 1-1 0 0,1-2 1 0 0,1 1-1 0 0,17 23 1 0 0,-24-35-6 0 0,1 0 0 0 0,0 0 0 0 0,0 0 1 0 0,0-1-1 0 0,0 1 0 0 0,0 0 0 0 0,0-1 0 0 0,0 1 0 0 0,1-1 1 0 0,-1 0-1 0 0,1 0 0 0 0,-1 0 0 0 0,1 0 0 0 0,-1 0 0 0 0,1-1 0 0 0,-1 1 1 0 0,1-1-1 0 0,2 1 0 0 0,0-1 0 0 0,0-1-1 0 0,0 1 1 0 0,0-1-1 0 0,0 0 1 0 0,-1 0-1 0 0,1 0 1 0 0,0-1-1 0 0,-1 0 1 0 0,6-2 0 0 0,7-6-74 0 0,0-1 0 0 0,0 0 1 0 0,25-24-1 0 0,-39 32 47 0 0,28-24-369 0 0,49-39-668 0 0,-67 57-517 0 0,1 0 0 0 0,19-9 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6913 0 0,'-64'6'2275'0'0,"52"-6"-1110"0"0,-1 0 1 0 0,0 1-1 0 0,0 1 0 0 0,1 0 1 0 0,-1 1-1 0 0,1 0 0 0 0,-1 1 1 0 0,-12 5-1 0 0,24-8-1032 0 0,-1 0-1 0 0,1 1 0 0 0,0-1 1 0 0,0 0-1 0 0,0 0 0 0 0,0 1 1 0 0,0-1-1 0 0,0 0 0 0 0,0 1 1 0 0,1-1-1 0 0,-1 1 0 0 0,0-1 1 0 0,1 1-1 0 0,-1-1 0 0 0,1 1 1 0 0,0 0-1 0 0,-1-1 0 0 0,1 1 1 0 0,0 0-1 0 0,0-1 1 0 0,0 1-1 0 0,0 0 0 0 0,0-1 1 0 0,1 1-1 0 0,-1-1 0 0 0,0 1 1 0 0,1 0-1 0 0,-1-1 0 0 0,1 1 1 0 0,0 1-1 0 0,4 10-255 0 0,0 0 0 0 0,11 20 0 0 0,-7-16 451 0 0,119 249 418 0 0,-64-158-7596 0 0,-43-73-726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267 178 1376 0 0,'-14'6'531'0'0,"1"0"0"0"0,-2-1-1 0 0,1-1 1 0 0,-1 0 0 0 0,1-1-1 0 0,-1 0 1 0 0,0-2 0 0 0,-24 1-1 0 0,11-3 2822 0 0,-50-7-1 0 0,71 6-736 0 0,16 2-591 0 0,-3-1-1869 0 0,69-8 648 0 0,99 1 1 0 0,-36 3-312 0 0,-38-1-441 0 0,490-52 1363 0 0,-406 24-670 0 0,214-11 0 0 0,-336 38-2187 0 0,-57 6 1008 0 0,0 0-1 0 0,-1-1 1 0 0,1 1 0 0 0,-1-1 0 0 0,0 0-1 0 0,0 0 1 0 0,0-1 0 0 0,0 1 0 0 0,0-1-1 0 0,7-6 1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37 5529 0 0,'-1'0'280'0'0,"0"0"-1"0"0,-1 0 0 0 0,1 0 1 0 0,0 0-1 0 0,0 0 0 0 0,0 0 1 0 0,0 0-1 0 0,0-1 0 0 0,-1 1 1 0 0,1 0-1 0 0,0-1 0 0 0,0 1 1 0 0,0-1-1 0 0,0 1 0 0 0,0-1 1 0 0,0 1-1 0 0,0-1 0 0 0,0 0 1 0 0,0 0-1 0 0,0 1 0 0 0,1-1 1 0 0,-1 0-1 0 0,0 0 0 0 0,-1-2 1 0 0,2 3-134 0 0,0 0 1 0 0,0-1 0 0 0,0 1-1 0 0,0-1 1 0 0,0 1 0 0 0,0 0-1 0 0,0-1 1 0 0,0 1 0 0 0,0-1-1 0 0,0 1 1 0 0,0 0 0 0 0,0-1 0 0 0,3-3 1613 0 0,-2 4-1613 0 0,17-8 1383 0 0,4 5-1011 0 0,-1 1 0 0 0,1 0 0 0 0,0 2 0 0 0,34 4 0 0 0,84 20 54 0 0,-18-3-412 0 0,-116-19-281 0 0,0-2 0 0 0,0 1 1 0 0,1-1-1 0 0,-1 1 0 0 0,0-2 0 0 0,1 1 0 0 0,-1-1 1 0 0,0 0-1 0 0,0 0 0 0 0,0-1 0 0 0,0 0 1 0 0,0 0-1 0 0,0 0 0 0 0,0-1 0 0 0,10-5 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1527 3889 0 0,'-4'-7'5777'0'0,"6"2"-4951"0"0,2-10-554 0 0,-1 0 0 0 0,-1 0 0 0 0,0 0 0 0 0,-1-1 0 0 0,-1 1 0 0 0,0 0 0 0 0,-1-1 0 0 0,-1 1 0 0 0,-4-19 0 0 0,-18-152 3007 0 0,-9-52 42 0 0,17 139-1870 0 0,-4-177-1 0 0,18 228-1374 0 0,0-6-8 0 0,-3 1 0 0 0,-15-62 0 0 0,13 85-39 0 0,-2 0-1 0 0,-1 0 1 0 0,-1 1 0 0 0,-1 0-1 0 0,-19-29 1 0 0,29 55-37 0 0,0-1-158 0 0,-1 0 1 0 0,1 0-1 0 0,0-1 0 0 0,0 1 0 0 0,1 0 0 0 0,-3-8 0 0 0,4 11 65 0 0,0 0-1 0 0,0 0 1 0 0,0 0-1 0 0,0 0 0 0 0,0 0 1 0 0,0 0-1 0 0,1-1 1 0 0,-1 1-1 0 0,0 0 1 0 0,1 0-1 0 0,-1 0 1 0 0,0 0-1 0 0,1 0 1 0 0,-1 0-1 0 0,1 0 0 0 0,0 0 1 0 0,-1 0-1 0 0,1 0 1 0 0,0 1-1 0 0,0-1 1 0 0,-1 0-1 0 0,1 0 1 0 0,0 1-1 0 0,0-1 0 0 0,0 0 1 0 0,0 1-1 0 0,0-1 1 0 0,0 1-1 0 0,0-1 1 0 0,0 1-1 0 0,2-1 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150 601 3041 0 0,'-2'-21'1612'0'0,"0"1"1"0"0,-1 0-1 0 0,-1 0 1 0 0,-8-21-1 0 0,-4-21 1433 0 0,6-2-970 0 0,6 33-1043 0 0,-10-35 1 0 0,11 56-908 0 0,-1 0 1 0 0,0-1-1 0 0,0 1 1 0 0,-1 1 0 0 0,0-1-1 0 0,-1 1 1 0 0,-8-11-1 0 0,9 13-194 0 0,1 0 0 0 0,-1 0-1 0 0,1-1 1 0 0,1 1 0 0 0,0-1-1 0 0,0 0 1 0 0,0 0 0 0 0,1-1-1 0 0,0 1 1 0 0,1 0 0 0 0,-1-1 0 0 0,1-13-1 0 0,1 14-940 0 0,1 1 0 0 0,-1-1 0 0 0,1 0-1 0 0,4-12 1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1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9674 0 0,'13'6'6881'0'0,"12"15"-4951"0"0,-12-9-1198 0 0,15 10-506 0 0,-1 2 0 0 0,-1 1-1 0 0,-1 2 1 0 0,-2 0-1 0 0,-1 1 1 0 0,-1 1 0 0 0,-1 1-1 0 0,-2 1 1 0 0,-1 1-1 0 0,-1 0 1 0 0,21 66 0 0 0,-8 2-940 0 0,35 102-5007 0 0,-52-171-943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38 104 3681 0 0,'-2'0'376'0'0,"-1"-1"-1"0"0,1 0 1 0 0,0 0 0 0 0,0 0 0 0 0,0 0 0 0 0,0 0 0 0 0,0 0-1 0 0,0-1 1 0 0,0 1 0 0 0,0 0 0 0 0,0-1 0 0 0,1 0 0 0 0,-1 1-1 0 0,1-1 1 0 0,-1 0 0 0 0,-1-3 0 0 0,2 4-69 0 0,1-1 1 0 0,-1 1-1 0 0,1-1 1 0 0,0 1-1 0 0,-1-1 1 0 0,1 1-1 0 0,0-1 1 0 0,0 0-1 0 0,0 1 1 0 0,0-1-1 0 0,0 1 0 0 0,0-1 1 0 0,1 1-1 0 0,-1-1 1 0 0,1 1-1 0 0,-1-1 1 0 0,1 1-1 0 0,-1-1 1 0 0,2-1-1 0 0,-1 0 165 0 0,1 0 0 0 0,0 0 0 0 0,0 0 0 0 0,1 0 0 0 0,-1 1-1 0 0,1-1 1 0 0,-1 1 0 0 0,6-5 0 0 0,-4 5-387 0 0,-1 0 1 0 0,1-1-1 0 0,0 1 0 0 0,0 1 1 0 0,0-1-1 0 0,0 0 0 0 0,7-1 1 0 0,-7 3-86 0 0,0 0 0 0 0,1 0 0 0 0,-1 0 0 0 0,0 0 0 0 0,0 1 0 0 0,0 0 0 0 0,0 0 0 0 0,0 0 0 0 0,0 0 0 0 0,0 0 0 0 0,0 1 0 0 0,0 0 0 0 0,0 0 0 0 0,-1 0 0 0 0,1 0 0 0 0,-1 0 0 0 0,1 1 0 0 0,-1 0 0 0 0,0 0 0 0 0,0-1 0 0 0,0 2 0 0 0,4 5 0 0 0,2 2 0 0 0,-2 0 0 0 0,1 0 0 0 0,-2 1 0 0 0,1 0 0 0 0,8 24 0 0 0,-8-12 0 0 0,-2 1 0 0 0,0 1 0 0 0,-2-1 0 0 0,0 0 0 0 0,-2 1 0 0 0,-2 27 0 0 0,3 43 0 0 0,-3-95 15 0 0,1 0 0 0 0,0 0 0 0 0,0 0 0 0 0,1 0 0 0 0,-1 0 1 0 0,0 1-1 0 0,0-1 0 0 0,0 0 0 0 0,1 0 0 0 0,-1 0 0 0 0,1 0 1 0 0,-1 0-1 0 0,1 0 0 0 0,-1 0 0 0 0,1 0 0 0 0,-1 0 0 0 0,1 0 0 0 0,0-1 1 0 0,1 2-1 0 0,-2-2 11 0 0,1 1 1 0 0,-1-1-1 0 0,1 0 0 0 0,0 0 1 0 0,-1 0-1 0 0,1 0 0 0 0,0 0 1 0 0,-1 0-1 0 0,1 0 0 0 0,0 0 1 0 0,0 0-1 0 0,-1 0 0 0 0,1 0 1 0 0,-1-1-1 0 0,1 1 0 0 0,0 0 1 0 0,-1 0-1 0 0,1-1 0 0 0,0 1 1 0 0,-1 0-1 0 0,1-1 0 0 0,-1 1 1 0 0,1-1-1 0 0,7-6 245 0 0,-1 1 0 0 0,-1-1 0 0 0,11-13 0 0 0,-7 8-295 0 0,54-62 334 0 0,9-8-790 0 0,-23 29-5725 0 0,-15 18-1002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7.3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767 502 4041 0 0,'-6'-3'33'0'0,"-1"-1"0"0"0,1 0 0 0 0,0 0 1 0 0,1-1-1 0 0,-1 0 0 0 0,1 0 0 0 0,0 0 0 0 0,0 0 0 0 0,0-1 0 0 0,1 0 1 0 0,-4-7-1 0 0,-3-6 92 0 0,2-1 1 0 0,-10-27 0 0 0,10 25 28 0 0,-9-33-87 0 0,-13-63-1 0 0,-7-20-72 0 0,38 137 19 0 0,0 0 0 0 0,0 0 0 0 0,0 1 1 0 0,0-1-1 0 0,-1 0 0 0 0,1 0 0 0 0,0 1 0 0 0,0-1 0 0 0,-1 0 0 0 0,1 0 0 0 0,-1 1 1 0 0,1-1-1 0 0,-1 1 0 0 0,1-1 0 0 0,-1 0 0 0 0,1 1 0 0 0,-1-1 0 0 0,1 1 0 0 0,-1-1 0 0 0,0 1 1 0 0,1-1-1 0 0,-1 1 0 0 0,0 0 0 0 0,1-1 0 0 0,-1 1 0 0 0,0 0 0 0 0,0 0 0 0 0,1-1 1 0 0,-2 1-1 0 0,1 0 43 0 0,-1 1 0 0 0,1-1 0 0 0,0 1 1 0 0,0-1-1 0 0,-1 1 0 0 0,1 0 0 0 0,0 0 1 0 0,0-1-1 0 0,0 1 0 0 0,0 0 0 0 0,0 0 0 0 0,0 0 1 0 0,0 0-1 0 0,0 0 0 0 0,0 1 0 0 0,-27 46 1575 0 0,28-47-1617 0 0,-151 379 1123 0 0,55-127-707 0 0,-157 320 1963 0 0,250-567-2300 0 0,5-6-110 0 0,10-15-234 0 0,17-27-319 0 0,135-315-1154 0 0,-36 67 2101 0 0,1 66-243 0 0,-107 191-111 0 0,2 1 1 0 0,1 1-1 0 0,2 1 1 0 0,43-37-1 0 0,-66 63-20 0 0,1 0 0 0 0,0 0 1 0 0,0 0-1 0 0,1 1 0 0 0,-1 0 0 0 0,1 0 0 0 0,-1 0 0 0 0,12-3 0 0 0,-15 6-1 0 0,-1-1-1 0 0,1 1 1 0 0,-1 0-1 0 0,0 0 0 0 0,1 0 1 0 0,-1 0-1 0 0,1 0 1 0 0,-1 1-1 0 0,0-1 1 0 0,1 0-1 0 0,-1 1 1 0 0,0-1-1 0 0,1 1 0 0 0,-1-1 1 0 0,0 1-1 0 0,1-1 1 0 0,1 3-1 0 0,-1-2 1 0 0,0 1 0 0 0,-1 0 0 0 0,1 0 0 0 0,-1 0-1 0 0,1 0 1 0 0,-1 1 0 0 0,0-1 0 0 0,0 0 0 0 0,1 0 0 0 0,-2 1 0 0 0,1-1-1 0 0,0 1 1 0 0,0 2 0 0 0,4 21 25 0 0,-1 0 0 0 0,-1 1 0 0 0,-1-1 0 0 0,-3 40 0 0 0,-17 107 56 0 0,12-131-42 0 0,-36 233 512 0 0,-80 273-1 0 0,116-530-428 0 0,4-13-21 0 0,1 1-1 0 0,-1-1 1 0 0,1 1 0 0 0,0-1-1 0 0,0 1 1 0 0,0-1-1 0 0,1 1 1 0 0,-1 0-1 0 0,2 9 1 0 0,0-14-78 0 0,-1 0-1 0 0,1-1 1 0 0,-1 1-1 0 0,1 0 1 0 0,-1-1-1 0 0,1 1 1 0 0,-1-1 0 0 0,1 1-1 0 0,-1 0 1 0 0,1-1-1 0 0,0 1 1 0 0,-1-1-1 0 0,1 0 1 0 0,0 1-1 0 0,0-1 1 0 0,-1 0 0 0 0,1 1-1 0 0,0-1 1 0 0,0 0-1 0 0,0 0 1 0 0,-1 1-1 0 0,1-1 1 0 0,0 0 0 0 0,0 0-1 0 0,0 0 1 0 0,0 0-1 0 0,-1 0 1 0 0,1 0-1 0 0,0 0 1 0 0,0-1-1 0 0,0 1 1 0 0,-1 0 0 0 0,1 0-1 0 0,0-1 1 0 0,0 1-1 0 0,-1 0 1 0 0,1-1-1 0 0,0 1 1 0 0,0-1-1 0 0,0 0 1 0 0,35-20 214 0 0,-35 21-226 0 0,14-12-198 0 0,0 0 0 0 0,-1-1 0 0 0,0 0 0 0 0,-1-1 0 0 0,21-29 0 0 0,48-88-438 0 0,-59 92 544 0 0,72-129-248 0 0,-43 71 535 0 0,5 3-1 0 0,94-120 1 0 0,-143 203-110 0 0,-5 6-55 0 0,0 1 1 0 0,0 0 0 0 0,1 0 0 0 0,0 0 0 0 0,-1 0 0 0 0,1 1 0 0 0,0-1-1 0 0,0 1 1 0 0,1 0 0 0 0,-1 0 0 0 0,9-4 0 0 0,-32 48-694 0 0,-145 272 176 0 0,-129 220 2930 0 0,285-522-2254 0 0,4-5 16 0 0,0 1 0 0 0,0-1 0 0 0,0 1 0 0 0,1 0 0 0 0,-2 8 0 0 0,4-15-205 0 0,1 0 0 0 0,0 0 0 0 0,0 0 0 0 0,0 0 1 0 0,0 0-1 0 0,0 1 0 0 0,0-1 0 0 0,0 0 0 0 0,0 0 0 0 0,0 0 0 0 0,0 0 1 0 0,0 1-1 0 0,-1-1 0 0 0,1 0 0 0 0,0 0 0 0 0,0 0 0 0 0,0 0 1 0 0,0 1-1 0 0,0-1 0 0 0,0 0 0 0 0,1 0 0 0 0,-1 0 0 0 0,0 0 1 0 0,0 1-1 0 0,0-1 0 0 0,0 0 0 0 0,0 0 0 0 0,0 0 0 0 0,0 0 1 0 0,0 0-1 0 0,0 1 0 0 0,0-1 0 0 0,0 0 0 0 0,1 0 0 0 0,-1 0 0 0 0,0 0 1 0 0,0 0-1 0 0,0 0 0 0 0,0 0 0 0 0,0 1 0 0 0,0-1 0 0 0,1 0 1 0 0,-1 0-1 0 0,0 0 0 0 0,0 0 0 0 0,1 0 0 0 0,9-4 270 0 0,11-11-519 0 0,7-15-248 0 0,-1-2 0 0 0,-2-1 0 0 0,27-44-1 0 0,-10 14 292 0 0,2-2 231 0 0,-24 32 42 0 0,2 1 0 0 0,1 2 1 0 0,52-55-1 0 0,-74 84-98 0 0,0 0-1 0 0,0 0 1 0 0,1 0 0 0 0,-1 0-1 0 0,0 0 1 0 0,1 0-1 0 0,-1 0 1 0 0,1 0 0 0 0,-1 1-1 0 0,0-1 1 0 0,1 0 0 0 0,0 1-1 0 0,1-1 1 0 0,-2 1-1 0 0,-1 0 0 0 0,1 0 1 0 0,-1 0-1 0 0,0 0 0 0 0,1 1 1 0 0,-1-1-1 0 0,1 0 0 0 0,-1 0 1 0 0,0 0-1 0 0,1 1 0 0 0,-1-1 1 0 0,0 0-1 0 0,1 0 0 0 0,-1 1 1 0 0,0-1-1 0 0,1 0 0 0 0,-1 1 1 0 0,0-1-1 0 0,0 0 0 0 0,1 1 1 0 0,-1-1-1 0 0,0 0 0 0 0,0 1 1 0 0,0-1-1 0 0,0 0 0 0 0,1 1 1 0 0,-1-1-1 0 0,0 1 0 0 0,0-1 1 0 0,0 0-1 0 0,0 1 0 0 0,0 4-147 0 0,0 0-1 0 0,0 0 0 0 0,0 0 1 0 0,-1 0-1 0 0,1 0 0 0 0,-4 9 0 0 0,-46 142-958 0 0,-103 217 0 0 0,117-290 1335 0 0,-33 64 411 0 0,-40 100 2956 0 0,108-247-3526 0 0,1 1 0 0 0,0-1 0 0 0,-1 0-1 0 0,1 1 1 0 0,0-1 0 0 0,-1 1 0 0 0,1-1 0 0 0,0 1-1 0 0,0-1 1 0 0,0 1 0 0 0,0-1 0 0 0,-1 1 0 0 0,1-1-1 0 0,0 1 1 0 0,0-1 0 0 0,0 1 0 0 0,0-1 0 0 0,0 1-1 0 0,0-1 1 0 0,0 1 0 0 0,0-1 0 0 0,0 1 0 0 0,0-1-1 0 0,1 1 1 0 0,-1-1 0 0 0,0 1 0 0 0,0-1 0 0 0,0 1-1 0 0,1-1 1 0 0,-1 1 0 0 0,0-1 0 0 0,0 0-1 0 0,1 1 1 0 0,-1-1 0 0 0,0 1 0 0 0,1-1 0 0 0,0 1-1 0 0,1-1-17 0 0,-1 0 0 0 0,1-1 0 0 0,-1 1-1 0 0,1 0 1 0 0,-1-1 0 0 0,1 1-1 0 0,-1-1 1 0 0,1 1 0 0 0,-1-1 0 0 0,1 0-1 0 0,-1 0 1 0 0,2-1 0 0 0,41-31-340 0 0,203-238-1429 0 0,-73 73 1439 0 0,294-341 236 0 0,-447 511 89 0 0,48-57-2 0 0,-61 75-26 0 0,1 2 0 0 0,0-1 0 0 0,0 2 0 0 0,1-1-1 0 0,0 1 1 0 0,16-9 0 0 0,-25 15-3 0 0,0 1-1 0 0,0-1 0 0 0,0 0 1 0 0,1 1-1 0 0,-1-1 1 0 0,0 1-1 0 0,0 0 1 0 0,0-1-1 0 0,1 1 0 0 0,-1 0 1 0 0,0-1-1 0 0,1 1 1 0 0,-1 0-1 0 0,0 0 1 0 0,0 0-1 0 0,1 0 0 0 0,-1 1 1 0 0,0-1-1 0 0,0 0 1 0 0,1 0-1 0 0,-1 1 0 0 0,0-1 1 0 0,0 1-1 0 0,1-1 1 0 0,0 1-1 0 0,-1 1-4 0 0,0-1 0 0 0,0 0 0 0 0,0 1 1 0 0,0-1-1 0 0,-1 1 0 0 0,1-1 0 0 0,0 1 0 0 0,-1-1 0 0 0,1 1 0 0 0,-1 0 0 0 0,1-1 0 0 0,-1 1 1 0 0,0 0-1 0 0,0-1 0 0 0,0 1 0 0 0,0 2 0 0 0,-1 9-45 0 0,0 0 1 0 0,-1 1-1 0 0,-6 20 1 0 0,8-33 49 0 0,-158 469 1023 0 0,53-175-63 0 0,86-238-776 0 0,3-11-20 0 0,-20 89 1 0 0,36-132-155 0 0,-1 0 0 0 0,1 0 0 0 0,0 0 0 0 0,-1-1 0 0 0,1 1 1 0 0,0 0-1 0 0,1 0 0 0 0,-1 0 0 0 0,1 0 0 0 0,-1-1 1 0 0,1 1-1 0 0,0 0 0 0 0,2 4 0 0 0,-2-6-4 0 0,-1 0 0 0 0,1 0-1 0 0,0 0 1 0 0,1 0 0 0 0,-1 0-1 0 0,0 0 1 0 0,0-1 0 0 0,0 1 0 0 0,0 0-1 0 0,1-1 1 0 0,-1 1 0 0 0,0-1 0 0 0,1 1-1 0 0,-1-1 1 0 0,0 0 0 0 0,1 0 0 0 0,-1 1-1 0 0,0-1 1 0 0,1 0 0 0 0,-1 0 0 0 0,0 0-1 0 0,1 0 1 0 0,-1-1 0 0 0,0 1 0 0 0,1 0-1 0 0,-1-1 1 0 0,0 1 0 0 0,1-1 0 0 0,1 0-1 0 0,9-3-173 0 0,1-1-1 0 0,-1-1 0 0 0,0 0 0 0 0,0-1 1 0 0,17-12-1 0 0,52-47-631 0 0,-58 46 613 0 0,92-88-751 0 0,111-134 1 0 0,-215 229 916 0 0,-1 2 34 0 0,40-42 244 0 0,-45 48-231 0 0,0 1-1 0 0,0-1 0 0 0,0 1 0 0 0,1 1 1 0 0,0-1-1 0 0,0 1 0 0 0,0 0 1 0 0,8-3-1 0 0,-14 6-23 0 0,1 0 1 0 0,-1 0-1 0 0,1-1 0 0 0,0 1 0 0 0,-1 0 1 0 0,1 0-1 0 0,-1 0 0 0 0,1 0 1 0 0,0 0-1 0 0,-1 0 0 0 0,1 0 1 0 0,-1 0-1 0 0,1 0 0 0 0,0 0 0 0 0,-1 0 1 0 0,1 0-1 0 0,-1 1 0 0 0,1-1 1 0 0,0 0-1 0 0,-1 0 0 0 0,1 1 1 0 0,-1-1-1 0 0,1 0 0 0 0,-1 1 0 0 0,1-1 1 0 0,-1 0-1 0 0,1 1 0 0 0,-1-1 1 0 0,0 1-1 0 0,1-1 0 0 0,-1 1 1 0 0,0-1-1 0 0,1 1 0 0 0,-1-1 1 0 0,0 1-1 0 0,1-1 0 0 0,-1 1 0 0 0,0-1 1 0 0,0 1-1 0 0,0 0 0 0 0,1-1 1 0 0,-1 1-1 0 0,0-1 0 0 0,0 1 1 0 0,0 0-1 0 0,0-1 0 0 0,0 1 0 0 0,0-1 1 0 0,0 1-1 0 0,-1 0 0 0 0,-5 35-27 0 0,5-33 31 0 0,-37 118 1403 0 0,-96 202 1 0 0,52-136 602 0 0,81-182-1951 0 0,-3 2 166 0 0,2 0 0 0 0,-1 0 1 0 0,1 0-1 0 0,0 0 0 0 0,-2 13 0 0 0,4-18-187 0 0,0-1 0 0 0,0 0-1 0 0,0 0 1 0 0,0 1-1 0 0,0-1 1 0 0,1 0-1 0 0,-1 0 1 0 0,0 1 0 0 0,1-1-1 0 0,-1 0 1 0 0,1 0-1 0 0,-1 0 1 0 0,1 0-1 0 0,-1 1 1 0 0,1-1 0 0 0,0 0-1 0 0,0 0 1 0 0,-1 0-1 0 0,1 0 1 0 0,0-1-1 0 0,0 1 1 0 0,0 0-1 0 0,0 0 1 0 0,0 0 0 0 0,0-1-1 0 0,0 1 1 0 0,0-1-1 0 0,1 1 1 0 0,-1-1-1 0 0,0 1 1 0 0,0-1 0 0 0,0 1-1 0 0,1-1 1 0 0,-1 0-1 0 0,0 0 1 0 0,0 0-1 0 0,1 0 1 0 0,-1 0 0 0 0,0 0-1 0 0,0 0 1 0 0,3 0-1 0 0,8-1-79 0 0,1 0 1 0 0,-1-1-1 0 0,0 0 0 0 0,0-1 0 0 0,1 0 0 0 0,15-7 0 0 0,70-37-1528 0 0,-51 24-268 0 0,0 0-4656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9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505 102 8754 0 0,'-6'1'228'0'0,"2"0"-148"0"0,-1-1 0 0 0,1 1 0 0 0,-1 0 0 0 0,1 0 0 0 0,-1 1 0 0 0,1-1 0 0 0,0 1 0 0 0,0 0 0 0 0,0 0 0 0 0,0 1 0 0 0,0-1 0 0 0,0 1 0 0 0,1 0 0 0 0,-7 6 0 0 0,-61 65 1405 0 0,26-28-1326 0 0,2 1 0 0 0,-43 63 0 0 0,28-16-313 0 0,-63 145 0 0 0,120-238 146 0 0,0 0-1 0 0,0 0 1 0 0,1 1 0 0 0,-1-1-1 0 0,1 1 1 0 0,-1-1 0 0 0,1 1-1 0 0,-1-1 1 0 0,1 0 0 0 0,0 1-1 0 0,0-1 1 0 0,0 1 0 0 0,0 0-1 0 0,0-1 1 0 0,0 3 0 0 0,0-4 5 0 0,1 0 1 0 0,-1 1 0 0 0,0-1-1 0 0,1 0 1 0 0,-1 1-1 0 0,1-1 1 0 0,-1 0 0 0 0,0 0-1 0 0,1 1 1 0 0,-1-1 0 0 0,1 0-1 0 0,-1 0 1 0 0,0 0-1 0 0,1 0 1 0 0,-1 1 0 0 0,1-1-1 0 0,-1 0 1 0 0,1 0-1 0 0,-1 0 1 0 0,1 0 0 0 0,-1 0-1 0 0,1 0 1 0 0,-1 0-1 0 0,1 0 1 0 0,-1 0 0 0 0,1-1-1 0 0,-1 1 1 0 0,0 0-1 0 0,1 0 1 0 0,0 0 0 0 0,6-3 1 0 0,0 0 1 0 0,0-1-1 0 0,0 1 1 0 0,9-8-1 0 0,48-37 503 0 0,94-93 0 0 0,-64 53-144 0 0,251-179 496 0 0,-278 219-157 0 0,115-109 1 0 0,-233 213 178 0 0,-60 87 0 0 0,2-3-953 0 0,14-28-61 0 0,-295 382-124 0 0,384-484 293 0 0,-18 28-76 0 0,23-36 61 0 0,0-1 0 0 0,0 1 0 0 0,0 0 0 0 0,1-1-1 0 0,-1 1 1 0 0,1 0 0 0 0,-1 0 0 0 0,1 0 0 0 0,0-1 0 0 0,0 1 0 0 0,-1 0 0 0 0,1 0-1 0 0,0 0 1 0 0,1 0 0 0 0,-1-1 0 0 0,0 1 0 0 0,0 0 0 0 0,1 0 0 0 0,0 2 0 0 0,0-3 8 0 0,0-1 1 0 0,0 1 0 0 0,-1-1 0 0 0,1 1 0 0 0,0-1 0 0 0,0 1-1 0 0,0-1 1 0 0,0 1 0 0 0,0-1 0 0 0,0 0 0 0 0,0 1 0 0 0,-1-1 0 0 0,1 0-1 0 0,0 0 1 0 0,0 0 0 0 0,0 0 0 0 0,0 0 0 0 0,0 0 0 0 0,0 0-1 0 0,0 0 1 0 0,0 0 0 0 0,0 0 0 0 0,0-1 0 0 0,0 1 0 0 0,0 0-1 0 0,0-1 1 0 0,0 1 0 0 0,1-1 0 0 0,27-13-92 0 0,-2-3 57 0 0,0-1-1 0 0,0-1 1 0 0,24-25 0 0 0,68-74 354 0 0,-60 58-288 0 0,92-105 43 0 0,-1 3-649 0 0,-136 150 30 0 0,-17 18-263 0 0,-21 25-514 0 0,21-27 1226 0 0,-93 131-1470 0 0,19-24 1583 0 0,-355 536-936 0 0,415-617 904 0 0,-118 212 919 0 0,132-236-767 0 0,1-1-1 0 0,0 1 1 0 0,-1-1-1 0 0,2 1 0 0 0,-1 0 1 0 0,1-1-1 0 0,-2 12 1 0 0,3-15-136 0 0,0-1 0 0 0,0 0 0 0 0,0 0 0 0 0,0 0 0 0 0,1 0 0 0 0,-1 1 0 0 0,0-1 0 0 0,1 0 0 0 0,-1 0 0 0 0,0 0 0 0 0,1 0 0 0 0,0 0 0 0 0,-1 0 0 0 0,1 0 0 0 0,-1 0-1 0 0,1 0 1 0 0,0 0 0 0 0,0 0 0 0 0,0-1 0 0 0,0 1 0 0 0,-1 0 0 0 0,1 0 0 0 0,0-1 0 0 0,0 1 0 0 0,0 0 0 0 0,0-1 0 0 0,1 1 0 0 0,-1-1 0 0 0,0 0 0 0 0,0 1 0 0 0,0-1 0 0 0,0 0 0 0 0,0 0 0 0 0,1 1 0 0 0,-1-1 0 0 0,0 0 0 0 0,0 0 0 0 0,0 0 0 0 0,0-1 0 0 0,1 1 0 0 0,-1 0 0 0 0,0 0 0 0 0,0-1 0 0 0,1 1 0 0 0,10-3-134 0 0,0 1-1 0 0,0-1 1 0 0,-1-1 0 0 0,1 0 0 0 0,-1-1 0 0 0,0 0-1 0 0,-1-1 1 0 0,19-12 0 0 0,77-68-1835 0 0,-71 56 1579 0 0,325-298-1601 0 0,-10 9 857 0 0,-333 304 1142 0 0,-10 8 203 0 0,1 0 0 0 0,-1 0 0 0 0,2 1 0 0 0,-1 0 0 0 0,1 0 0 0 0,0 1 0 0 0,0 0 0 0 0,27 5 3504 0 0,-37 0-3679 0 0,-9 24 1107 0 0,9-20-982 0 0,-212 392 2668 0 0,120-231-2893 0 0,66-118-32 0 0,15-30 44 0 0,1 2 1 0 0,1-1-1 0 0,0 1 1 0 0,2 1-1 0 0,0 0 1 0 0,-9 39-1 0 0,17-59 3 0 0,-1 1 0 0 0,1 0 0 0 0,0-1 0 0 0,0 1 0 0 0,0 0 0 0 0,0-1 0 0 0,0 1 0 0 0,0 0 0 0 0,0 0 0 0 0,0-1 0 0 0,0 1 0 0 0,0 0 0 0 0,1-1 0 0 0,-1 1 0 0 0,0 0 0 0 0,0-1 0 0 0,1 1 0 0 0,-1 0 0 0 0,0-1 0 0 0,1 1 0 0 0,-1-1 0 0 0,0 1 0 0 0,1-1 0 0 0,-1 1 0 0 0,1-1 0 0 0,-1 1 0 0 0,1-1 0 0 0,-1 1 0 0 0,1-1 0 0 0,0 1-1 0 0,-1-1 1 0 0,1 0 0 0 0,-1 1 0 0 0,1-1 0 0 0,0 0 0 0 0,-1 0 0 0 0,1 0 0 0 0,0 1 0 0 0,0-1 0 0 0,-1 0 0 0 0,1 0 0 0 0,0 0 0 0 0,-1 0 0 0 0,1 0 0 0 0,0 0 0 0 0,-1 0 0 0 0,1 0 0 0 0,0 0 0 0 0,0-1 0 0 0,-1 1 0 0 0,1 0 0 0 0,-1 0 0 0 0,1-1 0 0 0,0 1 0 0 0,0-1 0 0 0,38-17-1861 0 0,-2-11 762 0 0,0-1 0 0 0,52-55 0 0 0,-58 52 1492 0 0,1 2 0 0 0,2 2 0 0 0,46-32 1 0 0,57-29 2053 0 0,144-83-2000 0 0,-279 172-442 0 0,1-1 0 0 0,0 1 0 0 0,-1 0 0 0 0,1 0 0 0 0,0 0 0 0 0,-1 0 0 0 0,1 0 0 0 0,0 1 0 0 0,0-1 0 0 0,0 1 0 0 0,-1 0 0 0 0,1 0 0 0 0,3 0 0 0 0,-5 0 8 0 0,-1 0 0 0 0,1 0 1 0 0,-1 1-1 0 0,1-1 0 0 0,-1 0 0 0 0,1 0 0 0 0,-1 1 1 0 0,0-1-1 0 0,1 0 0 0 0,-1 1 0 0 0,1-1 1 0 0,-1 0-1 0 0,0 1 0 0 0,1-1 0 0 0,-1 1 0 0 0,0-1 1 0 0,1 1-1 0 0,-1-1 0 0 0,0 1 0 0 0,0-1 1 0 0,0 1-1 0 0,1-1 0 0 0,-1 1 0 0 0,0-1 0 0 0,0 1 1 0 0,0 0-1 0 0,0 1-13 0 0,0 1 0 0 0,0-1 0 0 0,0 0 0 0 0,-1 1 0 0 0,1-1 0 0 0,-1 0 0 0 0,1 1 0 0 0,-1-1-1 0 0,-1 3 1 0 0,-15 33-304 0 0,-1 0 0 0 0,-36 53 0 0 0,-57 66 104 0 0,87-125 313 0 0,-16 21-36 0 0,-35 49 184 0 0,65-87-373 0 0,1 1 0 0 0,1 0 0 0 0,0 1 0 0 0,-10 29 0 0 0,12-5-3373 0 0,9-4-1233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5529 0 0,'13'3'4856'0'0,"12"2"-2280"0"0,-3-4 68 0 0,41-5-1 0 0,18 1-363 0 0,75 16-631 0 0,-93-5-1595 0 0,1-3-1 0 0,1-3 1 0 0,119-11-1 0 0,-56-22 8 0 0,-95 21 8 0 0,1 1 1 0 0,65-7 0 0 0,-98 16-109 0 0,1-1 0 0 0,0 1 0 0 0,0 0 0 0 0,0 0 0 0 0,0 0 0 0 0,0 1 0 0 0,-1-1 0 0 0,1 0 0 0 0,0 1 0 0 0,0-1 0 0 0,-1 1 0 0 0,1 0 0 0 0,0 0 0 0 0,0-1 0 0 0,-1 1 0 0 0,1 0 0 0 0,-1 0 0 0 0,1 1 0 0 0,-1-1 0 0 0,1 0 0 0 0,-1 0 0 0 0,0 1 0 0 0,0-1 0 0 0,0 1 0 0 0,1-1 0 0 0,-1 1 0 0 0,-1-1 0 0 0,1 1 0 0 0,0 0 0 0 0,0-1 0 0 0,0 1 0 0 0,-1 0 0 0 0,1 0 0 0 0,-1-1 0 0 0,0 1 0 0 0,1 3 0 0 0,0 7-1333 0 0,-1 0 0 0 0,0 0 0 0 0,-1 0 0 0 0,-3 20 0 0 0,1-12-1370 0 0,2-15 2201 0 0,0 0-1 0 0,0 0 1 0 0,0 0 0 0 0,0 0 0 0 0,-5 9-1 0 0,-2 2 320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98 920 0 0,'-10'-25'1120'0'0,"0"-13"6082"0"0,-2 4 4859 0 0,12 34-11832 0 0,-9 10 1714 0 0,-5 25-2176 0 0,-2 32 286 0 0,3-1 0 0 0,3 2 0 0 0,-2 96 0 0 0,18 209-83 0 0,1-145 43 0 0,26 438-36 0 0,-9-277 534 0 0,-23-283-143 0 0,-6-1 0 0 0,-29 171 0 0 0,28-253-636 0 0,-3 17-662 0 0,9-39 882 0 0,0 1 0 0 0,-1-1-1 0 0,1 1 1 0 0,0 0-1 0 0,0-1 1 0 0,0 1 0 0 0,0 0-1 0 0,1-1 1 0 0,-1 1-1 0 0,0-1 1 0 0,1 1-1 0 0,-1 0 1 0 0,1-1 0 0 0,-1 1-1 0 0,1-1 1 0 0,0 1-1 0 0,0-1 1 0 0,1 2 0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2304 0 0,'-11'5'1112'0'0,"-2"0"-1"0"0,1 0 1 0 0,0-1-1 0 0,-1-1 1 0 0,1 0-1 0 0,-1-1 1 0 0,0 0-1 0 0,-15 0 1659 0 0,42 5 2144 0 0,5-2-4620 0 0,0-2 1 0 0,1 0-1 0 0,-1-1 0 0 0,0-1 0 0 0,1-1 1 0 0,-1-1-1 0 0,24-4 0 0 0,-17 3-108 0 0,1 0 1 0 0,0 2-1 0 0,46 5 0 0 0,-4 14 17 0 0,-53-13-26 0 0,1-1 1 0 0,28 5-1 0 0,-24-11-208 0 0,-20 1-165 0 0,0-1-1 0 0,0 1 1 0 0,0 0 0 0 0,0 0 0 0 0,0-1 0 0 0,1 1 0 0 0,-1 0 0 0 0,0 0-1 0 0,0 0 1 0 0,0 1 0 0 0,0-1 0 0 0,1 0 0 0 0,-1 0 0 0 0,0 1 0 0 0,0-1-1 0 0,0 0 1 0 0,0 1 0 0 0,0-1 0 0 0,0 1 0 0 0,0 0 0 0 0,0-1-1 0 0,0 1 1 0 0,0 0 0 0 0,0 0 0 0 0,0-1 0 0 0,0 1 0 0 0,-1 0 0 0 0,1 0-1 0 0,1 2 1 0 0,1 2-295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12 5153 0 0,'-37'-4'-41'0'0,"2"0"317"0"0,-45 1 0 0 0,71 3 111 0 0,0 0 0 0 0,0 1 0 0 0,0 0 0 0 0,0 1-1 0 0,0 0 1 0 0,1 0 0 0 0,-1 1 0 0 0,1 0 0 0 0,0 1 0 0 0,-10 5-1 0 0,13-6 108 0 0,2-1 0 0 0,-1 1-1 0 0,0 0 1 0 0,1 0-1 0 0,-1 1 1 0 0,1-1-1 0 0,0 1 1 0 0,0 0-1 0 0,0 0 1 0 0,0 0-1 0 0,1 0 1 0 0,0 0-1 0 0,0 0 1 0 0,-2 6-1 0 0,4-8-385 0 0,1-1 0 0 0,-1 0-1 0 0,1 0 1 0 0,0 0 0 0 0,0 0-1 0 0,-1 0 1 0 0,1 0 0 0 0,0-1 0 0 0,0 1-1 0 0,0 0 1 0 0,0 0 0 0 0,0 0-1 0 0,0-1 1 0 0,0 1 0 0 0,0-1-1 0 0,0 1 1 0 0,0-1 0 0 0,0 1-1 0 0,0-1 1 0 0,1 1 0 0 0,-1-1 0 0 0,2 0-1 0 0,30 7 434 0 0,63 5 117 0 0,145-2 0 0 0,97-23-166 0 0,199 7 42 0 0,-416 15-553 0 0,225 11 185 0 0,-275-20 34 0 0,0-3 0 0 0,134-24 0 0 0,-98 5-527 0 0,-36 6-2801 0 0,-54 11-4123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98 1376 0 0,'-1'-6'440'0'0,"0"-1"-1"0"0,0 1 1 0 0,0-1 0 0 0,-1 1-1 0 0,-4-10 1 0 0,4 10 736 0 0,0-1 1 0 0,0 1-1 0 0,0-1 1 0 0,1 1-1 0 0,-1-11 1 0 0,4 72 4580 0 0,3 32-4240 0 0,2 11-1060 0 0,15 607 807 0 0,-41 59-1620 0 0,-24-185 3005 0 0,23-403-2351 0 0,-5 71-371 0 0,24-242-33 0 0,1-3 41 0 0,0 1 0 0 0,0 0 1 0 0,0-1-1 0 0,0 1 1 0 0,0 0-1 0 0,1-1 1 0 0,-1 1-1 0 0,2 4 1 0 0,-2-6-120 0 0,1 0 0 0 0,-1 0 0 0 0,1-1 0 0 0,-1 1 0 0 0,1 0 0 0 0,0 0 0 0 0,-1-1 0 0 0,1 1 0 0 0,0-1 0 0 0,-1 1 0 0 0,1-1 0 0 0,0 1 0 0 0,0-1 0 0 0,-1 1 0 0 0,1-1 0 0 0,0 1 0 0 0,0-1 0 0 0,0 0 0 0 0,1 1 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 5985 0 0,'-25'1'6062'0'0,"42"-2"-5389"0"0,122 0 1402 0 0,284 11 395 0 0,-93 27-1092 0 0,203 14 647 0 0,51 0-636 0 0,-337-25-982 0 0,384-8 1 0 0,-613-18-383 0 0,0 0 0 0 0,-1 1 0 0 0,1 1 0 0 0,-1 0 0 0 0,28 9 0 0 0,-35-8-325 0 0,-1 0 0 0 0,0 1 0 0 0,0 0 0 0 0,-1 1 1 0 0,1 0-1 0 0,-1 0 0 0 0,0 1 0 0 0,0 0 1 0 0,-1 1-1 0 0,1-1 0 0 0,8 12 0 0 0,0 0-3022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10 311 4209 0 0,'-1'0'325'0'0,"0"0"-214"0"0,1 1-103 0 0,-4-1-6 0 0,4-9 31 0 0,0 6-14 0 0,2-2 268 0 0,-1 1 1 0 0,0 0-1 0 0,0-1 0 0 0,0 1 0 0 0,-1-1 1 0 0,0 1-1 0 0,0-1 0 0 0,0 1 1 0 0,0-1-1 0 0,-1 1 0 0 0,1-1 0 0 0,-1 1 1 0 0,-1-1-1 0 0,1 1 0 0 0,-3-7 0 0 0,4 10-10 0 0,-1-1 0 0 0,1 0 0 0 0,0 1 0 0 0,0-1 0 0 0,0 1 0 0 0,1-1 0 0 0,-1 0 0 0 0,0 1 0 0 0,1-1 0 0 0,-1 1 0 0 0,0-1 0 0 0,1 1 0 0 0,0-1 0 0 0,-1 1 0 0 0,1 0 0 0 0,0-1 0 0 0,0 1 0 0 0,0 0 0 0 0,0-1 0 0 0,0 1 0 0 0,2-2 0 0 0,25-27 247 0 0,24-16 1162 0 0,67-46 0 0 0,-117 91-1664 0 0,-1 0 0 0 0,1 0-1 0 0,-1 0 1 0 0,1 0 0 0 0,0 0-1 0 0,-1 0 1 0 0,1 0-1 0 0,0 1 1 0 0,0-1 0 0 0,0 1-1 0 0,-1-1 1 0 0,1 1-1 0 0,0 0 1 0 0,4-1 0 0 0,-6 2-27 0 0,1-1 1 0 0,0 1-1 0 0,0 0 1 0 0,0-1-1 0 0,0 1 1 0 0,-1 0-1 0 0,1-1 1 0 0,0 1-1 0 0,-1 0 1 0 0,1 0-1 0 0,0-1 1 0 0,-1 1-1 0 0,1 0 1 0 0,-1 0-1 0 0,1 0 1 0 0,-1 0-1 0 0,0 0 1 0 0,1 0 0 0 0,-1 0-1 0 0,0 0 1 0 0,0 0-1 0 0,1 0 1 0 0,-1 0-1 0 0,0 0 1 0 0,0 0-1 0 0,0 0 1 0 0,-1 1-1 0 0,7 116-248 0 0,4 39-86 0 0,-10-154 296 0 0,0 0 0 0 0,1 0 1 0 0,-1 0-1 0 0,1 0 0 0 0,0 0 0 0 0,0 0 1 0 0,0 0-1 0 0,0 0 0 0 0,1-1 0 0 0,-1 1 0 0 0,1 0 1 0 0,3 4-1 0 0,-5-7 25 0 0,1 1 0 0 0,-1-1-1 0 0,1 0 1 0 0,0 1 0 0 0,-1-1 0 0 0,1 0 0 0 0,-1 1-1 0 0,1-1 1 0 0,0 0 0 0 0,-1 0 0 0 0,1 0 0 0 0,0 1-1 0 0,-1-1 1 0 0,1 0 0 0 0,0 0 0 0 0,-1 0 0 0 0,1 0 0 0 0,0 0-1 0 0,-1 0 1 0 0,1 0 0 0 0,0 0 0 0 0,0-1 0 0 0,1 0-5 0 0,0 0 1 0 0,0 0 0 0 0,0 0 0 0 0,-1 0 0 0 0,1 0 0 0 0,0-1 0 0 0,-1 1-1 0 0,1 0 1 0 0,-1-1 0 0 0,1 1 0 0 0,0-3 0 0 0,11-14-137 0 0,-2-1 0 0 0,0-1 1 0 0,16-40-1 0 0,2-2-85 0 0,-14 31 267 0 0,24-43-38 0 0,-36 69 120 0 0,0 0-1 0 0,0 0 1 0 0,1 1-1 0 0,0 0 1 0 0,0-1-1 0 0,0 1 1 0 0,0 0 0 0 0,1 1-1 0 0,-1-1 1 0 0,1 1-1 0 0,6-3 1 0 0,-10 6-63 0 0,0 0-1 0 0,-1 0 1 0 0,1-1 0 0 0,0 1 0 0 0,0 1-1 0 0,0-1 1 0 0,-1 0 0 0 0,1 0 0 0 0,0 0-1 0 0,0 0 1 0 0,-1 0 0 0 0,1 1 0 0 0,0-1 0 0 0,0 0-1 0 0,-1 1 1 0 0,1-1 0 0 0,0 0 0 0 0,-1 1-1 0 0,1-1 1 0 0,0 1 0 0 0,-1-1 0 0 0,1 1-1 0 0,-1 0 1 0 0,1-1 0 0 0,-1 1 0 0 0,1-1-1 0 0,-1 1 1 0 0,1 0 0 0 0,-1 0 0 0 0,0-1-1 0 0,1 1 1 0 0,-1 0 0 0 0,0-1 0 0 0,0 1-1 0 0,0 0 1 0 0,1 1 0 0 0,8 31 238 0 0,-8-30-233 0 0,9 61-89 0 0,-8-46-28 0 0,0 1-1 0 0,2-1 0 0 0,0 1 1 0 0,1-1-1 0 0,1 0 1 0 0,13 28-1 0 0,-19-45 73 0 0,1-1-1 0 0,-1 1 1 0 0,1 0 0 0 0,0-1 0 0 0,-1 1-1 0 0,1 0 1 0 0,0-1 0 0 0,0 1-1 0 0,-1-1 1 0 0,1 1 0 0 0,0-1-1 0 0,0 1 1 0 0,0-1 0 0 0,-1 0-1 0 0,1 1 1 0 0,0-1 0 0 0,0 0-1 0 0,0 0 1 0 0,0 0 0 0 0,0 0-1 0 0,0 0 1 0 0,0 0 0 0 0,0 0-1 0 0,-1 0 1 0 0,1 0 0 0 0,0 0-1 0 0,0 0 1 0 0,0 0 0 0 0,0-1-1 0 0,0 1 1 0 0,0 0 0 0 0,0-1-1 0 0,-1 1 1 0 0,1 0 0 0 0,0-1-1 0 0,0 1 1 0 0,-1-1 0 0 0,1 1-1 0 0,0-1 1 0 0,0 0 0 0 0,0 0-1 0 0,33-33-12 0 0,-28 28 16 0 0,7-8-9 0 0,-5 3-5 0 0,1 2 0 0 0,0-1 0 0 0,1 1 0 0 0,0 1 0 0 0,21-14 0 0 0,-28 20 48 0 0,1 1 1 0 0,-1-1-1 0 0,0 1 1 0 0,0 0-1 0 0,0 0 1 0 0,1 1-1 0 0,-1-1 1 0 0,0 1-1 0 0,1-1 1 0 0,-1 1-1 0 0,0 0 1 0 0,1 0-1 0 0,-1 0 1 0 0,1 1-1 0 0,-1 0 1 0 0,0-1-1 0 0,0 1 1 0 0,1 0-1 0 0,-1 0 1 0 0,0 1-1 0 0,0-1 1 0 0,0 1-1 0 0,0-1 1 0 0,0 1-1 0 0,0 0 1 0 0,-1 0-1 0 0,1 0 1 0 0,3 4-1 0 0,-1-1 31 0 0,0 1 0 0 0,0-1 0 0 0,-1 1 0 0 0,1-1 1 0 0,-2 1-1 0 0,1 0 0 0 0,0 1 0 0 0,-1-1 0 0 0,3 10 0 0 0,1 6 141 0 0,6 37 1 0 0,-11-43-240 0 0,1-1 1 0 0,1 1-1 0 0,1-1 0 0 0,0 0 0 0 0,8 16 1 0 0,-12-29-117 0 0,0 1 1 0 0,1-1 0 0 0,-1 0-1 0 0,1 0 1 0 0,0 0 0 0 0,0 0-1 0 0,-1 0 1 0 0,1 0 0 0 0,1 0-1 0 0,-1-1 1 0 0,0 1 0 0 0,0-1-1 0 0,0 0 1 0 0,1 1 0 0 0,-1-1-1 0 0,4 1 1 0 0,1-1-1011 0 0,0 1 0 0 0,0-1 1 0 0,1 0-1 0 0,9 0 0 0 0,18 1-3072 0 0,-33-1 4219 0 0,0-1 0 0 0,0 0 0 0 0,0 1 0 0 0,1-1 0 0 0,-1-1 1 0 0,0 1-1 0 0,0 0 0 0 0,0 0 0 0 0,0-1 0 0 0,0 1 0 0 0,0-1 1 0 0,0 1-1 0 0,0-1 0 0 0,0 0 0 0 0,2-1 0 0 0,8-5-66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2737 0 0,'16'2'8833'0'0,"103"-30"-739"0"0,73 2-5814 0 0,-115 17-1863 0 0,80-10-156 0 0,349-53 690 0 0,-436 58-858 0 0,0 3 0 0 0,1 3-1 0 0,1 3 1 0 0,108 6 0 0 0,-1 9 67 0 0,17 1-2703 0 0,-171-9-5244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65 5985 0 0,'-4'-6'724'0'0,"-1"0"1"0"0,0 0-1 0 0,0 0 0 0 0,0 0 0 0 0,-1 1 0 0 0,0 0 0 0 0,0 0 0 0 0,0 0 1 0 0,-8-4-1 0 0,13 8-584 0 0,-1 0 0 0 0,0 1 0 0 0,0-1 0 0 0,0 0 0 0 0,0 1 0 0 0,0-1 0 0 0,0 1 1 0 0,0-1-1 0 0,0 1 0 0 0,0 0 0 0 0,0 0 0 0 0,0 0 0 0 0,0 0 0 0 0,0 0 0 0 0,0 1 0 0 0,0-1 0 0 0,0 1 1 0 0,0-1-1 0 0,0 1 0 0 0,0 0 0 0 0,0 0 0 0 0,0-1 0 0 0,0 1 0 0 0,0 1 0 0 0,1-1 0 0 0,-1 0 0 0 0,0 0 1 0 0,1 1-1 0 0,-1-1 0 0 0,1 1 0 0 0,-1-1 0 0 0,1 1 0 0 0,0-1 0 0 0,0 1 0 0 0,0 0 0 0 0,0 0 0 0 0,0 0 1 0 0,0-1-1 0 0,-1 5 0 0 0,-3 7-15 0 0,0 0 0 0 0,0 1 0 0 0,1 0 0 0 0,1 0 0 0 0,0 0 0 0 0,-1 28 0 0 0,6 87 581 0 0,-1-94-718 0 0,2 0 0 0 0,2 0 0 0 0,1 0 0 0 0,2-1 0 0 0,21 59 0 0 0,-24-81 6 0 0,0 0 0 0 0,1-1 0 0 0,1 0-1 0 0,0 0 1 0 0,1-1 0 0 0,0 1 0 0 0,0-2-1 0 0,12 11 1 0 0,-12-13 3 0 0,0-1-1 0 0,0-1 1 0 0,0 1 0 0 0,1-1 0 0 0,0-1-1 0 0,0 0 1 0 0,0 0 0 0 0,0-1-1 0 0,1 0 1 0 0,-1 0 0 0 0,20 2-1 0 0,-17-4-13 0 0,1 0 0 0 0,-1-1 0 0 0,1-1 0 0 0,-1 0 1 0 0,1-1-1 0 0,-1 0 0 0 0,0 0 0 0 0,0-2 0 0 0,0 1 0 0 0,0-2 0 0 0,-1 1 0 0 0,1-2 0 0 0,20-12 0 0 0,-19 9 83 0 0,-1 0-1 0 0,0-1 1 0 0,-1 0 0 0 0,0 0 0 0 0,-1-1 0 0 0,0-1-1 0 0,0 0 1 0 0,-1 0 0 0 0,-1-1 0 0 0,0 0 0 0 0,7-17-1 0 0,-12 22 2 0 0,0 0-1 0 0,0 0 0 0 0,-1-1 0 0 0,0 1 0 0 0,0-1 0 0 0,-1 1 0 0 0,0-1 0 0 0,-1 1 1 0 0,0-1-1 0 0,0 0 0 0 0,-1 1 0 0 0,0-1 0 0 0,-3-9 0 0 0,3 14-34 0 0,0 0-1 0 0,-1 0 1 0 0,1 1-1 0 0,-1-1 1 0 0,0 0-1 0 0,0 1 1 0 0,0-1-1 0 0,0 1 1 0 0,0 0-1 0 0,-1 0 1 0 0,0 0-1 0 0,1 0 1 0 0,-1 0-1 0 0,0 1 1 0 0,-1-1-1 0 0,1 1 1 0 0,0 0-1 0 0,-1 0 1 0 0,1 0-1 0 0,-1 0 1 0 0,0 0-1 0 0,1 1 1 0 0,-1 0-1 0 0,0 0 1 0 0,0 0-1 0 0,0 0 1 0 0,0 0 0 0 0,0 1-1 0 0,-8 0 1 0 0,3 1-5 0 0,0 0 1 0 0,-1 1 0 0 0,1 0 0 0 0,0 0-1 0 0,0 1 1 0 0,1 0 0 0 0,-1 1 0 0 0,1 0 0 0 0,-1 0-1 0 0,1 1 1 0 0,1 0 0 0 0,-1 0 0 0 0,1 1 0 0 0,-13 12-1 0 0,-7 9 11 0 0,1 2-1 0 0,-26 37 1 0 0,47-60-26 0 0,2-2-206 0 0,-54 78-39 0 0,37-44-6111 0 0,13-18-724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6913 0 0,'31'-6'391'0'0,"169"-56"5022"0"0,107-4-2083 0 0,-269 62-6102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0 10594 0 0,'-3'1'436'0'0,"0"0"0"0"0,0 0 0 0 0,0 1-1 0 0,0-1 1 0 0,0 1 0 0 0,0-1-1 0 0,0 1 1 0 0,1 0 0 0 0,-1 0 0 0 0,1 0-1 0 0,0 0 1 0 0,-1 0 0 0 0,1 1 0 0 0,0-1-1 0 0,0 1 1 0 0,0-1 0 0 0,1 1 0 0 0,-1 0-1 0 0,1 0 1 0 0,-1 0 0 0 0,0 4 0 0 0,-4 14-170 0 0,-5 32 413 0 0,3 0 0 0 0,-2 59 0 0 0,6 112-536 0 0,4-185-42 0 0,-21 580 432 0 0,19-580-514 0 0,6 318 87 0 0,-2 44-179 0 0,-7-344-119 0 0,-3 48 118 0 0,6-34-3608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 3225 0 0,'-3'1'16651'0'0,"-21"12"-16352"0"0,-6 10 152 0 0,-49 44 1 0 0,12-7 45 0 0,52-48-286 0 0,0 1 0 0 0,1 0-1 0 0,-14 18 1 0 0,25-28-203 0 0,0 1 0 0 0,0-1 0 0 0,1 1-1 0 0,-1 0 1 0 0,1-1 0 0 0,0 1 0 0 0,0 0 0 0 0,0 0 0 0 0,1 1 0 0 0,-1-1 0 0 0,1 0-1 0 0,0 0 1 0 0,0 1 0 0 0,1-1 0 0 0,-1 1 0 0 0,1-1 0 0 0,0 1 0 0 0,0-1 0 0 0,2 8-1 0 0,-1-9-22 0 0,1 0 0 0 0,0 0 0 0 0,-1-1 0 0 0,1 1 0 0 0,0-1 0 0 0,1 1 0 0 0,-1-1 0 0 0,0 0 0 0 0,1 0-1 0 0,-1 0 1 0 0,1 0 0 0 0,0 0 0 0 0,-1-1 0 0 0,1 1 0 0 0,0-1 0 0 0,0 0 0 0 0,0 0 0 0 0,4 1 0 0 0,58 14-9 0 0,-23-10 132 0 0,-22-4-20 0 0,1 1 0 0 0,-1 1 0 0 0,0 0 0 0 0,0 2 0 0 0,-1 0 0 0 0,29 14 0 0 0,-46-19-90 0 0,0 0 1 0 0,0 1 0 0 0,0-1-1 0 0,-1 1 1 0 0,1-1-1 0 0,0 1 1 0 0,-1 0-1 0 0,1 0 1 0 0,-1 0 0 0 0,1 0-1 0 0,-1 0 1 0 0,0 0-1 0 0,0 0 1 0 0,0 0 0 0 0,0 0-1 0 0,0 1 1 0 0,0-1-1 0 0,0 4 1 0 0,0-1-6 0 0,-1 0 0 0 0,0 0 0 0 0,0 0 0 0 0,0 0-1 0 0,-1 0 1 0 0,1 0 0 0 0,-1 0 0 0 0,-2 7 0 0 0,-3 6-25 0 0,-1-1-1 0 0,-1 1 0 0 0,-15 24 1 0 0,5-11-155 0 0,-18 33-62 0 0,33-59 244 0 0,1 0 1 0 0,0 1-1 0 0,0 0 0 0 0,1 0 0 0 0,0-1 1 0 0,0 1-1 0 0,0 0 0 0 0,0 0 1 0 0,2 11-1 0 0,-1-13-3 0 0,2-1 0 0 0,-1 1 0 0 0,0-1 0 0 0,1 1 1 0 0,0-1-1 0 0,0 0 0 0 0,0 0 0 0 0,0 1 0 0 0,0-1 0 0 0,1-1 1 0 0,-1 1-1 0 0,1 0 0 0 0,0-1 0 0 0,0 1 0 0 0,0-1 0 0 0,0 0 0 0 0,0 0 1 0 0,0 0-1 0 0,1 0 0 0 0,-1-1 0 0 0,5 2 0 0 0,2 2 42 0 0,0-1 0 0 0,1-1 0 0 0,0 0-1 0 0,-1 0 1 0 0,1-1 0 0 0,12 1 0 0 0,-16-3-21 0 0,0 1 22 0 0,0-1 1 0 0,0 1 0 0 0,0 0-1 0 0,0 0 1 0 0,11 4 0 0 0,-16-4-32 0 0,-1-1 0 0 0,0 1 1 0 0,0-1-1 0 0,0 1 0 0 0,1 0 1 0 0,-1 0-1 0 0,0 0 0 0 0,0-1 1 0 0,0 1-1 0 0,0 0 1 0 0,-1 0-1 0 0,1 0 0 0 0,0 1 1 0 0,0-1-1 0 0,-1 0 0 0 0,1 0 1 0 0,0 0-1 0 0,-1 0 1 0 0,1 1-1 0 0,-1-1 0 0 0,0 0 1 0 0,1 1-1 0 0,-1-1 0 0 0,0 0 1 0 0,0 1-1 0 0,0-1 1 0 0,0 0-1 0 0,0 1 0 0 0,0-1 1 0 0,0 0-1 0 0,0 1 0 0 0,0-1 1 0 0,-1 0-1 0 0,1 1 0 0 0,-2 1 1 0 0,-3 14-20 0 0,-2-1 1 0 0,0 1-1 0 0,-1-1 0 0 0,-16 24 1 0 0,-48 60-136 0 0,44-64 93 0 0,-39 45-835 0 0,37-47-1890 0 0,-33 50 1 0 0,62-83 2615 0 0,0 0-56 0 0,0 0 0 0 0,1 0 0 0 0,-1 0-1 0 0,1 0 1 0 0,-1 0 0 0 0,1 0 0 0 0,-1 0 0 0 0,1 0 0 0 0,0 0-1 0 0,-1 0 1 0 0,1 1 0 0 0,0-1 0 0 0,0 0 0 0 0,0 0-1 0 0,0 1 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2304 0 0,'8'10'11818'0'0,"-11"122"-6158"0"0,-5 4-3370 0 0,-4 195-1164 0 0,13-285-1114 0 0,45 815 535 0 0,-41-820-516 0 0,18 221 560 0 0,-18-101-29 0 0,-9-152-2518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3 376 3225 0 0,'-2'9'11882'0'0,"9"-6"-11696"0"0,1-1-1 0 0,0 0 1 0 0,0-1-1 0 0,0 1 1 0 0,0-2-1 0 0,0 1 1 0 0,1-1-1 0 0,-1 0 1 0 0,15-3-1 0 0,399-58 1787 0 0,-154 17-1585 0 0,530-108-56 0 0,-152 31-67 0 0,-561 112-269 0 0,110 4 0 0 0,87 17-8 0 0,-237-9 12 0 0,475 69 160 0 0,-187-18-78 0 0,427 82 1458 0 0,-300-57-1277 0 0,7-32 462 0 0,-423-44-632 0 0,81 3 63 0 0,130-12 1 0 0,29 1 257 0 0,-219 6-163 0 0,0-3-1 0 0,-1-2 1 0 0,104-21 0 0 0,-102 11-292 0 0,71-4 0 0 0,-103 16 55 0 0,0 1 0 0 0,-1 2-1 0 0,1 1 1 0 0,36 8 0 0 0,48 7 435 0 0,1-5-1 0 0,156-3 1 0 0,-208-2-598 0 0,-52-5-32 0 0,-1 0-1 0 0,1-1 1 0 0,0 0 0 0 0,20-2-1 0 0,-23-3-5 0 0,0-1-144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88 234 1840 0 0,'-12'0'1406'0'0,"1"0"-1"0"0,-1 1 0 0 0,0 0 0 0 0,1 1 0 0 0,-18 5 755 0 0,44-7-1129 0 0,-1 0 0 0 0,1 0 0 0 0,0-2 0 0 0,26-5 0 0 0,20-2 648 0 0,59 2-73 0 0,199-21-132 0 0,624-71 375 0 0,-419 67-1465 0 0,-100 11-313 0 0,-229 15-70 0 0,158 5-2 0 0,-56 3 13 0 0,522-18 633 0 0,-400 14-419 0 0,-231 3-94 0 0,108 10-123 0 0,137-5 52 0 0,-232-21 167 0 0,87-4-341 0 0,-283 18-441 0 0,25 1 1388 0 0,-17 5-2569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3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 6449 0 0,'-3'-25'13684'0'0,"5"39"-11772"0"0,11 226-928 0 0,8 72-1091 0 0,63 237 338 0 0,13 113 341 0 0,-85-507-388 0 0,-12-128-864 0 0,-2-1 0 0 0,0 0 0 0 0,-11 49 0 0 0,7-54-6946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0 1840 0 0,'-12'1'811'0'0,"1"0"-1"0"0,-1 1 0 0 0,1 0 1 0 0,0 1-1 0 0,0 0 0 0 0,-20 9 0 0 0,2 1 1456 0 0,-34 22-1 0 0,43-23-1374 0 0,1 1 1 0 0,0 0-1 0 0,1 2 1 0 0,1 0 0 0 0,0 0-1 0 0,-17 22 1 0 0,33-36-842 0 0,0 0 0 0 0,1 0 0 0 0,-1-1-1 0 0,1 1 1 0 0,-1 0 0 0 0,1 0 0 0 0,-1 0 0 0 0,1 0 0 0 0,-1 0 0 0 0,1 0 0 0 0,0 0 0 0 0,-1 0 0 0 0,1 0-1 0 0,0 0 1 0 0,0 0 0 0 0,0 0 0 0 0,0 0 0 0 0,0 0 0 0 0,0 0 0 0 0,0 0 0 0 0,0 0 0 0 0,0 0 0 0 0,1 0-1 0 0,-1 0 1 0 0,0 0 0 0 0,1 0 0 0 0,-1 0 0 0 0,1 0 0 0 0,-1 0 0 0 0,1 0 0 0 0,-1 0 0 0 0,1-1 0 0 0,-1 1-1 0 0,1 0 1 0 0,0 0 0 0 0,0 0 0 0 0,-1-1 0 0 0,1 1 0 0 0,0-1 0 0 0,0 1 0 0 0,0 0 0 0 0,0-1-1 0 0,1 1 1 0 0,6 3 61 0 0,0 0-1 0 0,1-1 1 0 0,-1 0 0 0 0,13 2-1 0 0,-6-1-3 0 0,17 4-47 0 0,0-1 0 0 0,1-2-1 0 0,44 3 1 0 0,99-8 291 0 0,-23 0-203 0 0,-152 0-148 0 0,45 4-3 0 0,-43-4 4 0 0,-1 0 0 0 0,1 1 0 0 0,0 0 0 0 0,0-1 0 0 0,0 1 0 0 0,0 0 0 0 0,-1 1 0 0 0,1-1 0 0 0,0 0 0 0 0,-1 1 0 0 0,1-1 0 0 0,3 5 0 0 0,-5-5 1 0 0,-1 0 0 0 0,1 0 0 0 0,-1 1 0 0 0,1-1-1 0 0,-1 1 1 0 0,1-1 0 0 0,-1 0 0 0 0,0 1 0 0 0,0-1-1 0 0,0 1 1 0 0,0-1 0 0 0,0 0 0 0 0,0 1 0 0 0,0-1-1 0 0,-1 1 1 0 0,1-1 0 0 0,0 0 0 0 0,-1 1 0 0 0,1-1-1 0 0,-1 0 1 0 0,1 1 0 0 0,-1-1 0 0 0,0 0 0 0 0,-1 2-1 0 0,-22 32-98 0 0,21-32 89 0 0,-19 26-190 0 0,-37 63 0 0 0,51-77 179 0 0,0 1-1 0 0,1 0 1 0 0,1 1 0 0 0,0 0-1 0 0,2-1 1 0 0,-4 24-1 0 0,7-37 15 0 0,1 0-1 0 0,-1-1 1 0 0,1 1-1 0 0,0 0 1 0 0,0-1 0 0 0,1 1-1 0 0,-1 0 1 0 0,0 0-1 0 0,1-1 1 0 0,0 1-1 0 0,0 0 1 0 0,0-1-1 0 0,0 1 1 0 0,0-1 0 0 0,0 1-1 0 0,0-1 1 0 0,1 0-1 0 0,-1 1 1 0 0,1-1-1 0 0,3 3 1 0 0,-2-2 6 0 0,1 0-1 0 0,0 0 1 0 0,0-1 0 0 0,1 1 0 0 0,-1-1-1 0 0,0 0 1 0 0,1 0 0 0 0,0-1 0 0 0,-1 1 0 0 0,9 0-1 0 0,8 1 159 0 0,-1-1-1 0 0,1-1 0 0 0,-1-1 0 0 0,28-4 1 0 0,-37 3-95 0 0,33-3 199 0 0,-42 4-255 0 0,0 0-1 0 0,0 0 1 0 0,-1 0 0 0 0,1 0-1 0 0,0 1 1 0 0,-1-1-1 0 0,1 0 1 0 0,0 1 0 0 0,-1-1-1 0 0,1 1 1 0 0,0-1 0 0 0,-1 1-1 0 0,1 0 1 0 0,-1 0 0 0 0,1-1-1 0 0,-1 1 1 0 0,0 0 0 0 0,1 1-1 0 0,1 1 1 0 0,-3-2-8 0 0,1 1 1 0 0,-1-1 0 0 0,0 1 0 0 0,0-1-1 0 0,0 1 1 0 0,0-1 0 0 0,0 1-1 0 0,0-1 1 0 0,0 1 0 0 0,0-1-1 0 0,-1 1 1 0 0,1 0 0 0 0,-1-1 0 0 0,1 0-1 0 0,-1 1 1 0 0,1-1 0 0 0,-1 1-1 0 0,0-1 1 0 0,0 0 0 0 0,-1 2-1 0 0,-22 31 30 0 0,18-27-21 0 0,-46 61 86 0 0,-105 148-19 0 0,151-205-51 0 0,0 0 0 0 0,0 1 0 0 0,1 0 0 0 0,-6 22 0 0 0,10-30-243 0 0,0 0 0 0 0,0 0-1 0 0,0 0 1 0 0,0 0-1 0 0,1 0 1 0 0,0 0 0 0 0,0 1-1 0 0,0-1 1 0 0,0 0-1 0 0,1 0 1 0 0,-1 0 0 0 0,1 0-1 0 0,0 0 1 0 0,0 0 0 0 0,1-1-1 0 0,-1 1 1 0 0,1 0-1 0 0,0 0 1 0 0,2 3 0 0 0,-3-6-100 0 0,0-1 1 0 0,0 1-1 0 0,0 0 1 0 0,0-1-1 0 0,0 1 1 0 0,1-1-1 0 0,-1 1 1 0 0,0-1-1 0 0,0 1 1 0 0,1-1-1 0 0,-1 0 1 0 0,0 0-1 0 0,1 0 1 0 0,-1 0-1 0 0,0 0 1 0 0,1 0-1 0 0,-1 0 1 0 0,0 0-1 0 0,0 0 1 0 0,1 0-1 0 0,-1-1 1 0 0,0 1-1 0 0,1 0 1 0 0,-1-1-1 0 0,0 0 1 0 0,2 0-1 0 0,-2 0-223 0 0,10-2-3515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5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5174 1 6449 0 0,'-2'1'580'0'0,"1"1"0"0"0,0 0-1 0 0,0 0 1 0 0,0 0-1 0 0,0 0 1 0 0,0 0-1 0 0,0 0 1 0 0,0 0-1 0 0,1 1 1 0 0,-1-1 0 0 0,1 0-1 0 0,0 0 1 0 0,0 0-1 0 0,-1 1 1 0 0,1-1-1 0 0,1 0 1 0 0,-1 4 0 0 0,11 43 3948 0 0,-7-34-3773 0 0,15 65 368 0 0,8 28-465 0 0,12 114 1 0 0,-24-68-548 0 0,-6-42-174 0 0,42 193-1 0 0,-20-147 81 0 0,5 16-250 0 0,-8-88 135 0 0,62 127-1 0 0,-83-197 180 0 0,-4-10-56 0 0,-1 0 0 0 0,0 1 0 0 0,0-1-1 0 0,0 1 1 0 0,-1 0 0 0 0,1 0 0 0 0,-2-1 0 0 0,1 1-1 0 0,-1 0 1 0 0,0 0 0 0 0,0 0 0 0 0,-1 0-1 0 0,-2 9 1 0 0,2-12-11 0 0,0-1 0 0 0,-1 1-1 0 0,1 0 1 0 0,-1 0 0 0 0,0 0 0 0 0,0-1-1 0 0,0 1 1 0 0,0-1 0 0 0,-1 0-1 0 0,1 0 1 0 0,-1 0 0 0 0,0 0-1 0 0,0 0 1 0 0,0 0 0 0 0,-1-1 0 0 0,1 1-1 0 0,0-1 1 0 0,-1 0 0 0 0,0 0-1 0 0,1 0 1 0 0,-1-1 0 0 0,0 1 0 0 0,-5 0-1 0 0,-420 105-205 0 0,338-83 264 0 0,-1-5 0 0 0,-177 15 0 0 0,-266-18-122 0 0,94-5 12 0 0,-67-26-252 0 0,171 3 46 0 0,-116-11 144 0 0,103-14 299 0 0,263 33-302 0 0,0 3 0 0 0,-89 11 0 0 0,-214 26-412 0 0,94-5 882 0 0,122-10-171 0 0,80-12-75 0 0,1 5 0 0 0,-148 41 0 0 0,223-49-131 0 0,-28 8 283 0 0,-51 10-1 0 0,83-21-355 0 0,-1-1 0 0 0,1-1 0 0 0,0 0 0 0 0,0-1 1 0 0,0-1-1 0 0,-1 0 0 0 0,1-1 0 0 0,-18-4 0 0 0,30 5-112 0 0,1 1 0 0 0,-1-1 0 0 0,0 1 0 0 0,1-1-1 0 0,-1 0 1 0 0,0 0 0 0 0,1 0 0 0 0,-1 1 0 0 0,1-1 0 0 0,0-1 0 0 0,-2 0-1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6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52 338 3529 0 0,'-2'0'119'0'0,"0"0"-1"0"0,1 0 1 0 0,-1-1 0 0 0,1 1 0 0 0,-1 0 0 0 0,1-1 0 0 0,0 1-1 0 0,-1-1 1 0 0,1 0 0 0 0,-1 1 0 0 0,1-1 0 0 0,0 0 0 0 0,-1 0 0 0 0,1 0-1 0 0,0 0 1 0 0,-2-2 0 0 0,-12-7 1156 0 0,15 10-1253 0 0,0 0 0 0 0,-1 0 1 0 0,1 0-1 0 0,-1-1 0 0 0,1 1 0 0 0,0 0 0 0 0,-1 0 0 0 0,1 1 1 0 0,-1-1-1 0 0,1 0 0 0 0,-1 0 0 0 0,1 0 0 0 0,0 0 0 0 0,-1 0 1 0 0,1 0-1 0 0,0 0 0 0 0,-1 1 0 0 0,1-1 0 0 0,-1 0 0 0 0,1 0 1 0 0,0 1-1 0 0,-1-1 0 0 0,1 0 0 0 0,0 0 0 0 0,0 1 0 0 0,-1-1 1 0 0,1 1-1 0 0,0-1-1 0 0,0 0 0 0 0,0 0 0 0 0,-1 1-1 0 0,1-1 1 0 0,0 0 0 0 0,0 0 0 0 0,0 0 0 0 0,0 0 0 0 0,0 1 0 0 0,0-1 0 0 0,0 0 0 0 0,0 0 0 0 0,0 0 0 0 0,0 1 0 0 0,0-1 0 0 0,0 0 0 0 0,0 0 0 0 0,0 0 0 0 0,0 0 0 0 0,0 1-1 0 0,0-1 1 0 0,0 0 0 0 0,0 0 0 0 0,1 0 0 0 0,-1 0 0 0 0,0 1 0 0 0,0-1 0 0 0,0 0 0 0 0,0 0 0 0 0,0 0 0 0 0,0 0 0 0 0,0 0 0 0 0,1 1 0 0 0,-1-1 0 0 0,0 0 0 0 0,0 0-1 0 0,0 0 1 0 0,0 0 0 0 0,1 0 0 0 0,-1 0 0 0 0,0 0 0 0 0,0 0 0 0 0,0 0 0 0 0,0 0 0 0 0,1 1 0 0 0,-1-1 0 0 0,0 0 0 0 0,0 0 0 0 0,0 0 0 0 0,1 0 0 0 0,-1 0 0 0 0,0 0-1 0 0,0-1 1 0 0,0 1 0 0 0,1 0 0 0 0,-1 0 0 0 0,0 0 0 0 0,0 0 0 0 0,0 0 0 0 0,0 0 0 0 0,1 0 0 0 0,-1 0 0 0 0,0 0 0 0 0,0 0 0 0 0,0 0 0 0 0,0-1 0 0 0,1 1 0 0 0,100-21 1016 0 0,-65 16-201 0 0,-1-1-1 0 0,44-14 0 0 0,27-6 844 0 0,39 2 142 0 0,105-20 455 0 0,531-69 1933 0 0,-760 111-4163 0 0,349-13 215 0 0,-91 7-21 0 0,355-30 530 0 0,-626 37-805 0 0,6 0 56 0 0,0 1 0 0 0,1 0 1 0 0,26 4-1 0 0,-39-3-72 0 0,1-1 1 0 0,-1 1-1 0 0,1-1 1 0 0,-1 1-1 0 0,1 0 1 0 0,-1 0-1 0 0,0 0 1 0 0,1 0-1 0 0,-1 0 1 0 0,0 1-1 0 0,0-1 1 0 0,0 0-1 0 0,0 1 1 0 0,0 0-1 0 0,0 0 1 0 0,0-1-1 0 0,0 1 1 0 0,-1 0-1 0 0,1 0 1 0 0,-1 1-1 0 0,0-1 1 0 0,1 0-1 0 0,-1 0 1 0 0,0 1-1 0 0,0-1 1 0 0,0 1-1 0 0,-1-1 1 0 0,1 4-1 0 0,3 26-2881 0 0,-4-13-4160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17 4145 0 0,'-2'-1'260'0'0,"1"-1"-1"0"0,-1 1 1 0 0,0 0 0 0 0,1-1 0 0 0,-1 1-1 0 0,0 0 1 0 0,0 0 0 0 0,1 0 0 0 0,-1 0-1 0 0,0 1 1 0 0,-3-2 0 0 0,4 2 68 0 0,0-1 0 0 0,0 1 0 0 0,0 0 0 0 0,0-1 0 0 0,0 1 0 0 0,0 0-1 0 0,0 0 1 0 0,0-1 0 0 0,1 1 0 0 0,-1 0 0 0 0,0 0 0 0 0,0 0 0 0 0,0 0 0 0 0,0 0 0 0 0,0 1 0 0 0,0-1 0 0 0,0 0 0 0 0,0 0-1 0 0,0 1 1 0 0,0-1 0 0 0,0 0 0 0 0,1 1 0 0 0,-1-1 0 0 0,0 1 0 0 0,-1 0 656 0 0,0 1-656 0 0,2 15 3555 0 0,11 18-2498 0 0,-5-17-836 0 0,-1 9-431 0 0,-2-1 0 0 0,-1 1 1 0 0,-1 0-1 0 0,-1-1 0 0 0,-5 29 0 0 0,1 35 77 0 0,11 40-195 0 0,44 244 0 0 0,-4-60 0 0 0,15 79 60 0 0,-48-341-17 0 0,-7-30-10 0 0,-2-1-1 0 0,0 1 0 0 0,-1 0 0 0 0,0 23 0 0 0,-9 6-4978 0 0,5-39 3515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794 41 7370 0 0,'-7'-5'464'0'0,"-1"0"1"0"0,0 0-1 0 0,-1 1 1 0 0,1 0-1 0 0,-1 1 1 0 0,1-1-1 0 0,-1 2 1 0 0,0-1 0 0 0,0 1-1 0 0,0 1 1 0 0,-1-1-1 0 0,1 2 1 0 0,-10-1-1 0 0,5 2 62 0 0,-1 1-1 0 0,1 0 1 0 0,0 1 0 0 0,0 1-1 0 0,0 0 1 0 0,0 0-1 0 0,-21 11 1 0 0,-2 6 51 0 0,1 1 0 0 0,1 1 0 0 0,2 2 0 0 0,-56 53 0 0 0,53-44-486 0 0,1 3 1 0 0,2 0-1 0 0,1 2 0 0 0,-37 62 0 0 0,55-78-92 0 0,1 1 1 0 0,1 0-1 0 0,2 1 0 0 0,0 1 1 0 0,2-1-1 0 0,1 1 1 0 0,0 1-1 0 0,2-1 0 0 0,-3 52 1 0 0,8-42-14 0 0,1 1 0 0 0,2-1 0 0 0,2 0 0 0 0,11 47 1 0 0,-10-62 64 0 0,1 0 0 0 0,0 0 0 0 0,2-1 1 0 0,0 0-1 0 0,1-1 0 0 0,1 0 0 0 0,1-1 0 0 0,21 26 1 0 0,-17-26-1 0 0,1-1 0 0 0,1-1 1 0 0,0 0-1 0 0,1-1 1 0 0,1-1-1 0 0,24 12 0 0 0,-10-8-53 0 0,1-2-1 0 0,0-2 1 0 0,42 11-1 0 0,-18-8 68 0 0,2-3 1 0 0,0-3-1 0 0,0-2 1 0 0,90 2-1 0 0,-119-11 16 0 0,0-1 0 0 0,-1-2 0 0 0,1-1 0 0 0,0-1 1 0 0,-1-2-1 0 0,0-1 0 0 0,-1-2 0 0 0,0 0 0 0 0,0-3 0 0 0,40-21 0 0 0,-50 21-38 0 0,0-1 0 0 0,-1-1 1 0 0,0 0-1 0 0,-1-1 0 0 0,-1-1 0 0 0,-1-1 1 0 0,0-1-1 0 0,-1 0 0 0 0,-1-1 0 0 0,-1 0 0 0 0,-1-1 1 0 0,-1 0-1 0 0,-1-1 0 0 0,0 0 0 0 0,8-34 1 0 0,-11 29 16 0 0,-1 0 0 0 0,-2-1 0 0 0,0 0 0 0 0,-2 1 0 0 0,-1-1 0 0 0,-2 0 0 0 0,0 0 0 0 0,-2 0 0 0 0,-1 0 0 0 0,-1 1 0 0 0,-1-1 0 0 0,-20-51 0 0 0,-10 3-9 0 0,-2 1 1 0 0,-53-75-1 0 0,56 94-155 0 0,25 39 17 0 0,-1 0 1 0 0,-1 1-1 0 0,-1 0 1 0 0,0 1-1 0 0,-1 1 1 0 0,-27-23-1 0 0,36 33-12 0 0,-1 0-1 0 0,0 0 0 0 0,1 1 0 0 0,-1 0 1 0 0,0 0-1 0 0,-1 0 0 0 0,1 1 1 0 0,0 0-1 0 0,-1 0 0 0 0,1 1 1 0 0,-1 0-1 0 0,0 0 0 0 0,1 0 1 0 0,-1 1-1 0 0,0 0 0 0 0,0 0 1 0 0,1 1-1 0 0,-1-1 0 0 0,0 2 0 0 0,1-1 1 0 0,-1 1-1 0 0,1 0 0 0 0,-11 5 1 0 0,-10 7-914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42 6913 0 0,'-4'-42'7763'0'0,"7"149"-6238"0"0,5-1 0 0 0,5 0 0 0 0,4-1 0 0 0,38 129 0 0 0,-50-215-2447 0 0,-1 1 0 0 0,0-1 0 0 0,-2 1 1 0 0,1 29-1 0 0,-3-41-719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32 2304 0 0,'-21'-13'295'0'0,"16"10"459"0"0,1 0 0 0 0,-1 1 0 0 0,1-1 0 0 0,-1 1 0 0 0,-9-3 1 0 0,13 5-601 0 0,-1-1 0 0 0,0 1 0 0 0,0 0 0 0 0,0 0 0 0 0,0 0 0 0 0,0 0 0 0 0,0 0 0 0 0,1 1 0 0 0,-1-1 0 0 0,0 1 0 0 0,0-1 0 0 0,0 1 0 0 0,1-1 0 0 0,-1 1 0 0 0,0 0 0 0 0,0 0 0 0 0,1 0 0 0 0,-1 0 0 0 0,1 0 0 0 0,-3 2 0 0 0,-21 21 677 0 0,1 2 0 0 0,1 0 0 0 0,2 1 1 0 0,-26 42-1 0 0,18-27-546 0 0,19-27-266 0 0,4-7 5 0 0,0 0 0 0 0,0 1 0 0 0,1 0 0 0 0,0 0 0 0 0,0 0 0 0 0,-5 19 0 0 0,10-28-22 0 0,-1 0 0 0 0,1 0 1 0 0,0 0-1 0 0,0 0 0 0 0,0 0 1 0 0,0 0-1 0 0,0 1 0 0 0,0-1 1 0 0,0 0-1 0 0,0 0 0 0 0,0 0 1 0 0,0 0-1 0 0,0 0 0 0 0,0 0 0 0 0,0 1 1 0 0,0-1-1 0 0,0 0 0 0 0,0 0 1 0 0,0 0-1 0 0,0 0 0 0 0,0 0 1 0 0,0 0-1 0 0,0 1 0 0 0,0-1 0 0 0,0 0 1 0 0,0 0-1 0 0,0 0 0 0 0,0 0 1 0 0,0 0-1 0 0,0 0 0 0 0,0 1 1 0 0,0-1-1 0 0,0 0 0 0 0,0 0 1 0 0,0 0-1 0 0,0 0 0 0 0,0 0 0 0 0,0 0 1 0 0,1 0-1 0 0,-1 1 0 0 0,0-1 1 0 0,0 0-1 0 0,0 0 0 0 0,0 0 1 0 0,0 0-1 0 0,0 0 0 0 0,1 0 0 0 0,-1 0 1 0 0,0 0-1 0 0,0 0 0 0 0,0 0 1 0 0,0 0-1 0 0,0 0 0 0 0,0 0 1 0 0,1 0-1 0 0,-1 0 0 0 0,0 0 1 0 0,0 0-1 0 0,0 0 0 0 0,0 0 0 0 0,11-7 264 0 0,8-14 105 0 0,45-80 566 0 0,-42 63-93 0 0,46-59 0 0 0,-67 96-699 0 0,0 1 1 0 0,0-1-1 0 0,0 1 0 0 0,0-1 1 0 0,0 1-1 0 0,0 0 0 0 0,0-1 1 0 0,0 1-1 0 0,1 0 1 0 0,-1 0-1 0 0,0 0 0 0 0,0 0 1 0 0,0 0-1 0 0,0 0 0 0 0,1 0 1 0 0,-1 0-1 0 0,0 0 0 0 0,0 1 1 0 0,0-1-1 0 0,0 0 1 0 0,2 2-1 0 0,33 12 846 0 0,-20-7-724 0 0,-8-5-175 0 0,0 2 0 0 0,0-1 0 0 0,0 1 0 0 0,-1 0-1 0 0,0 1 1 0 0,1-1 0 0 0,-2 1 0 0 0,1 1 0 0 0,0 0 0 0 0,7 8 0 0 0,-6-4-443 0 0,-1 1 0 0 0,1-1 0 0 0,-2 1-1 0 0,0 0 1 0 0,0 1 0 0 0,5 16 0 0 0,0 4-7355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9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3715 1 8290 0 0,'-22'8'1721'0'0,"20"-7"-1230"0"0,1 0 0 0 0,0 1 0 0 0,0-1 0 0 0,-1 1 0 0 0,1-1 0 0 0,0 1 1 0 0,0 0-1 0 0,0-1 0 0 0,0 1 0 0 0,1 0 0 0 0,-1 0 0 0 0,0 0 0 0 0,1-1 0 0 0,0 1 1 0 0,-1 0-1 0 0,1 0 0 0 0,0 0 0 0 0,0 0 0 0 0,0 3 0 0 0,-1 5-681 0 0,-5 74 1446 0 0,3-1 0 0 0,11 103-1 0 0,0 64-1205 0 0,-48 186-87 0 0,12-178 115 0 0,24-179-77 0 0,6 110 0 0 0,23 80-160 0 0,-7-83 84 0 0,-5-86 37 0 0,-6-58 205 0 0,1 66 0 0 0,-8-97-113 0 0,-5 194-527 0 0,5-201 510 0 0,0 0-1 0 0,-1 0 1 0 0,1 0-1 0 0,-1-1 1 0 0,0 1-1 0 0,0 0 1 0 0,0 0-1 0 0,-1-1 1 0 0,1 1-1 0 0,-1-1 1 0 0,0 1-1 0 0,0-1 1 0 0,0 0-1 0 0,-5 6 1 0 0,4-7-5 0 0,0 1 0 0 0,0-1 0 0 0,0-1 0 0 0,0 1 0 0 0,-1 0 0 0 0,1-1-1 0 0,-1 0 1 0 0,1 1 0 0 0,-1-2 0 0 0,1 1 0 0 0,-1 0 0 0 0,0-1 0 0 0,1 1 0 0 0,-1-1 0 0 0,-6 0 0 0 0,-4 1-25 0 0,-1 1 0 0 0,1 0 0 0 0,-1 1-1 0 0,1 1 1 0 0,-18 7 0 0 0,-40 9 16 0 0,12-13-86 0 0,-1-2-1 0 0,-73-4 0 0 0,-49 2-90 0 0,-21 17 31 0 0,44-3 260 0 0,-266-5-1 0 0,309-21-201 0 0,-107-3-587 0 0,-237 29 1000 0 0,205-19-252 0 0,2-1-421 0 0,163 4 218 0 0,0 4 1 0 0,-158 29 0 0 0,219-29 194 0 0,1-2 0 0 0,-1-1 1 0 0,0-1-1 0 0,1-1 0 0 0,-45-7 0 0 0,-14 0-416 0 0,70 7 357 0 0,-1 1 0 0 0,-32 6 0 0 0,0 0-7077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60 193 4609 0 0,'-2'-1'403'0'0,"-1"1"0"0"0,0 0 1 0 0,1-1-1 0 0,-1 0 0 0 0,1 1 0 0 0,-1-1 1 0 0,1 0-1 0 0,-1 0 0 0 0,1-1 0 0 0,0 1 0 0 0,-1 0 1 0 0,1-1-1 0 0,0 1 0 0 0,0-1 0 0 0,0 0 1 0 0,0 0-1 0 0,0 0 0 0 0,1 0 0 0 0,-1 0 1 0 0,0 0-1 0 0,1 0 0 0 0,0-1 0 0 0,-2-3 0 0 0,1 4-188 0 0,1 0 0 0 0,1-1 0 0 0,-1 1-1 0 0,0 0 1 0 0,0 0 0 0 0,1-1 0 0 0,0 1-1 0 0,-1 0 1 0 0,1-1 0 0 0,0 1 0 0 0,0-1-1 0 0,0 1 1 0 0,0 0 0 0 0,1-1-1 0 0,-1 1 1 0 0,0 0 0 0 0,1-1 0 0 0,0 1-1 0 0,0 0 1 0 0,0 0 0 0 0,0 0 0 0 0,0-1-1 0 0,0 1 1 0 0,0 0 0 0 0,1 0 0 0 0,1-2-1 0 0,14-14 483 0 0,-5 5-89 0 0,29-25-1 0 0,-38 36-569 0 0,0-1 1 0 0,0 1-1 0 0,1 0 0 0 0,-1 0 0 0 0,1 0 0 0 0,-1 0 1 0 0,1 1-1 0 0,0 0 0 0 0,-1-1 0 0 0,1 1 0 0 0,0 0 1 0 0,0 1-1 0 0,0-1 0 0 0,0 1 0 0 0,5 0 1 0 0,-7 0-37 0 0,1 1 1 0 0,-1 0 0 0 0,0 0 0 0 0,0 0 0 0 0,1 0-1 0 0,-1 0 1 0 0,0 1 0 0 0,0-1 0 0 0,0 1 0 0 0,0-1-1 0 0,0 1 1 0 0,-1 0 0 0 0,1-1 0 0 0,0 1 0 0 0,-1 0 0 0 0,0 0-1 0 0,1 0 1 0 0,-1 1 0 0 0,0-1 0 0 0,0 0 0 0 0,0 0-1 0 0,0 1 1 0 0,0-1 0 0 0,-1 0 0 0 0,1 1 0 0 0,0 3-1 0 0,1 5-8 0 0,0 0 0 0 0,-1 0 0 0 0,0 1 0 0 0,-1 15 0 0 0,-8 39 84 0 0,5-49-33 0 0,1 0 0 0 0,0 0 0 0 0,1 0 1 0 0,3 29-1 0 0,-1-41-57 0 0,0 1 0 0 0,0-1 1 0 0,0 0-1 0 0,1-1 1 0 0,0 1-1 0 0,0 0 0 0 0,0 0 1 0 0,1-1-1 0 0,-1 1 1 0 0,1-1-1 0 0,0 0 1 0 0,0 0-1 0 0,1 0 0 0 0,-1 0 1 0 0,1 0-1 0 0,0-1 1 0 0,0 0-1 0 0,0 0 0 0 0,9 5 1 0 0,1-1-187 0 0,0-1 1 0 0,1-1-1 0 0,27 7 1 0 0,-22-7 113 0 0,-1 0 1 0 0,18 9-1 0 0,-32-12 107 0 0,0 1 1 0 0,0-1 0 0 0,-1 1-1 0 0,1 0 1 0 0,-1 0-1 0 0,0 1 1 0 0,1-1-1 0 0,-2 1 1 0 0,1 0-1 0 0,0 0 1 0 0,-1 0-1 0 0,3 5 1 0 0,-4-5 5 0 0,0 1 0 0 0,0-1 0 0 0,-1 1 0 0 0,0-1 0 0 0,0 1 0 0 0,0 0 1 0 0,-1-1-1 0 0,1 1 0 0 0,-1 0 0 0 0,0 0 0 0 0,-1-1 0 0 0,1 1 0 0 0,-1 0 0 0 0,0 0 0 0 0,0-1 0 0 0,0 1 0 0 0,-1-1 0 0 0,1 1 0 0 0,-1-1 1 0 0,0 0-1 0 0,-4 7 0 0 0,-4 6 56 0 0,-1-1 1 0 0,0 1 0 0 0,-24 25 0 0 0,23-29-630 0 0,-1 0 1 0 0,-25 20-1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2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205 430 6913 0 0,'-6'-1'388'0'0,"-1"0"0"0"0,0-1 0 0 0,1 1 0 0 0,-1-1 0 0 0,1-1 0 0 0,0 1 0 0 0,0-1 0 0 0,0 0 0 0 0,0 0-1 0 0,0-1 1 0 0,1 0 0 0 0,-9-7 0 0 0,-1-2 608 0 0,0-1-1 0 0,1 0 1 0 0,-12-17-1 0 0,22 27-698 0 0,0-2 1 0 0,0 1-1 0 0,1 0 1 0 0,0-1-1 0 0,0 1 0 0 0,0-1 1 0 0,1 0-1 0 0,0 0 0 0 0,0 0 1 0 0,0 0-1 0 0,1 0 1 0 0,0 0-1 0 0,0-1 0 0 0,1 1 1 0 0,-1 0-1 0 0,1-1 0 0 0,1 1 1 0 0,1-12-1 0 0,1 8-186 0 0,1-1-1 0 0,0 1 1 0 0,0-1-1 0 0,1 1 0 0 0,0 0 1 0 0,1 1-1 0 0,0-1 1 0 0,0 1-1 0 0,15-15 1 0 0,-13 15-125 0 0,1 1 0 0 0,-1 0 0 0 0,1 1 0 0 0,0-1 0 0 0,1 2 0 0 0,0 0 0 0 0,0 0 0 0 0,20-8 0 0 0,-27 12 0 0 0,1 1 0 0 0,-1 0 1 0 0,1 0-1 0 0,-1 0 1 0 0,1 0-1 0 0,-1 1 0 0 0,1-1 1 0 0,0 1-1 0 0,-1 0 0 0 0,1 0 1 0 0,-1 0-1 0 0,1 1 0 0 0,0-1 1 0 0,-1 1-1 0 0,1 0 1 0 0,-1 0-1 0 0,1 0 0 0 0,-1 0 1 0 0,0 0-1 0 0,1 1 0 0 0,-1 0 1 0 0,0 0-1 0 0,0 0 0 0 0,0 0 1 0 0,0 0-1 0 0,-1 0 1 0 0,1 1-1 0 0,0-1 0 0 0,-1 1 1 0 0,0 0-1 0 0,0 0 0 0 0,3 4 1 0 0,4 9-150 0 0,-1 0 0 0 0,0 1 1 0 0,-1 1-1 0 0,9 33 0 0 0,7 75-1620 0 0,-19-96 1160 0 0,1 1 0 0 0,1-1 0 0 0,2 0-1 0 0,1 0 1 0 0,19 44 0 0 0,-23-66 507 0 0,32 57-638 0 0,-33-60 682 0 0,-1 0-1 0 0,1 0 1 0 0,0-1 0 0 0,0 0-1 0 0,0 1 1 0 0,1-1-1 0 0,-1-1 1 0 0,1 1 0 0 0,0-1-1 0 0,7 4 1 0 0,-11-7 143 0 0,1 1 0 0 0,-1-1 0 0 0,0 0 0 0 0,1 0 0 0 0,-1 0-1 0 0,0 0 1 0 0,1 0 0 0 0,-1 0 0 0 0,1 0 0 0 0,-1-1 0 0 0,0 1 0 0 0,1 0 0 0 0,-1-1 0 0 0,0 1 0 0 0,0-1 0 0 0,1 0-1 0 0,-1 1 1 0 0,0-1 0 0 0,0 0 0 0 0,0 0 0 0 0,0 1 0 0 0,1-1 0 0 0,-2 0 0 0 0,1 0 0 0 0,0 0 0 0 0,0 0-1 0 0,0-1 1 0 0,0 1 0 0 0,0 0 0 0 0,-1 0 0 0 0,1 0 0 0 0,-1-1 0 0 0,2-1 0 0 0,17-49 2207 0 0,-17 48-2150 0 0,0-4 78 0 0,0 1-1 0 0,-1-1 1 0 0,1 1-1 0 0,-1-1 1 0 0,-1 1-1 0 0,1-1 1 0 0,-1 0-1 0 0,-1 0 1 0 0,-1-12-1 0 0,1 17-122 0 0,0 0 0 0 0,0 0-1 0 0,0 0 1 0 0,0 0-1 0 0,-1 0 1 0 0,1 0-1 0 0,-1 0 1 0 0,0 0-1 0 0,0 1 1 0 0,0-1-1 0 0,0 1 1 0 0,0-1-1 0 0,0 1 1 0 0,-1 0-1 0 0,1 0 1 0 0,-1 0-1 0 0,1 0 1 0 0,-1 1-1 0 0,0-1 1 0 0,0 1-1 0 0,0-1 1 0 0,0 1-1 0 0,0 0 1 0 0,0 0-1 0 0,-6-1 1 0 0,-36-4-102 0 0,0 3-1 0 0,0 1 1 0 0,-83 7 0 0 0,87-2 145 0 0,-4 0-1238 0 0,-85 19 0 0 0,90-11-6435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56 282 2304 0 0,'-12'-22'623'0'0,"10"17"185"0"0,0 1 0 0 0,0 0 1 0 0,0 0-1 0 0,0 0 0 0 0,-1 0 1 0 0,0 0-1 0 0,1 1 0 0 0,-1-1 0 0 0,-1 1 1 0 0,1 0-1 0 0,0 0 0 0 0,-1 0 1 0 0,-4-3-1 0 0,24 16 6399 0 0,34 35-6188 0 0,-26-20-821 0 0,108 97 96 0 0,-117-110-245 0 0,0-1 1 0 0,1 0-1 0 0,0-1 1 0 0,1-1-1 0 0,0-1 1 0 0,1 0-1 0 0,22 6 1 0 0,-39-13-23 0 0,0-1 1 0 0,0 0-1 0 0,0 1 1 0 0,0-1-1 0 0,0 0 1 0 0,0 0-1 0 0,0 0 1 0 0,0 0-1 0 0,0 0 0 0 0,0 0 1 0 0,0-1-1 0 0,0 1 1 0 0,0 0-1 0 0,0 0 1 0 0,0-1-1 0 0,0 1 1 0 0,0 0-1 0 0,0-1 0 0 0,-1 1 1 0 0,1-1-1 0 0,0 0 1 0 0,0 1-1 0 0,0-1 1 0 0,0 1-1 0 0,-1-1 1 0 0,1 0-1 0 0,0 0 0 0 0,-1 0 1 0 0,1 1-1 0 0,0-1 1 0 0,-1 0-1 0 0,1 0 1 0 0,-1 0-1 0 0,0 0 1 0 0,1 0-1 0 0,-1 0 1 0 0,0 0-1 0 0,1 0 0 0 0,-1 0 1 0 0,0 0-1 0 0,0 0 1 0 0,0 0-1 0 0,0 0 1 0 0,0-2-1 0 0,0-7 62 0 0,0 0 1 0 0,0 0-1 0 0,-3-17 0 0 0,1 17 31 0 0,-1-18-5 0 0,-21-256-688 0 0,26 243-523 0 0,4 14-5370 0 0,1 9-877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32 13363 0 0,'-4'4'594'0'0,"0"1"0"0"0,0 1 1 0 0,1-1-1 0 0,0 1 0 0 0,0-1 0 0 0,0 1 1 0 0,1 0-1 0 0,0 0 0 0 0,0 0 1 0 0,0 0-1 0 0,0 7 0 0 0,-1-2-446 0 0,1-4-108 0 0,0-1 1 0 0,1 0-1 0 0,-1 1 1 0 0,1-1 0 0 0,1 1-1 0 0,-1-1 1 0 0,1 1-1 0 0,1-1 1 0 0,-1 1-1 0 0,1-1 1 0 0,0 1 0 0 0,0-1-1 0 0,1 0 1 0 0,0 0-1 0 0,0 1 1 0 0,0-1-1 0 0,1 0 1 0 0,0-1-1 0 0,0 1 1 0 0,1 0 0 0 0,-1-1-1 0 0,1 0 1 0 0,0 0-1 0 0,1 0 1 0 0,-1 0-1 0 0,1-1 1 0 0,0 1 0 0 0,0-1-1 0 0,0-1 1 0 0,1 1-1 0 0,-1-1 1 0 0,1 0-1 0 0,0 0 1 0 0,0 0 0 0 0,7 1-1 0 0,-7-2-2 0 0,0-1 1 0 0,0 0-1 0 0,0-1 0 0 0,0 0 0 0 0,0 1 1 0 0,0-2-1 0 0,0 1 0 0 0,0-1 0 0 0,-1 0 1 0 0,1 0-1 0 0,0-1 0 0 0,0 1 0 0 0,-1-1 1 0 0,1-1-1 0 0,-1 1 0 0 0,1-1 0 0 0,-1 0 1 0 0,0 0-1 0 0,0 0 0 0 0,-1-1 0 0 0,1 0 1 0 0,5-6-1 0 0,-6 7-24 0 0,-1-1 1 0 0,1 0-1 0 0,-1 0 1 0 0,0 0-1 0 0,-1 0 1 0 0,1 0-1 0 0,-1-1 1 0 0,1 1-1 0 0,-1-1 1 0 0,-1 0-1 0 0,1 0 1 0 0,-1 1-1 0 0,1-1 1 0 0,-1 0-1 0 0,-1 0 1 0 0,1 0-1 0 0,-1 0 1 0 0,0-1-1 0 0,0 1 1 0 0,0 0-1 0 0,-1 0 1 0 0,0 0-1 0 0,0 0 1 0 0,0 0-1 0 0,-1 1 1 0 0,-2-7-1 0 0,-1 1-32 0 0,0 0 0 0 0,-1 1 0 0 0,-1 0 1 0 0,0 0-1 0 0,0 0 0 0 0,-1 1 0 0 0,0 0 0 0 0,0 1 0 0 0,0 0 0 0 0,-1 0 1 0 0,0 0-1 0 0,-1 2 0 0 0,0-1 0 0 0,-11-5 0 0 0,12 8-971 0 0,1 0 0 0 0,-1 0 0 0 0,0 1 0 0 0,1 0 0 0 0,-1 0 0 0 0,-13 0 0 0 0,-1 3-5975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12443 0 0,'16'-23'4071'0'0,"-15"21"-4001"0"0,11-14 1145 0 0,1-1 1 0 0,16-15-1 0 0,-25 28-1500 0 0,0 0 0 0 0,0 0-1 0 0,1 1 1 0 0,0-1 0 0 0,0 1 0 0 0,0 0 0 0 0,0 1 0 0 0,0-1 0 0 0,0 1 0 0 0,1 0 0 0 0,-1 0 0 0 0,11-1 0 0 0,-2 2-1028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13187 0 0,'2'2'288'0'0,"0"0"64"0"0,0 0 16 0 0,-1-2 0 0 0,1-2-296 0 0,0 2-72 0 0,0-2 0 0 0,3-1 176 0 0,0-1 16 0 0,4-1 8 0 0,0-4 0 0 0,1 2-1816 0 0,0-1-368 0 0,8 1-65 0 0,-4-2-23 0 0,0 0 1616 0 0,0-3 320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6913 0 0,'2'-3'308'0'0,"0"0"0"0"0,0 0 0 0 0,0 0 0 0 0,0 0 0 0 0,0 1 0 0 0,0-1 0 0 0,1 1 0 0 0,0-1 0 0 0,-1 1 0 0 0,1 0 0 0 0,0 0 0 0 0,0 0 0 0 0,0 0 0 0 0,0 0 0 0 0,1 1 0 0 0,-1-1 0 0 0,0 1 0 0 0,1 0 0 0 0,-1 0 0 0 0,1 0 0 0 0,-1 1 0 0 0,1-1 0 0 0,-1 1 0 0 0,1 0 0 0 0,-1 0 0 0 0,1 0 0 0 0,-1 0 0 0 0,6 2 0 0 0,2-1 516 0 0,-1 0 0 0 0,1 0 1 0 0,0 2-1 0 0,-1-1 0 0 0,0 1 0 0 0,15 6 1 0 0,-22-7-763 0 0,0 0 1 0 0,0 0-1 0 0,0 0 1 0 0,0 0-1 0 0,0 1 1 0 0,0-1-1 0 0,-1 1 1 0 0,1 0-1 0 0,-1-1 1 0 0,0 1 0 0 0,0 0-1 0 0,0 1 1 0 0,0-1-1 0 0,0 0 1 0 0,-1 0-1 0 0,1 1 1 0 0,-1-1-1 0 0,0 1 1 0 0,0-1-1 0 0,0 1 1 0 0,-1 0-1 0 0,1 4 1 0 0,1 24-60 0 0,-2 0 0 0 0,-6 49 0 0 0,0 36 426 0 0,6-104-475 0 0,1 0 1 0 0,1 0-1 0 0,0-1 0 0 0,0 1 1 0 0,1-1-1 0 0,8 22 1 0 0,-8-29 78 0 0,-1-1 1 0 0,1 1-1 0 0,0 0 1 0 0,0-1-1 0 0,0 1 1 0 0,0-1-1 0 0,9 7 1 0 0,17 9-2827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7370 0 0,'-2'9'656'0'0,"2"-2"-528"0"0,2-2-128 0 0,2-1 1040 0 0,-3-1 176 0 0,3 4 40 0 0,-1 4 9 0 0,3 1-1169 0 0,1 0-240 0 0,0 0-48 0 0,0-3 0 0 0,1-4 192 0 0,-1-3-80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12443 0 0,'31'-4'4306'0'0,"183"-34"1898"0"0,-82 14-8012 0 0,-102 18-5766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10594 0 0,'-4'5'862'0'0,"0"-1"0"0"0,0 1-1 0 0,0 0 1 0 0,1 0 0 0 0,0 1-1 0 0,0-1 1 0 0,0 0 0 0 0,-3 11-1 0 0,3-7-176 0 0,1-1-1 0 0,0 1 0 0 0,1 0 1 0 0,0 0-1 0 0,0 12 0 0 0,3 8-168 0 0,2-1-1 0 0,12 54 1 0 0,-4-29-876 0 0,-3-4-1413 0 0,1 5-6085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8754 0 0,'0'2'240'0'0,"-1"-1"0"0"0,1 0-1 0 0,0 1 1 0 0,0-1 0 0 0,0 0 0 0 0,0 1 0 0 0,0-1 0 0 0,0 0-1 0 0,1 1 1 0 0,-1-1 0 0 0,0 0 0 0 0,1 0 0 0 0,-1 1 0 0 0,1-1 0 0 0,-1 0-1 0 0,1 0 1 0 0,-1 0 0 0 0,1 1 0 0 0,0-1 0 0 0,0 0 0 0 0,-1 0-1 0 0,1 0 1 0 0,0 0 0 0 0,0 0 0 0 0,0-1 0 0 0,0 1 0 0 0,0 0 0 0 0,0 0-1 0 0,3 1 1 0 0,1 1 436 0 0,0 1 0 0 0,0 0 0 0 0,0-1 0 0 0,1 0-1 0 0,7 3 1 0 0,-2-3-313 0 0,0-1 1 0 0,0-1-1 0 0,0 1 0 0 0,0-2 0 0 0,0 0 1 0 0,0 0-1 0 0,0-1 0 0 0,15-2 0 0 0,91-26 145 0 0,-46 9-551 0 0,-13 8-610 0 0,-29 7 309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12443 0 0,'0'-1'142'0'0,"1"0"0"0"0,-1 1 0 0 0,1-1 0 0 0,-1 0 1 0 0,1 1-1 0 0,0-1 0 0 0,-1 1 0 0 0,1-1 0 0 0,0 1 0 0 0,0 0 1 0 0,-1-1-1 0 0,1 1 0 0 0,0 0 0 0 0,0-1 0 0 0,0 1 0 0 0,-1 0 1 0 0,1 0-1 0 0,0 0 0 0 0,0 0 0 0 0,0-1 0 0 0,0 1 0 0 0,-1 1 1 0 0,1-1-1 0 0,0 0 0 0 0,0 0 0 0 0,0 0 0 0 0,0 0 0 0 0,-1 0 1 0 0,1 1-1 0 0,0-1 0 0 0,0 0 0 0 0,-1 1 0 0 0,1-1 0 0 0,0 1 1 0 0,0-1-1 0 0,-1 1 0 0 0,1-1 0 0 0,0 1 0 0 0,-1-1 1 0 0,1 1-1 0 0,0 1 0 0 0,29 26 1584 0 0,4 20-634 0 0,34 64 0 0 0,-44-70-1060 0 0,2 0 0 0 0,50 62 1 0 0,-15-41 16 0 0,-34-37-1618 0 0,35 47 0 0 0,-44-47-5472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0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279 221 1840 0 0,'-18'-3'1205'0'0,"1"0"0"0"0,0-1-1 0 0,0 0 1 0 0,0-1 0 0 0,1-2 0 0 0,0 1-1 0 0,-20-12 1 0 0,5 3 184 0 0,12 7-777 0 0,10 5-82 0 0,1 0 1 0 0,1-1 0 0 0,-1 0-1 0 0,1 0 1 0 0,-12-8-1 0 0,18 11-408 0 0,-1-1-1 0 0,1 1 0 0 0,0 0 0 0 0,-1-1 1 0 0,1 1-1 0 0,0-1 0 0 0,0 0 0 0 0,0 1 0 0 0,0-1 1 0 0,0 0-1 0 0,1 1 0 0 0,-1-1 0 0 0,1 0 1 0 0,-1 0-1 0 0,1 0 0 0 0,-1 0 0 0 0,1 1 0 0 0,0-1 1 0 0,0 0-1 0 0,0 0 0 0 0,0 0 0 0 0,0 0 1 0 0,0 0-1 0 0,1 0 0 0 0,-1 0 0 0 0,0 1 0 0 0,1-1 1 0 0,0 0-1 0 0,-1 0 0 0 0,3-2 0 0 0,-1-1-15 0 0,0 1-1 0 0,1 0 0 0 0,-1 0 1 0 0,1 0-1 0 0,0 0 0 0 0,0 0 1 0 0,0 1-1 0 0,1-1 0 0 0,-1 1 1 0 0,1 0-1 0 0,0 0 0 0 0,0 0 1 0 0,0 1-1 0 0,0 0 0 0 0,7-4 0 0 0,-8 5-92 0 0,0 0 0 0 0,-1 1-1 0 0,1-1 1 0 0,0 1-1 0 0,0-1 1 0 0,0 1 0 0 0,-1 0-1 0 0,1 0 1 0 0,0 0-1 0 0,0 1 1 0 0,0-1 0 0 0,-1 0-1 0 0,1 1 1 0 0,0 0-1 0 0,-1 0 1 0 0,1 0 0 0 0,0 0-1 0 0,-1 0 1 0 0,1 0-1 0 0,-1 1 1 0 0,0-1 0 0 0,1 1-1 0 0,-1 0 1 0 0,0 0-1 0 0,0 0 1 0 0,0 0 0 0 0,3 4-1 0 0,7 9-120 0 0,-1 1 0 0 0,-1-1 0 0 0,0 2 0 0 0,-1 0-1 0 0,-1 0 1 0 0,-1 0 0 0 0,6 22 0 0 0,-1 6-466 0 0,10 79-1 0 0,-22-124 576 0 0,0 7 113 0 0,1-1 1 0 0,0 1-1 0 0,0-1 0 0 0,1 1 1 0 0,0-1-1 0 0,0 0 0 0 0,0 0 1 0 0,1 0-1 0 0,3 6 1 0 0,-5-12-83 0 0,0 1 0 0 0,-1-1 0 0 0,1 0 0 0 0,0 0 0 0 0,-1 1 0 0 0,1-1 0 0 0,0 0 0 0 0,0 0 0 0 0,0 0 0 0 0,-1 0 0 0 0,1 0 0 0 0,0 0 0 0 0,0 0 0 0 0,-1 0 0 0 0,1 0 0 0 0,0 0 0 0 0,0 0 0 0 0,-1 0 0 0 0,1-1 0 0 0,0 1 0 0 0,0 0 0 0 0,-1 0 1 0 0,1-1-1 0 0,0 1 0 0 0,-1-1 0 0 0,1 1 0 0 0,0 0 0 0 0,-1-1 0 0 0,1 1 0 0 0,-1-1 0 0 0,1 0 0 0 0,-1 1 0 0 0,1-1 0 0 0,0 0 0 0 0,22-24 326 0 0,-22 24-328 0 0,60-79 365 0 0,-43 54-725 0 0,2 1-1 0 0,0 1 1 0 0,1 0-1 0 0,2 2 1 0 0,24-20-1 0 0,-19 24-7400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294 680 456 0 0,'-9'-4'89'0'0,"1"-1"1"0"0,-1 1-1 0 0,0 1 0 0 0,0-1 1 0 0,-12-1-1 0 0,13 3 31 0 0,-1-1 0 0 0,1 1 0 0 0,0-1 0 0 0,0-1-1 0 0,1 1 1 0 0,-1-1 0 0 0,-9-7 0 0 0,12 8 233 0 0,1 0-1 0 0,0 0 1 0 0,-1 1 0 0 0,0 0-1 0 0,1 0 1 0 0,-1 0 0 0 0,0 1-1 0 0,0-1 1 0 0,0 1 0 0 0,-9 0-1 0 0,-54-1 8361 0 0,42 3-4460 0 0,56 8-24 0 0,35 24-3622 0 0,-2 0-591 0 0,-45-26 8 0 0,178 68 38 0 0,-172-68-55 0 0,1 0 1 0 0,-1-2-1 0 0,2-1 1 0 0,-1 0-1 0 0,0-2 1 0 0,28-2-1 0 0,-51 0 15 0 0,0 0 0 0 0,0 0 0 0 0,-1 0 0 0 0,1-1-1 0 0,0 1 1 0 0,0-1 0 0 0,-1 1 0 0 0,1-1 0 0 0,0 0-1 0 0,-1 1 1 0 0,1-1 0 0 0,-1 0 0 0 0,1 0 0 0 0,-1 0-1 0 0,1-1 1 0 0,-1 1 0 0 0,0 0 0 0 0,0 0 0 0 0,1-1-1 0 0,-1 1 1 0 0,0-1 0 0 0,0 1 0 0 0,0-1 0 0 0,-1 1-1 0 0,1-1 1 0 0,0 1 0 0 0,-1-1 0 0 0,1 0 0 0 0,0 0-1 0 0,-1 1 1 0 0,0-1 0 0 0,0 0 0 0 0,1 0 0 0 0,-1 1-1 0 0,0-1 1 0 0,0 0 0 0 0,0 0 0 0 0,-1 0 0 0 0,1-2-1 0 0,-2-10 145 0 0,-1 1-1 0 0,0-1 0 0 0,0 0 0 0 0,-7-13 0 0 0,5 10 28 0 0,-27-84-298 0 0,-36-134 1624 0 0,49 115-3574 0 0,16 87-1202 0 0,3-57 1 0 0,5 34-4713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12443 0 0,'13'2'8879'0'0,"-12"4"-8463"0"0,1 9-199 0 0,-1 1 0 0 0,0 0 0 0 0,-1-1 0 0 0,-1 1 1 0 0,-3 20-1 0 0,-20 86-18 0 0,4-24-142 0 0,16-71-43 0 0,1 0-1 0 0,1 0 1 0 0,1 0 0 0 0,1 0-1 0 0,5 36 1 0 0,-3-55-17 0 0,-1 0 0 0 0,1 0 1 0 0,1-1-1 0 0,-1 1 0 0 0,1-1 0 0 0,1 1 1 0 0,-1-1-1 0 0,1 0 0 0 0,10 12 0 0 0,-11-15 8 0 0,1 0 0 0 0,0-1 0 0 0,0 1 0 0 0,0-1 0 0 0,0 0 1 0 0,1 0-1 0 0,-1 0 0 0 0,1-1 0 0 0,0 0 0 0 0,0 0 0 0 0,0 0 0 0 0,0 0 0 0 0,0-1 0 0 0,0 0 0 0 0,0 0 0 0 0,9 1 0 0 0,-6-2 16 0 0,-1-1 1 0 0,1 1-1 0 0,-1-1 1 0 0,1 0-1 0 0,-1-1 0 0 0,1 1 1 0 0,-1-2-1 0 0,0 1 1 0 0,0-1-1 0 0,0 0 0 0 0,0 0 1 0 0,10-8-1 0 0,8-6-112 0 0,44-40-1 0 0,1 0-275 0 0,-51 45-205 0 0,1 2-1 0 0,0 0 1 0 0,0 1 0 0 0,1 1 0 0 0,0 1-1 0 0,1 0 1 0 0,0 2 0 0 0,22-3 0 0 0,-18 3-6017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7370 0 0,'-5'2'660'0'0,"1"1"-1"0"0,0 0 1 0 0,0 0 0 0 0,0 1 0 0 0,0-1 0 0 0,0 1 0 0 0,1-1 0 0 0,0 1 0 0 0,0 0 0 0 0,0 1 0 0 0,0-1 0 0 0,0 0 0 0 0,1 1 0 0 0,0 0 0 0 0,0-1 0 0 0,0 1 0 0 0,1 0 0 0 0,-1 0-1 0 0,0 7 1 0 0,-1 11 239 0 0,0 0-1 0 0,2 0 0 0 0,1 26 0 0 0,0 7-846 0 0,-2-5 193 0 0,1 1-1 0 0,8 58 0 0 0,-4-87-641 0 0,1 0-1 0 0,1 0 1 0 0,1 0-1 0 0,1-1 1 0 0,1 0-1 0 0,1-1 1 0 0,14 25-1 0 0,-10-24-7469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14283 0 0,'-1'0'114'0'0,"0"1"0"0"0,0-1 0 0 0,0 1 0 0 0,0-1 0 0 0,0 1 1 0 0,0-1-1 0 0,0 1 0 0 0,0 0 0 0 0,1 0 0 0 0,-1-1 0 0 0,0 1 0 0 0,0 0 0 0 0,1 0 0 0 0,-1 0 0 0 0,0 0 0 0 0,1 0 1 0 0,-1 0-1 0 0,1 0 0 0 0,-1 0 0 0 0,1 0 0 0 0,0 0 0 0 0,-1 0 0 0 0,1 0 0 0 0,0 1 0 0 0,0-1 0 0 0,-1 0 0 0 0,1 0 1 0 0,0 0-1 0 0,1 2 0 0 0,-3 43 2069 0 0,2-38-1458 0 0,-15 192 2005 0 0,1-26-2662 0 0,13-158-128 0 0,1 1 0 0 0,5 32 0 0 0,-4-44-116 0 0,-1-1 0 0 0,1 0 1 0 0,1 0-1 0 0,-1 0 0 0 0,0 0 0 0 0,1 0 1 0 0,0 0-1 0 0,0 0 0 0 0,0-1 0 0 0,0 1 1 0 0,1-1-1 0 0,-1 1 0 0 0,1-1 0 0 0,0 0 1 0 0,0 0-1 0 0,0 0 0 0 0,5 3 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18 225 3209 0 0,'2'-33'-190'0'0,"-4"-45"0"0"0,1 62 373 0 0,-2 1 1 0 0,-5-20-1 0 0,2-11 10746 0 0,30 44-8139 0 0,-13 3-2398 0 0,0 0-1 0 0,1 0 1 0 0,-1 1 0 0 0,0 1-1 0 0,0 0 1 0 0,0 0-1 0 0,0 1 1 0 0,0 0-1 0 0,-1 1 1 0 0,0 0-1 0 0,0 1 1 0 0,0 0-1 0 0,11 10 1 0 0,-7-5-377 0 0,-1 1 1 0 0,-1 0-1 0 0,0 1 0 0 0,-1 0 1 0 0,0 1-1 0 0,-1 0 0 0 0,-1 1 1 0 0,8 16-1 0 0,-6-9-508 0 0,14 27 96 0 0,-10-15-6020 0 0,-8-18-224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3225 0 0,'18'-4'8098'0'0,"34"-11"-3009"0"0,65-43-313 0 0,-14 6-4930 0 0,-84 45 60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4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56 2761 0 0,'-3'-6'3941'0'0,"3"6"-3857"0"0,10-13 3225 0 0,-10 12-3235 0 0,24-22 516 0 0,-22 22-413 0 0,-1 0 1 0 0,0 0-1 0 0,0 0 1 0 0,0 0-1 0 0,1 0 0 0 0,-1 0 1 0 0,0 0-1 0 0,1 0 1 0 0,-1 1-1 0 0,1-1 0 0 0,-1 1 1 0 0,1-1-1 0 0,-1 1 1 0 0,1-1-1 0 0,-1 1 0 0 0,1 0 1 0 0,0 0-1 0 0,-1-1 1 0 0,3 2-1 0 0,-3 0 9 0 0,0 0 0 0 0,0 0 0 0 0,0 0-1 0 0,0 0 1 0 0,-1 0 0 0 0,1 0 0 0 0,0 1 0 0 0,0-1 0 0 0,-1 0 0 0 0,1 1-1 0 0,-1-1 1 0 0,1 1 0 0 0,-1-1 0 0 0,0 1 0 0 0,1-1 0 0 0,-1 2 0 0 0,4 32 966 0 0,-4-25-719 0 0,43 241 1761 0 0,2-87-5946 0 0,-40-149-669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91 178 920 0 0,'-3'-2'215'0'0,"1"1"0"0"0,-1-1 0 0 0,1 0 0 0 0,-1 1 0 0 0,0 0 0 0 0,1 0 1 0 0,-1-1-1 0 0,0 2 0 0 0,0-1 0 0 0,-5-1 0 0 0,4 2-42 0 0,1-1-1 0 0,0 0 1 0 0,0 0 0 0 0,0 0 0 0 0,0 0 0 0 0,0-1-1 0 0,0 1 1 0 0,-3-3 0 0 0,5 3-83 0 0,-1 0 0 0 0,1 0 0 0 0,0 0 0 0 0,0 0 0 0 0,0-1 0 0 0,0 1-1 0 0,0 0 1 0 0,0-1 0 0 0,0 1 0 0 0,0-1 0 0 0,0 1 0 0 0,1-1 0 0 0,-1 0 0 0 0,0 1 0 0 0,1-1 0 0 0,0 0 0 0 0,-1 1 0 0 0,1-1-1 0 0,0-3 1 0 0,7-30 903 0 0,-6 32-807 0 0,1 1 0 0 0,-1-1 0 0 0,-1 1-1 0 0,1-1 1 0 0,0 0 0 0 0,-1 1 0 0 0,1-1 0 0 0,-1 0-1 0 0,0 0 1 0 0,0 1 0 0 0,0-1 0 0 0,0 0 0 0 0,0 0-1 0 0,-1 1 1 0 0,1-1 0 0 0,-1 0 0 0 0,0 1 0 0 0,-2-6-1 0 0,-14-19 9946 0 0,134 167-9399 0 0,-97-111-2199 0 0,25 49 0 0 0,-35-57-818 0 0,1-1 0 0 0,1 0 0 0 0,20 24 0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5529 0 0,'13'3'4856'0'0,"12"2"-2280"0"0,-3-4 68 0 0,41-5-1 0 0,18 1-363 0 0,75 16-631 0 0,-93-5-1595 0 0,1-3-1 0 0,1-3 1 0 0,119-11-1 0 0,-56-22 8 0 0,-95 21 8 0 0,1 1 1 0 0,65-7 0 0 0,-98 16-109 0 0,1-1 0 0 0,0 1 0 0 0,0 0 0 0 0,0 0 0 0 0,0 0 0 0 0,0 1 0 0 0,-1-1 0 0 0,1 0 0 0 0,0 1 0 0 0,0-1 0 0 0,-1 1 0 0 0,1 0 0 0 0,0 0 0 0 0,0-1 0 0 0,-1 1 0 0 0,1 0 0 0 0,-1 0 0 0 0,1 1 0 0 0,-1-1 0 0 0,1 0 0 0 0,-1 0 0 0 0,0 1 0 0 0,0-1 0 0 0,0 1 0 0 0,1-1 0 0 0,-1 1 0 0 0,-1-1 0 0 0,1 1 0 0 0,0 0 0 0 0,0-1 0 0 0,0 1 0 0 0,-1 0 0 0 0,1 0 0 0 0,-1-1 0 0 0,0 1 0 0 0,1 3 0 0 0,0 7-1333 0 0,-1 0 0 0 0,0 0 0 0 0,-1 0 0 0 0,-3 20 0 0 0,1-12-1370 0 0,2-15 2201 0 0,0 0-1 0 0,0 0 1 0 0,0 0 0 0 0,0 0 0 0 0,-5 9-1 0 0,-2 2 320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98 920 0 0,'-10'-25'1120'0'0,"0"-13"6082"0"0,-2 4 4859 0 0,12 34-11832 0 0,-9 10 1714 0 0,-5 25-2176 0 0,-2 32 286 0 0,3-1 0 0 0,3 2 0 0 0,-2 96 0 0 0,18 209-83 0 0,1-145 43 0 0,26 438-36 0 0,-9-277 534 0 0,-23-283-143 0 0,-6-1 0 0 0,-29 171 0 0 0,28-253-636 0 0,-3 17-662 0 0,9-39 882 0 0,0 1 0 0 0,-1-1-1 0 0,1 1 1 0 0,0 0-1 0 0,0-1 1 0 0,0 1 0 0 0,0 0-1 0 0,1-1 1 0 0,-1 1-1 0 0,0-1 1 0 0,1 1-1 0 0,-1 0 1 0 0,1-1 0 0 0,-1 1-1 0 0,1-1 1 0 0,0 1-1 0 0,0-1 1 0 0,1 2 0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2304 0 0,'-11'5'1112'0'0,"-2"0"-1"0"0,1 0 1 0 0,0-1-1 0 0,-1-1 1 0 0,1 0-1 0 0,-1-1 1 0 0,0 0-1 0 0,-15 0 1659 0 0,42 5 2144 0 0,5-2-4620 0 0,0-2 1 0 0,1 0-1 0 0,-1-1 0 0 0,0-1 0 0 0,1-1 1 0 0,-1-1-1 0 0,24-4 0 0 0,-17 3-108 0 0,1 0 1 0 0,0 2-1 0 0,46 5 0 0 0,-4 14 17 0 0,-53-13-26 0 0,1-1 1 0 0,28 5-1 0 0,-24-11-208 0 0,-20 1-165 0 0,0-1-1 0 0,0 1 1 0 0,0 0 0 0 0,0 0 0 0 0,0-1 0 0 0,1 1 0 0 0,-1 0 0 0 0,0 0-1 0 0,0 0 1 0 0,0 1 0 0 0,0-1 0 0 0,1 0 0 0 0,-1 0 0 0 0,0 1 0 0 0,0-1-1 0 0,0 0 1 0 0,0 1 0 0 0,0-1 0 0 0,0 1 0 0 0,0 0 0 0 0,0-1-1 0 0,0 1 1 0 0,0 0 0 0 0,0 0 0 0 0,0-1 0 0 0,0 1 0 0 0,-1 0 0 0 0,1 0-1 0 0,1 2 1 0 0,1 2-295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12 5153 0 0,'-37'-4'-41'0'0,"2"0"317"0"0,-45 1 0 0 0,71 3 111 0 0,0 0 0 0 0,0 1 0 0 0,0 0 0 0 0,0 1-1 0 0,0 0 1 0 0,1 0 0 0 0,-1 1 0 0 0,1 0 0 0 0,0 1 0 0 0,-10 5-1 0 0,13-6 108 0 0,2-1 0 0 0,-1 1-1 0 0,0 0 1 0 0,1 0-1 0 0,-1 1 1 0 0,1-1-1 0 0,0 1 1 0 0,0 0-1 0 0,0 0 1 0 0,0 0-1 0 0,1 0 1 0 0,0 0-1 0 0,0 0 1 0 0,-2 6-1 0 0,4-8-385 0 0,1-1 0 0 0,-1 0-1 0 0,1 0 1 0 0,0 0 0 0 0,0 0-1 0 0,-1 0 1 0 0,1 0 0 0 0,0-1 0 0 0,0 1-1 0 0,0 0 1 0 0,0 0 0 0 0,0 0-1 0 0,0-1 1 0 0,0 1 0 0 0,0-1-1 0 0,0 1 1 0 0,0-1 0 0 0,0 1-1 0 0,0-1 1 0 0,1 1 0 0 0,-1-1 0 0 0,2 0-1 0 0,30 7 434 0 0,63 5 117 0 0,145-2 0 0 0,97-23-166 0 0,199 7 42 0 0,-416 15-553 0 0,225 11 185 0 0,-275-20 34 0 0,0-3 0 0 0,134-24 0 0 0,-98 5-527 0 0,-36 6-2801 0 0,-54 11-4123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98 1376 0 0,'-1'-6'440'0'0,"0"-1"-1"0"0,0 1 1 0 0,0-1 0 0 0,-1 1-1 0 0,-4-10 1 0 0,4 10 736 0 0,0-1 1 0 0,0 1-1 0 0,0-1 1 0 0,1 1-1 0 0,-1-11 1 0 0,4 72 4580 0 0,3 32-4240 0 0,2 11-1060 0 0,15 607 807 0 0,-41 59-1620 0 0,-24-185 3005 0 0,23-403-2351 0 0,-5 71-371 0 0,24-242-33 0 0,1-3 41 0 0,0 1 0 0 0,0 0 1 0 0,0-1-1 0 0,0 1 1 0 0,0 0-1 0 0,1-1 1 0 0,-1 1-1 0 0,2 4 1 0 0,-2-6-120 0 0,1 0 0 0 0,-1 0 0 0 0,1-1 0 0 0,-1 1 0 0 0,1 0 0 0 0,0 0 0 0 0,-1-1 0 0 0,1 1 0 0 0,0-1 0 0 0,-1 1 0 0 0,1-1 0 0 0,0 1 0 0 0,0-1 0 0 0,-1 1 0 0 0,1-1 0 0 0,0 1 0 0 0,0-1 0 0 0,0 0 0 0 0,1 1 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 5985 0 0,'-25'1'6062'0'0,"42"-2"-5389"0"0,122 0 1402 0 0,284 11 395 0 0,-93 27-1092 0 0,203 14 647 0 0,51 0-636 0 0,-337-25-982 0 0,384-8 1 0 0,-613-18-383 0 0,0 0 0 0 0,-1 1 0 0 0,1 1 0 0 0,-1 0 0 0 0,28 9 0 0 0,-35-8-325 0 0,-1 0 0 0 0,0 1 0 0 0,0 0 0 0 0,-1 1 1 0 0,1 0-1 0 0,-1 0 0 0 0,0 1 0 0 0,0 0 1 0 0,-1 1-1 0 0,1-1 0 0 0,8 12 0 0 0,0 0-3022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10 311 4209 0 0,'-1'0'325'0'0,"0"0"-214"0"0,1 1-103 0 0,-4-1-6 0 0,4-9 31 0 0,0 6-14 0 0,2-2 268 0 0,-1 1 1 0 0,0 0-1 0 0,0-1 0 0 0,0 1 0 0 0,-1-1 1 0 0,0 1-1 0 0,0-1 0 0 0,0 1 1 0 0,0-1-1 0 0,-1 1 0 0 0,1-1 0 0 0,-1 1 1 0 0,-1-1-1 0 0,1 1 0 0 0,-3-7 0 0 0,4 10-10 0 0,-1-1 0 0 0,1 0 0 0 0,0 1 0 0 0,0-1 0 0 0,0 1 0 0 0,1-1 0 0 0,-1 0 0 0 0,0 1 0 0 0,1-1 0 0 0,-1 1 0 0 0,0-1 0 0 0,1 1 0 0 0,0-1 0 0 0,-1 1 0 0 0,1 0 0 0 0,0-1 0 0 0,0 1 0 0 0,0 0 0 0 0,0-1 0 0 0,0 1 0 0 0,2-2 0 0 0,25-27 247 0 0,24-16 1162 0 0,67-46 0 0 0,-117 91-1664 0 0,-1 0 0 0 0,1 0-1 0 0,-1 0 1 0 0,1 0 0 0 0,0 0-1 0 0,-1 0 1 0 0,1 0-1 0 0,0 1 1 0 0,0-1 0 0 0,0 1-1 0 0,-1-1 1 0 0,1 1-1 0 0,0 0 1 0 0,4-1 0 0 0,-6 2-27 0 0,1-1 1 0 0,0 1-1 0 0,0 0 1 0 0,0-1-1 0 0,0 1 1 0 0,-1 0-1 0 0,1-1 1 0 0,0 1-1 0 0,-1 0 1 0 0,1 0-1 0 0,0-1 1 0 0,-1 1-1 0 0,1 0 1 0 0,-1 0-1 0 0,1 0 1 0 0,-1 0-1 0 0,0 0 1 0 0,1 0 0 0 0,-1 0-1 0 0,0 0 1 0 0,0 0-1 0 0,1 0 1 0 0,-1 0-1 0 0,0 0 1 0 0,0 0-1 0 0,0 0 1 0 0,-1 1-1 0 0,7 116-248 0 0,4 39-86 0 0,-10-154 296 0 0,0 0 0 0 0,1 0 1 0 0,-1 0-1 0 0,1 0 0 0 0,0 0 0 0 0,0 0 1 0 0,0 0-1 0 0,0 0 0 0 0,1-1 0 0 0,-1 1 0 0 0,1 0 1 0 0,3 4-1 0 0,-5-7 25 0 0,1 1 0 0 0,-1-1-1 0 0,1 0 1 0 0,0 1 0 0 0,-1-1 0 0 0,1 0 0 0 0,-1 1-1 0 0,1-1 1 0 0,0 0 0 0 0,-1 0 0 0 0,1 0 0 0 0,0 1-1 0 0,-1-1 1 0 0,1 0 0 0 0,0 0 0 0 0,-1 0 0 0 0,1 0 0 0 0,0 0-1 0 0,-1 0 1 0 0,1 0 0 0 0,0 0 0 0 0,0-1 0 0 0,1 0-5 0 0,0 0 1 0 0,0 0 0 0 0,0 0 0 0 0,-1 0 0 0 0,1 0 0 0 0,0-1 0 0 0,-1 1-1 0 0,1 0 1 0 0,-1-1 0 0 0,1 1 0 0 0,0-3 0 0 0,11-14-137 0 0,-2-1 0 0 0,0-1 1 0 0,16-40-1 0 0,2-2-85 0 0,-14 31 267 0 0,24-43-38 0 0,-36 69 120 0 0,0 0-1 0 0,0 0 1 0 0,1 1-1 0 0,0 0 1 0 0,0-1-1 0 0,0 1 1 0 0,0 0 0 0 0,1 1-1 0 0,-1-1 1 0 0,1 1-1 0 0,6-3 1 0 0,-10 6-63 0 0,0 0-1 0 0,-1 0 1 0 0,1-1 0 0 0,0 1 0 0 0,0 1-1 0 0,0-1 1 0 0,-1 0 0 0 0,1 0 0 0 0,0 0-1 0 0,0 0 1 0 0,-1 0 0 0 0,1 1 0 0 0,0-1 0 0 0,0 0-1 0 0,-1 1 1 0 0,1-1 0 0 0,0 0 0 0 0,-1 1-1 0 0,1-1 1 0 0,0 1 0 0 0,-1-1 0 0 0,1 1-1 0 0,-1 0 1 0 0,1-1 0 0 0,-1 1 0 0 0,1-1-1 0 0,-1 1 1 0 0,1 0 0 0 0,-1 0 0 0 0,0-1-1 0 0,1 1 1 0 0,-1 0 0 0 0,0-1 0 0 0,0 1-1 0 0,0 0 1 0 0,1 1 0 0 0,8 31 238 0 0,-8-30-233 0 0,9 61-89 0 0,-8-46-28 0 0,0 1-1 0 0,2-1 0 0 0,0 1 1 0 0,1-1-1 0 0,1 0 1 0 0,13 28-1 0 0,-19-45 73 0 0,1-1-1 0 0,-1 1 1 0 0,1 0 0 0 0,0-1 0 0 0,-1 1-1 0 0,1 0 1 0 0,0-1 0 0 0,0 1-1 0 0,-1-1 1 0 0,1 1 0 0 0,0-1-1 0 0,0 1 1 0 0,0-1 0 0 0,-1 0-1 0 0,1 1 1 0 0,0-1 0 0 0,0 0-1 0 0,0 0 1 0 0,0 0 0 0 0,0 0-1 0 0,0 0 1 0 0,0 0 0 0 0,0 0-1 0 0,-1 0 1 0 0,1 0 0 0 0,0 0-1 0 0,0 0 1 0 0,0 0 0 0 0,0-1-1 0 0,0 1 1 0 0,0 0 0 0 0,0-1-1 0 0,-1 1 1 0 0,1 0 0 0 0,0-1-1 0 0,0 1 1 0 0,-1-1 0 0 0,1 1-1 0 0,0-1 1 0 0,0 0 0 0 0,0 0-1 0 0,33-33-12 0 0,-28 28 16 0 0,7-8-9 0 0,-5 3-5 0 0,1 2 0 0 0,0-1 0 0 0,1 1 0 0 0,0 1 0 0 0,21-14 0 0 0,-28 20 48 0 0,1 1 1 0 0,-1-1-1 0 0,0 1 1 0 0,0 0-1 0 0,0 0 1 0 0,1 1-1 0 0,-1-1 1 0 0,0 1-1 0 0,1-1 1 0 0,-1 1-1 0 0,0 0 1 0 0,1 0-1 0 0,-1 0 1 0 0,1 1-1 0 0,-1 0 1 0 0,0-1-1 0 0,0 1 1 0 0,1 0-1 0 0,-1 0 1 0 0,0 1-1 0 0,0-1 1 0 0,0 1-1 0 0,0-1 1 0 0,0 1-1 0 0,0 0 1 0 0,-1 0-1 0 0,1 0 1 0 0,3 4-1 0 0,-1-1 31 0 0,0 1 0 0 0,0-1 0 0 0,-1 1 0 0 0,1-1 1 0 0,-2 1-1 0 0,1 0 0 0 0,0 1 0 0 0,-1-1 0 0 0,3 10 0 0 0,1 6 141 0 0,6 37 1 0 0,-11-43-240 0 0,1-1 1 0 0,1 1-1 0 0,1-1 0 0 0,0 0 0 0 0,8 16 1 0 0,-12-29-117 0 0,0 1 1 0 0,1-1 0 0 0,-1 0-1 0 0,1 0 1 0 0,0 0 0 0 0,0 0-1 0 0,-1 0 1 0 0,1 0 0 0 0,1 0-1 0 0,-1-1 1 0 0,0 1 0 0 0,0-1-1 0 0,0 0 1 0 0,1 1 0 0 0,-1-1-1 0 0,4 1 1 0 0,1-1-1011 0 0,0 1 0 0 0,0-1 1 0 0,1 0-1 0 0,9 0 0 0 0,18 1-3072 0 0,-33-1 4219 0 0,0-1 0 0 0,0 0 0 0 0,0 1 0 0 0,1-1 0 0 0,-1-1 1 0 0,0 1-1 0 0,0 0 0 0 0,0 0 0 0 0,0-1 0 0 0,0 1 0 0 0,0-1 1 0 0,0 1-1 0 0,0-1 0 0 0,0 0 0 0 0,2-1 0 0 0,8-5-66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2737 0 0,'16'2'8833'0'0,"103"-30"-739"0"0,73 2-5814 0 0,-115 17-1863 0 0,80-10-156 0 0,349-53 690 0 0,-436 58-858 0 0,0 3 0 0 0,1 3-1 0 0,1 3 1 0 0,108 6 0 0 0,-1 9 67 0 0,17 1-2703 0 0,-171-9-5244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65 5985 0 0,'-4'-6'724'0'0,"-1"0"1"0"0,0 0-1 0 0,0 0 0 0 0,0 0 0 0 0,-1 1 0 0 0,0 0 0 0 0,0 0 0 0 0,0 0 1 0 0,-8-4-1 0 0,13 8-584 0 0,-1 0 0 0 0,0 1 0 0 0,0-1 0 0 0,0 0 0 0 0,0 1 0 0 0,0-1 0 0 0,0 1 1 0 0,0-1-1 0 0,0 1 0 0 0,0 0 0 0 0,0 0 0 0 0,0 0 0 0 0,0 0 0 0 0,0 0 0 0 0,0 1 0 0 0,0-1 0 0 0,0 1 1 0 0,0-1-1 0 0,0 1 0 0 0,0 0 0 0 0,0 0 0 0 0,0-1 0 0 0,0 1 0 0 0,0 1 0 0 0,1-1 0 0 0,-1 0 0 0 0,0 0 1 0 0,1 1-1 0 0,-1-1 0 0 0,1 1 0 0 0,-1-1 0 0 0,1 1 0 0 0,0-1 0 0 0,0 1 0 0 0,0 0 0 0 0,0 0 0 0 0,0 0 1 0 0,0-1-1 0 0,-1 5 0 0 0,-3 7-15 0 0,0 0 0 0 0,0 1 0 0 0,1 0 0 0 0,1 0 0 0 0,0 0 0 0 0,-1 28 0 0 0,6 87 581 0 0,-1-94-718 0 0,2 0 0 0 0,2 0 0 0 0,1 0 0 0 0,2-1 0 0 0,21 59 0 0 0,-24-81 6 0 0,0 0 0 0 0,1-1 0 0 0,1 0-1 0 0,0 0 1 0 0,1-1 0 0 0,0 1 0 0 0,0-2-1 0 0,12 11 1 0 0,-12-13 3 0 0,0-1-1 0 0,0-1 1 0 0,0 1 0 0 0,1-1 0 0 0,0-1-1 0 0,0 0 1 0 0,0 0 0 0 0,0-1-1 0 0,1 0 1 0 0,-1 0 0 0 0,20 2-1 0 0,-17-4-13 0 0,1 0 0 0 0,-1-1 0 0 0,1-1 0 0 0,-1 0 1 0 0,1-1-1 0 0,-1 0 0 0 0,0 0 0 0 0,0-2 0 0 0,0 1 0 0 0,0-2 0 0 0,-1 1 0 0 0,1-2 0 0 0,20-12 0 0 0,-19 9 83 0 0,-1 0-1 0 0,0-1 1 0 0,-1 0 0 0 0,0 0 0 0 0,-1-1 0 0 0,0-1-1 0 0,0 0 1 0 0,-1 0 0 0 0,-1-1 0 0 0,0 0 0 0 0,7-17-1 0 0,-12 22 2 0 0,0 0-1 0 0,0 0 0 0 0,-1-1 0 0 0,0 1 0 0 0,0-1 0 0 0,-1 1 0 0 0,0-1 0 0 0,-1 1 1 0 0,0-1-1 0 0,0 0 0 0 0,-1 1 0 0 0,0-1 0 0 0,-3-9 0 0 0,3 14-34 0 0,0 0-1 0 0,-1 0 1 0 0,1 1-1 0 0,-1-1 1 0 0,0 0-1 0 0,0 1 1 0 0,0-1-1 0 0,0 1 1 0 0,0 0-1 0 0,-1 0 1 0 0,0 0-1 0 0,1 0 1 0 0,-1 0-1 0 0,0 1 1 0 0,-1-1-1 0 0,1 1 1 0 0,0 0-1 0 0,-1 0 1 0 0,1 0-1 0 0,-1 0 1 0 0,0 0-1 0 0,1 1 1 0 0,-1 0-1 0 0,0 0 1 0 0,0 0-1 0 0,0 0 1 0 0,0 0 0 0 0,0 1-1 0 0,-8 0 1 0 0,3 1-5 0 0,0 0 1 0 0,-1 1 0 0 0,1 0 0 0 0,0 0-1 0 0,0 1 1 0 0,1 0 0 0 0,-1 1 0 0 0,1 0 0 0 0,-1 0-1 0 0,1 1 1 0 0,1 0 0 0 0,-1 0 0 0 0,1 1 0 0 0,-13 12-1 0 0,-7 9 11 0 0,1 2-1 0 0,-26 37 1 0 0,47-60-26 0 0,2-2-206 0 0,-54 78-39 0 0,37-44-6111 0 0,13-18-724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6913 0 0,'31'-6'391'0'0,"169"-56"5022"0"0,107-4-2083 0 0,-269 62-6102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0 10594 0 0,'-3'1'436'0'0,"0"0"0"0"0,0 0 0 0 0,0 1-1 0 0,0-1 1 0 0,0 1 0 0 0,0-1-1 0 0,0 1 1 0 0,1 0 0 0 0,-1 0 0 0 0,1 0-1 0 0,0 0 1 0 0,-1 0 0 0 0,1 1 0 0 0,0-1-1 0 0,0 1 1 0 0,0-1 0 0 0,1 1 0 0 0,-1 0-1 0 0,1 0 1 0 0,-1 0 0 0 0,0 4 0 0 0,-4 14-170 0 0,-5 32 413 0 0,3 0 0 0 0,-2 59 0 0 0,6 112-536 0 0,4-185-42 0 0,-21 580 432 0 0,19-580-514 0 0,6 318 87 0 0,-2 44-179 0 0,-7-344-119 0 0,-3 48 118 0 0,6-34-3608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 3225 0 0,'-3'1'16651'0'0,"-21"12"-16352"0"0,-6 10 152 0 0,-49 44 1 0 0,12-7 45 0 0,52-48-286 0 0,0 1 0 0 0,1 0-1 0 0,-14 18 1 0 0,25-28-203 0 0,0 1 0 0 0,0-1 0 0 0,1 1-1 0 0,-1 0 1 0 0,1-1 0 0 0,0 1 0 0 0,0 0 0 0 0,0 0 0 0 0,1 1 0 0 0,-1-1 0 0 0,1 0-1 0 0,0 0 1 0 0,0 1 0 0 0,1-1 0 0 0,-1 1 0 0 0,1-1 0 0 0,0 1 0 0 0,0-1 0 0 0,2 8-1 0 0,-1-9-22 0 0,1 0 0 0 0,0 0 0 0 0,-1-1 0 0 0,1 1 0 0 0,0-1 0 0 0,1 1 0 0 0,-1-1 0 0 0,0 0 0 0 0,1 0-1 0 0,-1 0 1 0 0,1 0 0 0 0,0 0 0 0 0,-1-1 0 0 0,1 1 0 0 0,0-1 0 0 0,0 0 0 0 0,0 0 0 0 0,4 1 0 0 0,58 14-9 0 0,-23-10 132 0 0,-22-4-20 0 0,1 1 0 0 0,-1 1 0 0 0,0 0 0 0 0,0 2 0 0 0,-1 0 0 0 0,29 14 0 0 0,-46-19-90 0 0,0 0 1 0 0,0 1 0 0 0,0-1-1 0 0,-1 1 1 0 0,1-1-1 0 0,0 1 1 0 0,-1 0-1 0 0,1 0 1 0 0,-1 0 0 0 0,1 0-1 0 0,-1 0 1 0 0,0 0-1 0 0,0 0 1 0 0,0 0 0 0 0,0 0-1 0 0,0 1 1 0 0,0-1-1 0 0,0 4 1 0 0,0-1-6 0 0,-1 0 0 0 0,0 0 0 0 0,0 0 0 0 0,0 0-1 0 0,-1 0 1 0 0,1 0 0 0 0,-1 0 0 0 0,-2 7 0 0 0,-3 6-25 0 0,-1-1-1 0 0,-1 1 0 0 0,-15 24 1 0 0,5-11-155 0 0,-18 33-62 0 0,33-59 244 0 0,1 0 1 0 0,0 1-1 0 0,0 0 0 0 0,1 0 0 0 0,0-1 1 0 0,0 1-1 0 0,0 0 0 0 0,0 0 1 0 0,2 11-1 0 0,-1-13-3 0 0,2-1 0 0 0,-1 1 0 0 0,0-1 0 0 0,1 1 1 0 0,0-1-1 0 0,0 0 0 0 0,0 0 0 0 0,0 1 0 0 0,0-1 0 0 0,1-1 1 0 0,-1 1-1 0 0,1 0 0 0 0,0-1 0 0 0,0 1 0 0 0,0-1 0 0 0,0 0 0 0 0,0 0 1 0 0,0 0-1 0 0,1 0 0 0 0,-1-1 0 0 0,5 2 0 0 0,2 2 42 0 0,0-1 0 0 0,1-1 0 0 0,0 0-1 0 0,-1 0 1 0 0,1-1 0 0 0,12 1 0 0 0,-16-3-21 0 0,0 1 22 0 0,0-1 1 0 0,0 1 0 0 0,0 0-1 0 0,0 0 1 0 0,11 4 0 0 0,-16-4-32 0 0,-1-1 0 0 0,0 1 1 0 0,0-1-1 0 0,0 1 0 0 0,1 0 1 0 0,-1 0-1 0 0,0 0 0 0 0,0-1 1 0 0,0 1-1 0 0,0 0 1 0 0,-1 0-1 0 0,1 0 0 0 0,0 1 1 0 0,0-1-1 0 0,-1 0 0 0 0,1 0 1 0 0,0 0-1 0 0,-1 0 1 0 0,1 1-1 0 0,-1-1 0 0 0,0 0 1 0 0,1 1-1 0 0,-1-1 0 0 0,0 0 1 0 0,0 1-1 0 0,0-1 1 0 0,0 0-1 0 0,0 1 0 0 0,0-1 1 0 0,0 0-1 0 0,0 1 0 0 0,0-1 1 0 0,-1 0-1 0 0,1 1 0 0 0,-2 1 1 0 0,-3 14-20 0 0,-2-1 1 0 0,0 1-1 0 0,-1-1 0 0 0,-16 24 1 0 0,-48 60-136 0 0,44-64 93 0 0,-39 45-835 0 0,37-47-1890 0 0,-33 50 1 0 0,62-83 2615 0 0,0 0-56 0 0,0 0 0 0 0,1 0 0 0 0,-1 0-1 0 0,1 0 1 0 0,-1 0 0 0 0,1 0 0 0 0,-1 0 0 0 0,1 0 0 0 0,0 0-1 0 0,-1 0 1 0 0,1 1 0 0 0,0-1 0 0 0,0 0 0 0 0,0 0-1 0 0,0 1 1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2304 0 0,'8'10'11818'0'0,"-11"122"-6158"0"0,-5 4-3370 0 0,-4 195-1164 0 0,13-285-1114 0 0,45 815 535 0 0,-41-820-516 0 0,18 221 560 0 0,-18-101-29 0 0,-9-152-2518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3 376 3225 0 0,'-2'9'11882'0'0,"9"-6"-11696"0"0,1-1-1 0 0,0 0 1 0 0,0-1-1 0 0,0 1 1 0 0,0-2-1 0 0,0 1 1 0 0,1-1-1 0 0,-1 0 1 0 0,15-3-1 0 0,399-58 1787 0 0,-154 17-1585 0 0,530-108-56 0 0,-152 31-67 0 0,-561 112-269 0 0,110 4 0 0 0,87 17-8 0 0,-237-9 12 0 0,475 69 160 0 0,-187-18-78 0 0,427 82 1458 0 0,-300-57-1277 0 0,7-32 462 0 0,-423-44-632 0 0,81 3 63 0 0,130-12 1 0 0,29 1 257 0 0,-219 6-163 0 0,0-3-1 0 0,-1-2 1 0 0,104-21 0 0 0,-102 11-292 0 0,71-4 0 0 0,-103 16 55 0 0,0 1 0 0 0,-1 2-1 0 0,1 1 1 0 0,36 8 0 0 0,48 7 435 0 0,1-5-1 0 0,156-3 1 0 0,-208-2-598 0 0,-52-5-32 0 0,-1 0-1 0 0,1-1 1 0 0,0 0 0 0 0,20-2-1 0 0,-23-3-5 0 0,0-1-144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88 234 1840 0 0,'-12'0'1406'0'0,"1"0"-1"0"0,-1 1 0 0 0,0 0 0 0 0,1 1 0 0 0,-18 5 755 0 0,44-7-1129 0 0,-1 0 0 0 0,1 0 0 0 0,0-2 0 0 0,26-5 0 0 0,20-2 648 0 0,59 2-73 0 0,199-21-132 0 0,624-71 375 0 0,-419 67-1465 0 0,-100 11-313 0 0,-229 15-70 0 0,158 5-2 0 0,-56 3 13 0 0,522-18 633 0 0,-400 14-419 0 0,-231 3-94 0 0,108 10-123 0 0,137-5 52 0 0,-232-21 167 0 0,87-4-341 0 0,-283 18-441 0 0,25 1 1388 0 0,-17 5-2569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3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 6449 0 0,'-3'-25'13684'0'0,"5"39"-11772"0"0,11 226-928 0 0,8 72-1091 0 0,63 237 338 0 0,13 113 341 0 0,-85-507-388 0 0,-12-128-864 0 0,-2-1 0 0 0,0 0 0 0 0,-11 49 0 0 0,7-54-6946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0 1840 0 0,'-12'1'811'0'0,"1"0"-1"0"0,-1 1 0 0 0,1 0 1 0 0,0 1-1 0 0,0 0 0 0 0,-20 9 0 0 0,2 1 1456 0 0,-34 22-1 0 0,43-23-1374 0 0,1 1 1 0 0,0 0-1 0 0,1 2 1 0 0,1 0 0 0 0,0 0-1 0 0,-17 22 1 0 0,33-36-842 0 0,0 0 0 0 0,1 0 0 0 0,-1-1-1 0 0,1 1 1 0 0,-1 0 0 0 0,1 0 0 0 0,-1 0 0 0 0,1 0 0 0 0,-1 0 0 0 0,1 0 0 0 0,0 0 0 0 0,-1 0 0 0 0,1 0-1 0 0,0 0 1 0 0,0 0 0 0 0,0 0 0 0 0,0 0 0 0 0,0 0 0 0 0,0 0 0 0 0,0 0 0 0 0,0 0 0 0 0,0 0 0 0 0,1 0-1 0 0,-1 0 1 0 0,0 0 0 0 0,1 0 0 0 0,-1 0 0 0 0,1 0 0 0 0,-1 0 0 0 0,1 0 0 0 0,-1 0 0 0 0,1-1 0 0 0,-1 1-1 0 0,1 0 1 0 0,0 0 0 0 0,0 0 0 0 0,-1-1 0 0 0,1 1 0 0 0,0-1 0 0 0,0 1 0 0 0,0 0 0 0 0,0-1-1 0 0,1 1 1 0 0,6 3 61 0 0,0 0-1 0 0,1-1 1 0 0,-1 0 0 0 0,13 2-1 0 0,-6-1-3 0 0,17 4-47 0 0,0-1 0 0 0,1-2-1 0 0,44 3 1 0 0,99-8 291 0 0,-23 0-203 0 0,-152 0-148 0 0,45 4-3 0 0,-43-4 4 0 0,-1 0 0 0 0,1 1 0 0 0,0 0 0 0 0,0-1 0 0 0,0 1 0 0 0,0 0 0 0 0,-1 1 0 0 0,1-1 0 0 0,0 0 0 0 0,-1 1 0 0 0,1-1 0 0 0,3 5 0 0 0,-5-5 1 0 0,-1 0 0 0 0,1 0 0 0 0,-1 1 0 0 0,1-1-1 0 0,-1 1 1 0 0,1-1 0 0 0,-1 0 0 0 0,0 1 0 0 0,0-1-1 0 0,0 1 1 0 0,0-1 0 0 0,0 0 0 0 0,0 1 0 0 0,0-1-1 0 0,-1 1 1 0 0,1-1 0 0 0,0 0 0 0 0,-1 1 0 0 0,1-1-1 0 0,-1 0 1 0 0,1 1 0 0 0,-1-1 0 0 0,0 0 0 0 0,-1 2-1 0 0,-22 32-98 0 0,21-32 89 0 0,-19 26-190 0 0,-37 63 0 0 0,51-77 179 0 0,0 1-1 0 0,1 0 1 0 0,1 1 0 0 0,0 0-1 0 0,2-1 1 0 0,-4 24-1 0 0,7-37 15 0 0,1 0-1 0 0,-1-1 1 0 0,1 1-1 0 0,0 0 1 0 0,0-1 0 0 0,1 1-1 0 0,-1 0 1 0 0,0 0-1 0 0,1-1 1 0 0,0 1-1 0 0,0 0 1 0 0,0-1-1 0 0,0 1 1 0 0,0-1 0 0 0,0 1-1 0 0,0-1 1 0 0,1 0-1 0 0,-1 1 1 0 0,1-1-1 0 0,3 3 1 0 0,-2-2 6 0 0,1 0-1 0 0,0 0 1 0 0,0-1 0 0 0,1 1 0 0 0,-1-1-1 0 0,0 0 1 0 0,1 0 0 0 0,0-1 0 0 0,-1 1 0 0 0,9 0-1 0 0,8 1 159 0 0,-1-1-1 0 0,1-1 0 0 0,-1-1 0 0 0,28-4 1 0 0,-37 3-95 0 0,33-3 199 0 0,-42 4-255 0 0,0 0-1 0 0,0 0 1 0 0,-1 0 0 0 0,1 0-1 0 0,0 1 1 0 0,-1-1-1 0 0,1 0 1 0 0,0 1 0 0 0,-1-1-1 0 0,1 1 1 0 0,0-1 0 0 0,-1 1-1 0 0,1 0 1 0 0,-1 0 0 0 0,1-1-1 0 0,-1 1 1 0 0,0 0 0 0 0,1 1-1 0 0,1 1 1 0 0,-3-2-8 0 0,1 1 1 0 0,-1-1 0 0 0,0 1 0 0 0,0-1-1 0 0,0 1 1 0 0,0-1 0 0 0,0 1-1 0 0,0-1 1 0 0,0 1 0 0 0,0-1-1 0 0,-1 1 1 0 0,1 0 0 0 0,-1-1 0 0 0,1 0-1 0 0,-1 1 1 0 0,1-1 0 0 0,-1 1-1 0 0,0-1 1 0 0,0 0 0 0 0,-1 2-1 0 0,-22 31 30 0 0,18-27-21 0 0,-46 61 86 0 0,-105 148-19 0 0,151-205-51 0 0,0 0 0 0 0,0 1 0 0 0,1 0 0 0 0,-6 22 0 0 0,10-30-243 0 0,0 0 0 0 0,0 0-1 0 0,0 0 1 0 0,0 0-1 0 0,1 0 1 0 0,0 0 0 0 0,0 1-1 0 0,0-1 1 0 0,0 0-1 0 0,1 0 1 0 0,-1 0 0 0 0,1 0-1 0 0,0 0 1 0 0,0 0 0 0 0,1-1-1 0 0,-1 1 1 0 0,1 0-1 0 0,0 0 1 0 0,2 3 0 0 0,-3-6-100 0 0,0-1 1 0 0,0 1-1 0 0,0 0 1 0 0,0-1-1 0 0,0 1 1 0 0,1-1-1 0 0,-1 1 1 0 0,0-1-1 0 0,0 1 1 0 0,1-1-1 0 0,-1 0 1 0 0,0 0-1 0 0,1 0 1 0 0,-1 0-1 0 0,0 0 1 0 0,1 0-1 0 0,-1 0 1 0 0,0 0-1 0 0,0 0 1 0 0,1 0-1 0 0,-1-1 1 0 0,0 1-1 0 0,1 0 1 0 0,-1-1-1 0 0,0 0 1 0 0,2 0-1 0 0,-2 0-223 0 0,10-2-3515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5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5174 1 6449 0 0,'-2'1'580'0'0,"1"1"0"0"0,0 0-1 0 0,0 0 1 0 0,0 0-1 0 0,0 0 1 0 0,0 0-1 0 0,0 0 1 0 0,0 0-1 0 0,1 1 1 0 0,-1-1 0 0 0,1 0-1 0 0,0 0 1 0 0,0 0-1 0 0,-1 1 1 0 0,1-1-1 0 0,1 0 1 0 0,-1 4 0 0 0,11 43 3948 0 0,-7-34-3773 0 0,15 65 368 0 0,8 28-465 0 0,12 114 1 0 0,-24-68-548 0 0,-6-42-174 0 0,42 193-1 0 0,-20-147 81 0 0,5 16-250 0 0,-8-88 135 0 0,62 127-1 0 0,-83-197 180 0 0,-4-10-56 0 0,-1 0 0 0 0,0 1 0 0 0,0-1-1 0 0,0 1 1 0 0,-1 0 0 0 0,1 0 0 0 0,-2-1 0 0 0,1 1-1 0 0,-1 0 1 0 0,0 0 0 0 0,0 0 0 0 0,-1 0-1 0 0,-2 9 1 0 0,2-12-11 0 0,0-1 0 0 0,-1 1-1 0 0,1 0 1 0 0,-1 0 0 0 0,0 0 0 0 0,0-1-1 0 0,0 1 1 0 0,0-1 0 0 0,-1 0-1 0 0,1 0 1 0 0,-1 0 0 0 0,0 0-1 0 0,0 0 1 0 0,0 0 0 0 0,-1-1 0 0 0,1 1-1 0 0,0-1 1 0 0,-1 0 0 0 0,0 0-1 0 0,1 0 1 0 0,-1-1 0 0 0,0 1 0 0 0,-5 0-1 0 0,-420 105-205 0 0,338-83 264 0 0,-1-5 0 0 0,-177 15 0 0 0,-266-18-122 0 0,94-5 12 0 0,-67-26-252 0 0,171 3 46 0 0,-116-11 144 0 0,103-14 299 0 0,263 33-302 0 0,0 3 0 0 0,-89 11 0 0 0,-214 26-412 0 0,94-5 882 0 0,122-10-171 0 0,80-12-75 0 0,1 5 0 0 0,-148 41 0 0 0,223-49-131 0 0,-28 8 283 0 0,-51 10-1 0 0,83-21-355 0 0,-1-1 0 0 0,1-1 0 0 0,0 0 0 0 0,0-1 1 0 0,0-1-1 0 0,-1 0 0 0 0,1-1 0 0 0,-18-4 0 0 0,30 5-112 0 0,1 1 0 0 0,-1-1 0 0 0,0 1 0 0 0,1-1-1 0 0,-1 0 1 0 0,0 0 0 0 0,1 0 0 0 0,-1 1 0 0 0,1-1 0 0 0,0-1 0 0 0,-2 0-1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6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52 338 3529 0 0,'-2'0'119'0'0,"0"0"-1"0"0,1 0 1 0 0,-1-1 0 0 0,1 1 0 0 0,-1 0 0 0 0,1-1 0 0 0,0 1-1 0 0,-1-1 1 0 0,1 0 0 0 0,-1 1 0 0 0,1-1 0 0 0,0 0 0 0 0,-1 0 0 0 0,1 0-1 0 0,0 0 1 0 0,-2-2 0 0 0,-12-7 1156 0 0,15 10-1253 0 0,0 0 0 0 0,-1 0 1 0 0,1 0-1 0 0,-1-1 0 0 0,1 1 0 0 0,0 0 0 0 0,-1 0 0 0 0,1 1 1 0 0,-1-1-1 0 0,1 0 0 0 0,-1 0 0 0 0,1 0 0 0 0,0 0 0 0 0,-1 0 1 0 0,1 0-1 0 0,0 0 0 0 0,-1 1 0 0 0,1-1 0 0 0,-1 0 0 0 0,1 0 1 0 0,0 1-1 0 0,-1-1 0 0 0,1 0 0 0 0,0 0 0 0 0,0 1 0 0 0,-1-1 1 0 0,1 1-1 0 0,0-1-1 0 0,0 0 0 0 0,0 0 0 0 0,-1 1-1 0 0,1-1 1 0 0,0 0 0 0 0,0 0 0 0 0,0 0 0 0 0,0 0 0 0 0,0 1 0 0 0,0-1 0 0 0,0 0 0 0 0,0 0 0 0 0,0 0 0 0 0,0 1 0 0 0,0-1 0 0 0,0 0 0 0 0,0 0 0 0 0,0 0 0 0 0,0 0 0 0 0,0 1-1 0 0,0-1 1 0 0,0 0 0 0 0,0 0 0 0 0,1 0 0 0 0,-1 0 0 0 0,0 1 0 0 0,0-1 0 0 0,0 0 0 0 0,0 0 0 0 0,0 0 0 0 0,0 0 0 0 0,0 0 0 0 0,1 1 0 0 0,-1-1 0 0 0,0 0 0 0 0,0 0-1 0 0,0 0 1 0 0,0 0 0 0 0,1 0 0 0 0,-1 0 0 0 0,0 0 0 0 0,0 0 0 0 0,0 0 0 0 0,0 0 0 0 0,1 1 0 0 0,-1-1 0 0 0,0 0 0 0 0,0 0 0 0 0,0 0 0 0 0,1 0 0 0 0,-1 0 0 0 0,0 0-1 0 0,0-1 1 0 0,0 1 0 0 0,1 0 0 0 0,-1 0 0 0 0,0 0 0 0 0,0 0 0 0 0,0 0 0 0 0,0 0 0 0 0,1 0 0 0 0,-1 0 0 0 0,0 0 0 0 0,0 0 0 0 0,0 0 0 0 0,0-1 0 0 0,1 1 0 0 0,100-21 1016 0 0,-65 16-201 0 0,-1-1-1 0 0,44-14 0 0 0,27-6 844 0 0,39 2 142 0 0,105-20 455 0 0,531-69 1933 0 0,-760 111-4163 0 0,349-13 215 0 0,-91 7-21 0 0,355-30 530 0 0,-626 37-805 0 0,6 0 56 0 0,0 1 0 0 0,1 0 1 0 0,26 4-1 0 0,-39-3-72 0 0,1-1 1 0 0,-1 1-1 0 0,1-1 1 0 0,-1 1-1 0 0,1 0 1 0 0,-1 0-1 0 0,0 0 1 0 0,1 0-1 0 0,-1 0 1 0 0,0 1-1 0 0,0-1 1 0 0,0 0-1 0 0,0 1 1 0 0,0 0-1 0 0,0 0 1 0 0,0-1-1 0 0,0 1 1 0 0,-1 0-1 0 0,1 0 1 0 0,-1 1-1 0 0,0-1 1 0 0,1 0-1 0 0,-1 0 1 0 0,0 1-1 0 0,0-1 1 0 0,0 1-1 0 0,-1-1 1 0 0,1 4-1 0 0,3 26-2881 0 0,-4-13-4160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17 4145 0 0,'-2'-1'260'0'0,"1"-1"-1"0"0,-1 1 1 0 0,0 0 0 0 0,1-1 0 0 0,-1 1-1 0 0,0 0 1 0 0,0 0 0 0 0,1 0 0 0 0,-1 0-1 0 0,0 1 1 0 0,-3-2 0 0 0,4 2 68 0 0,0-1 0 0 0,0 1 0 0 0,0 0 0 0 0,0-1 0 0 0,0 1 0 0 0,0 0-1 0 0,0 0 1 0 0,0-1 0 0 0,1 1 0 0 0,-1 0 0 0 0,0 0 0 0 0,0 0 0 0 0,0 0 0 0 0,0 0 0 0 0,0 1 0 0 0,0-1 0 0 0,0 0 0 0 0,0 0-1 0 0,0 1 1 0 0,0-1 0 0 0,0 0 0 0 0,1 1 0 0 0,-1-1 0 0 0,0 1 0 0 0,-1 0 656 0 0,0 1-656 0 0,2 15 3555 0 0,11 18-2498 0 0,-5-17-836 0 0,-1 9-431 0 0,-2-1 0 0 0,-1 1 1 0 0,-1 0-1 0 0,-1-1 0 0 0,-5 29 0 0 0,1 35 77 0 0,11 40-195 0 0,44 244 0 0 0,-4-60 0 0 0,15 79 60 0 0,-48-341-17 0 0,-7-30-10 0 0,-2-1-1 0 0,0 1 0 0 0,-1 0 0 0 0,0 23 0 0 0,-9 6-4978 0 0,5-39 3515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794 41 7370 0 0,'-7'-5'464'0'0,"-1"0"1"0"0,0 0-1 0 0,-1 1 1 0 0,1 0-1 0 0,-1 1 1 0 0,1-1-1 0 0,-1 2 1 0 0,0-1 0 0 0,0 1-1 0 0,0 1 1 0 0,-1-1-1 0 0,1 2 1 0 0,-10-1-1 0 0,5 2 62 0 0,-1 1-1 0 0,1 0 1 0 0,0 1 0 0 0,0 1-1 0 0,0 0 1 0 0,0 0-1 0 0,-21 11 1 0 0,-2 6 51 0 0,1 1 0 0 0,1 1 0 0 0,2 2 0 0 0,-56 53 0 0 0,53-44-486 0 0,1 3 1 0 0,2 0-1 0 0,1 2 0 0 0,-37 62 0 0 0,55-78-92 0 0,1 1 1 0 0,1 0-1 0 0,2 1 0 0 0,0 1 1 0 0,2-1-1 0 0,1 1 1 0 0,0 1-1 0 0,2-1 0 0 0,-3 52 1 0 0,8-42-14 0 0,1 1 0 0 0,2-1 0 0 0,2 0 0 0 0,11 47 1 0 0,-10-62 64 0 0,1 0 0 0 0,0 0 0 0 0,2-1 1 0 0,0 0-1 0 0,1-1 0 0 0,1 0 0 0 0,1-1 0 0 0,21 26 1 0 0,-17-26-1 0 0,1-1 0 0 0,1-1 1 0 0,0 0-1 0 0,1-1 1 0 0,1-1-1 0 0,24 12 0 0 0,-10-8-53 0 0,1-2-1 0 0,0-2 1 0 0,42 11-1 0 0,-18-8 68 0 0,2-3 1 0 0,0-3-1 0 0,0-2 1 0 0,90 2-1 0 0,-119-11 16 0 0,0-1 0 0 0,-1-2 0 0 0,1-1 0 0 0,0-1 1 0 0,-1-2-1 0 0,0-1 0 0 0,-1-2 0 0 0,0 0 0 0 0,0-3 0 0 0,40-21 0 0 0,-50 21-38 0 0,0-1 0 0 0,-1-1 1 0 0,0 0-1 0 0,-1-1 0 0 0,-1-1 0 0 0,-1-1 1 0 0,0-1-1 0 0,-1 0 0 0 0,-1-1 0 0 0,-1 0 0 0 0,-1-1 1 0 0,-1 0-1 0 0,-1-1 0 0 0,0 0 0 0 0,8-34 1 0 0,-11 29 16 0 0,-1 0 0 0 0,-2-1 0 0 0,0 0 0 0 0,-2 1 0 0 0,-1-1 0 0 0,-2 0 0 0 0,0 0 0 0 0,-2 0 0 0 0,-1 0 0 0 0,-1 1 0 0 0,-1-1 0 0 0,-20-51 0 0 0,-10 3-9 0 0,-2 1 1 0 0,-53-75-1 0 0,56 94-155 0 0,25 39 17 0 0,-1 0 1 0 0,-1 1-1 0 0,-1 0 1 0 0,0 1-1 0 0,-1 1 1 0 0,-27-23-1 0 0,36 33-12 0 0,-1 0-1 0 0,0 0 0 0 0,1 1 0 0 0,-1 0 1 0 0,0 0-1 0 0,-1 0 0 0 0,1 1 1 0 0,0 0-1 0 0,-1 0 0 0 0,1 1 1 0 0,-1 0-1 0 0,0 0 0 0 0,1 0 1 0 0,-1 1-1 0 0,0 0 0 0 0,0 0 1 0 0,1 1-1 0 0,-1-1 0 0 0,0 2 0 0 0,1-1 1 0 0,-1 1-1 0 0,1 0 0 0 0,-11 5 1 0 0,-10 7-914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42 6913 0 0,'-4'-42'7763'0'0,"7"149"-6238"0"0,5-1 0 0 0,5 0 0 0 0,4-1 0 0 0,38 129 0 0 0,-50-215-2447 0 0,-1 1 0 0 0,0-1 0 0 0,-2 1 1 0 0,1 29-1 0 0,-3-41-719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32 2304 0 0,'-21'-13'295'0'0,"16"10"459"0"0,1 0 0 0 0,-1 1 0 0 0,1-1 0 0 0,-1 1 0 0 0,-9-3 1 0 0,13 5-601 0 0,-1-1 0 0 0,0 1 0 0 0,0 0 0 0 0,0 0 0 0 0,0 0 0 0 0,0 0 0 0 0,0 0 0 0 0,1 1 0 0 0,-1-1 0 0 0,0 1 0 0 0,0-1 0 0 0,0 1 0 0 0,1-1 0 0 0,-1 1 0 0 0,0 0 0 0 0,0 0 0 0 0,1 0 0 0 0,-1 0 0 0 0,1 0 0 0 0,-3 2 0 0 0,-21 21 677 0 0,1 2 0 0 0,1 0 0 0 0,2 1 1 0 0,-26 42-1 0 0,18-27-546 0 0,19-27-266 0 0,4-7 5 0 0,0 0 0 0 0,0 1 0 0 0,1 0 0 0 0,0 0 0 0 0,0 0 0 0 0,-5 19 0 0 0,10-28-22 0 0,-1 0 0 0 0,1 0 1 0 0,0 0-1 0 0,0 0 0 0 0,0 0 1 0 0,0 0-1 0 0,0 1 0 0 0,0-1 1 0 0,0 0-1 0 0,0 0 0 0 0,0 0 1 0 0,0 0-1 0 0,0 0 0 0 0,0 0 0 0 0,0 1 1 0 0,0-1-1 0 0,0 0 0 0 0,0 0 1 0 0,0 0-1 0 0,0 0 0 0 0,0 0 1 0 0,0 0-1 0 0,0 1 0 0 0,0-1 0 0 0,0 0 1 0 0,0 0-1 0 0,0 0 0 0 0,0 0 1 0 0,0 0-1 0 0,0 0 0 0 0,0 1 1 0 0,0-1-1 0 0,0 0 0 0 0,0 0 1 0 0,0 0-1 0 0,0 0 0 0 0,0 0 0 0 0,0 0 1 0 0,1 0-1 0 0,-1 1 0 0 0,0-1 1 0 0,0 0-1 0 0,0 0 0 0 0,0 0 1 0 0,0 0-1 0 0,0 0 0 0 0,1 0 0 0 0,-1 0 1 0 0,0 0-1 0 0,0 0 0 0 0,0 0 1 0 0,0 0-1 0 0,0 0 0 0 0,0 0 1 0 0,1 0-1 0 0,-1 0 0 0 0,0 0 1 0 0,0 0-1 0 0,0 0 0 0 0,0 0 0 0 0,11-7 264 0 0,8-14 105 0 0,45-80 566 0 0,-42 63-93 0 0,46-59 0 0 0,-67 96-699 0 0,0 1 1 0 0,0-1-1 0 0,0 1 0 0 0,0-1 1 0 0,0 1-1 0 0,0 0 0 0 0,0-1 1 0 0,0 1-1 0 0,1 0 1 0 0,-1 0-1 0 0,0 0 0 0 0,0 0 1 0 0,0 0-1 0 0,0 0 0 0 0,1 0 1 0 0,-1 0-1 0 0,0 0 0 0 0,0 1 1 0 0,0-1-1 0 0,0 0 1 0 0,2 2-1 0 0,33 12 846 0 0,-20-7-724 0 0,-8-5-175 0 0,0 2 0 0 0,0-1 0 0 0,0 1 0 0 0,-1 0-1 0 0,0 1 1 0 0,1-1 0 0 0,-2 1 0 0 0,1 1 0 0 0,0 0 0 0 0,7 8 0 0 0,-6-4-443 0 0,-1 1 0 0 0,1-1 0 0 0,-2 1-1 0 0,0 0 1 0 0,0 1 0 0 0,5 16 0 0 0,0 4-7355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9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3715 1 8290 0 0,'-22'8'1721'0'0,"20"-7"-1230"0"0,1 0 0 0 0,0 1 0 0 0,0-1 0 0 0,-1 1 0 0 0,1-1 0 0 0,0 1 1 0 0,0 0-1 0 0,0-1 0 0 0,0 1 0 0 0,1 0 0 0 0,-1 0 0 0 0,0 0 0 0 0,1-1 0 0 0,0 1 1 0 0,-1 0-1 0 0,1 0 0 0 0,0 0 0 0 0,0 0 0 0 0,0 3 0 0 0,-1 5-681 0 0,-5 74 1446 0 0,3-1 0 0 0,11 103-1 0 0,0 64-1205 0 0,-48 186-87 0 0,12-178 115 0 0,24-179-77 0 0,6 110 0 0 0,23 80-160 0 0,-7-83 84 0 0,-5-86 37 0 0,-6-58 205 0 0,1 66 0 0 0,-8-97-113 0 0,-5 194-527 0 0,5-201 510 0 0,0 0-1 0 0,-1 0 1 0 0,1 0-1 0 0,-1-1 1 0 0,0 1-1 0 0,0 0 1 0 0,0 0-1 0 0,-1-1 1 0 0,1 1-1 0 0,-1-1 1 0 0,0 1-1 0 0,0-1 1 0 0,0 0-1 0 0,-5 6 1 0 0,4-7-5 0 0,0 1 0 0 0,0-1 0 0 0,0-1 0 0 0,0 1 0 0 0,-1 0 0 0 0,1-1-1 0 0,-1 0 1 0 0,1 1 0 0 0,-1-2 0 0 0,1 1 0 0 0,-1 0 0 0 0,0-1 0 0 0,1 1 0 0 0,-1-1 0 0 0,-6 0 0 0 0,-4 1-25 0 0,-1 1 0 0 0,1 0 0 0 0,-1 1-1 0 0,1 1 1 0 0,-18 7 0 0 0,-40 9 16 0 0,12-13-86 0 0,-1-2-1 0 0,-73-4 0 0 0,-49 2-90 0 0,-21 17 31 0 0,44-3 260 0 0,-266-5-1 0 0,309-21-201 0 0,-107-3-587 0 0,-237 29 1000 0 0,205-19-252 0 0,2-1-421 0 0,163 4 218 0 0,0 4 1 0 0,-158 29 0 0 0,219-29 194 0 0,1-2 0 0 0,-1-1 1 0 0,0-1-1 0 0,1-1 0 0 0,-45-7 0 0 0,-14 0-416 0 0,70 7 357 0 0,-1 1 0 0 0,-32 6 0 0 0,0 0-7077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60 193 4609 0 0,'-2'-1'403'0'0,"-1"1"0"0"0,0 0 1 0 0,1-1-1 0 0,-1 0 0 0 0,1 1 0 0 0,-1-1 1 0 0,1 0-1 0 0,-1 0 0 0 0,1-1 0 0 0,0 1 0 0 0,-1 0 1 0 0,1-1-1 0 0,0 1 0 0 0,0-1 0 0 0,0 0 1 0 0,0 0-1 0 0,0 0 0 0 0,1 0 0 0 0,-1 0 1 0 0,0 0-1 0 0,1 0 0 0 0,0-1 0 0 0,-2-3 0 0 0,1 4-188 0 0,1 0 0 0 0,1-1 0 0 0,-1 1-1 0 0,0 0 1 0 0,0 0 0 0 0,1-1 0 0 0,0 1-1 0 0,-1 0 1 0 0,1-1 0 0 0,0 1 0 0 0,0-1-1 0 0,0 1 1 0 0,0 0 0 0 0,1-1-1 0 0,-1 1 1 0 0,0 0 0 0 0,1-1 0 0 0,0 1-1 0 0,0 0 1 0 0,0 0 0 0 0,0 0 0 0 0,0-1-1 0 0,0 1 1 0 0,0 0 0 0 0,1 0 0 0 0,1-2-1 0 0,14-14 483 0 0,-5 5-89 0 0,29-25-1 0 0,-38 36-569 0 0,0-1 1 0 0,0 1-1 0 0,1 0 0 0 0,-1 0 0 0 0,1 0 0 0 0,-1 0 1 0 0,1 1-1 0 0,0 0 0 0 0,-1-1 0 0 0,1 1 0 0 0,0 0 1 0 0,0 1-1 0 0,0-1 0 0 0,0 1 0 0 0,5 0 1 0 0,-7 0-37 0 0,1 1 1 0 0,-1 0 0 0 0,0 0 0 0 0,0 0 0 0 0,1 0-1 0 0,-1 0 1 0 0,0 1 0 0 0,0-1 0 0 0,0 1 0 0 0,0-1-1 0 0,0 1 1 0 0,-1 0 0 0 0,1-1 0 0 0,0 1 0 0 0,-1 0 0 0 0,0 0-1 0 0,1 0 1 0 0,-1 1 0 0 0,0-1 0 0 0,0 0 0 0 0,0 0-1 0 0,0 1 1 0 0,0-1 0 0 0,-1 0 0 0 0,1 1 0 0 0,0 3-1 0 0,1 5-8 0 0,0 0 0 0 0,-1 0 0 0 0,0 1 0 0 0,-1 15 0 0 0,-8 39 84 0 0,5-49-33 0 0,1 0 0 0 0,0 0 0 0 0,1 0 1 0 0,3 29-1 0 0,-1-41-57 0 0,0 1 0 0 0,0-1 1 0 0,0 0-1 0 0,1-1 1 0 0,0 1-1 0 0,0 0 0 0 0,0 0 1 0 0,1-1-1 0 0,-1 1 1 0 0,1-1-1 0 0,0 0 1 0 0,0 0-1 0 0,1 0 0 0 0,-1 0 1 0 0,1 0-1 0 0,0-1 1 0 0,0 0-1 0 0,0 0 0 0 0,9 5 1 0 0,1-1-187 0 0,0-1 1 0 0,1-1-1 0 0,27 7 1 0 0,-22-7 113 0 0,-1 0 1 0 0,18 9-1 0 0,-32-12 107 0 0,0 1 1 0 0,0-1 0 0 0,-1 1-1 0 0,1 0 1 0 0,-1 0-1 0 0,0 1 1 0 0,1-1-1 0 0,-2 1 1 0 0,1 0-1 0 0,0 0 1 0 0,-1 0-1 0 0,3 5 1 0 0,-4-5 5 0 0,0 1 0 0 0,0-1 0 0 0,-1 1 0 0 0,0-1 0 0 0,0 1 0 0 0,0 0 1 0 0,-1-1-1 0 0,1 1 0 0 0,-1 0 0 0 0,0 0 0 0 0,-1-1 0 0 0,1 1 0 0 0,-1 0 0 0 0,0 0 0 0 0,0-1 0 0 0,0 1 0 0 0,-1-1 0 0 0,1 1 0 0 0,-1-1 1 0 0,0 0-1 0 0,-4 7 0 0 0,-4 6 56 0 0,-1-1 1 0 0,0 1 0 0 0,-24 25 0 0 0,23-29-630 0 0,-1 0 1 0 0,-25 20-1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2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205 430 6913 0 0,'-6'-1'388'0'0,"-1"0"0"0"0,0-1 0 0 0,1 1 0 0 0,-1-1 0 0 0,1-1 0 0 0,0 1 0 0 0,0-1 0 0 0,0 0 0 0 0,0 0-1 0 0,0-1 1 0 0,1 0 0 0 0,-9-7 0 0 0,-1-2 608 0 0,0-1-1 0 0,1 0 1 0 0,-12-17-1 0 0,22 27-698 0 0,0-2 1 0 0,0 1-1 0 0,1 0 1 0 0,0-1-1 0 0,0 1 0 0 0,0-1 1 0 0,1 0-1 0 0,0 0 0 0 0,0 0 1 0 0,0 0-1 0 0,1 0 1 0 0,0 0-1 0 0,0-1 0 0 0,1 1 1 0 0,-1 0-1 0 0,1-1 0 0 0,1 1 1 0 0,1-12-1 0 0,1 8-186 0 0,1-1-1 0 0,0 1 1 0 0,0-1-1 0 0,1 1 0 0 0,0 0 1 0 0,1 1-1 0 0,0-1 1 0 0,0 1-1 0 0,15-15 1 0 0,-13 15-125 0 0,1 1 0 0 0,-1 0 0 0 0,1 1 0 0 0,0-1 0 0 0,1 2 0 0 0,0 0 0 0 0,0 0 0 0 0,20-8 0 0 0,-27 12 0 0 0,1 1 0 0 0,-1 0 1 0 0,1 0-1 0 0,-1 0 1 0 0,1 0-1 0 0,-1 1 0 0 0,1-1 1 0 0,0 1-1 0 0,-1 0 0 0 0,1 0 1 0 0,-1 0-1 0 0,1 1 0 0 0,0-1 1 0 0,-1 1-1 0 0,1 0 1 0 0,-1 0-1 0 0,1 0 0 0 0,-1 0 1 0 0,0 0-1 0 0,1 1 0 0 0,-1 0 1 0 0,0 0-1 0 0,0 0 0 0 0,0 0 1 0 0,0 0-1 0 0,-1 0 1 0 0,1 1-1 0 0,0-1 0 0 0,-1 1 1 0 0,0 0-1 0 0,0 0 0 0 0,3 4 1 0 0,4 9-150 0 0,-1 0 0 0 0,0 1 1 0 0,-1 1-1 0 0,9 33 0 0 0,7 75-1620 0 0,-19-96 1160 0 0,1 1 0 0 0,1-1 0 0 0,2 0-1 0 0,1 0 1 0 0,19 44 0 0 0,-23-66 507 0 0,32 57-638 0 0,-33-60 682 0 0,-1 0-1 0 0,1 0 1 0 0,0-1 0 0 0,0 0-1 0 0,0 1 1 0 0,1-1-1 0 0,-1-1 1 0 0,1 1 0 0 0,0-1-1 0 0,7 4 1 0 0,-11-7 143 0 0,1 1 0 0 0,-1-1 0 0 0,0 0 0 0 0,1 0 0 0 0,-1 0-1 0 0,0 0 1 0 0,1 0 0 0 0,-1 0 0 0 0,1 0 0 0 0,-1-1 0 0 0,0 1 0 0 0,1 0 0 0 0,-1-1 0 0 0,0 1 0 0 0,0-1 0 0 0,1 0-1 0 0,-1 1 1 0 0,0-1 0 0 0,0 0 0 0 0,0 0 0 0 0,0 1 0 0 0,1-1 0 0 0,-2 0 0 0 0,1 0 0 0 0,0 0 0 0 0,0 0-1 0 0,0-1 1 0 0,0 1 0 0 0,0 0 0 0 0,-1 0 0 0 0,1 0 0 0 0,-1-1 0 0 0,2-1 0 0 0,17-49 2207 0 0,-17 48-2150 0 0,0-4 78 0 0,0 1-1 0 0,-1-1 1 0 0,1 1-1 0 0,-1-1 1 0 0,-1 1-1 0 0,1-1 1 0 0,-1 0-1 0 0,-1 0 1 0 0,-1-12-1 0 0,1 17-122 0 0,0 0 0 0 0,0 0-1 0 0,0 0 1 0 0,0 0-1 0 0,-1 0 1 0 0,1 0-1 0 0,-1 0 1 0 0,0 0-1 0 0,0 1 1 0 0,0-1-1 0 0,0 1 1 0 0,0-1-1 0 0,0 1 1 0 0,-1 0-1 0 0,1 0 1 0 0,-1 0-1 0 0,1 0 1 0 0,-1 1-1 0 0,0-1 1 0 0,0 1-1 0 0,0-1 1 0 0,0 1-1 0 0,0 0 1 0 0,0 0-1 0 0,-6-1 1 0 0,-36-4-102 0 0,0 3-1 0 0,0 1 1 0 0,-83 7 0 0 0,87-2 145 0 0,-4 0-1238 0 0,-85 19 0 0 0,90-11-6435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56 282 2304 0 0,'-12'-22'623'0'0,"10"17"185"0"0,0 1 0 0 0,0 0 1 0 0,0 0-1 0 0,0 0 0 0 0,-1 0 1 0 0,0 0-1 0 0,1 1 0 0 0,-1-1 0 0 0,-1 1 1 0 0,1 0-1 0 0,0 0 0 0 0,-1 0 1 0 0,-4-3-1 0 0,24 16 6399 0 0,34 35-6188 0 0,-26-20-821 0 0,108 97 96 0 0,-117-110-245 0 0,0-1 1 0 0,1 0-1 0 0,0-1 1 0 0,1-1-1 0 0,0-1 1 0 0,1 0-1 0 0,22 6 1 0 0,-39-13-23 0 0,0-1 1 0 0,0 0-1 0 0,0 1 1 0 0,0-1-1 0 0,0 0 1 0 0,0 0-1 0 0,0 0 1 0 0,0 0-1 0 0,0 0 0 0 0,0 0 1 0 0,0-1-1 0 0,0 1 1 0 0,0 0-1 0 0,0 0 1 0 0,0-1-1 0 0,0 1 1 0 0,0 0-1 0 0,0-1 0 0 0,-1 1 1 0 0,1-1-1 0 0,0 0 1 0 0,0 1-1 0 0,0-1 1 0 0,0 1-1 0 0,-1-1 1 0 0,1 0-1 0 0,0 0 0 0 0,-1 0 1 0 0,1 1-1 0 0,0-1 1 0 0,-1 0-1 0 0,1 0 1 0 0,-1 0-1 0 0,0 0 1 0 0,1 0-1 0 0,-1 0 1 0 0,0 0-1 0 0,1 0 0 0 0,-1 0 1 0 0,0 0-1 0 0,0 0 1 0 0,0 0-1 0 0,0 0 1 0 0,0-2-1 0 0,0-7 62 0 0,0 0 1 0 0,0 0-1 0 0,-3-17 0 0 0,1 17 31 0 0,-1-18-5 0 0,-21-256-688 0 0,26 243-523 0 0,4 14-5370 0 0,1 9-877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32 13363 0 0,'-4'4'594'0'0,"0"1"0"0"0,0 1 1 0 0,1-1-1 0 0,0 1 0 0 0,0-1 0 0 0,0 1 1 0 0,1 0-1 0 0,0 0 0 0 0,0 0 1 0 0,0 0-1 0 0,0 7 0 0 0,-1-2-446 0 0,1-4-108 0 0,0-1 1 0 0,1 0-1 0 0,-1 1 1 0 0,1-1 0 0 0,1 1-1 0 0,-1-1 1 0 0,1 1-1 0 0,1-1 1 0 0,-1 1-1 0 0,1-1 1 0 0,0 1 0 0 0,0-1-1 0 0,1 0 1 0 0,0 0-1 0 0,0 1 1 0 0,0-1-1 0 0,1 0 1 0 0,0-1-1 0 0,0 1 1 0 0,1 0 0 0 0,-1-1-1 0 0,1 0 1 0 0,0 0-1 0 0,1 0 1 0 0,-1 0-1 0 0,1-1 1 0 0,0 1 0 0 0,0-1-1 0 0,0-1 1 0 0,1 1-1 0 0,-1-1 1 0 0,1 0-1 0 0,0 0 1 0 0,0 0 0 0 0,7 1-1 0 0,-7-2-2 0 0,0-1 1 0 0,0 0-1 0 0,0-1 0 0 0,0 0 0 0 0,0 1 1 0 0,0-2-1 0 0,0 1 0 0 0,0-1 0 0 0,-1 0 1 0 0,1 0-1 0 0,0-1 0 0 0,0 1 0 0 0,-1-1 1 0 0,1-1-1 0 0,-1 1 0 0 0,1-1 0 0 0,-1 0 1 0 0,0 0-1 0 0,0 0 0 0 0,-1-1 0 0 0,1 0 1 0 0,5-6-1 0 0,-6 7-24 0 0,-1-1 1 0 0,1 0-1 0 0,-1 0 1 0 0,0 0-1 0 0,-1 0 1 0 0,1 0-1 0 0,-1-1 1 0 0,1 1-1 0 0,-1-1 1 0 0,-1 0-1 0 0,1 0 1 0 0,-1 1-1 0 0,1-1 1 0 0,-1 0-1 0 0,-1 0 1 0 0,1 0-1 0 0,-1 0 1 0 0,0-1-1 0 0,0 1 1 0 0,0 0-1 0 0,-1 0 1 0 0,0 0-1 0 0,0 0 1 0 0,0 0-1 0 0,-1 1 1 0 0,-2-7-1 0 0,-1 1-32 0 0,0 0 0 0 0,-1 1 0 0 0,-1 0 1 0 0,0 0-1 0 0,0 0 0 0 0,-1 1 0 0 0,0 0 0 0 0,0 1 0 0 0,0 0 0 0 0,-1 0 1 0 0,0 0-1 0 0,-1 2 0 0 0,0-1 0 0 0,-11-5 0 0 0,12 8-971 0 0,1 0 0 0 0,-1 0 0 0 0,0 1 0 0 0,1 0 0 0 0,-1 0 0 0 0,-13 0 0 0 0,-1 3-5975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12443 0 0,'16'-23'4071'0'0,"-15"21"-4001"0"0,11-14 1145 0 0,1-1 1 0 0,16-15-1 0 0,-25 28-1500 0 0,0 0 0 0 0,0 0-1 0 0,1 1 1 0 0,0-1 0 0 0,0 1 0 0 0,0 0 0 0 0,0 1 0 0 0,0-1 0 0 0,0 1 0 0 0,1 0 0 0 0,-1 0 0 0 0,11-1 0 0 0,-2 2-1028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13187 0 0,'2'2'288'0'0,"0"0"64"0"0,0 0 16 0 0,-1-2 0 0 0,1-2-296 0 0,0 2-72 0 0,0-2 0 0 0,3-1 176 0 0,0-1 16 0 0,4-1 8 0 0,0-4 0 0 0,1 2-1816 0 0,0-1-368 0 0,8 1-65 0 0,-4-2-23 0 0,0 0 1616 0 0,0-3 320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6913 0 0,'2'-3'308'0'0,"0"0"0"0"0,0 0 0 0 0,0 0 0 0 0,0 0 0 0 0,0 1 0 0 0,0-1 0 0 0,1 1 0 0 0,0-1 0 0 0,-1 1 0 0 0,1 0 0 0 0,0 0 0 0 0,0 0 0 0 0,0 0 0 0 0,0 0 0 0 0,1 1 0 0 0,-1-1 0 0 0,0 1 0 0 0,1 0 0 0 0,-1 0 0 0 0,1 0 0 0 0,-1 1 0 0 0,1-1 0 0 0,-1 1 0 0 0,1 0 0 0 0,-1 0 0 0 0,1 0 0 0 0,-1 0 0 0 0,6 2 0 0 0,2-1 516 0 0,-1 0 0 0 0,1 0 1 0 0,0 2-1 0 0,-1-1 0 0 0,0 1 0 0 0,15 6 1 0 0,-22-7-763 0 0,0 0 1 0 0,0 0-1 0 0,0 0 1 0 0,0 0-1 0 0,0 1 1 0 0,0-1-1 0 0,-1 1 1 0 0,1 0-1 0 0,-1-1 1 0 0,0 1 0 0 0,0 0-1 0 0,0 1 1 0 0,0-1-1 0 0,0 0 1 0 0,-1 0-1 0 0,1 1 1 0 0,-1-1-1 0 0,0 1 1 0 0,0-1-1 0 0,0 1 1 0 0,-1 0-1 0 0,1 4 1 0 0,1 24-60 0 0,-2 0 0 0 0,-6 49 0 0 0,0 36 426 0 0,6-104-475 0 0,1 0 1 0 0,1 0-1 0 0,0-1 0 0 0,0 1 1 0 0,1-1-1 0 0,8 22 1 0 0,-8-29 78 0 0,-1-1 1 0 0,1 1-1 0 0,0 0 1 0 0,0-1-1 0 0,0 1 1 0 0,0-1-1 0 0,9 7 1 0 0,17 9-2827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7370 0 0,'-2'9'656'0'0,"2"-2"-528"0"0,2-2-128 0 0,2-1 1040 0 0,-3-1 176 0 0,3 4 40 0 0,-1 4 9 0 0,3 1-1169 0 0,1 0-240 0 0,0 0-48 0 0,0-3 0 0 0,1-4 192 0 0,-1-3-80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12443 0 0,'31'-4'4306'0'0,"183"-34"1898"0"0,-82 14-8012 0 0,-102 18-5766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10594 0 0,'-4'5'862'0'0,"0"-1"0"0"0,0 1-1 0 0,0 0 1 0 0,1 0 0 0 0,0 1-1 0 0,0-1 1 0 0,0 0 0 0 0,-3 11-1 0 0,3-7-176 0 0,1-1-1 0 0,0 1 0 0 0,1 0 1 0 0,0 0-1 0 0,0 12 0 0 0,3 8-168 0 0,2-1-1 0 0,12 54 1 0 0,-4-29-876 0 0,-3-4-1413 0 0,1 5-6085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8754 0 0,'0'2'240'0'0,"-1"-1"0"0"0,1 0-1 0 0,0 1 1 0 0,0-1 0 0 0,0 0 0 0 0,0 1 0 0 0,0-1 0 0 0,0 0-1 0 0,1 1 1 0 0,-1-1 0 0 0,0 0 0 0 0,1 0 0 0 0,-1 1 0 0 0,1-1 0 0 0,-1 0-1 0 0,1 0 1 0 0,-1 0 0 0 0,1 1 0 0 0,0-1 0 0 0,0 0 0 0 0,-1 0-1 0 0,1 0 1 0 0,0 0 0 0 0,0 0 0 0 0,0-1 0 0 0,0 1 0 0 0,0 0 0 0 0,0 0-1 0 0,3 1 1 0 0,1 1 436 0 0,0 1 0 0 0,0 0 0 0 0,0-1 0 0 0,1 0-1 0 0,7 3 1 0 0,-2-3-313 0 0,0-1 1 0 0,0-1-1 0 0,0 1 0 0 0,0-2 0 0 0,0 0 1 0 0,0 0-1 0 0,0-1 0 0 0,15-2 0 0 0,91-26 145 0 0,-46 9-551 0 0,-13 8-610 0 0,-29 7 309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12443 0 0,'0'-1'142'0'0,"1"0"0"0"0,-1 1 0 0 0,1-1 0 0 0,-1 0 1 0 0,1 1-1 0 0,0-1 0 0 0,-1 1 0 0 0,1-1 0 0 0,0 1 0 0 0,0 0 1 0 0,-1-1-1 0 0,1 1 0 0 0,0 0 0 0 0,0-1 0 0 0,0 1 0 0 0,-1 0 1 0 0,1 0-1 0 0,0 0 0 0 0,0 0 0 0 0,0-1 0 0 0,0 1 0 0 0,-1 1 1 0 0,1-1-1 0 0,0 0 0 0 0,0 0 0 0 0,0 0 0 0 0,0 0 0 0 0,-1 0 1 0 0,1 1-1 0 0,0-1 0 0 0,0 0 0 0 0,-1 1 0 0 0,1-1 0 0 0,0 1 1 0 0,0-1-1 0 0,-1 1 0 0 0,1-1 0 0 0,0 1 0 0 0,-1-1 1 0 0,1 1-1 0 0,0 1 0 0 0,29 26 1584 0 0,4 20-634 0 0,34 64 0 0 0,-44-70-1060 0 0,2 0 0 0 0,50 62 1 0 0,-15-41 16 0 0,-34-37-1618 0 0,35 47 0 0 0,-44-47-5472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0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279 221 1840 0 0,'-18'-3'1205'0'0,"1"0"0"0"0,0-1-1 0 0,0 0 1 0 0,0-1 0 0 0,1-2 0 0 0,0 1-1 0 0,-20-12 1 0 0,5 3 184 0 0,12 7-777 0 0,10 5-82 0 0,1 0 1 0 0,1-1 0 0 0,-1 0-1 0 0,1 0 1 0 0,-12-8-1 0 0,18 11-408 0 0,-1-1-1 0 0,1 1 0 0 0,0 0 0 0 0,-1-1 1 0 0,1 1-1 0 0,0-1 0 0 0,0 0 0 0 0,0 1 0 0 0,0-1 1 0 0,0 0-1 0 0,1 1 0 0 0,-1-1 0 0 0,1 0 1 0 0,-1 0-1 0 0,1 0 0 0 0,-1 0 0 0 0,1 1 0 0 0,0-1 1 0 0,0 0-1 0 0,0 0 0 0 0,0 0 0 0 0,0 0 1 0 0,0 0-1 0 0,1 0 0 0 0,-1 0 0 0 0,0 1 0 0 0,1-1 1 0 0,0 0-1 0 0,-1 0 0 0 0,3-2 0 0 0,-1-1-15 0 0,0 1-1 0 0,1 0 0 0 0,-1 0 1 0 0,1 0-1 0 0,0 0 0 0 0,0 0 1 0 0,0 1-1 0 0,1-1 0 0 0,-1 1 1 0 0,1 0-1 0 0,0 0 0 0 0,0 0 1 0 0,0 1-1 0 0,0 0 0 0 0,7-4 0 0 0,-8 5-92 0 0,0 0 0 0 0,-1 1-1 0 0,1-1 1 0 0,0 1-1 0 0,0-1 1 0 0,0 1 0 0 0,-1 0-1 0 0,1 0 1 0 0,0 0-1 0 0,0 1 1 0 0,0-1 0 0 0,-1 0-1 0 0,1 1 1 0 0,0 0-1 0 0,-1 0 1 0 0,1 0 0 0 0,0 0-1 0 0,-1 0 1 0 0,1 0-1 0 0,-1 1 1 0 0,0-1 0 0 0,1 1-1 0 0,-1 0 1 0 0,0 0-1 0 0,0 0 1 0 0,0 0 0 0 0,3 4-1 0 0,7 9-120 0 0,-1 1 0 0 0,-1-1 0 0 0,0 2 0 0 0,-1 0-1 0 0,-1 0 1 0 0,-1 0 0 0 0,6 22 0 0 0,-1 6-466 0 0,10 79-1 0 0,-22-124 576 0 0,0 7 113 0 0,1-1 1 0 0,0 1-1 0 0,0-1 0 0 0,1 1 1 0 0,0-1-1 0 0,0 0 0 0 0,0 0 1 0 0,1 0-1 0 0,3 6 1 0 0,-5-12-83 0 0,0 1 0 0 0,-1-1 0 0 0,1 0 0 0 0,0 0 0 0 0,-1 1 0 0 0,1-1 0 0 0,0 0 0 0 0,0 0 0 0 0,0 0 0 0 0,-1 0 0 0 0,1 0 0 0 0,0 0 0 0 0,0 0 0 0 0,-1 0 0 0 0,1 0 0 0 0,0 0 0 0 0,0 0 0 0 0,-1 0 0 0 0,1-1 0 0 0,0 1 0 0 0,0 0 0 0 0,-1 0 1 0 0,1-1-1 0 0,0 1 0 0 0,-1-1 0 0 0,1 1 0 0 0,0 0 0 0 0,-1-1 0 0 0,1 1 0 0 0,-1-1 0 0 0,1 0 0 0 0,-1 1 0 0 0,1-1 0 0 0,0 0 0 0 0,22-24 326 0 0,-22 24-328 0 0,60-79 365 0 0,-43 54-725 0 0,2 1-1 0 0,0 1 1 0 0,1 0-1 0 0,2 2 1 0 0,24-20-1 0 0,-19 24-7400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294 680 456 0 0,'-9'-4'89'0'0,"1"-1"1"0"0,-1 1-1 0 0,0 1 0 0 0,0-1 1 0 0,-12-1-1 0 0,13 3 31 0 0,-1-1 0 0 0,1 1 0 0 0,0-1 0 0 0,0-1-1 0 0,1 1 1 0 0,-1-1 0 0 0,-9-7 0 0 0,12 8 233 0 0,1 0-1 0 0,0 0 1 0 0,-1 1 0 0 0,0 0-1 0 0,1 0 1 0 0,-1 0 0 0 0,0 1-1 0 0,0-1 1 0 0,0 1 0 0 0,-9 0-1 0 0,-54-1 8361 0 0,42 3-4460 0 0,56 8-24 0 0,35 24-3622 0 0,-2 0-591 0 0,-45-26 8 0 0,178 68 38 0 0,-172-68-55 0 0,1 0 1 0 0,-1-2-1 0 0,2-1 1 0 0,-1 0-1 0 0,0-2 1 0 0,28-2-1 0 0,-51 0 15 0 0,0 0 0 0 0,0 0 0 0 0,-1 0 0 0 0,1-1-1 0 0,0 1 1 0 0,0-1 0 0 0,-1 1 0 0 0,1-1 0 0 0,0 0-1 0 0,-1 1 1 0 0,1-1 0 0 0,-1 0 0 0 0,1 0 0 0 0,-1 0-1 0 0,1-1 1 0 0,-1 1 0 0 0,0 0 0 0 0,0 0 0 0 0,1-1-1 0 0,-1 1 1 0 0,0-1 0 0 0,0 1 0 0 0,0-1 0 0 0,-1 1-1 0 0,1-1 1 0 0,0 1 0 0 0,-1-1 0 0 0,1 0 0 0 0,0 0-1 0 0,-1 1 1 0 0,0-1 0 0 0,0 0 0 0 0,1 0 0 0 0,-1 1-1 0 0,0-1 1 0 0,0 0 0 0 0,0 0 0 0 0,-1 0 0 0 0,1-2-1 0 0,-2-10 145 0 0,-1 1-1 0 0,0-1 0 0 0,0 0 0 0 0,-7-13 0 0 0,5 10 28 0 0,-27-84-298 0 0,-36-134 1624 0 0,49 115-3574 0 0,16 87-1202 0 0,3-57 1 0 0,5 34-4713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12443 0 0,'13'2'8879'0'0,"-12"4"-8463"0"0,1 9-199 0 0,-1 1 0 0 0,0 0 0 0 0,-1-1 0 0 0,-1 1 1 0 0,-3 20-1 0 0,-20 86-18 0 0,4-24-142 0 0,16-71-43 0 0,1 0-1 0 0,1 0 1 0 0,1 0 0 0 0,1 0-1 0 0,5 36 1 0 0,-3-55-17 0 0,-1 0 0 0 0,1 0 1 0 0,1-1-1 0 0,-1 1 0 0 0,1-1 0 0 0,1 1 1 0 0,-1-1-1 0 0,1 0 0 0 0,10 12 0 0 0,-11-15 8 0 0,1 0 0 0 0,0-1 0 0 0,0 1 0 0 0,0-1 0 0 0,0 0 1 0 0,1 0-1 0 0,-1 0 0 0 0,1-1 0 0 0,0 0 0 0 0,0 0 0 0 0,0 0 0 0 0,0 0 0 0 0,0-1 0 0 0,0 0 0 0 0,0 0 0 0 0,9 1 0 0 0,-6-2 16 0 0,-1-1 1 0 0,1 1-1 0 0,-1-1 1 0 0,1 0-1 0 0,-1-1 0 0 0,1 1 1 0 0,-1-2-1 0 0,0 1 1 0 0,0-1-1 0 0,0 0 0 0 0,0 0 1 0 0,10-8-1 0 0,8-6-112 0 0,44-40-1 0 0,1 0-275 0 0,-51 45-205 0 0,1 2-1 0 0,0 0 1 0 0,0 1 0 0 0,1 1 0 0 0,0 1-1 0 0,1 0 1 0 0,0 2 0 0 0,22-3 0 0 0,-18 3-6017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7370 0 0,'-5'2'660'0'0,"1"1"-1"0"0,0 0 1 0 0,0 0 0 0 0,0 1 0 0 0,0-1 0 0 0,0 1 0 0 0,1-1 0 0 0,0 1 0 0 0,0 0 0 0 0,0 1 0 0 0,0-1 0 0 0,0 0 0 0 0,1 1 0 0 0,0 0 0 0 0,0-1 0 0 0,0 1 0 0 0,1 0 0 0 0,-1 0-1 0 0,0 7 1 0 0,-1 11 239 0 0,0 0-1 0 0,2 0 0 0 0,1 26 0 0 0,0 7-846 0 0,-2-5 193 0 0,1 1-1 0 0,8 58 0 0 0,-4-87-641 0 0,1 0-1 0 0,1 0 1 0 0,1 0-1 0 0,1-1 1 0 0,1 0-1 0 0,1-1 1 0 0,14 25-1 0 0,-10-24-7469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14283 0 0,'-1'0'114'0'0,"0"1"0"0"0,0-1 0 0 0,0 1 0 0 0,0-1 0 0 0,0 1 1 0 0,0-1-1 0 0,0 1 0 0 0,0 0 0 0 0,1 0 0 0 0,-1-1 0 0 0,0 1 0 0 0,0 0 0 0 0,1 0 0 0 0,-1 0 0 0 0,0 0 0 0 0,1 0 1 0 0,-1 0-1 0 0,1 0 0 0 0,-1 0 0 0 0,1 0 0 0 0,0 0 0 0 0,-1 0 0 0 0,1 0 0 0 0,0 1 0 0 0,0-1 0 0 0,-1 0 0 0 0,1 0 1 0 0,0 0-1 0 0,1 2 0 0 0,-3 43 2069 0 0,2-38-1458 0 0,-15 192 2005 0 0,1-26-2662 0 0,13-158-128 0 0,1 1 0 0 0,5 32 0 0 0,-4-44-116 0 0,-1-1 0 0 0,1 0 1 0 0,1 0-1 0 0,-1 0 0 0 0,0 0 0 0 0,1 0 1 0 0,0 0-1 0 0,0 0 0 0 0,0-1 0 0 0,0 1 1 0 0,1-1-1 0 0,-1 1 0 0 0,1-1 0 0 0,0 0 1 0 0,0 0-1 0 0,0 0 0 0 0,5 3 0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18 225 3209 0 0,'2'-33'-190'0'0,"-4"-45"0"0"0,1 62 373 0 0,-2 1 1 0 0,-5-20-1 0 0,2-11 10746 0 0,30 44-8139 0 0,-13 3-2398 0 0,0 0-1 0 0,1 0 1 0 0,-1 1 0 0 0,0 1-1 0 0,0 0 1 0 0,0 0-1 0 0,0 1 1 0 0,0 0-1 0 0,-1 1 1 0 0,0 0-1 0 0,0 1 1 0 0,0 0-1 0 0,11 10 1 0 0,-7-5-377 0 0,-1 1 1 0 0,-1 0-1 0 0,0 1 0 0 0,-1 0 1 0 0,0 1-1 0 0,-1 0 0 0 0,-1 1 1 0 0,8 16-1 0 0,-6-9-508 0 0,14 27 96 0 0,-10-15-6020 0 0,-8-18-224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3225 0 0,'18'-4'8098'0'0,"34"-11"-3009"0"0,65-43-313 0 0,-14 6-4930 0 0,-84 45 60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4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56 2761 0 0,'-3'-6'3941'0'0,"3"6"-3857"0"0,10-13 3225 0 0,-10 12-3235 0 0,24-22 516 0 0,-22 22-413 0 0,-1 0 1 0 0,0 0-1 0 0,0 0 1 0 0,0 0-1 0 0,1 0 0 0 0,-1 0 1 0 0,0 0-1 0 0,1 0 1 0 0,-1 1-1 0 0,1-1 0 0 0,-1 1 1 0 0,1-1-1 0 0,-1 1 1 0 0,1-1-1 0 0,-1 1 0 0 0,1 0 1 0 0,0 0-1 0 0,-1-1 1 0 0,3 2-1 0 0,-3 0 9 0 0,0 0 0 0 0,0 0 0 0 0,0 0-1 0 0,0 0 1 0 0,-1 0 0 0 0,1 0 0 0 0,0 1 0 0 0,0-1 0 0 0,-1 0 0 0 0,1 1-1 0 0,-1-1 1 0 0,1 1 0 0 0,-1-1 0 0 0,0 1 0 0 0,1-1 0 0 0,-1 2 0 0 0,4 32 966 0 0,-4-25-719 0 0,43 241 1761 0 0,2-87-5946 0 0,-40-149-669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91 178 920 0 0,'-3'-2'215'0'0,"1"1"0"0"0,-1-1 0 0 0,1 0 0 0 0,-1 1 0 0 0,0 0 0 0 0,1 0 1 0 0,-1-1-1 0 0,0 2 0 0 0,0-1 0 0 0,-5-1 0 0 0,4 2-42 0 0,1-1-1 0 0,0 0 1 0 0,0 0 0 0 0,0 0 0 0 0,0 0 0 0 0,0-1-1 0 0,0 1 1 0 0,-3-3 0 0 0,5 3-83 0 0,-1 0 0 0 0,1 0 0 0 0,0 0 0 0 0,0 0 0 0 0,0-1 0 0 0,0 1-1 0 0,0 0 1 0 0,0-1 0 0 0,0 1 0 0 0,0-1 0 0 0,0 1 0 0 0,1-1 0 0 0,-1 0 0 0 0,0 1 0 0 0,1-1 0 0 0,0 0 0 0 0,-1 1 0 0 0,1-1-1 0 0,0-3 1 0 0,7-30 903 0 0,-6 32-807 0 0,1 1 0 0 0,-1-1 0 0 0,-1 1-1 0 0,1-1 1 0 0,0 0 0 0 0,-1 1 0 0 0,1-1 0 0 0,-1 0-1 0 0,0 0 1 0 0,0 1 0 0 0,0-1 0 0 0,0 0 0 0 0,0 0-1 0 0,-1 1 1 0 0,1-1 0 0 0,-1 0 0 0 0,0 1 0 0 0,-2-6-1 0 0,-14-19 9946 0 0,134 167-9399 0 0,-97-111-2199 0 0,25 49 0 0 0,-35-57-818 0 0,1-1 0 0 0,1 0 0 0 0,20 24 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2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43 129 1376 0 0,'-4'-7'374'0'0,"1"1"-1"0"0,0-1 1 0 0,0 0-1 0 0,1 0 1 0 0,0 0 0 0 0,0 0-1 0 0,1-1 1 0 0,-2-12-1 0 0,-10-33 7339 0 0,10 62-6533 0 0,-1 12-522 0 0,5 290 1467 0 0,2-95-1602 0 0,17 835 542 0 0,-11-390-1138 0 0,-8-585-524 0 0,2-26-4065 0 0,0-21-780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2.8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838 176 3681 0 0,'-6'-17'555'0'0,"-1"1"-1"0"0,-1-1 1 0 0,0 1 0 0 0,-1 1 0 0 0,-1 0-1 0 0,-12-15 1 0 0,18 25-251 0 0,-1 1 0 0 0,0-1 0 0 0,1 1 0 0 0,-1 1 0 0 0,-1-1 0 0 0,1 1 0 0 0,0-1 0 0 0,-1 2 0 0 0,0-1 0 0 0,0 0-1 0 0,0 1 1 0 0,0 0 0 0 0,0 1 0 0 0,0-1 0 0 0,0 1 0 0 0,0 1 0 0 0,-1-1 0 0 0,1 1 0 0 0,0 0 0 0 0,-12 1 0 0 0,2 2 114 0 0,0 0 0 0 0,0 1 0 0 0,0 1 0 0 0,0 0 0 0 0,1 1 0 0 0,-19 10 0 0 0,-84 57 961 0 0,88-51-974 0 0,-49 49 0 0 0,58-51-263 0 0,2 0-106 0 0,1 1-1 0 0,1 0 1 0 0,0 2 0 0 0,2 0-1 0 0,-20 40 1 0 0,11-12 21 0 0,-30 94 0 0 0,38-92-57 0 0,2 1 0 0 0,3 1 0 0 0,2 0 0 0 0,3 0 0 0 0,2 0 0 0 0,3 1 0 0 0,5 56 0 0 0,0-73 0 0 0,1-1 0 0 0,2 1 0 0 0,2-1 0 0 0,2 0 0 0 0,1-1 0 0 0,2 0 0 0 0,1-1 0 0 0,2-1 0 0 0,1 0 0 0 0,41 56 0 0 0,-45-73-26 0 0,2-1 0 0 0,1 0 0 0 0,0-2 0 0 0,0 0 0 0 0,2 0 0 0 0,0-2 0 0 0,27 15 0 0 0,-8-8-54 0 0,0-2 0 0 0,1-2 0 0 0,48 13 0 0 0,-44-18-54 0 0,1-2 0 0 0,0-1 0 0 0,0-3 0 0 0,0-2 0 0 0,1-1 0 0 0,-1-3 0 0 0,0-2 0 0 0,67-11 0 0 0,-52 1 204 0 0,0-1 0 0 0,-1-4 1 0 0,-1-2-1 0 0,0-2 1 0 0,90-51-1 0 0,-120 57-22 0 0,-1-1 0 0 0,-1-1 0 0 0,0-1 0 0 0,-2-1 1 0 0,39-43-1 0 0,-33 27 70 0 0,0-2 1 0 0,-3-1-1 0 0,26-50 1 0 0,72-165 699 0 0,-110 219-755 0 0,-1-1 0 0 0,-2 0 0 0 0,-2 0-1 0 0,-1-1 1 0 0,4-58 0 0 0,-12 75-52 0 0,-1 0 1 0 0,-1 0-1 0 0,0 0 0 0 0,-2 1 1 0 0,0-1-1 0 0,-1 1 1 0 0,-2 0-1 0 0,0 0 1 0 0,0 1-1 0 0,-2 0 1 0 0,-20-32-1 0 0,8 18 92 0 0,-1 1 0 0 0,-2 2 0 0 0,-2 0 0 0 0,0 1 0 0 0,-38-30-1 0 0,43 42-20 0 0,-1 1 0 0 0,0 1 0 0 0,-2 1-1 0 0,1 1 1 0 0,-1 0 0 0 0,-1 2 0 0 0,0 1-1 0 0,0 2 1 0 0,-1 0 0 0 0,0 1 0 0 0,-44-3-1 0 0,38 6-159 0 0,1 2 1 0 0,-1 2-1 0 0,0 1 0 0 0,1 1 0 0 0,-1 1 0 0 0,1 2 1 0 0,0 2-1 0 0,1 0 0 0 0,-42 19 0 0 0,65-25-261 0 0,2 1 1 0 0,-1 0-1 0 0,0 1 0 0 0,0-1 0 0 0,1 1 1 0 0,-9 8-1 0 0,-1 8-6478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3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56 126 456 0 0,'-14'-41'2641'0'0,"8"24"-145"0"0,0 0 0 0 0,-22-34 3618 0 0,28 62-3751 0 0,-1-1-2029 0 0,0 65 285 0 0,3 0 0 0 0,19 122 0 0 0,-7-82-556 0 0,-14-110-104 0 0,23 160-436 0 0,-17-137-1878 0 0,18 49 0 0 0,-21-68 1150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3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44 1376 0 0,'-23'-27'1215'0'0,"7"11"5391"0"0,26 47-4761 0 0,36 89 1006 0 0,0 1-1491 0 0,-38-105-1298 0 0,0 0 1 0 0,1-1-1 0 0,0 0 1 0 0,1 0-1 0 0,14 15 0 0 0,-21-28-59 0 0,-1 1 0 0 0,1 0 0 0 0,0 0-1 0 0,-1-1 1 0 0,1 0 0 0 0,0 1 0 0 0,0-1-1 0 0,1 0 1 0 0,-1-1 0 0 0,0 1 0 0 0,1 0-1 0 0,-1-1 1 0 0,1 0 0 0 0,-1 0 0 0 0,1 0-1 0 0,0 0 1 0 0,-1-1 0 0 0,1 1 0 0 0,0-1-1 0 0,-1 0 1 0 0,1 0 0 0 0,7-1 0 0 0,-7-1 34 0 0,1 1 1 0 0,0-1 0 0 0,-1 0-1 0 0,0-1 1 0 0,1 1-1 0 0,-1-1 1 0 0,0 1 0 0 0,0-2-1 0 0,0 1 1 0 0,0 0-1 0 0,-1-1 1 0 0,0 1 0 0 0,1-1-1 0 0,-1 0 1 0 0,0 0 0 0 0,3-8-1 0 0,14-25 635 0 0,23-64 0 0 0,-17 36-884 0 0,-2 9-1640 0 0,-12 30-3812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4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24 4145 0 0,'0'-1'168'0'0,"0"0"0"0"0,0-1 1 0 0,-1 1-1 0 0,1 0 0 0 0,-1 0 1 0 0,0 0-1 0 0,1 0 0 0 0,-1-1 0 0 0,0 1 1 0 0,1 0-1 0 0,-1 0 0 0 0,0 0 0 0 0,0 0 1 0 0,0 1-1 0 0,0-1 0 0 0,0 0 0 0 0,0 0 1 0 0,0 0-1 0 0,0 1 0 0 0,-1-1 1 0 0,1 1-1 0 0,0-1 0 0 0,0 1 0 0 0,0-1 1 0 0,-3 0-1 0 0,4 2-81 0 0,-1-1 0 0 0,0 0 1 0 0,0 1-1 0 0,0-1 0 0 0,0 1 0 0 0,1-1 0 0 0,-1 1 1 0 0,0-1-1 0 0,0 1 0 0 0,1-1 0 0 0,-1 1 0 0 0,0 0 1 0 0,1-1-1 0 0,-1 1 0 0 0,1 0 0 0 0,-1 0 0 0 0,1-1 1 0 0,-1 1-1 0 0,1 0 0 0 0,-1 0 0 0 0,1 0 0 0 0,0 0 1 0 0,-1-1-1 0 0,1 1 0 0 0,0 0 0 0 0,0 0 0 0 0,0 0 1 0 0,0 0-1 0 0,0 0 0 0 0,0 0 0 0 0,0 0 0 0 0,0 0 1 0 0,0 0-1 0 0,0 0 0 0 0,0-1 0 0 0,1 3 1 0 0,6 315 4408 0 0,-12-111-3572 0 0,-44 543 76 0 0,43-714-1004 0 0,2-18 233 0 0,1 0-1 0 0,1 0 1 0 0,0 0 0 0 0,2 0 0 0 0,0 0-1 0 0,4 35 1 0 0,-4-53-232 0 0,0 0 1 0 0,0 1-1 0 0,0-1 0 0 0,0 1 0 0 0,0-1 1 0 0,0 0-1 0 0,0 1 0 0 0,0-1 0 0 0,1 0 1 0 0,-1 1-1 0 0,0-1 0 0 0,0 0 0 0 0,0 1 1 0 0,0-1-1 0 0,1 0 0 0 0,-1 0 0 0 0,0 1 1 0 0,0-1-1 0 0,1 0 0 0 0,-1 0 0 0 0,0 1 0 0 0,0-1 1 0 0,1 0-1 0 0,-1 0 0 0 0,0 0 0 0 0,1 1 1 0 0,-1-1-1 0 0,0 0 0 0 0,1 0 0 0 0,-1 0 1 0 0,0 0-1 0 0,1 0 0 0 0,-1 0 0 0 0,0 0 1 0 0,1 0-1 0 0,-1 0 0 0 0,1 0 0 0 0,-1 0 1 0 0,0 0-1 0 0,1 0 0 0 0,0 0 0 0 0,5-4-1574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5.4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14 513 5065 0 0,'0'0'49'0'0,"-1"0"0"0"0,1 0 0 0 0,-1 0 0 0 0,1 0 0 0 0,-1 0 0 0 0,1 0 0 0 0,0 0 0 0 0,-1 0 0 0 0,1 0 0 0 0,-1 0 0 0 0,1 0 0 0 0,-1 0-1 0 0,1 0 1 0 0,-1-1 0 0 0,1 1 0 0 0,-1 0 0 0 0,1 0 0 0 0,0 0 0 0 0,-1-1 0 0 0,1 1 0 0 0,-1 0 0 0 0,1-1 0 0 0,0 1 0 0 0,-1 0 0 0 0,1-1 0 0 0,0 1 0 0 0,0 0 0 0 0,-1-1 0 0 0,1 1 0 0 0,0-1 0 0 0,0 1 0 0 0,-1 0 0 0 0,1-1-1 0 0,0 1 1 0 0,0-1 0 0 0,0 1 0 0 0,0-1 0 0 0,0 1 0 0 0,0-1 0 0 0,0 0 30 0 0,0 0 1 0 0,0 0-1 0 0,1 0 0 0 0,-1 0 0 0 0,0 0 0 0 0,1 0 1 0 0,-1 0-1 0 0,1 0 0 0 0,-1 0 0 0 0,1 1 0 0 0,-1-1 1 0 0,1 0-1 0 0,0 0 0 0 0,0 1 0 0 0,-1-1 0 0 0,1 0 1 0 0,0 1-1 0 0,0-1 0 0 0,1 0 0 0 0,25-12 200 0 0,1 1 1 0 0,1 1-1 0 0,0 2 0 0 0,0 1 0 0 0,34-5 0 0 0,55-6 361 0 0,188-4-1 0 0,-194 19-83 0 0,-1-5-1 0 0,124-27 1 0 0,276-108 1893 0 0,-286 75-1366 0 0,-88 33-170 0 0,210-28 1 0 0,-276 56-628 0 0,-1 3 0 0 0,1 3 1 0 0,107 10-1 0 0,-126-1-274 0 0,0 2 0 0 0,-1 2-1 0 0,0 2 1 0 0,-1 3 0 0 0,67 30 0 0 0,-13-6-1291 0 0,-82-33 311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6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2 3681 0 0,'-8'-2'4911'0'0,"8"3"-4837"0"0,0-1 1 0 0,0 0-1 0 0,-5 11 262 0 0,1 0-1 0 0,1 0 1 0 0,0 0-1 0 0,1 1 0 0 0,0-1 1 0 0,0 0-1 0 0,1 18 1 0 0,5 90 741 0 0,-2-82-749 0 0,-1-16-102 0 0,1 0 0 0 0,6 25 0 0 0,-6-39-422 0 0,0 1-1 0 0,1 0 1 0 0,-1-1 0 0 0,2 0 0 0 0,-1 1 0 0 0,1-1-1 0 0,0 0 1 0 0,9 12 0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6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17 185 5529 0 0,'-17'8'2195'0'0,"282"3"2748"0"0,-196-15-4240 0 0,-1-4 0 0 0,-1-2 0 0 0,76-21-1 0 0,21-4 433 0 0,162-5 33 0 0,-264 38-946 0 0,1 2 0 0 0,-1 3-1 0 0,77 14 1 0 0,96 13-4 0 0,-191-29-144 0 0,1-1-1 0 0,-1-2 1 0 0,57-10-1 0 0,138-44 561 0 0,-66 12-1647 0 0,-162 41 537 0 0,0 1-1 0 0,0 0 0 0 0,0 0 0 0 0,0 1 0 0 0,0 1 0 0 0,1 0 0 0 0,-1 0 1 0 0,12 3-1 0 0,-2 4-4887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7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0 123 4609 0 0,'22'-16'3998'0'0,"1"5"-2407"0"0,42-14-1 0 0,-3 11 87 0 0,0 2-1 0 0,118-8 1 0 0,-83 18-344 0 0,148 13 0 0 0,-238-10-1348 0 0,2 0-235 0 0,0-1 1 0 0,0 0 0 0 0,0 0-1 0 0,13-2 1 0 0,-19 2 102 0 0,-1-1 1 0 0,1 0-1 0 0,0 0 0 0 0,-1 0 1 0 0,1 0-1 0 0,-1 0 0 0 0,0 0 1 0 0,1-1-1 0 0,-1 1 0 0 0,0-1 1 0 0,0 0-1 0 0,0 1 0 0 0,0-1 1 0 0,0 0-1 0 0,0 0 0 0 0,0 0 1 0 0,-1-1-1 0 0,1 1 0 0 0,1-3 1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7.9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224 575 5529 0 0,'0'0'111'0'0,"-1"1"-1"0"0,0-1 0 0 0,0 1 1 0 0,1-1-1 0 0,-1 1 0 0 0,0-1 1 0 0,0 1-1 0 0,0-1 1 0 0,0 0-1 0 0,0 1 0 0 0,0-1 1 0 0,1 0-1 0 0,-1 0 1 0 0,0 0-1 0 0,0 1 0 0 0,0-1 1 0 0,0 0-1 0 0,0-1 0 0 0,0 1 1 0 0,0 0-1 0 0,0 0 1 0 0,0 0-1 0 0,0 0 0 0 0,0-1 1 0 0,0 1-1 0 0,1 0 1 0 0,-1-1-1 0 0,0 1 0 0 0,0-1 1 0 0,0 1-1 0 0,0-1 0 0 0,1 1 1 0 0,-1-1-1 0 0,0 0 1 0 0,0 0-1 0 0,-23-27 1242 0 0,23 28-1373 0 0,-35-48 340 0 0,12 17-230 0 0,1-1 1 0 0,-32-59-1 0 0,50 82-69 0 0,0-1-1 0 0,1 0 1 0 0,1 0-1 0 0,0 0 1 0 0,0-1 0 0 0,1 1-1 0 0,0-1 1 0 0,1 1-1 0 0,0-1 1 0 0,0 0-1 0 0,1 1 1 0 0,1-1-1 0 0,0 0 1 0 0,4-18 0 0 0,-3 23 12 0 0,0 1 0 0 0,1-1 0 0 0,-1 1 0 0 0,1 0 0 0 0,0-1 0 0 0,1 1 1 0 0,-1 1-1 0 0,1-1 0 0 0,0 0 0 0 0,5-3 0 0 0,51-41 1070 0 0,-7 6 993 0 0,-45 34-684 0 0,-8 3-1736 0 0,-8 4-2906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9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197 2733 1840 0 0,'-6'14'155'0'0,"0"0"-1"0"0,-1-1 0 0 0,-1 1 1 0 0,0-2-1 0 0,0 1 0 0 0,-18 19 1 0 0,25-32-104 0 0,1 0 0 0 0,0 1 0 0 0,0-1 0 0 0,0 0 0 0 0,0 1 0 0 0,-1-1 0 0 0,1 0 0 0 0,0 1 0 0 0,0-1 0 0 0,-1 0 1 0 0,1 0-1 0 0,0 1 0 0 0,-1-1 0 0 0,1 0 0 0 0,0 0 0 0 0,-1 1 0 0 0,1-1 0 0 0,0 0 0 0 0,-1 0 0 0 0,1 0 0 0 0,0 0 1 0 0,-1 0-1 0 0,1 0 0 0 0,0 0 0 0 0,-1 0 0 0 0,1 1 0 0 0,-1-1 0 0 0,1 0 0 0 0,0 0 0 0 0,-1-1 0 0 0,1 1 0 0 0,-1 0 0 0 0,-1-13 1619 0 0,9-24 784 0 0,-7 35-2270 0 0,22-133 4395 0 0,-7-72-2335 0 0,-10 124-1772 0 0,-2-8-92 0 0,-11-113 0 0 0,-25-87-234 0 0,18 169 9 0 0,3-137 1001 0 0,3 40 533 0 0,2 183-1483 0 0,5 32-189 0 0,1 0-1 0 0,0 0 1 0 0,0 0 0 0 0,0 0 0 0 0,1 0-1 0 0,0 0 1 0 0,-1 0 0 0 0,1 0-1 0 0,1 0 1 0 0,-1-1 0 0 0,0 1 0 0 0,1 0-1 0 0,0 0 1 0 0,0 0 0 0 0,2-4-1 0 0,-1 2 109 0 0,20-39-1279 0 0,-21 43 1078 0 0,-1 1 0 0 0,1-1 0 0 0,0 1 0 0 0,0-1-1 0 0,-1 1 1 0 0,1 0 0 0 0,0 0 0 0 0,0 0 0 0 0,1-1 0 0 0,-1 1 0 0 0,0 0 0 0 0,0 0-1 0 0,0 0 1 0 0,1 0 0 0 0,-1 1 0 0 0,0-1 0 0 0,1 0 0 0 0,-1 1 0 0 0,1-1 0 0 0,-1 0-1 0 0,1 1 1 0 0,-1 0 0 0 0,1-1 0 0 0,-1 1 0 0 0,3 0 0 0 0,12 16-1157 0 0,-16-15 1142 0 0,0 0 0 0 0,1-1 0 0 0,-1 1 1 0 0,1 0-1 0 0,-1 0 0 0 0,0 0 0 0 0,1 0 0 0 0,0-1 0 0 0,-1 1 1 0 0,1 0-1 0 0,-1 0 0 0 0,1-1 0 0 0,0 1 0 0 0,0 0 0 0 0,-1-1 0 0 0,1 1 1 0 0,0-1-1 0 0,0 1 0 0 0,0-1 0 0 0,0 1 0 0 0,0-1 0 0 0,-1 0 1 0 0,1 0-1 0 0,0 1 0 0 0,0-1 0 0 0,0 0 0 0 0,0 0 0 0 0,0 0 1 0 0,0 0-1 0 0,2 0 0 0 0,-3 0 92 0 0,0-9 3752 0 0,-30-22-3080 0 0,-2 2 0 0 0,-49-35 0 0 0,78 63-641 0 0,1-1 0 0 0,-1 0 0 0 0,1 0 1 0 0,-1 0-1 0 0,1 0 0 0 0,0 0 0 0 0,-1 0 0 0 0,1 0 0 0 0,0-1 0 0 0,1 1 0 0 0,-1-1 0 0 0,0 0 0 0 0,1 1 1 0 0,-1-1-1 0 0,1 0 0 0 0,0 0 0 0 0,-1-4 0 0 0,2 5-26 0 0,0-1 0 0 0,0 1 1 0 0,1 0-1 0 0,-1 0 0 0 0,1-1 0 0 0,-1 1 0 0 0,1 0 0 0 0,0 0 1 0 0,0 0-1 0 0,0 0 0 0 0,0 0 0 0 0,0 0 0 0 0,1 0 0 0 0,-1 0 1 0 0,1 0-1 0 0,-1 0 0 0 0,1 1 0 0 0,-1-1 0 0 0,1 1 0 0 0,0-1 1 0 0,0 1-1 0 0,0 0 0 0 0,0-1 0 0 0,3 0 0 0 0,-1 0-6 0 0,0 0 0 0 0,0 0 0 0 0,0 0 0 0 0,0 1 0 0 0,1 0 0 0 0,-1-1 0 0 0,0 2 0 0 0,1-1 0 0 0,-1 0 0 0 0,1 1 0 0 0,5 0 0 0 0,55 8 0 0 0,-6-1 0 0 0,-51-7 0 0 0,-1 0 0 0 0,0-1 0 0 0,0 0 0 0 0,0 0 0 0 0,-1 0 0 0 0,12-5 0 0 0,-17 6 0 0 0,0 0 0 0 0,0-1 0 0 0,0 1 0 0 0,0-1 0 0 0,0 1 0 0 0,0-1 0 0 0,0 0 0 0 0,0 1 0 0 0,0-1 0 0 0,-1 0 0 0 0,1 0 0 0 0,0 1 0 0 0,0-1 0 0 0,-1 0 0 0 0,1 0 0 0 0,0 0 0 0 0,-1 0 0 0 0,1 0 0 0 0,-1 0 0 0 0,1 0 0 0 0,-1 0 0 0 0,0 0 0 0 0,1 0 0 0 0,-1-1 0 0 0,0 1 0 0 0,0 0 0 0 0,1 0 0 0 0,-1 0 0 0 0,0 0 0 0 0,0 0 0 0 0,-1-1 0 0 0,1 1 0 0 0,0 0 0 0 0,0 0 0 0 0,0 0 0 0 0,-1 0 0 0 0,1 0 0 0 0,-1 0 0 0 0,1 0 0 0 0,-1 0 0 0 0,1 0 0 0 0,-1 0 0 0 0,1 0 0 0 0,-1 0 0 0 0,0 0 0 0 0,0 0 0 0 0,1 0 0 0 0,-3-1 0 0 0,-5-7 14 0 0,0 1-1 0 0,0 0 1 0 0,-1 1-1 0 0,0 0 1 0 0,-1 0-1 0 0,0 1 1 0 0,-17-9-1 0 0,-33-23 14 0 0,55 34-28 0 0,0 0 1 0 0,1 0-1 0 0,0 0 0 0 0,-1-1 1 0 0,2 0-1 0 0,-1 0 0 0 0,1 0 1 0 0,-1 0-1 0 0,-3-10 0 0 0,6 13 1 0 0,1 1-1 0 0,-1-1 0 0 0,1 1 0 0 0,-1-1 0 0 0,1 0 0 0 0,0 1 1 0 0,-1-1-1 0 0,1 0 0 0 0,0 1 0 0 0,0-1 0 0 0,0 0 1 0 0,0 0-1 0 0,1 1 0 0 0,-1-1 0 0 0,0 0 0 0 0,1 1 1 0 0,-1-1-1 0 0,1 1 0 0 0,0-1 0 0 0,-1 0 0 0 0,1 1 1 0 0,0 0-1 0 0,0-1 0 0 0,0 1 0 0 0,0-1 0 0 0,0 1 1 0 0,0 0-1 0 0,1 0 0 0 0,-1 0 0 0 0,0-1 0 0 0,1 1 1 0 0,-1 1-1 0 0,2-2 0 0 0,7-4-8 0 0,0 1 1 0 0,0 1-1 0 0,0 0 0 0 0,15-4 1 0 0,5-3-2 0 0,-10 3 3 0 0,27-14-32 0 0,-44 21 37 0 0,0-1 0 0 0,0 1 0 0 0,-1-1 0 0 0,1 0 0 0 0,-1 0 0 0 0,1 0 0 0 0,-1-1 0 0 0,0 1 0 0 0,0-1 0 0 0,0 1 0 0 0,0-1 0 0 0,2-3 0 0 0,-4 4 2 0 0,0 1 0 0 0,1-1 0 0 0,-1 1 0 0 0,0 0 0 0 0,-1-1 0 0 0,1 1 0 0 0,0 0 0 0 0,0-1 0 0 0,-1 1 0 0 0,1-1 0 0 0,0 1 0 0 0,-1 0 0 0 0,1 0 0 0 0,-1-1 0 0 0,0 1 0 0 0,1 0 0 0 0,-1 0 0 0 0,0 0 0 0 0,0 0 0 0 0,0 0 0 0 0,0 0 0 0 0,0 0 0 0 0,0 0 0 0 0,0 0 0 0 0,0 0 0 0 0,-2-1 0 0 0,-35-23 0 0 0,34 23 0 0 0,-53-29 27 0 0,40 23-12 0 0,0-1-1 0 0,0 0 1 0 0,1-1-1 0 0,0-1 0 0 0,1-1 1 0 0,-16-15-1 0 0,30 26-15 0 0,-1 0 0 0 0,1-1 0 0 0,0 1 0 0 0,0 0 0 0 0,0-1 0 0 0,0 1 0 0 0,0-1 0 0 0,1 1 0 0 0,-1-1 0 0 0,0 1 0 0 0,1-1 0 0 0,-1 1 0 0 0,1-1 0 0 0,-1 0 0 0 0,1 1 0 0 0,0-1 0 0 0,0 0 0 0 0,0 0 0 0 0,0 1 0 0 0,0-1 0 0 0,0 0 0 0 0,1-2 0 0 0,0 2-3 0 0,0-1 0 0 0,0 1-1 0 0,0 0 1 0 0,1-1 0 0 0,-1 1 0 0 0,1 0 0 0 0,-1 0 0 0 0,1 0 0 0 0,0 0 0 0 0,0 0 0 0 0,0 0 0 0 0,4-2 0 0 0,3-2-8 0 0,1 0-1 0 0,-1 1 0 0 0,1 1 1 0 0,0-1-1 0 0,21-4 0 0 0,-12 4 13 0 0,76-22 0 0 0,-84 23 0 0 0,0 0 0 0 0,-1-1 0 0 0,1 0 0 0 0,-1-1 0 0 0,-1 0 0 0 0,14-11 0 0 0,-23 17-11 0 0,1-1 0 0 0,0 1 0 0 0,-1-1 0 0 0,1 0 0 0 0,-1 1-1 0 0,1-1 1 0 0,0 1 0 0 0,-1-1 0 0 0,0 0 0 0 0,1 0 0 0 0,-1 1-1 0 0,1-1 1 0 0,-1 0 0 0 0,0 0 0 0 0,0 1 0 0 0,1-1 0 0 0,-1 0 0 0 0,0 0-1 0 0,0 0 1 0 0,0 0 0 0 0,0 1 0 0 0,0-1 0 0 0,0 0 0 0 0,0 0-1 0 0,0 0 1 0 0,0 0 0 0 0,0 1 0 0 0,-1-1 0 0 0,1 0 0 0 0,0 0 0 0 0,0 0-1 0 0,-1 1 1 0 0,1-1 0 0 0,-1 0 0 0 0,1 0 0 0 0,-1 1 0 0 0,1-1-1 0 0,-1 0 1 0 0,1 1 0 0 0,-1-1 0 0 0,1 1 0 0 0,-1-1 0 0 0,-1 0 0 0 0,-4-4-259 0 0,-1 0 0 0 0,0 0 0 0 0,-14-7 0 0 0,0 0-436 0 0,5-2-3050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9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2463 2304 0 0,'0'0'102'0'0,"0"0"-1"0"0,-1 0 120 0 0,1 0 1 0 0,-1-1-1 0 0,0 1 0 0 0,0 0 0 0 0,1-1 0 0 0,-1 1 0 0 0,1-1 0 0 0,-1 1 1 0 0,0-1-1 0 0,1 1 0 0 0,-1-1 0 0 0,1 0 0 0 0,-1 1 0 0 0,1-1 1 0 0,0 0-1 0 0,-1 1 0 0 0,1-1 0 0 0,0 0 0 0 0,-1 1 0 0 0,1-1 0 0 0,0 0 1 0 0,0 0-1 0 0,0 0 0 0 0,-1-1 0 0 0,-3-25 2005 0 0,3 21-2036 0 0,-39-286 6186 0 0,23 4-4274 0 0,10 94-1052 0 0,-4 51-622 0 0,-13-258 178 0 0,23 294-338 0 0,22-186-1 0 0,4-104 969 0 0,-24 361-1296 0 0,3-43 60 0 0,-1 43 0 0 0,-2-61 0 0 0,-10 66 231 0 0,9 30-356 0 0,0 0 1 0 0,-1 0-1 0 0,1 0 1 0 0,-1 0-1 0 0,0-1 1 0 0,1 1-1 0 0,-1 0 1 0 0,0 0-1 0 0,1 0 1 0 0,-1 1-1 0 0,0-1 1 0 0,0 0-1 0 0,0 0 1 0 0,0 0-1 0 0,0 1 1 0 0,0-1-1 0 0,0 0 1 0 0,0 1-1 0 0,0-1 1 0 0,0 1-1 0 0,0-1 1 0 0,-2 0-1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0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14 495 4609 0 0,'-1'0'53'0'0,"1"0"0"0"0,-1 0 0 0 0,0 0 0 0 0,1 0 0 0 0,-1 0 0 0 0,1 0-1 0 0,-1 0 1 0 0,1 0 0 0 0,-1 0 0 0 0,1-1 0 0 0,-1 1 0 0 0,1 0 0 0 0,-1 0 0 0 0,1-1 0 0 0,-1 1 0 0 0,1 0 0 0 0,0 0 0 0 0,-1-1 0 0 0,1 1 0 0 0,-1 0-1 0 0,1-1 1 0 0,0 1 0 0 0,-1-1 0 0 0,1 1 0 0 0,0 0 0 0 0,-1-1 0 0 0,1 1 0 0 0,0-1 0 0 0,0 1 0 0 0,-1-2 0 0 0,14-6 1899 0 0,31-3-511 0 0,-28 10-894 0 0,1 0 0 0 0,-1 1-1 0 0,28 5 1 0 0,-29-3-191 0 0,1-1 0 0 0,-1 0 1 0 0,1-1-1 0 0,22-2 0 0 0,-1-3 415 0 0,-1 3 0 0 0,53 3 0 0 0,21-2 506 0 0,702-105 1886 0 0,-611 77-2887 0 0,333-5-1 0 0,-20 9 4 0 0,-391 12-163 0 0,-1-5 1 0 0,138-39-1 0 0,-44-17 409 0 0,-147 48-389 0 0,1 2 1 0 0,130-26-1 0 0,-185 47-136 0 0,-11 2 0 0 0,-1 0 0 0 0,1 0 0 0 0,0 0 0 0 0,0 0 0 0 0,0 1 0 0 0,0 0 0 0 0,0-1 0 0 0,0 1 0 0 0,0 1 0 0 0,0-1 0 0 0,-1 1 0 0 0,1-1 0 0 0,6 3 0 0 0,-10-2-36 0 0,1 0 0 0 0,-1-1-1 0 0,0 1 1 0 0,1 0 0 0 0,-1 0 0 0 0,0 0 0 0 0,0 0 0 0 0,0 0-1 0 0,1 0 1 0 0,-1 0 0 0 0,0 0 0 0 0,0 0 0 0 0,-1 0 0 0 0,1 0-1 0 0,0 0 1 0 0,0 0 0 0 0,0 0 0 0 0,-1 1 0 0 0,0 6-1630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0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154 14 3225 0 0,'-1'-1'139'0'0,"1"0"0"0"0,-1 1 1 0 0,1-1-1 0 0,-1 0 1 0 0,1 0-1 0 0,-1 0 0 0 0,0 1 1 0 0,1-1-1 0 0,-1 0 1 0 0,0 1-1 0 0,0-1 0 0 0,1 0 1 0 0,-1 1-1 0 0,0-1 1 0 0,0 1-1 0 0,0 0 0 0 0,0-1 1 0 0,0 1-1 0 0,0-1 1 0 0,0 1-1 0 0,0 0 0 0 0,0 0 1 0 0,0 0-1 0 0,0 0 0 0 0,0 0 1 0 0,0 0-1 0 0,0 0 1 0 0,0 0-1 0 0,1 0 0 0 0,-1 0 1 0 0,0 0-1 0 0,0 0 1 0 0,0 1-1 0 0,0-1 0 0 0,0 0 1 0 0,0 1-1 0 0,0-1 1 0 0,0 1-1 0 0,0-1 0 0 0,0 1 1 0 0,1-1-1 0 0,-1 1 1 0 0,0 0-1 0 0,0-1 0 0 0,1 1 1 0 0,-1 0-1 0 0,1 0 0 0 0,-1 0 1 0 0,0-1-1 0 0,1 1 1 0 0,-1 0-1 0 0,1 1 0 0 0,-5 5 301 0 0,1-1 0 0 0,1 1 0 0 0,-1 0-1 0 0,1 0 1 0 0,-3 10 0 0 0,-21 89 632 0 0,6 1 1 0 0,4 0 0 0 0,-4 143-1 0 0,25 326 1334 0 0,0-470-2250 0 0,4 250 1540 0 0,-9-346-2141 0 0,2 48 1668 0 0,6-23-7831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2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2237 6449 0 0,'27'-14'2878'0'0,"-13"4"-2134"0"0,4 2-93 0 0,1 0 0 0 0,0 0 0 0 0,0 2 0 0 0,1 1 0 0 0,29-5 0 0 0,101-3 1503 0 0,-76 9-2023 0 0,-74 4-130 0 0,0 1 0 0 0,0-1 0 0 0,0 0-1 0 0,1 0 1 0 0,-1 0 0 0 0,0 0 0 0 0,0 0-1 0 0,0 0 1 0 0,1 0 0 0 0,-1 0 0 0 0,0 0 0 0 0,0 0-1 0 0,0 0 1 0 0,1 0 0 0 0,-1 0 0 0 0,0 0 0 0 0,0 0-1 0 0,0 0 1 0 0,1 0 0 0 0,-1 0 0 0 0,0 0 0 0 0,0 0-1 0 0,1 0 1 0 0,-1 0 0 0 0,0 0 0 0 0,0 0-1 0 0,0 0 1 0 0,0 0 0 0 0,1 0 0 0 0,-1-1 0 0 0,0 1-1 0 0,0 0 1 0 0,0 0 0 0 0,0 0 0 0 0,1 0 0 0 0,-1 0-1 0 0,0-1 1 0 0,0 1 0 0 0,0 0 0 0 0,0 0 0 0 0,0 0-1 0 0,0-1 1 0 0,0 1 0 0 0,1 0 0 0 0,-1 0-1 0 0,0 0 1 0 0,0-1 0 0 0,0 1 0 0 0,0 0 0 0 0,0 0-1 0 0,0 0 1 0 0,0-1 0 0 0,0 1 0 0 0,0 0 0 0 0,0 0-1 0 0,0-1 1 0 0,-17-9 81 0 0,-39-12 170 0 0,41 16-136 0 0,-14-6 0 0 0,-1-2 0 0 0,2-1-1 0 0,0-1 1 0 0,1-1 0 0 0,0-2 0 0 0,2-1 0 0 0,-46-45 0 0 0,69 64-117 0 0,1-1 0 0 0,0 1 0 0 0,-1-1 1 0 0,1 1-1 0 0,0-1 0 0 0,0 0 0 0 0,0 1 1 0 0,0-1-1 0 0,1 0 0 0 0,-1 0 0 0 0,0 0 1 0 0,1 0-1 0 0,-1 0 0 0 0,1 0 0 0 0,0 1 1 0 0,-1-1-1 0 0,1 0 0 0 0,0 0 0 0 0,0 0 1 0 0,0 0-1 0 0,1 0 0 0 0,-1 0 0 0 0,0 0 0 0 0,1 0 1 0 0,-1 0-1 0 0,1 0 0 0 0,0 0 0 0 0,-1 0 1 0 0,1 1-1 0 0,0-1 0 0 0,0 0 0 0 0,0 1 1 0 0,0-1-1 0 0,1 1 0 0 0,-1-1 0 0 0,0 1 1 0 0,1-1-1 0 0,-1 1 0 0 0,1 0 0 0 0,-1 0 1 0 0,4-2-1 0 0,2-2-3 0 0,0 0 1 0 0,1 0-1 0 0,-1 1 1 0 0,1 1-1 0 0,0-1 0 0 0,1 1 1 0 0,-1 0-1 0 0,11-2 1 0 0,34-3 3 0 0,-38 7 0 0 0,0 0 0 0 0,0-2 0 0 0,0 0 0 0 0,-1 0 0 0 0,1-2 0 0 0,-1 0 0 0 0,0 0 0 0 0,0-1 0 0 0,24-15 0 0 0,-36 20 9 0 0,-1 0 1 0 0,0 1-1 0 0,0-1 1 0 0,0 0-1 0 0,0 0 1 0 0,-1 0-1 0 0,1 0 1 0 0,0 0-1 0 0,0 0 1 0 0,0 0-1 0 0,-1 0 1 0 0,1 0-1 0 0,0 0 1 0 0,-1 0-1 0 0,1 0 1 0 0,-1 0-1 0 0,1 0 1 0 0,-1-1-1 0 0,0 1 1 0 0,0 0-1 0 0,1 0 1 0 0,-1-1-1 0 0,0 1 1 0 0,0 0-1 0 0,0-2 1 0 0,-1 1 28 0 0,0 0 0 0 0,0 0 0 0 0,0 1 0 0 0,0-1 0 0 0,0 0 0 0 0,0 0 0 0 0,0 1 0 0 0,-1-1 0 0 0,1 1 0 0 0,-1-1 0 0 0,1 1 0 0 0,-1 0-1 0 0,1 0 1 0 0,-3-2 0 0 0,-10-5 232 0 0,1 1 1 0 0,-1 1-1 0 0,-22-7 0 0 0,26 9-203 0 0,-108-31 393 0 0,118 35-460 0 0,-1-1 0 0 0,1 1-1 0 0,0 0 1 0 0,0 0-1 0 0,0 0 1 0 0,0 0 0 0 0,0 0-1 0 0,0 0 1 0 0,0 0-1 0 0,0 0 1 0 0,0 0 0 0 0,-1-1-1 0 0,1 1 1 0 0,0 0-1 0 0,0 0 1 0 0,0 0 0 0 0,0 0-1 0 0,0 0 1 0 0,0 0 0 0 0,0-1-1 0 0,0 1 1 0 0,0 0-1 0 0,0 0 1 0 0,0 0 0 0 0,0 0-1 0 0,0 0 1 0 0,0-1-1 0 0,0 1 1 0 0,0 0 0 0 0,0 0-1 0 0,0 0 1 0 0,0 0-1 0 0,0 0 1 0 0,0 0 0 0 0,0-1-1 0 0,1 1 1 0 0,-1 0 0 0 0,0 0-1 0 0,0 0 1 0 0,0 0-1 0 0,0 0 1 0 0,0 0 0 0 0,0 0-1 0 0,0-1 1 0 0,0 1-1 0 0,0 0 1 0 0,1 0 0 0 0,-1 0-1 0 0,10-9-42 0 0,11-5-36 0 0,76-52-12 0 0,-63 41 34 0 0,40-22 0 0 0,-62 42-95 0 0,-4 2-103 0 0,-21 2 120 0 0,7 1 137 0 0,1-1 0 0 0,0 0 0 0 0,-1 0 0 0 0,1 0 0 0 0,0 0 0 0 0,0-1 0 0 0,0 0 0 0 0,0 0 0 0 0,0 0 0 0 0,1 0 0 0 0,-1-1 0 0 0,0 0 0 0 0,1 0 0 0 0,0 0 0 0 0,0-1 0 0 0,0 1 0 0 0,0-1 0 0 0,0 0 0 0 0,-3-5 0 0 0,3 4 1 0 0,1-1-1 0 0,-1 0 1 0 0,1 1-1 0 0,0-1 1 0 0,0-1-1 0 0,1 1 1 0 0,-1 0-1 0 0,2-1 1 0 0,-1 1-1 0 0,1-1 1 0 0,0 1-1 0 0,0-1 1 0 0,0 0-1 0 0,1 1 1 0 0,1-8-1 0 0,54-694 1461 0 0,-47 568-1251 0 0,0 24 123 0 0,-8-149 0 0 0,-1 256-640 0 0,0 0 1 0 0,-1 0-1 0 0,1-1 1 0 0,-2 1-1 0 0,-4-14 1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3.1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59 556 2761 0 0,'-11'1'211'0'0,"7"-1"394"0"0,0 0 0 0 0,0 0 0 0 0,0 0 0 0 0,-1 0 0 0 0,1-1 0 0 0,0 0 0 0 0,0 1 0 0 0,0-1 0 0 0,-5-2 0 0 0,9 2-541 0 0,0 1 0 0 0,0 0 0 0 0,-1-1 0 0 0,1 1 0 0 0,0 0 1 0 0,0-1-1 0 0,0 1 0 0 0,0-1 0 0 0,-1 1 0 0 0,1 0 0 0 0,0-1 0 0 0,0 1 0 0 0,0 0 0 0 0,0-1 1 0 0,0 1-1 0 0,0-1 0 0 0,0 1 0 0 0,0 0 0 0 0,0-1 0 0 0,0 1 0 0 0,0-1 0 0 0,1 1 0 0 0,-1 0 1 0 0,0-1-1 0 0,0 1 0 0 0,0 0 0 0 0,0-1 0 0 0,1 1 0 0 0,-1 0 0 0 0,0-1 0 0 0,0 1 0 0 0,1 0 1 0 0,-1-1-1 0 0,0 1 0 0 0,0 0 0 0 0,1 0 0 0 0,-1-1 0 0 0,0 1 0 0 0,1 0 0 0 0,-1 0 0 0 0,0 0 1 0 0,1-1-1 0 0,0 1 0 0 0,15-12 430 0 0,6 3-13 0 0,0 2-1 0 0,1 0 0 0 0,0 1 0 0 0,0 1 1 0 0,41-2-1 0 0,20-5 240 0 0,273-71 1195 0 0,100-17 22 0 0,-411 92-1802 0 0,556-105 575 0 0,-382 67 71 0 0,251-19-1 0 0,-414 62-780 0 0,1 3 0 0 0,79 10 0 0 0,-76-4 0 0 0,118-4 0 0 0,-55-11 194 0 0,81-7 137 0 0,-196 15-231 0 0,-1-1 0 0 0,0 0 0 0 0,0 0 1 0 0,9-3-1 0 0,5-8-1093 0 0,-6-8-4902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3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66 1840 0 0,'-2'-3'607'0'0,"1"1"-1"0"0,0-1 1 0 0,-1 0-1 0 0,1 0 0 0 0,0 0 1 0 0,0 0-1 0 0,1 0 1 0 0,-1 0-1 0 0,1-1 0 0 0,-1 1 1 0 0,1 0-1 0 0,0-4 1 0 0,-2-14 2552 0 0,1 20-3115 0 0,1 1 0 0 0,0 0 0 0 0,0 0 0 0 0,0 0 0 0 0,0 0 0 0 0,0 0 1 0 0,-1 0-1 0 0,1 0 0 0 0,0 0 0 0 0,0 0 0 0 0,0 0 0 0 0,-1-1 0 0 0,1 1 0 0 0,0 0 0 0 0,0 0 0 0 0,0 0 1 0 0,0 0-1 0 0,-1 0 0 0 0,1 0 0 0 0,0 0 0 0 0,0 0 0 0 0,0 0 0 0 0,0 1 0 0 0,-1-1 0 0 0,1 0 1 0 0,0 0-1 0 0,0 0 0 0 0,0 0 0 0 0,0 0 0 0 0,-1 0 0 0 0,1 0 0 0 0,0 0 0 0 0,0 0 0 0 0,0 0 1 0 0,0 1-1 0 0,0-1 0 0 0,-1 0 0 0 0,1 0 0 0 0,0 0 0 0 0,0 0 0 0 0,0 0 0 0 0,0 1 0 0 0,0-1 0 0 0,0 0 1 0 0,0 0-1 0 0,0 0 0 0 0,0 0 0 0 0,0 1 0 0 0,0-1 0 0 0,-1 0 0 0 0,1 0 0 0 0,0 0 0 0 0,0 1 1 0 0,0-1-1 0 0,0 0 0 0 0,0 0 0 0 0,1 1 0 0 0,-8 16 2265 0 0,-2 114-798 0 0,10 168 0 0 0,3-159-1225 0 0,0 21-127 0 0,1-20 107 0 0,-15 150 0 0 0,-13-145 277 0 0,13-95-229 0 0,2 1 0 0 0,-1 61 0 0 0,9-110-457 0 0,0-1-1 0 0,0 1 0 0 0,0-1 0 0 0,0 0 1 0 0,0 1-1 0 0,1-1 0 0 0,-1 0 1 0 0,1 1-1 0 0,0-1 0 0 0,-1 0 0 0 0,1 0 1 0 0,2 3-1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4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11 465 2304 0 0,'-6'-7'1214'0'0,"6"7"-1144"0"0,0 0 1 0 0,-1 0-1 0 0,1 0 1 0 0,0 0-1 0 0,0-1 1 0 0,0 1-1 0 0,-1 0 0 0 0,1 0 1 0 0,0 0-1 0 0,0 0 1 0 0,0 0-1 0 0,-1 0 1 0 0,1-1-1 0 0,0 1 0 0 0,0 0 1 0 0,0 0-1 0 0,0 0 1 0 0,0 0-1 0 0,-1-1 1 0 0,1 1-1 0 0,0 0 1 0 0,0 0-1 0 0,0 0 0 0 0,0-1 1 0 0,0 1-1 0 0,0 0 1 0 0,0 0-1 0 0,0-1 1 0 0,0 1-1 0 0,0 0 0 0 0,3-5 2167 0 0,1 3-1723 0 0,41-15 349 0 0,0 2 0 0 0,1 2 0 0 0,0 2 0 0 0,1 2 0 0 0,0 2 0 0 0,1 2-1 0 0,56 1 1 0 0,310-23 570 0 0,-249 11-994 0 0,82-11 90 0 0,-65 0 423 0 0,315-9 0 0 0,-60 50 44 0 0,-2 0-426 0 0,-337-16-495 0 0,0-5-1 0 0,97-19 1 0 0,190-55 147 0 0,-337 70-217 0 0,396-104-1702 0 0,-384 97-5472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5.5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3225 0 0,'11'2'202'0'0,"0"0"1"0"0,-1-1-1 0 0,1-1 1 0 0,0 0-1 0 0,-1 0 1 0 0,16-3-1 0 0,-1 1 293 0 0,155-6 2418 0 0,130-9 511 0 0,511-9 1389 0 0,-467 44-3102 0 0,470 86-1 0 0,262 27 209 0 0,-908-122-1721 0 0,67 4-157 0 0,-204-10-477 0 0,-27-2-14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6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458 2828 6913 0 0,'0'0'529'0'0,"0"-7"508"0"0,-1-40 2595 0 0,-6-30-2542 0 0,-47-201 1026 0 0,-13 2-1 0 0,-148-386 0 0 0,204 635-1934 0 0,-21-33 0 0 0,20 38 67 0 0,0 0 0 0 0,-11-32-1 0 0,20 42-213 0 0,0 0 0 0 0,1 0 0 0 0,1 0 0 0 0,0 0 0 0 0,0-1 0 0 0,1 1 0 0 0,4-25 0 0 0,-4 37-48 0 0,0-1 0 0 0,0 0 0 0 0,0 1 0 0 0,0-1 0 0 0,0 1-1 0 0,1-1 1 0 0,-1 1 0 0 0,0-1 0 0 0,0 1 0 0 0,1-1-1 0 0,-1 1 1 0 0,0-1 0 0 0,1 1 0 0 0,-1-1 0 0 0,1 1 0 0 0,-1 0-1 0 0,0-1 1 0 0,1 1 0 0 0,-1 0 0 0 0,1-1 0 0 0,-1 1 0 0 0,1 0-1 0 0,-1 0 1 0 0,1-1 0 0 0,-1 1 0 0 0,1 0 0 0 0,-1 0-1 0 0,1 0 1 0 0,0 0 0 0 0,-1 0 0 0 0,1-1 0 0 0,-1 1 0 0 0,1 0-1 0 0,1 1 1 0 0,25 4-990 0 0,-25-4 941 0 0,0 0 1 0 0,1 0-1 0 0,-1-1 1 0 0,0 1-1 0 0,0-1 0 0 0,1 1 1 0 0,-1-1-1 0 0,0 0 1 0 0,1 0-1 0 0,-1 0 1 0 0,0 0-1 0 0,0 0 1 0 0,3-1-1 0 0,-3 0 64 0 0,0 0 1 0 0,-1 0-1 0 0,1 0 1 0 0,0 0-1 0 0,-1 0 0 0 0,1 0 1 0 0,-1 0-1 0 0,0-1 0 0 0,1 1 1 0 0,-1 0-1 0 0,0-1 1 0 0,0 1-1 0 0,0-1 0 0 0,0 0 1 0 0,0 1-1 0 0,0-1 1 0 0,0 0-1 0 0,-1 1 0 0 0,1-1 1 0 0,0 0-1 0 0,-1 0 1 0 0,1-3-1 0 0,-2 1 2 0 0,1 0 0 0 0,-1 0 0 0 0,0 0 0 0 0,-1 0 0 0 0,1 0-1 0 0,-1 0 1 0 0,1 0 0 0 0,-1 0 0 0 0,0 1 0 0 0,-3-4 0 0 0,-29-42 126 0 0,-10-17 234 0 0,40 60-332 0 0,1-1 0 0 0,0 1 0 0 0,0-1-1 0 0,0 0 1 0 0,1 0 0 0 0,0-1 0 0 0,1 1 0 0 0,-2-8-1 0 0,3 13-17 0 0,1 1 0 0 0,-1-1-1 0 0,0 0 1 0 0,1 0 0 0 0,-1 0 0 0 0,1 0-1 0 0,-1 1 1 0 0,1-1 0 0 0,0 0-1 0 0,0 0 1 0 0,0 1 0 0 0,0-1-1 0 0,0 1 1 0 0,0-1 0 0 0,1 1-1 0 0,-1-1 1 0 0,0 1 0 0 0,1 0-1 0 0,-1-1 1 0 0,1 1 0 0 0,-1 0-1 0 0,1 0 1 0 0,0 0 0 0 0,1 0-1 0 0,52-22 366 0 0,-32 14-306 0 0,10-4-72 0 0,-18 8 0 0 0,1-2 0 0 0,-1 1 0 0 0,-1-2 0 0 0,1 0 0 0 0,-1 0 0 0 0,0-1 0 0 0,19-18 0 0 0,-31 25 2 0 0,-1 0 0 0 0,0 0 0 0 0,1 0 0 0 0,-1 0 0 0 0,0 0 0 0 0,0-1 0 0 0,-1 1 0 0 0,1 0 0 0 0,0 0 0 0 0,-1-1 0 0 0,1 1 0 0 0,-1 0 0 0 0,0-1 0 0 0,0 1 0 0 0,0-1 0 0 0,0 1 0 0 0,0 0 0 0 0,0-1 0 0 0,-1 1 0 0 0,1 0 0 0 0,-1-1 0 0 0,0 1 0 0 0,1 0 0 0 0,-3-4 0 0 0,-3-6 16 0 0,0 0-1 0 0,-1 1 1 0 0,-11-15 0 0 0,7 9-11 0 0,-2-1 37 0 0,6 8 32 0 0,-1-1 0 0 0,1 0-1 0 0,1 0 1 0 0,0 0 0 0 0,1-1-1 0 0,0 0 1 0 0,-3-13 0 0 0,8 24-62 0 0,0 0 0 0 0,1 0 1 0 0,-1 0-1 0 0,0-1 0 0 0,1 1 0 0 0,-1 0 1 0 0,1 0-1 0 0,-1 0 0 0 0,1 0 0 0 0,-1 0 1 0 0,1 0-1 0 0,0 0 0 0 0,0 0 0 0 0,-1 0 1 0 0,1 0-1 0 0,0 0 0 0 0,0 0 0 0 0,0 0 0 0 0,0 1 1 0 0,0-1-1 0 0,0 0 0 0 0,0 1 0 0 0,0-1 1 0 0,0 1-1 0 0,2-1 0 0 0,34-15 396 0 0,-29 14-375 0 0,91-28-69 0 0,7-2-4 0 0,-105 32 36 0 0,-1 0 1 0 0,0 0-1 0 0,1-1 1 0 0,-1 1 0 0 0,0 0-1 0 0,1 0 1 0 0,-1 0 0 0 0,0 0-1 0 0,1 0 1 0 0,-1 0-1 0 0,0 0 1 0 0,0-1 0 0 0,1 1-1 0 0,-1 0 1 0 0,0 0-1 0 0,1 0 1 0 0,-1-1 0 0 0,0 1-1 0 0,0 0 1 0 0,1 0-1 0 0,-1-1 1 0 0,0 1 0 0 0,0 0-1 0 0,0-1 1 0 0,0 1 0 0 0,1 0-1 0 0,-1-1 1 0 0,0 1-1 0 0,0 0 1 0 0,0-1 0 0 0,0 1-1 0 0,0 0 1 0 0,0-1-1 0 0,0 1 1 0 0,0 0 0 0 0,0-1-1 0 0,0 1 1 0 0,0 0-1 0 0,0-1 1 0 0,0 1 0 0 0,0-1-1 0 0,-15-10-9 0 0,-30-5 20 0 0,42 15-12 0 0,-28-9 13 0 0,0-2 1 0 0,0 0 0 0 0,2-3-1 0 0,-1 0 1 0 0,-37-27 0 0 0,64 40-11 0 0,0 0 0 0 0,0-1 0 0 0,0 1 0 0 0,1-1 0 0 0,-1 1 0 0 0,1-1 0 0 0,-1 0 0 0 0,1 0 0 0 0,0 0 0 0 0,0 0 0 0 0,0 0 0 0 0,1 0 0 0 0,-1-1 0 0 0,1 1 0 0 0,0-1 0 0 0,0 1 0 0 0,0-1 0 0 0,0 1 0 0 0,0-1 0 0 0,1 0 0 0 0,0 1 0 0 0,0-8 0 0 0,1 6 0 0 0,0-1 0 0 0,0 1 0 0 0,1 0 0 0 0,0 0 0 0 0,0-1 0 0 0,0 1 0 0 0,1 0 0 0 0,0 1 0 0 0,0-1 0 0 0,0 0 0 0 0,0 1 0 0 0,1 0 0 0 0,0 0 0 0 0,5-5 0 0 0,3-1-113 0 0,0 1 1 0 0,0 1 0 0 0,1 0 0 0 0,0 1-1 0 0,0 0 1 0 0,1 1 0 0 0,-1 0 0 0 0,1 1-1 0 0,1 1 1 0 0,-1 0 0 0 0,25-2 0 0 0,-30 5-1940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7.2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2045 3225 0 0,'-1'0'300'0'0,"-1"1"0"0"0,1 0 0 0 0,0 0 0 0 0,-1-1 0 0 0,1 1 0 0 0,-1-1 0 0 0,1 1 0 0 0,-1-1 0 0 0,1 0 0 0 0,-1 0 1 0 0,1 1-1 0 0,-1-1 0 0 0,1 0 0 0 0,-1 0 0 0 0,-2-1 0 0 0,4 1-177 0 0,-1 0-1 0 0,1-1 1 0 0,-1 1 0 0 0,1 0-1 0 0,0-1 1 0 0,-1 1 0 0 0,1 0 0 0 0,0-1-1 0 0,-1 1 1 0 0,1-1 0 0 0,0 1-1 0 0,-1-1 1 0 0,1 1 0 0 0,0-1-1 0 0,0 1 1 0 0,0-1 0 0 0,-1 1 0 0 0,1-1-1 0 0,0 1 1 0 0,0-1 0 0 0,0 0-1 0 0,0 1 1 0 0,0-1 0 0 0,0 1-1 0 0,0-1 1 0 0,0 1 0 0 0,0-2-1 0 0,2-7 530 0 0,0 1 0 0 0,1-1 0 0 0,0 1-1 0 0,4-11 1 0 0,1 0-557 0 0,31-124 2137 0 0,27-181 0 0 0,-4-153-511 0 0,-24 165-860 0 0,-30 248-737 0 0,-1 0 1 0 0,-4-1-1 0 0,-3 0 1 0 0,-2 1 0 0 0,-3-1-1 0 0,-19-91 1 0 0,22 150-136 0 0,0 0-150 0 0,1-1 0 0 0,0 1 1 0 0,0-1-1 0 0,0 1 0 0 0,0-12 0 0 0,2 15 83 0 0,-1 0 0 0 0,1 1-1 0 0,0-1 1 0 0,0 0 0 0 0,0 1 0 0 0,0-1 0 0 0,1 1 0 0 0,-1-1 0 0 0,1 1-1 0 0,-1 0 1 0 0,1-1 0 0 0,0 1 0 0 0,0 0 0 0 0,0 0 0 0 0,0 0 0 0 0,2-1-1 0 0,54-46-9025 0 0,-39 31 4181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8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22 426 9674 0 0,'-18'7'2728'0'0,"14"-4"-1079"0"0,14-6-785 0 0,-4 0-762 0 0,96-34 1050 0 0,2 5 1 0 0,143-27 0 0 0,568-47 1144 0 0,-605 81-2019 0 0,780-87 419 0 0,-93 55-1351 0 0,-834 55-291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8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29 6913 0 0,'-8'1'529'0'0,"11"2"-782"0"0,15 1 204 0 0,35-6 1104 0 0,75-14 1 0 0,40-2 791 0 0,145 34-59 0 0,-110 0-1023 0 0,300-13 257 0 0,-256-5-332 0 0,-97 4-223 0 0,-1 6 0 0 0,229 44 0 0 0,-260-24-746 0 0,-70-12-4094 0 0,-17-5-834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9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291 80 4145 0 0,'-8'-9'381'0'0,"0"0"1"0"0,0 1-1 0 0,-1-1 0 0 0,0 1 1 0 0,-15-10-1 0 0,20 16-70 0 0,0 0 0 0 0,0-1-1 0 0,1 1 1 0 0,-1 1 0 0 0,-1-1 0 0 0,1 1-1 0 0,0-1 1 0 0,0 1 0 0 0,0 0 0 0 0,-1 1-1 0 0,1-1 1 0 0,0 1 0 0 0,-1-1 0 0 0,1 2-1 0 0,-1-1 1 0 0,1 0 0 0 0,0 1 0 0 0,-7 1-1 0 0,9-1-180 0 0,-1 1-1 0 0,1-1 0 0 0,0 0 0 0 0,-1 1 0 0 0,1 0 1 0 0,0-1-1 0 0,0 1 0 0 0,0 0 0 0 0,0 0 0 0 0,1 0 1 0 0,-1 1-1 0 0,0-1 0 0 0,1 0 0 0 0,-1 0 1 0 0,1 1-1 0 0,0-1 0 0 0,-2 6 0 0 0,-12 50 678 0 0,12-40-643 0 0,-30 164 955 0 0,-17 337 0 0 0,48-458-1237 0 0,2-1-1 0 0,3 1 1 0 0,2-1 0 0 0,3 0 0 0 0,27 99-1 0 0,-25-124-599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9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820 153 7834 0 0,'-5'-10'241'0'0,"0"1"1"0"0,0 0 0 0 0,-1 0 0 0 0,0 1 0 0 0,0 0-1 0 0,-1 0 1 0 0,0 0 0 0 0,-1 1 0 0 0,1 0 0 0 0,-1 0-1 0 0,-1 1 1 0 0,1 0 0 0 0,-1 0 0 0 0,0 1 0 0 0,-12-4 0 0 0,9 3 103 0 0,0 1 0 0 0,-1 1 0 0 0,0 0 0 0 0,0 1 0 0 0,0 0 0 0 0,0 1 0 0 0,0 0 0 0 0,0 1 0 0 0,-1 1 0 0 0,1 0 0 0 0,-1 1 0 0 0,-14 2 0 0 0,12 1-71 0 0,0 0 1 0 0,0 1-1 0 0,0 1 0 0 0,1 0 1 0 0,0 1-1 0 0,0 1 0 0 0,1 0 1 0 0,-24 19-1 0 0,11-5-119 0 0,1 2 1 0 0,1 1-1 0 0,2 1 0 0 0,0 1 1 0 0,2 2-1 0 0,1-1 0 0 0,1 2 1 0 0,-24 54-1 0 0,19-29-168 0 0,3 1 0 0 0,3 0 1 0 0,2 2-1 0 0,2 0 0 0 0,3 0 0 0 0,3 1 1 0 0,2 1-1 0 0,3 81 0 0 0,5-108-28 0 0,1-1-1 0 0,2 1 0 0 0,1-1 0 0 0,2 0 1 0 0,1 0-1 0 0,2-1 0 0 0,0-1 1 0 0,2 0-1 0 0,2 0 0 0 0,1-1 1 0 0,32 45-1 0 0,-25-44-121 0 0,2 0 1 0 0,1-1-1 0 0,1-2 1 0 0,1-1-1 0 0,2-1 1 0 0,0-1-1 0 0,2-2 1 0 0,1-1-1 0 0,57 28 0 0 0,-27-21-135 0 0,2-2 0 0 0,0-4 0 0 0,2-2 0 0 0,84 14-1 0 0,-108-28 165 0 0,0-1 0 0 0,1-2 0 0 0,-1-2 0 0 0,0-2 0 0 0,1-2 0 0 0,-1-2 0 0 0,83-20 0 0 0,-97 16 308 0 0,-1-1 1 0 0,-1-2-1 0 0,0-1 0 0 0,0-1 0 0 0,-1-1 0 0 0,-1-1 0 0 0,-1-2 0 0 0,0 0 1 0 0,-1-1-1 0 0,-1-2 0 0 0,-1 0 0 0 0,-1-1 0 0 0,-1-1 0 0 0,-1-1 0 0 0,19-33 1 0 0,-15 18 181 0 0,-1-1 0 0 0,-2-1 1 0 0,-2-1-1 0 0,-2-1 1 0 0,-2 0-1 0 0,-1-1 1 0 0,-3 0-1 0 0,-1 0 1 0 0,2-67-1 0 0,-8 48-175 0 0,-4 0 0 0 0,-2 0 0 0 0,-3 0 0 0 0,-23-93 0 0 0,17 105-100 0 0,-3 0-1 0 0,-2 1 1 0 0,-2 1 0 0 0,-2 1 0 0 0,-49-78 0 0 0,59 107-73 0 0,0 1 1 0 0,-2 1-1 0 0,0 1 1 0 0,-1 0-1 0 0,-1 0 1 0 0,-19-14-1 0 0,27 25-10 0 0,0-1 0 0 0,0 1 0 0 0,-1 0 0 0 0,1 1 0 0 0,-1 0 0 0 0,0 0 0 0 0,0 1-1 0 0,0 0 1 0 0,-1 1 0 0 0,1 0 0 0 0,-1 1 0 0 0,0-1 0 0 0,1 2 0 0 0,-1-1 0 0 0,0 2 0 0 0,-10 0 0 0 0,4 2-68 0 0,0 1 1 0 0,0 0-1 0 0,1 1 0 0 0,-1 1 1 0 0,1 1-1 0 0,0 0 1 0 0,1 0-1 0 0,0 2 1 0 0,-15 11-1 0 0,-2 3-1056 0 0,2 2-1 0 0,-46 51 0 0 0,32-28-5794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0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30 325 2304 0 0,'-13'-73'4599'0'0,"5"0"-1"0"0,-1-106 212 0 0,15 209-2449 0 0,6 52-1654 0 0,-4 1 1 0 0,-2 82-1 0 0,-4-64-573 0 0,65 1135 241 0 0,-53-1088-25 0 0,1 37 79 0 0,-14-177-438 0 0,3 29-225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1.5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55 2304 0 0,'-1'-5'574'0'0,"0"0"0"0"0,0-1 0 0 0,0 1 0 0 0,1 0 0 0 0,-1 0-1 0 0,2-8 1 0 0,-1 2 2247 0 0,8 39 1181 0 0,2 4-3679 0 0,23 236 1106 0 0,3 17-3142 0 0,-34-272 1173 0 0,3 18-345 0 0,3-15-3095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1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171 141 456 0 0,'3'-39'1488'0'0,"-3"37"-1348"0"0,1 1 0 0 0,-2-1 0 0 0,1 1 0 0 0,0-1 0 0 0,0 1-1 0 0,0-1 1 0 0,-1 1 0 0 0,1-1 0 0 0,-1 1 0 0 0,1-1 0 0 0,-1 1 0 0 0,1-1 0 0 0,-1 1-1 0 0,0 0 1 0 0,0-1 0 0 0,0 1 0 0 0,0 0 0 0 0,0 0 0 0 0,0-1 0 0 0,0 1-1 0 0,0 0 1 0 0,-2-1 0 0 0,2 2-59 0 0,0 0 0 0 0,0 0 0 0 0,0 0 0 0 0,0 0 0 0 0,0 0 0 0 0,0 0 0 0 0,0 0 0 0 0,0 0 0 0 0,0 1 0 0 0,0-1 0 0 0,0 0 0 0 0,0 1 0 0 0,0-1 0 0 0,0 0 0 0 0,0 1 0 0 0,0-1 0 0 0,0 1 0 0 0,1 0 0 0 0,-1-1 0 0 0,0 1 1 0 0,0 0-1 0 0,1-1 0 0 0,-2 3 0 0 0,-17 19 845 0 0,18-21-876 0 0,-22 33 596 0 0,1 1 0 0 0,2 1 0 0 0,-29 73 0 0 0,47-103-642 0 0,4-5-6 0 0,10-13-3 0 0,14-21 72 0 0,-14 9 93 0 0,0 0-1 0 0,-2 0 1 0 0,-1-1 0 0 0,8-30-1 0 0,-7 21 474 0 0,19-44 1 0 0,-29 77-590 0 0,1 1 0 0 0,-1-1 0 0 0,1 0 1 0 0,-1 0-1 0 0,1 0 0 0 0,-1 0 0 0 0,1 1 1 0 0,0-1-1 0 0,-1 0 0 0 0,1 0 0 0 0,0 1 1 0 0,0-1-1 0 0,0 1 0 0 0,0-1 0 0 0,-1 1 1 0 0,1-1-1 0 0,0 1 0 0 0,0-1 0 0 0,0 1 1 0 0,0 0-1 0 0,0 0 0 0 0,0-1 0 0 0,0 1 1 0 0,0 0-1 0 0,0 0 0 0 0,0 0 0 0 0,0 0 1 0 0,0 0-1 0 0,0 0 0 0 0,0 0 0 0 0,0 1 1 0 0,0-1-1 0 0,0 0 0 0 0,0 0 0 0 0,0 1 1 0 0,0-1-1 0 0,0 1 0 0 0,0-1 0 0 0,-1 1 1 0 0,3 0-1 0 0,5 4 323 0 0,0 1 1 0 0,0-1-1 0 0,11 12 1 0 0,-2-3 43 0 0,4-1-253 0 0,0 0-1 0 0,1-1 1 0 0,1-2 0 0 0,-1 0-1 0 0,29 7 1 0 0,-21-8-334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2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49 1840 0 0,'-13'-14'2482'0'0,"9"9"-1134"0"0,0 0 0 0 0,-1 0 0 0 0,1 1-1 0 0,-1-1 1 0 0,-10-6 0 0 0,17 46 1460 0 0,-4 80-1385 0 0,0-81-1103 0 0,1 0-1 0 0,2-1 0 0 0,1 1 1 0 0,9 41-1 0 0,-10-69-241 0 0,0-1 0 0 0,1 1 0 0 0,0-1 0 0 0,0 1 0 0 0,0-1 0 0 0,1 0 0 0 0,0 0 1 0 0,0 0-1 0 0,0 0 0 0 0,1 0 0 0 0,-1-1 0 0 0,1 0 0 0 0,0 1 0 0 0,1-1 0 0 0,-1-1 0 0 0,1 1 0 0 0,-1-1 0 0 0,1 1 0 0 0,0-1 0 0 0,0-1 0 0 0,1 1 0 0 0,-1-1 0 0 0,7 2 0 0 0,-2-1 5 0 0,1-1 1 0 0,0-1-1 0 0,-1 0 1 0 0,1 0-1 0 0,0-1 1 0 0,0-1-1 0 0,-1 0 0 0 0,1 0 1 0 0,0-1-1 0 0,-1 0 1 0 0,17-6-1 0 0,2-2-869 0 0,0-2-1 0 0,37-21 1 0 0,11-15-7636 0 0,-58 35 3925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2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16 4609 0 0,'-20'-15'10285'0'0,"24"28"-6889"0"0,-3-10-3691 0 0,45 144 3393 0 0,-28-86-2969 0 0,26 64 0 0 0,-5-37-2017 0 0,-28-63-2441 0 0,3 5-2179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2.9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3225 0 0,'1'28'4819'0'0,"3"19"-2404"0"0,1 20-1154 0 0,-4 53 753 0 0,-2-62-1225 0 0,3 0-1 0 0,14 92 0 0 0,-16-147-1035 0 0,6 23-234 0 0,-1-16-2605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3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86 3569 0 0,'3'-31'-300'0'0,"-2"27"790"0"0,0 1 0 0 0,0 0 0 0 0,0 0 0 0 0,1 0 0 0 0,-1 0 0 0 0,1 0 0 0 0,-1 0 0 0 0,1 1 0 0 0,0-1 0 0 0,3-3 0 0 0,-3 4-1 0 0,1 0-1 0 0,-1 1 0 0 0,0-1 1 0 0,0 0-1 0 0,1 1 0 0 0,-1 0 1 0 0,1-1-1 0 0,0 1 0 0 0,-1 0 1 0 0,1 0-1 0 0,0 1 0 0 0,3-2 1 0 0,26 2 913 0 0,-20 2-1110 0 0,1 1 1 0 0,-1 0-1 0 0,0 1 0 0 0,-1 0 1 0 0,1 1-1 0 0,-1 0 0 0 0,1 1 0 0 0,-2 0 1 0 0,20 15-1 0 0,3 7 221 0 0,47 49 1 0 0,-50-47-1110 0 0,44 36 0 0 0,-54-52-682 0 0,0 1-3289 0 0,-3-4-1178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3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2 165 7834 0 0,'-2'0'696'0'0,"2"-2"-560"0"0,3 1-136 0 0,-1-1 0 0 0,1 2 664 0 0,0-1 104 0 0,1-1 16 0 0,5-2 8 0 0,4-2-87 0 0,8-3-9 0 0,7-3-8 0 0,2-2 0 0 0,2-3-616 0 0,1 0-72 0 0,-1-1-112 0 0,-1 0 24 0 0,2-2 88 0 0,-2-1 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4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56 253 5529 0 0,'-3'-1'260'0'0,"0"0"0"0"0,-1-1 0 0 0,1 1 0 0 0,0 0 0 0 0,0-1 0 0 0,0 0-1 0 0,0 0 1 0 0,0 0 0 0 0,0 0 0 0 0,0 0 0 0 0,0 0 0 0 0,1-1 0 0 0,-1 0 0 0 0,1 1 0 0 0,0-1-1 0 0,-2-3 1 0 0,2 2-45 0 0,1 1 0 0 0,1 0 0 0 0,-1 0-1 0 0,0-1 1 0 0,1 1 0 0 0,-1 0-1 0 0,1-1 1 0 0,0 1 0 0 0,0-1 0 0 0,1 1-1 0 0,-1 0 1 0 0,1-1 0 0 0,-1 1-1 0 0,1 0 1 0 0,0 0 0 0 0,0-1 0 0 0,2-3-1 0 0,3-6 80 0 0,0 1 0 0 0,1-1 0 0 0,0 2 0 0 0,1-1 0 0 0,13-15 1 0 0,-16 20-137 0 0,1 1 0 0 0,0 0 0 0 0,0 1 0 0 0,0-1 0 0 0,1 1 0 0 0,-1 1 0 0 0,1-1 0 0 0,0 1 0 0 0,1 0 1 0 0,11-4-1 0 0,-17 7-127 0 0,0 0 0 0 0,0 1 0 0 0,0-1 0 0 0,0 1 1 0 0,0 0-1 0 0,0 0 0 0 0,-1 0 0 0 0,1 0 0 0 0,0 0 1 0 0,0 0-1 0 0,0 0 0 0 0,0 0 0 0 0,0 1 0 0 0,0-1 1 0 0,0 1-1 0 0,0-1 0 0 0,-1 1 0 0 0,1 0 0 0 0,0 0 1 0 0,0 0-1 0 0,1 1 0 0 0,0 1-24 0 0,-1-1 1 0 0,0 0-1 0 0,0 1 0 0 0,-1-1 1 0 0,1 1-1 0 0,0-1 0 0 0,-1 1 1 0 0,0 0-1 0 0,1 0 0 0 0,-1-1 1 0 0,0 1-1 0 0,0 4 0 0 0,2 8 6 0 0,-1 0 0 0 0,-1 0 0 0 0,0 0-1 0 0,-2 19 1 0 0,1-31 38 0 0,-2 28-8 0 0,1-22-37 0 0,0 0 0 0 0,0 0-1 0 0,1 0 1 0 0,0 0 0 0 0,1 0 0 0 0,0-1 0 0 0,0 1 0 0 0,4 12 0 0 0,-3-19-5 0 0,-1 0 1 0 0,1 0-1 0 0,-1 0 1 0 0,1 0-1 0 0,0 0 1 0 0,0 0-1 0 0,0-1 1 0 0,0 1-1 0 0,0 0 1 0 0,0-1-1 0 0,0 0 1 0 0,1 1-1 0 0,-1-1 1 0 0,0 0-1 0 0,1 0 1 0 0,-1-1-1 0 0,1 1 1 0 0,-1 0-1 0 0,5 0 1 0 0,56 4 37 0 0,-51-4-36 0 0,14-1 5 0 0,-16 0 11 0 0,0 0-1 0 0,0 0 1 0 0,0 1 0 0 0,-1 1-1 0 0,20 4 1 0 0,-26-5-11 0 0,-1 1-1 0 0,1-1 1 0 0,-1 0 0 0 0,1 1-1 0 0,-1-1 1 0 0,0 1 0 0 0,0 0-1 0 0,0 0 1 0 0,0 0 0 0 0,0 0-1 0 0,0 0 1 0 0,0 0 0 0 0,0 0-1 0 0,-1 1 1 0 0,1-1-1 0 0,-1 0 1 0 0,0 1 0 0 0,0 0-1 0 0,0-1 1 0 0,0 1 0 0 0,0 0-1 0 0,-1-1 1 0 0,1 1 0 0 0,-1 0-1 0 0,1 0 1 0 0,-1 2 0 0 0,0 9 235 0 0,0 0 1 0 0,-1 0 0 0 0,-1 0 0 0 0,0 0 0 0 0,0-1-1 0 0,-7 19 1 0 0,-32 75-1240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6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168 560 6913 0 0,'-12'-8'491'0'0,"0"0"-1"0"0,0 0 1 0 0,1-1-1 0 0,0-1 1 0 0,1 0-1 0 0,0 0 1 0 0,1-1-1 0 0,0-1 1 0 0,0 1-1 0 0,1-1 1 0 0,1-1-1 0 0,0 0 0 0 0,0 1 1 0 0,2-2-1 0 0,-1 1 1 0 0,-5-28-1 0 0,7 20-221 0 0,0-1 0 0 0,2 0 0 0 0,1 0 0 0 0,0 0 0 0 0,2 0 0 0 0,5-33 0 0 0,-5 46-221 0 0,0 0 1 0 0,1 1 0 0 0,0-1 0 0 0,1 0-1 0 0,0 1 1 0 0,1 0 0 0 0,-1 0 0 0 0,1 0-1 0 0,1 0 1 0 0,0 0 0 0 0,0 1 0 0 0,0 0-1 0 0,1 0 1 0 0,0 0 0 0 0,0 1 0 0 0,1 0-1 0 0,0 0 1 0 0,14-9 0 0 0,-20 14-53 0 0,1 1 0 0 0,-1-1 0 0 0,0 0 0 0 0,1 1 0 0 0,-1-1 0 0 0,1 1-1 0 0,-1-1 1 0 0,1 1 0 0 0,-1 0 0 0 0,1 0 0 0 0,-1 0 0 0 0,1-1 0 0 0,-1 1 0 0 0,1 1 0 0 0,-1-1 0 0 0,1 0 0 0 0,-1 0 0 0 0,1 0 0 0 0,-1 1 0 0 0,1-1 0 0 0,2 2 0 0 0,-2-1-1 0 0,0 1 0 0 0,0-1 1 0 0,0 1-1 0 0,-1 0 1 0 0,1 0-1 0 0,0-1 0 0 0,-1 1 1 0 0,1 0-1 0 0,-1 1 1 0 0,1-1-1 0 0,-1 0 0 0 0,1 3 1 0 0,3 7 10 0 0,-1 1 0 0 0,0 0 0 0 0,4 26 0 0 0,-7-32 12 0 0,18 154-265 0 0,-16-113 3 0 0,2 0 1 0 0,3 0-1 0 0,26 91 1 0 0,-30-129 206 0 0,0-1 1 0 0,0 0-1 0 0,1 0 1 0 0,0 0 0 0 0,1 0-1 0 0,-1-1 1 0 0,2 0-1 0 0,12 13 1 0 0,-17-19 28 0 0,0 0 0 0 0,1 0 1 0 0,-1 0-1 0 0,1 0 0 0 0,0 0 0 0 0,-1-1 1 0 0,1 1-1 0 0,0-1 0 0 0,0 0 0 0 0,0 0 0 0 0,0 0 1 0 0,0 0-1 0 0,0 0 0 0 0,0-1 0 0 0,0 1 1 0 0,0-1-1 0 0,0 0 0 0 0,1 0 0 0 0,-1 0 0 0 0,0-1 1 0 0,0 1-1 0 0,0-1 0 0 0,0 1 0 0 0,0-1 1 0 0,0 0-1 0 0,0 0 0 0 0,0 0 0 0 0,0-1 1 0 0,0 1-1 0 0,-1-1 0 0 0,1 1 0 0 0,3-4 0 0 0,4-3 66 0 0,-1-1 0 0 0,0-1-1 0 0,0 1 1 0 0,0-2 0 0 0,-2 1 0 0 0,1-1-1 0 0,-1 0 1 0 0,-1-1 0 0 0,0 0-1 0 0,0 0 1 0 0,-2 0 0 0 0,1 0-1 0 0,-1-1 1 0 0,2-13 0 0 0,-5 19 15 0 0,0 0 1 0 0,0 0-1 0 0,-1 0 0 0 0,0-1 1 0 0,0 1-1 0 0,0 0 1 0 0,-1 0-1 0 0,0 0 1 0 0,-1 0-1 0 0,0 0 1 0 0,0 0-1 0 0,-3-7 0 0 0,3 10-16 0 0,-1-1 0 0 0,0 1 0 0 0,0-1-1 0 0,0 1 1 0 0,0 0 0 0 0,-1 0 0 0 0,0 1-1 0 0,0-1 1 0 0,0 1 0 0 0,0 0 0 0 0,0 0-1 0 0,-1 0 1 0 0,1 0 0 0 0,-1 1-1 0 0,0-1 1 0 0,0 1 0 0 0,0 1 0 0 0,-5-2-1 0 0,0 1 64 0 0,1 0-1 0 0,-1 1 0 0 0,0 0 0 0 0,-1 0 1 0 0,1 1-1 0 0,0 1 0 0 0,0 0 0 0 0,0 0 1 0 0,0 1-1 0 0,1 0 0 0 0,-20 7 0 0 0,-38 20-1117 0 0,8 6-4621 0 0,42-24-342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6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54 349 8290 0 0,'-4'-1'237'0'0,"-27"-2"169"0"0,31 3-352 0 0,-1 0 1 0 0,0 0-1 0 0,0 0 1 0 0,1 0 0 0 0,-1 0-1 0 0,0-1 1 0 0,0 1-1 0 0,1 0 1 0 0,-1 0-1 0 0,0 0 1 0 0,1-1-1 0 0,-1 1 1 0 0,0 0-1 0 0,1-1 1 0 0,-1 1 0 0 0,0-1-1 0 0,1 1 1 0 0,-1-1-1 0 0,1 1 1 0 0,-1-1-1 0 0,1 1 1 0 0,-1-1-1 0 0,1 1 1 0 0,-1-1-1 0 0,1 0 1 0 0,0 1 0 0 0,-1-1-1 0 0,1 0 1 0 0,0 1-1 0 0,-1-1 1 0 0,1-1-1 0 0,1 1 36 0 0,-1 1 1 0 0,1-1-1 0 0,-1 0 0 0 0,1 1 0 0 0,0-1 0 0 0,0 0 0 0 0,-1 1 0 0 0,1-1 0 0 0,0 1 1 0 0,0-1-1 0 0,0 1 0 0 0,0 0 0 0 0,0-1 0 0 0,-1 1 0 0 0,1 0 0 0 0,0 0 1 0 0,0 0-1 0 0,0-1 0 0 0,0 1 0 0 0,0 0 0 0 0,0 0 0 0 0,0 0 0 0 0,0 0 0 0 0,0 1 1 0 0,0-1-1 0 0,1 0 0 0 0,31 5 580 0 0,-30-5-610 0 0,101 23 288 0 0,47 7 514 0 0,-132-27-792 0 0,-1-2-1 0 0,1 0 1 0 0,-1-1 0 0 0,1-1-1 0 0,-1-1 1 0 0,22-4-1 0 0,-39 5-23 0 0,1 1-1 0 0,-1-1 1 0 0,1 1-1 0 0,0-1 1 0 0,-1 0-1 0 0,1 0 1 0 0,-1 1 0 0 0,0-1-1 0 0,1 0 1 0 0,-1 0-1 0 0,0 0 1 0 0,0-1-1 0 0,1 1 1 0 0,-1 0-1 0 0,0 0 1 0 0,0-1-1 0 0,0 1 1 0 0,0 0-1 0 0,-1-1 1 0 0,1 1-1 0 0,0-1 1 0 0,-1 1-1 0 0,1-1 1 0 0,0 0 0 0 0,-1 1-1 0 0,0-1 1 0 0,1 1-1 0 0,-1-1 1 0 0,0 0-1 0 0,0 1 1 0 0,0-1-1 0 0,0 0 1 0 0,0 1-1 0 0,-1-1 1 0 0,1 0-1 0 0,0 1 1 0 0,-1-1-1 0 0,1 0 1 0 0,-2-2-1 0 0,-2-7 395 0 0,0-1-1 0 0,-1 0 0 0 0,0 1 1 0 0,-8-10-1 0 0,12 18-406 0 0,-18-26 879 0 0,-36-44 0 0 0,-9-14-1869 0 0,56 75-1232 0 0,1-1 1 0 0,-10-25-1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6.8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78 6913 0 0,'-2'3'-55'0'0,"0"0"-1"0"0,1 1 0 0 0,0-1 0 0 0,-1 0 0 0 0,1 1 0 0 0,0 0 0 0 0,1-1 0 0 0,-1 1 0 0 0,1-1 0 0 0,-1 1 0 0 0,1 0 0 0 0,1 4 0 0 0,-2 7 54 0 0,0-4 246 0 0,1 0 0 0 0,0 1-1 0 0,1-1 1 0 0,0 0 0 0 0,1 0 0 0 0,0 0-1 0 0,1 0 1 0 0,0 0 0 0 0,8 17 0 0 0,-10-25-155 0 0,1 1-1 0 0,-1-1 1 0 0,1 0 0 0 0,0 0 0 0 0,0 0 0 0 0,0 0-1 0 0,1-1 1 0 0,-1 1 0 0 0,1-1 0 0 0,-1 1 0 0 0,1-1 0 0 0,0 0-1 0 0,0 0 1 0 0,0 0 0 0 0,0 0 0 0 0,0 0 0 0 0,0-1 0 0 0,0 0-1 0 0,1 1 1 0 0,-1-1 0 0 0,0 0 0 0 0,1-1 0 0 0,-1 1-1 0 0,1-1 1 0 0,-1 1 0 0 0,1-1 0 0 0,0 0 0 0 0,-1 0 0 0 0,1-1-1 0 0,-1 1 1 0 0,1-1 0 0 0,-1 1 0 0 0,0-1 0 0 0,6-3 0 0 0,-2 2 124 0 0,-1-1 1 0 0,0-1-1 0 0,0 1 1 0 0,0-1-1 0 0,-1 0 1 0 0,1-1 0 0 0,-1 1-1 0 0,0-1 1 0 0,-1 0-1 0 0,1 0 1 0 0,-1-1-1 0 0,0 1 1 0 0,0-1 0 0 0,0 0-1 0 0,-1 0 1 0 0,0 0-1 0 0,0-1 1 0 0,-1 1-1 0 0,0-1 1 0 0,0 1-1 0 0,0-1 1 0 0,1-9 0 0 0,-2 8-70 0 0,1-1 0 0 0,-1 0 0 0 0,-1 0 0 0 0,1 0 0 0 0,-2 0 0 0 0,1 0 0 0 0,-1 0 0 0 0,0 0 0 0 0,-1 1 0 0 0,0-1 0 0 0,-1 0 0 0 0,0 1 0 0 0,0 0 0 0 0,0-1 0 0 0,-1 1 0 0 0,-9-13 0 0 0,11 19-112 0 0,0-1 0 0 0,0 1 0 0 0,0 0 1 0 0,-1 0-1 0 0,1 0 0 0 0,0 0 0 0 0,-1 1 0 0 0,1-1 1 0 0,-1 1-1 0 0,0-1 0 0 0,1 1 0 0 0,-1 0 1 0 0,0 0-1 0 0,0 0 0 0 0,0 1 0 0 0,0-1 0 0 0,0 1 1 0 0,0-1-1 0 0,-4 1 0 0 0,1 0-132 0 0,0 1 0 0 0,1 0 0 0 0,-1 0 0 0 0,0 0 0 0 0,1 1 0 0 0,-1 0 0 0 0,1 0 0 0 0,0 0 0 0 0,-7 4 0 0 0,-9 7-967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7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6449 0 0,'7'-7'5223'0'0,"32"-27"-2735"0"0,82-41-105 0 0,-37 30-5398 0 0,-69 38-1951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7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 3225 0 0,'-7'0'148'0'0,"0"0"1"0"0,0 1 0 0 0,0-1 0 0 0,0 1 0 0 0,0 1-1 0 0,0-1 1 0 0,1 1 0 0 0,-9 4 0 0 0,12-5 79 0 0,1 1 0 0 0,-1-1 0 0 0,1 1 1 0 0,0 0-1 0 0,-1-1 0 0 0,1 1 1 0 0,0 0-1 0 0,0 0 0 0 0,0 1 0 0 0,0-1 1 0 0,1 0-1 0 0,-1 1 0 0 0,1-1 0 0 0,-1 1 1 0 0,1-1-1 0 0,0 1 0 0 0,0-1 1 0 0,0 1-1 0 0,0 0 0 0 0,1 0 0 0 0,-1-1 1 0 0,1 1-1 0 0,-1 3 0 0 0,1 10 370 0 0,0 0-1 0 0,1 0 1 0 0,1-1 0 0 0,1 1-1 0 0,0-1 1 0 0,1 1 0 0 0,0-1-1 0 0,1 0 1 0 0,7 14 0 0 0,28 51-468 0 0,4-6-3986 0 0,-41-70 3472 0 0,19 33-4732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7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96 13827 0 0,'11'-7'579'0'0,"0"0"-1"0"0,1 0 1 0 0,0 1 0 0 0,16-6-1 0 0,-14 6-277 0 0,9-4-119 0 0,0 1 1 0 0,0 2-1 0 0,1 0 0 0 0,0 1 0 0 0,0 2 1 0 0,28-2-1 0 0,-37 5-387 0 0,-1 0 0 0 0,1 2 0 0 0,-1 0-1 0 0,1 0 1 0 0,-1 1 0 0 0,0 1 0 0 0,0 1 0 0 0,0 0 0 0 0,0 0 0 0 0,0 2 0 0 0,21 11-1 0 0,-3 2-786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0.9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89 456 0 0,'-50'-41'2660'0'0,"40"31"-1414"0"0,-1 1-1 0 0,0-1 1 0 0,-17-9 0 0 0,45 37 5210 0 0,27 34-5336 0 0,-25-29-219 0 0,36 41-164 0 0,3-2 1 0 0,101 84-1 0 0,-104-105-888 0 0,26 22-4123 0 0,-65-47-1111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1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19 329 5529 0 0,'0'1'55'0'0,"-1"-1"-1"0"0,0 0 0 0 0,0 0 1 0 0,1 0-1 0 0,-1-1 0 0 0,0 1 1 0 0,0 0-1 0 0,1 0 0 0 0,-1 0 1 0 0,0 0-1 0 0,1-1 0 0 0,-1 1 1 0 0,0 0-1 0 0,0-1 0 0 0,1 1 1 0 0,-1 0-1 0 0,1-1 0 0 0,-1 1 1 0 0,0-1-1 0 0,1 1 0 0 0,-1-1 1 0 0,1 1-1 0 0,-1-1 0 0 0,1 1 1 0 0,0-1-1 0 0,-1 0 0 0 0,1 1 1 0 0,-1-2-1 0 0,9-19 1436 0 0,-6 17-1515 0 0,9-14 340 0 0,1 1 0 0 0,1 0 0 0 0,0 1 0 0 0,1 1 0 0 0,28-24 0 0 0,10-12-461 0 0,59-51-5494 0 0,-92 83 5119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1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 5065 0 0,'-3'0'121'0'0,"0"1"1"0"0,1-1-1 0 0,-1 1 0 0 0,0 0 1 0 0,0 0-1 0 0,0 0 0 0 0,1 0 1 0 0,-1 1-1 0 0,1-1 0 0 0,-1 1 1 0 0,1-1-1 0 0,-1 1 0 0 0,1 0 1 0 0,0 0-1 0 0,0 0 0 0 0,0 0 1 0 0,0 0-1 0 0,0 1 0 0 0,1-1 1 0 0,-1 1-1 0 0,0-1 0 0 0,1 1 1 0 0,0 0-1 0 0,-2 3 0 0 0,-2 7 281 0 0,0 0 0 0 0,1 1 0 0 0,-4 21 0 0 0,7-30-306 0 0,-2 6-10 0 0,1 0-1 0 0,0 0 1 0 0,1 0 0 0 0,1 21 0 0 0,0-30-84 0 0,0 0 1 0 0,0 0-1 0 0,1 0 0 0 0,-1 0 0 0 0,0 0 1 0 0,1 0-1 0 0,0-1 0 0 0,-1 1 0 0 0,1 0 1 0 0,0 0-1 0 0,0-1 0 0 0,0 1 0 0 0,0 0 1 0 0,0-1-1 0 0,0 1 0 0 0,0-1 0 0 0,1 0 1 0 0,-1 1-1 0 0,0-1 0 0 0,1 0 0 0 0,-1 0 1 0 0,1 0-1 0 0,-1 0 0 0 0,1 0 0 0 0,0 0 1 0 0,0 0-1 0 0,-1 0 0 0 0,1-1 0 0 0,0 1 1 0 0,0-1-1 0 0,0 1 0 0 0,0-1 0 0 0,-1 0 0 0 0,1 0 1 0 0,0 1-1 0 0,2-2 0 0 0,11 0 72 0 0,0-1 0 0 0,0 0 0 0 0,0-2 0 0 0,0 0-1 0 0,17-6 1 0 0,42-11 410 0 0,-67 19-442 0 0,0 1-1 0 0,0 1 1 0 0,-1-1 0 0 0,1 1-1 0 0,0 1 1 0 0,0-1-1 0 0,0 1 1 0 0,12 3 0 0 0,-17-4-48 0 0,-1 1 1 0 0,1 0 0 0 0,-1-1-1 0 0,1 1 1 0 0,-1 0 0 0 0,1 0-1 0 0,-1-1 1 0 0,1 1-1 0 0,-1 0 1 0 0,0 1 0 0 0,1-1-1 0 0,-1 0 1 0 0,0 0 0 0 0,0 0-1 0 0,0 1 1 0 0,0-1-1 0 0,0 1 1 0 0,0-1 0 0 0,0 1-1 0 0,0 1 1 0 0,0 0 47 0 0,0 0 1 0 0,0 0-1 0 0,-1 0 0 0 0,0 1 1 0 0,1-1-1 0 0,-1 0 0 0 0,0 0 1 0 0,-1 0-1 0 0,1 1 0 0 0,-1 3 1 0 0,-3 8-496 0 0,-1 0 1 0 0,0-1 0 0 0,-12 24 0 0 0,11-25-1196 0 0,-5 10-2007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1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4145 0 0,'0'-3'492'0'0,"0"1"0"0"0,0-1 0 0 0,1 0 0 0 0,-1 0 0 0 0,1 1 0 0 0,0-1 0 0 0,0 1 0 0 0,2-5 0 0 0,13-13 296 0 0,-14 18-953 0 0,0 1 0 0 0,0 0 0 0 0,0 0 0 0 0,0 0 0 0 0,1 0 0 0 0,-1 0-1 0 0,0 0 1 0 0,0 1 0 0 0,1-1 0 0 0,-1 1 0 0 0,0-1 0 0 0,1 1 0 0 0,-1 0-1 0 0,1 0 1 0 0,-1 0 0 0 0,0 0 0 0 0,1 0 0 0 0,-1 1 0 0 0,0-1 0 0 0,1 1-1 0 0,-1 0 1 0 0,0-1 0 0 0,0 1 0 0 0,0 0 0 0 0,1 0 0 0 0,-1 1 0 0 0,0-1-1 0 0,0 0 1 0 0,-1 1 0 0 0,1-1 0 0 0,2 2 0 0 0,4 6 153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1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1840 0 0,'0'0'160'0'0,"0"-1"-160"0"0,2 1 0 0 0,-1-2 336 0 0,1 2 33 0 0,-1-1 7 0 0,2-1 0 0 0,1-1-160 0 0,4-3-32 0 0,2 0-8 0 0,-1-1 0 0 0,0 1-176 0 0,0-1 0 0 0,1 1 0 0 0,-1-3 0 0 0,1-1 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2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14 3225 0 0,'-7'-8'77'0'0,"7"8"-50"0"0,0 0 0 0 0,0-1-1 0 0,0 1 1 0 0,0 0 0 0 0,0 0 0 0 0,0 0-1 0 0,0-1 1 0 0,0 1 0 0 0,0 0 0 0 0,0 0-1 0 0,0 0 1 0 0,0-1 0 0 0,1 1 0 0 0,-1 0-1 0 0,0 0 1 0 0,0 0 0 0 0,0-1 0 0 0,0 1-1 0 0,0 0 1 0 0,0 0 0 0 0,1 0 0 0 0,-1 0-1 0 0,0 0 1 0 0,0-1 0 0 0,0 1 0 0 0,0 0-1 0 0,1 0 1 0 0,-1 0 0 0 0,0 0 0 0 0,0 0-1 0 0,0 0 1 0 0,0 0 0 0 0,1 0 0 0 0,-1 0-1 0 0,0 0 1 0 0,0-1 0 0 0,1 1 0 0 0,-1 0-1 0 0,2 1 1015 0 0,3 0-306 0 0,2 2-542 0 0,0 0 0 0 0,-1 1-1 0 0,1 0 1 0 0,-1 0 0 0 0,1 0-1 0 0,-1 1 1 0 0,-1 0 0 0 0,1 0-1 0 0,-1 0 1 0 0,0 1 0 0 0,0 0-1 0 0,0 0 1 0 0,-1 0 0 0 0,6 10 0 0 0,2 5 85 0 0,-2 0 1 0 0,0 0 0 0 0,12 38-1 0 0,-21-54-296 0 0,0 0 0 0 0,0 0 0 0 0,-1 1 1 0 0,1-1-1 0 0,-1 0 0 0 0,-1 6 0 0 0,2 24 1964 0 0,-1-35-1815 0 0,1 1 1 0 0,-1-1 0 0 0,1 0 0 0 0,-1 1 0 0 0,1-1 0 0 0,-1 1 0 0 0,1-1 0 0 0,-1 0 0 0 0,1 1 0 0 0,0-1 0 0 0,-1 0 0 0 0,1 0 0 0 0,-1 1 0 0 0,1-1 0 0 0,0 0-1 0 0,-1 0 1 0 0,1 0 0 0 0,-1 0 0 0 0,1 0 0 0 0,0 0 0 0 0,-1 0 0 0 0,1 0 0 0 0,0 0 0 0 0,-1 0 0 0 0,1 0 0 0 0,0 0 0 0 0,-1 0 0 0 0,1-1 0 0 0,-1 1-1 0 0,1 0 1 0 0,0 0 0 0 0,-1-1 0 0 0,1 1 0 0 0,0-1 0 0 0,24-11 116 0 0,-24 12-111 0 0,34-22-1447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2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11522 0 0,'-2'0'1025'0'0,"1"0"-825"0"0,2 2-776 0 0,9-1-1833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3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10594 0 0,'0'0'1072'0'0,"16"23"-630"0"0,19 15 399 0 0,-3 2 1 0 0,-1 2-1 0 0,-2 0 1 0 0,32 65-1 0 0,-38-59-2253 0 0,-3 1-1 0 0,18 61 0 0 0,-34-94-591 0 0,1-4-1900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23 241 2761 0 0,'-3'-3'58'0'0,"1"1"1"0"0,0-1-1 0 0,0 0 1 0 0,0 0-1 0 0,0 0 1 0 0,1 0-1 0 0,-1 0 1 0 0,1-1-1 0 0,0 1 1 0 0,0 0-1 0 0,0-1 1 0 0,0 1-1 0 0,1-1 1 0 0,-1 1-1 0 0,1-1 1 0 0,0 1-1 0 0,0-1 1 0 0,0 1-1 0 0,0-1 0 0 0,1 1 1 0 0,-1-1-1 0 0,1 1 1 0 0,0 0-1 0 0,0-1 1 0 0,0 1-1 0 0,1 0 1 0 0,-1 0-1 0 0,3-4 1 0 0,2-7 442 0 0,1 1 0 0 0,0 0 0 0 0,1 0 0 0 0,1 1 0 0 0,12-16 0 0 0,-17 24-264 0 0,-1 0 0 0 0,1 0 0 0 0,0 0 0 0 0,0 0 0 0 0,0 1 0 0 0,1 0 0 0 0,-1 0 0 0 0,1 0 0 0 0,0 0 0 0 0,0 1 0 0 0,0 0 0 0 0,0 0 0 0 0,0 0-1 0 0,0 0 1 0 0,1 1 0 0 0,-1 0 0 0 0,0 0 0 0 0,7 0 0 0 0,-10 1-140 0 0,1 0-1 0 0,0 1 0 0 0,-1-1 1 0 0,1 1-1 0 0,-1-1 1 0 0,1 1-1 0 0,0 0 0 0 0,-1 0 1 0 0,0 0-1 0 0,1 1 1 0 0,-1-1-1 0 0,0 1 0 0 0,0-1 1 0 0,1 1-1 0 0,-1-1 1 0 0,0 1-1 0 0,2 3 0 0 0,-1-1 6 0 0,0 0-1 0 0,-1 0 1 0 0,1 1-1 0 0,-1-1 0 0 0,0 1 1 0 0,0-1-1 0 0,0 1 0 0 0,1 7 1 0 0,0 6 86 0 0,0 0-1 0 0,-1 0 1 0 0,-1-1 0 0 0,-2 19-1 0 0,-1-8 6 0 0,1-20-97 0 0,0 0-1 0 0,0 0 1 0 0,1 1 0 0 0,0-1 0 0 0,1 0-1 0 0,-1 1 1 0 0,2-1 0 0 0,-1 0-1 0 0,1 0 1 0 0,4 12 0 0 0,-5-19-35 0 0,0 0 1 0 0,0 0-1 0 0,0-1 0 0 0,0 1 1 0 0,0 0-1 0 0,1-1 0 0 0,-1 1 1 0 0,0-1-1 0 0,0 1 0 0 0,0-1 1 0 0,0 1-1 0 0,1-1 0 0 0,-1 0 1 0 0,0 0-1 0 0,0 1 0 0 0,1-1 1 0 0,-1 0-1 0 0,0 0 0 0 0,0 0 1 0 0,1-1-1 0 0,-1 1 0 0 0,0 0 1 0 0,0 0-1 0 0,1-1 0 0 0,-1 1 1 0 0,0-1-1 0 0,0 1 0 0 0,0-1 0 0 0,2 0 1 0 0,35-19-6 0 0,19-27-1304 0 0,-21 16-4731 0 0,-22 21 1026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4 202 6913 0 0,'-1'-3'187'0'0,"0"0"-1"0"0,1 0 1 0 0,-1 0-1 0 0,1 0 0 0 0,-1 0 1 0 0,1 0-1 0 0,0 0 1 0 0,1 0-1 0 0,-1 0 0 0 0,0 0 1 0 0,2-4-1 0 0,9-33 1025 0 0,-11 38-1056 0 0,4-9 226 0 0,0 0 1 0 0,1 0 0 0 0,0 1-1 0 0,10-17 1 0 0,-12 23-726 0 0,0 0-1 0 0,1-1 0 0 0,-1 1 1 0 0,1 0-1 0 0,0 1 1 0 0,0-1-1 0 0,0 1 0 0 0,0-1 1 0 0,1 1-1 0 0,-1 0 1 0 0,1 1-1 0 0,5-3 0 0 0,-8 4 271 0 0,-1 1 1 0 0,1 0-1 0 0,-1 0 0 0 0,1-1 0 0 0,-1 1 0 0 0,1 0 0 0 0,-1 0 0 0 0,1 0 0 0 0,-1 1 1 0 0,1-1-1 0 0,-1 0 0 0 0,1 0 0 0 0,-1 1 0 0 0,1-1 0 0 0,-1 1 0 0 0,1 0 0 0 0,-1-1 0 0 0,0 1 1 0 0,1 0-1 0 0,-1 0 0 0 0,0 0 0 0 0,1 0 0 0 0,-1 0 0 0 0,1 1 0 0 0,5 6 74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9 104 1840 0 0,'0'0'-121'0'0,"-8"21"8371"0"0,11-24-7710 0 0,7-7-755 0 0,0-1 0 0 0,0 0 1 0 0,-1-1-1 0 0,0 1 0 0 0,12-24 0 0 0,-16 27-228 0 0,9-15-540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79 2304 0 0,'-1'0'96'0'0,"0"1"-1"0"0,1-1 0 0 0,-1 0 1 0 0,0 0-1 0 0,0 0 0 0 0,1 0 0 0 0,-1 0 1 0 0,0 0-1 0 0,1 0 0 0 0,-1 0 1 0 0,0-1-1 0 0,0 1 0 0 0,1 0 0 0 0,-1 0 1 0 0,0 0-1 0 0,1-1 0 0 0,-1 1 1 0 0,0 0-1 0 0,1-1 0 0 0,-1 1 1 0 0,1-1-1 0 0,-1 1 0 0 0,0-1 0 0 0,1 1 1 0 0,-1-1-1 0 0,1 1 0 0 0,0-1 1 0 0,-1 1-1 0 0,1-1 0 0 0,-1 0 0 0 0,1 1 1 0 0,0-1-1 0 0,-1-1 0 0 0,1 1 142 0 0,0-1 0 0 0,1 0 0 0 0,-1 0-1 0 0,1 0 1 0 0,-1 0 0 0 0,1 1 0 0 0,0-1 0 0 0,-1 0-1 0 0,1 0 1 0 0,0 1 0 0 0,0-1 0 0 0,0 1-1 0 0,2-3 1 0 0,-1 1-83 0 0,1 0 0 0 0,-1-1 0 0 0,1 1 0 0 0,0 1 0 0 0,0-1 0 0 0,0 0 0 0 0,0 1 0 0 0,0-1 0 0 0,1 1-1 0 0,-1 0 1 0 0,1 0 0 0 0,-1 0 0 0 0,1 0 0 0 0,0 1 0 0 0,0 0 0 0 0,-1 0 0 0 0,9-2 0 0 0,-9 3-128 0 0,0 0 0 0 0,1 0 1 0 0,-1 1-1 0 0,0-1 0 0 0,0 1 1 0 0,1 0-1 0 0,-1 0 0 0 0,0 0 1 0 0,0 0-1 0 0,0 0 0 0 0,0 0 0 0 0,0 1 1 0 0,0 0-1 0 0,0 0 0 0 0,-1-1 1 0 0,1 2-1 0 0,-1-1 0 0 0,1 0 0 0 0,-1 0 1 0 0,0 1-1 0 0,0-1 0 0 0,3 4 1 0 0,8 16 55 0 0,-1 0 1 0 0,0 1-1 0 0,-2 0 1 0 0,0 0 0 0 0,8 36-1 0 0,-11-34 502 0 0,2 0 0 0 0,0 0 0 0 0,2-1 0 0 0,26 44 0 0 0,-35-65-592 0 0,0 0 0 0 0,0 0 1 0 0,0-1-1 0 0,1 1 0 0 0,-1-1 0 0 0,1 0 0 0 0,0 1 0 0 0,0-1 1 0 0,0-1-1 0 0,3 3 0 0 0,12 0-4032 0 0,-2-4-907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8754 0 0,'-2'12'384'0'0,"1"-6"88"0"0,1 0-376 0 0,0-2-96 0 0,0-1 0 0 0,0-1 0 0 0,0-1 552 0 0,1 2 96 0 0,2 2 24 0 0,1-2 1 0 0,4-2-961 0 0,2-1-193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28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2288 5748 6913 0 0,'0'11'68'0'0,"1"1"-1"0"0,0-1 0 0 0,0 1 1 0 0,1-1-1 0 0,1 0 0 0 0,4 15 0 0 0,2 7-41 0 0,-3-8 126 0 0,2 12 1022 0 0,4 40 0 0 0,-11-68-997 0 0,-1 0 0 0 0,1-1 1 0 0,-1 1-1 0 0,-1 0 0 0 0,0 0 1 0 0,0 0-1 0 0,-1-1 0 0 0,0 1 0 0 0,0 0 1 0 0,-5 10-1 0 0,5-17-114 0 0,1 1 1 0 0,0-1-1 0 0,-1 0 1 0 0,1 0-1 0 0,-1 0 1 0 0,0 0-1 0 0,0 0 0 0 0,0 0 1 0 0,0 0-1 0 0,0-1 1 0 0,0 1-1 0 0,0-1 1 0 0,0 1-1 0 0,-1-1 1 0 0,1 0-1 0 0,-1 0 1 0 0,-3 2-1 0 0,0-2-13 0 0,1 0 0 0 0,0-1 1 0 0,-1 1-1 0 0,1-1 0 0 0,-1 0 0 0 0,1 0 0 0 0,-1-1 1 0 0,-6 0-1 0 0,-7-4 31 0 0,1 0 0 0 0,-1-1 1 0 0,-30-15-1 0 0,11 3 12 0 0,-200-97 145 0 0,169 77-63 0 0,-88-63-1 0 0,23 2 164 0 0,5-6 1 0 0,-194-203-1 0 0,-13-85-25 0 0,255 286-349 0 0,-125-217 0 0 0,-35-170 36 0 0,206 407-22 0 0,4-2-1 0 0,3 0 1 0 0,5-2-1 0 0,3-1 0 0 0,5 0 1 0 0,3-2-1 0 0,5 1 0 0 0,7-155 1 0 0,8 140 7 0 0,5 2 1 0 0,5-1-1 0 0,4 2 1 0 0,5 0-1 0 0,5 2 0 0 0,4 2 1 0 0,61-124-1 0 0,-41 114 15 0 0,5 3 0 0 0,5 3 0 0 0,4 2 0 0 0,4 4 0 0 0,5 3 0 0 0,93-88 0 0 0,-4 29 96 0 0,7 8-1 0 0,6 7 1 0 0,7 9-1 0 0,230-122 1 0 0,-254 162 14 0 0,164-82-41 0 0,-278 151-15 0 0,1 2 0 0 0,0 3-1 0 0,1 2 1 0 0,100-15 0 0 0,-113 25 191 0 0,43-12-1 0 0,-67 13-310 0 0,0 0-1 0 0,0-2 0 0 0,-1 0 0 0 0,0 0 0 0 0,24-16 0 0 0,-25 12-555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28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250 1 5985 0 0,'-24'3'-275'0'0,"0"-1"-1"0"0,-42-1 1 0 0,-16 1 2823 0 0,72-1-1842 0 0,7-1-153 0 0,-1 0 0 0 0,1 0 0 0 0,-1 1 0 0 0,1-1 0 0 0,-1 1 0 0 0,1 0 0 0 0,0-1 0 0 0,-1 2 0 0 0,1-1 0 0 0,-6 3 0 0 0,9-3-485 0 0,0-1-1 0 0,0 1 0 0 0,0-1 0 0 0,0 1 0 0 0,0-1 0 0 0,1 1 0 0 0,-1-1 0 0 0,0 1 1 0 0,0-1-1 0 0,0 1 0 0 0,1-1 0 0 0,-1 0 0 0 0,0 1 0 0 0,1-1 0 0 0,-1 1 0 0 0,0-1 0 0 0,1 0 1 0 0,-1 1-1 0 0,1-1 0 0 0,-1 0 0 0 0,0 1 0 0 0,1-1 0 0 0,-1 0 0 0 0,1 0 0 0 0,-1 1 1 0 0,1-1-1 0 0,-1 0 0 0 0,1 0 0 0 0,-1 0 0 0 0,1 0 0 0 0,0 0 0 0 0,17 8-11 0 0,61 15-85 0 0,0-3 0 0 0,96 10 0 0 0,-115-21 12 0 0,3-2 17 0 0,-46-6 3 0 0,0 0-1 0 0,-1 1 1 0 0,0 1-1 0 0,1 1 1 0 0,-1 0 0 0 0,22 9-1 0 0,-36-12 36 0 0,0 0 0 0 0,0 0 1 0 0,0 1-1 0 0,-1-1 0 0 0,1 1 0 0 0,-1-1 0 0 0,1 1 0 0 0,-1-1 0 0 0,0 1 0 0 0,1 0 1 0 0,-1 0-1 0 0,0-1 0 0 0,0 1 0 0 0,0 0 0 0 0,0 0 0 0 0,-1 0 0 0 0,1 0 0 0 0,0 0 1 0 0,-1 1-1 0 0,1-1 0 0 0,-1 0 0 0 0,0 0 0 0 0,0 0 0 0 0,0 0 0 0 0,0 0 0 0 0,0 1 1 0 0,0-1-1 0 0,-1 0 0 0 0,1 0 0 0 0,-1 0 0 0 0,1 0 0 0 0,-1 0 0 0 0,-1 3 0 0 0,-3 9 386 0 0,-1-1-1 0 0,-1 1 1 0 0,-13 21-1 0 0,13-24-329 0 0,-37 61 399 0 0,-41 72 806 0 0,70-113-4283 0 0,-15 41 0 0 0,16-24-3680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19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109 264 3225 0 0,'-5'1'266'0'0,"0"-1"1"0"0,0 0-1 0 0,0 0 1 0 0,0 0-1 0 0,0 0 1 0 0,0-1-1 0 0,0 0 1 0 0,0 0-1 0 0,1-1 1 0 0,-1 1 0 0 0,0-1-1 0 0,1 0 1 0 0,-1 0-1 0 0,1 0 1 0 0,-7-6-1 0 0,8 7-77 0 0,1-1 1 0 0,1 0-1 0 0,-1 1 0 0 0,0-1 0 0 0,0 0 0 0 0,1 0 0 0 0,-1 0 1 0 0,1-1-1 0 0,-1 1 0 0 0,1 0 0 0 0,0 0 0 0 0,0-1 1 0 0,0 1-1 0 0,0-1 0 0 0,1 1 0 0 0,-1-1 0 0 0,1 1 0 0 0,-1-1 1 0 0,1 1-1 0 0,0-1 0 0 0,0 1 0 0 0,0-1 0 0 0,0 0 0 0 0,1 1 1 0 0,-1-1-1 0 0,1 1 0 0 0,-1-1 0 0 0,1 1 0 0 0,0-1 1 0 0,0 1-1 0 0,1-3 0 0 0,8-16 602 0 0,1 1-1 0 0,21-29 1 0 0,-25 40-694 0 0,0 1 0 0 0,0-1 0 0 0,0 1 0 0 0,1 0 0 0 0,1 1 0 0 0,-1 0 1 0 0,13-7-1 0 0,-20 13-94 0 0,1 0 0 0 0,-1 0 1 0 0,1 0-1 0 0,-1 1 0 0 0,1-1 1 0 0,-1 1-1 0 0,1-1 0 0 0,0 1 1 0 0,-1 0-1 0 0,1-1 0 0 0,-1 1 1 0 0,1 0-1 0 0,0 0 0 0 0,-1 0 1 0 0,1 1-1 0 0,0-1 1 0 0,-1 0-1 0 0,1 0 0 0 0,0 1 1 0 0,2 1-1 0 0,-1-1-1 0 0,-1 1 0 0 0,1-1 0 0 0,-1 1-1 0 0,0 0 1 0 0,1 0 0 0 0,-1 0 0 0 0,0 0 0 0 0,0 1 0 0 0,0-1 0 0 0,2 6-1 0 0,3 4-14 0 0,-1 1 0 0 0,-1 1-1 0 0,8 25 1 0 0,-11-32 2 0 0,21 78 61 0 0,-5 0-1 0 0,-2 2 0 0 0,4 123 1 0 0,-20-207 71 0 0,0 0 0 0 0,0 0 0 0 0,1 0 0 0 0,-1-1 0 0 0,0 1 0 0 0,1 0 0 0 0,0 0 0 0 0,0 0 0 0 0,0-1 0 0 0,0 1 1 0 0,0 0-1 0 0,2 2 0 0 0,-2-4-61 0 0,0-1 1 0 0,0 1-1 0 0,0 0 1 0 0,0-1-1 0 0,1 1 1 0 0,-1-1-1 0 0,0 1 1 0 0,0-1-1 0 0,0 0 1 0 0,1 1-1 0 0,-1-1 1 0 0,0 0-1 0 0,0 0 1 0 0,1 0-1 0 0,-1 0 1 0 0,0 0-1 0 0,0 0 1 0 0,1 0-1 0 0,-1 0 1 0 0,0-1-1 0 0,0 1 1 0 0,1-1-1 0 0,-1 1 1 0 0,0 0-1 0 0,0-1 1 0 0,0 0-1 0 0,0 1 1 0 0,2-2-1 0 0,32-17 90 0 0,-2-2 1 0 0,0-1-1 0 0,43-37 0 0 0,-46 35-1245 0 0,-16 14-123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19.5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43 8290 0 0,'-25'-42'9609'0'0,"38"76"-8265"0"0,50 85-757 0 0,77 153 972 0 0,-121-233-3230 0 0,2-1 0 0 0,1 0-1 0 0,47 57 1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19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32 119 6913 0 0,'-3'-2'128'0'0,"1"0"-1"0"0,-1-1 0 0 0,1 0 0 0 0,-1 0 0 0 0,1 1 0 0 0,0-2 0 0 0,0 1 0 0 0,0 0 0 0 0,0 0 0 0 0,1 0 0 0 0,0-1 0 0 0,-1 1 0 0 0,1-1 0 0 0,0 1 0 0 0,1-1 0 0 0,-1 1 0 0 0,0-7 1 0 0,1 7 133 0 0,0 0 0 0 0,0 1 1 0 0,0-1-1 0 0,1 1 0 0 0,-1-1 1 0 0,1 1-1 0 0,0-1 1 0 0,-1 1-1 0 0,1-1 0 0 0,0 1 1 0 0,1-1-1 0 0,-1 1 1 0 0,0 0-1 0 0,0 0 0 0 0,1 0 1 0 0,3-4-1 0 0,-3 5-53 0 0,0-1-1 0 0,0 1 1 0 0,0 0-1 0 0,0 0 1 0 0,1 0-1 0 0,-1 0 1 0 0,0 0-1 0 0,1 0 1 0 0,-1 1 0 0 0,1-1-1 0 0,-1 1 1 0 0,0 0-1 0 0,1-1 1 0 0,-1 1-1 0 0,1 0 1 0 0,-1 1-1 0 0,1-1 1 0 0,-1 0-1 0 0,1 1 1 0 0,-1-1-1 0 0,0 1 1 0 0,5 2-1 0 0,4 1 240 0 0,-1 0-1 0 0,0 1 1 0 0,15 9-1 0 0,14 12 380 0 0,49 45 0 0 0,-63-49-909 0 0,0-1-1 0 0,1-2 1 0 0,0 0-1 0 0,2-2 0 0 0,31 15 1 0 0,-26-15-3818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0.0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26 169 4145 0 0,'0'0'165'0'0,"-1"1"-1"0"0,0-1 1 0 0,0 0 0 0 0,0 0 0 0 0,1 0-1 0 0,-1 0 1 0 0,0 0 0 0 0,0 1 0 0 0,0-1-1 0 0,1-1 1 0 0,-1 1 0 0 0,0 0 0 0 0,0 0-1 0 0,0 0 1 0 0,1 0 0 0 0,-1-1 0 0 0,0 1-1 0 0,0 0 1 0 0,1 0 0 0 0,-1-1-1 0 0,0 1 1 0 0,0-1 0 0 0,1 1 0 0 0,-1-1-1 0 0,0 1 1 0 0,1-1 0 0 0,-1 1 0 0 0,1-1-1 0 0,-1 0 1 0 0,1 1 0 0 0,-1-1 0 0 0,1 0-1 0 0,-1-1 1 0 0,0 0 91 0 0,1 0-1 0 0,0-1 1 0 0,0 1-1 0 0,0-1 1 0 0,0 1-1 0 0,0 0 1 0 0,1-1-1 0 0,-1 1 1 0 0,1 0-1 0 0,-1-1 1 0 0,3-3-1 0 0,2-6 308 0 0,0 0 0 0 0,1 0-1 0 0,12-16 1 0 0,24-23-1186 0 0,-33 40 570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1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77 414 10138 0 0,'-9'-1'392'0'0,"1"0"103"0"0,1 0 1 0 0,0 0-1 0 0,-1-1 1 0 0,1 0-1 0 0,0 0 1 0 0,0-1-1 0 0,-10-5 1 0 0,48 11 2607 0 0,6 13-2390 0 0,-1 1 0 0 0,60 38 0 0 0,33 17 559 0 0,-113-65-1188 0 0,-1-1 0 0 0,1-1 0 0 0,0 0 0 0 0,0-1 0 0 0,1 0 0 0 0,28 1 1 0 0,-44-4-62 0 0,0-1 0 0 0,1 0 0 0 0,-1 1 1 0 0,1-1-1 0 0,-1 0 0 0 0,1 0 0 0 0,-1 0 1 0 0,1 0-1 0 0,-1 0 0 0 0,1-1 1 0 0,-1 1-1 0 0,1 0 0 0 0,-1-1 0 0 0,0 1 1 0 0,1-1-1 0 0,-1 1 0 0 0,0-1 0 0 0,1 0 1 0 0,-1 1-1 0 0,0-1 0 0 0,0 0 0 0 0,0 0 1 0 0,1 0-1 0 0,-1 0 0 0 0,0 0 0 0 0,0 0 1 0 0,0 0-1 0 0,-1-1 0 0 0,1 1 0 0 0,0 0 1 0 0,0 0-1 0 0,-1-1 0 0 0,1 1 1 0 0,-1 0-1 0 0,1-1 0 0 0,-1 1 0 0 0,1-1 1 0 0,-1 1-1 0 0,0-1 0 0 0,0 1 0 0 0,0-1 1 0 0,0 1-1 0 0,0-1 0 0 0,0 1 0 0 0,0-1 1 0 0,0 1-1 0 0,0 0 0 0 0,-1-3 1 0 0,-3-9 131 0 0,0 0 0 0 0,0 1 0 0 0,-1 0 0 0 0,-10-18 0 0 0,8 16-110 0 0,-44-85 592 0 0,14 27-813 0 0,-48-128-1 0 0,76 160-614 0 0,6 13-5477 0 0,3 10-952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2.2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13 3225 0 0,'0'-1'144'0'0,"0"1"0"0"0,0-1 1 0 0,0 1-1 0 0,0-1 0 0 0,0 0 1 0 0,-1 1-1 0 0,1-1 0 0 0,0 1 1 0 0,0-1-1 0 0,-1 0 1 0 0,1 1-1 0 0,0-1 0 0 0,-1 1 1 0 0,1-1-1 0 0,-1 1 0 0 0,1-1 1 0 0,-1 1-1 0 0,1 0 0 0 0,-1-1 1 0 0,1 1-1 0 0,-1 0 0 0 0,1-1 1 0 0,-1 1-1 0 0,1 0 0 0 0,-2-1 1 0 0,-9 10 3363 0 0,-3 24 991 0 0,11-21-4007 0 0,1 1 0 0 0,0 1 1 0 0,1-1-1 0 0,0 0 1 0 0,1 0-1 0 0,3 22 0 0 0,-2-30-396 0 0,-1-1-1 0 0,1 1 1 0 0,0-1 0 0 0,1 1-1 0 0,-1-1 1 0 0,1 0-1 0 0,0 0 1 0 0,0 0 0 0 0,0 0-1 0 0,1 0 1 0 0,-1 0-1 0 0,1 0 1 0 0,0-1-1 0 0,0 1 1 0 0,0-1 0 0 0,1 0-1 0 0,-1 0 1 0 0,1 0-1 0 0,-1 0 1 0 0,1-1 0 0 0,0 0-1 0 0,7 4 1 0 0,15 3-53 0 0,-1-1 1 0 0,1-1 0 0 0,1-2 0 0 0,30 3-1 0 0,-54-7-40 0 0,-1-1-1 0 0,0 0 0 0 0,1 0 1 0 0,-1 1-1 0 0,0 0 1 0 0,0-1-1 0 0,1 1 0 0 0,-1 0 1 0 0,0 0-1 0 0,0 0 0 0 0,0 0 1 0 0,0 0-1 0 0,0 1 0 0 0,0-1 1 0 0,0 1-1 0 0,-1-1 0 0 0,1 1 1 0 0,0 0-1 0 0,-1-1 0 0 0,0 1 1 0 0,1 0-1 0 0,-1 0 0 0 0,0 0 1 0 0,0 0-1 0 0,0 0 0 0 0,0 1 1 0 0,0-1-1 0 0,0 0 0 0 0,-1 0 1 0 0,1 1-1 0 0,-1-1 0 0 0,1 0 1 0 0,-1 0-1 0 0,0 5 0 0 0,-1 6 15 0 0,0 0 1 0 0,0 1-1 0 0,-1-1 0 0 0,-8 25 0 0 0,5-19-13 0 0,-18 59-5811 0 0,15-54-732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2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34 696 7370 0 0,'-34'36'5066'0'0,"157"-188"770"0"0,151-170-3114 0 0,-269 316-2679 0 0,48-50 362 0 0,88-72-1 0 0,-73 74-3747 0 0,-50 40-3429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3.2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84 5401 0 0,'-3'-7'1027'0'0,"0"0"0"0"0,-1 1 0 0 0,0 0 0 0 0,0 0 0 0 0,-6-7 0 0 0,-14-22 6339 0 0,25 31-6126 0 0,6 7 1345 0 0,62 52-2232 0 0,-40-34-328 0 0,-1 2 0 0 0,-1 1 0 0 0,-1 1 0 0 0,30 38 0 0 0,-33-32-447 0 0,47 61 758 0 0,-18-37-5443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3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14 205 2761 0 0,'-3'-6'420'0'0,"1"1"1"0"0,0-1-1 0 0,0 0 1 0 0,1 0-1 0 0,0 1 1 0 0,0-1 0 0 0,0 0-1 0 0,1 0 1 0 0,-1 0-1 0 0,2 0 1 0 0,-1 0 0 0 0,1 0-1 0 0,2-12 1 0 0,0 6 573 0 0,0 0 1 0 0,1 1 0 0 0,0-1-1 0 0,1 1 1 0 0,11-21-1 0 0,-15 30-842 0 0,0 0-1 0 0,1 1 0 0 0,-1-1 1 0 0,1 0-1 0 0,-1 0 0 0 0,1 1 0 0 0,-1-1 1 0 0,1 1-1 0 0,3-3 0 0 0,-4 4-86 0 0,-1 0 0 0 0,1-1 0 0 0,0 1 0 0 0,-1 0 0 0 0,1 0 0 0 0,0-1 0 0 0,0 1 0 0 0,-1 0 0 0 0,1 0 0 0 0,0 0 0 0 0,-1 0 0 0 0,1 0 0 0 0,0 0 0 0 0,0 0 0 0 0,-1 0 0 0 0,1 0 0 0 0,0 1 0 0 0,0-1 0 0 0,-1 0 0 0 0,2 1 0 0 0,0 1 28 0 0,0-1-1 0 0,0 1 0 0 0,0 0 0 0 0,0 0 0 0 0,0 0 0 0 0,-1 0 0 0 0,1 1 0 0 0,-1-1 0 0 0,1 0 0 0 0,-1 1 1 0 0,0-1-1 0 0,0 1 0 0 0,0-1 0 0 0,1 5 0 0 0,6 24 291 0 0,-2 1-1 0 0,-1 0 1 0 0,-1 0-1 0 0,-1 40 1 0 0,-1-32-111 0 0,1-1 1 0 0,9 43-1 0 0,-12-80-243 0 0,0-1-1 0 0,0 0 1 0 0,0 0 0 0 0,0 0 0 0 0,1 1 0 0 0,-1-1-1 0 0,1 0 1 0 0,-1 0 0 0 0,1 0 0 0 0,-1 0-1 0 0,1 0 1 0 0,0 0 0 0 0,-1 0 0 0 0,1 0-1 0 0,0 0 1 0 0,0 0 0 0 0,0 0 0 0 0,-1 0 0 0 0,1 0-1 0 0,0-1 1 0 0,0 1 0 0 0,2 1 0 0 0,-1-2-7 0 0,-1 0 1 0 0,0 0 0 0 0,0 0 0 0 0,1 0 0 0 0,-1 0 0 0 0,0-1 0 0 0,0 1 0 0 0,0 0-1 0 0,1-1 1 0 0,-1 1 0 0 0,0 0 0 0 0,0-1 0 0 0,0 0 0 0 0,0 1 0 0 0,0-1 0 0 0,0 0-1 0 0,0 1 1 0 0,2-2 0 0 0,5-6 61 0 0,0 0-1 0 0,0-1 1 0 0,11-16 0 0 0,-15 20-81 0 0,11-16-442 0 0,27-35 1124 0 0,-14 20-7259 0 0,-12 17-616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3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6 137 3225 0 0,'-4'-5'288'0'0,"2"2"-288"0"0,2-7 3320 0 0,2 5-1487 0 0,1-3 15 0 0,3-4-1456 0 0,-1-4-288 0 0,3-4-104 0 0,1 4 72 0 0,0 1-1032 0 0,-1 2-216 0 0,0 4-40 0 0,-1 5-1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3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6449 0 0,'0'1'1401'0'0,"2"-1"-1153"0"0,0-1-248 0 0,1-2 0 0 0,2-5-104 0 0,-1-2 32 0 0,-1-2 72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5.3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56 10594 0 0,'-2'0'100'0'0,"1"-1"0"0"0,0 0 0 0 0,0 1 0 0 0,0-1 0 0 0,0 0 0 0 0,0 0 0 0 0,0 1 0 0 0,0-1 0 0 0,0 0 0 0 0,1 0 0 0 0,-1 0 0 0 0,0 0 0 0 0,0 0 0 0 0,1 0 0 0 0,-1-1 0 0 0,1 1-1 0 0,-1 0 1 0 0,1 0 0 0 0,-1 0 0 0 0,1-1 0 0 0,0 1 0 0 0,-1 0 0 0 0,1 0 0 0 0,0-1 0 0 0,0 1 0 0 0,0 0 0 0 0,0 0 0 0 0,0-1 0 0 0,0 1 0 0 0,1 0 0 0 0,-1 0 0 0 0,0-1 0 0 0,1 1 0 0 0,-1 0 0 0 0,1 0 0 0 0,-1 0 0 0 0,1 0 0 0 0,-1-1-1 0 0,1 1 1 0 0,0 0 0 0 0,-1 0 0 0 0,1 0 0 0 0,0 0 0 0 0,0 1 0 0 0,0-1 0 0 0,0 0 0 0 0,0 0 0 0 0,0 0 0 0 0,0 1 0 0 0,0-1 0 0 0,0 0 0 0 0,0 1 0 0 0,1-1 0 0 0,-1 1 0 0 0,0 0 0 0 0,0-1 0 0 0,0 1 0 0 0,3 0 0 0 0,0 0 105 0 0,0 1 1 0 0,0 0 0 0 0,0 0-1 0 0,0 0 1 0 0,0 0 0 0 0,0 1-1 0 0,0-1 1 0 0,0 1 0 0 0,0 0 0 0 0,-1 1-1 0 0,5 2 1 0 0,39 34 541 0 0,-35-28-464 0 0,58 54 516 0 0,96 115 1 0 0,-118-113-811 0 0,-37-50-301 0 0,0-1 1 0 0,1 0 0 0 0,0-1-1 0 0,1-1 1 0 0,23 21 0 0 0,-16-21-987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5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21 113 4609 0 0,'-1'-1'82'0'0,"0"1"1"0"0,0-1-1 0 0,-1 0 0 0 0,1 1 0 0 0,0-1 1 0 0,0 0-1 0 0,0 0 0 0 0,0 0 0 0 0,0 0 1 0 0,0 0-1 0 0,0 0 0 0 0,0 0 1 0 0,0 0-1 0 0,0 0 0 0 0,1-1 0 0 0,-1 1 1 0 0,0 0-1 0 0,1 0 0 0 0,-1-1 1 0 0,1 1-1 0 0,-1 0 0 0 0,1-1 0 0 0,0 1 1 0 0,-1 0-1 0 0,1-1 0 0 0,0 1 0 0 0,0-1 1 0 0,0 1-1 0 0,0-1 0 0 0,0 1 1 0 0,1 0-1 0 0,-1-1 0 0 0,0 1 0 0 0,1 0 1 0 0,0-2-1 0 0,-1-1 247 0 0,1 0-1 0 0,-1 1 1 0 0,1-1-1 0 0,0 1 1 0 0,0-1 0 0 0,0 1-1 0 0,1-1 1 0 0,-1 1-1 0 0,1 0 1 0 0,0 0 0 0 0,0 0-1 0 0,0 0 1 0 0,0 0 0 0 0,0 0-1 0 0,1 0 1 0 0,-1 1-1 0 0,1-1 1 0 0,4-2 0 0 0,-5 4-195 0 0,0 0 1 0 0,0 0 0 0 0,1 0 0 0 0,-1 0 0 0 0,0 1-1 0 0,0-1 1 0 0,1 1 0 0 0,-1-1 0 0 0,0 1 0 0 0,1 0-1 0 0,-1 0 1 0 0,1 0 0 0 0,-1 0 0 0 0,0 1 0 0 0,1-1-1 0 0,-1 1 1 0 0,0-1 0 0 0,0 1 0 0 0,1 0 0 0 0,-1 0-1 0 0,0 0 1 0 0,0 0 0 0 0,0 0 0 0 0,0 0 0 0 0,0 1-1 0 0,0-1 1 0 0,0 1 0 0 0,3 3 0 0 0,5 6 155 0 0,-1 1 1 0 0,0 0 0 0 0,-1 0-1 0 0,0 1 1 0 0,-1 0-1 0 0,0 1 1 0 0,9 26-1 0 0,1 0 218 0 0,8 24 230 0 0,-18-44-422 0 0,1-1-1 0 0,0 0 0 0 0,2 0 0 0 0,16 26 0 0 0,-25-44-296 0 0,-1 0-1 0 0,1 0 1 0 0,0 0 0 0 0,-1 0-1 0 0,1-1 1 0 0,0 1-1 0 0,0 0 1 0 0,0 0 0 0 0,-1-1-1 0 0,1 1 1 0 0,0 0-1 0 0,0-1 1 0 0,0 1 0 0 0,0-1-1 0 0,0 1 1 0 0,0-1-1 0 0,0 0 1 0 0,0 1 0 0 0,0-1-1 0 0,1 0 1 0 0,-1 0-1 0 0,0 0 1 0 0,0 0 0 0 0,0 0-1 0 0,0 0 1 0 0,0 0-1 0 0,0 0 1 0 0,0 0 0 0 0,0 0-1 0 0,0-1 1 0 0,1 1-1 0 0,-1 0 1 0 0,0-1 0 0 0,0 1-1 0 0,0-1 1 0 0,0 1-1 0 0,0-1 1 0 0,-1 1 0 0 0,1-1-1 0 0,0 0 1 0 0,0 1-1 0 0,0-1 1 0 0,0 0 0 0 0,-1 0-1 0 0,1 0 1 0 0,0 0-1 0 0,-1 0 1 0 0,1 0 0 0 0,0-1-1 0 0,6-8 59 0 0,-1 0 0 0 0,-1 0 0 0 0,9-19 0 0 0,-10 19 20 0 0,33-75 4 0 0,18-35-435 0 0,-16 43-6589 0 0,-28 58-412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6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28 785 10594 0 0,'-1'0'44'0'0,"0"0"0"0"0,0 1 0 0 0,0-1 0 0 0,0 0-1 0 0,0 0 1 0 0,0 0 0 0 0,0 1 0 0 0,0-1 0 0 0,0 0 0 0 0,0 0-1 0 0,0-1 1 0 0,0 1 0 0 0,0 0 0 0 0,0 0 0 0 0,0 0-1 0 0,0-1 1 0 0,0 1 0 0 0,0-1 0 0 0,0 1 0 0 0,0 0 0 0 0,0-1-1 0 0,0 0 1 0 0,0 1 0 0 0,1-1 0 0 0,-1 0 0 0 0,-1 0 0 0 0,2-1 24 0 0,0 0 1 0 0,0 1 0 0 0,0-1 0 0 0,0 0-1 0 0,0 1 1 0 0,0-1 0 0 0,0 1-1 0 0,1-1 1 0 0,-1 0 0 0 0,1 1 0 0 0,-1-1-1 0 0,1 1 1 0 0,0-1 0 0 0,0 1 0 0 0,-1 0-1 0 0,1-1 1 0 0,2-1 0 0 0,21-33 1264 0 0,2 1 1 0 0,38-41 0 0 0,69-58 539 0 0,-84 86-1148 0 0,54-50 131 0 0,75-77 47 0 0,-56 52-3591 0 0,-94 99-4098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8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3 5529 0 0,'-1'-1'123'0'0,"1"1"-1"0"0,0 0 1 0 0,-1 0-1 0 0,1 0 1 0 0,-1-1-1 0 0,1 1 1 0 0,-1 0-1 0 0,1 0 1 0 0,-1 0-1 0 0,1 0 1 0 0,-1 0-1 0 0,1 0 1 0 0,-1 0-1 0 0,1 0 1 0 0,-1 0-1 0 0,1 0 1 0 0,0 0-1 0 0,-1 0 0 0 0,1 0 1 0 0,-1 0-1 0 0,1 1 1 0 0,-1-1-1 0 0,1 0 1 0 0,-1 0-1 0 0,1 0 1 0 0,0 1-1 0 0,-1-1 1 0 0,1 0-1 0 0,0 1 1 0 0,-1-1-1 0 0,1 0 1 0 0,0 1-1 0 0,-1-1 1 0 0,1 0-1 0 0,0 1 1 0 0,-1-1-1 0 0,1 1 1 0 0,0-1-1 0 0,0 0 1 0 0,0 1-1 0 0,-1-1 1 0 0,1 1-1 0 0,0-1 1 0 0,0 1-1 0 0,0 0 1 0 0,-9 23 2443 0 0,9-9-1926 0 0,-1 1 0 0 0,2-1 1 0 0,0 0-1 0 0,0 1 0 0 0,8 28 0 0 0,-1-16-403 0 0,1 1 1 0 0,15 30-1 0 0,-19-48-214 0 0,1 0 1 0 0,0 0 0 0 0,1 0 0 0 0,0-1-1 0 0,0 0 1 0 0,1 0 0 0 0,1-1 0 0 0,0 0 0 0 0,0-1-1 0 0,0 0 1 0 0,1 0 0 0 0,1-1 0 0 0,17 10 0 0 0,-19-13-7 0 0,0 0 0 0 0,0 0 1 0 0,1-1-1 0 0,-1-1 1 0 0,1 1-1 0 0,-1-2 1 0 0,1 1-1 0 0,0-1 0 0 0,0-1 1 0 0,0 0-1 0 0,0 0 1 0 0,0-1-1 0 0,-1 0 1 0 0,1-1-1 0 0,0 0 1 0 0,-1 0-1 0 0,17-7 0 0 0,-14 4 42 0 0,-1 0 0 0 0,0 0 0 0 0,0-1 0 0 0,0-1 0 0 0,13-10 0 0 0,-23 16-52 0 0,1 0 1 0 0,-1 0 0 0 0,1 0-1 0 0,-1 0 1 0 0,0-1-1 0 0,0 1 1 0 0,1-1 0 0 0,-1 1-1 0 0,0-1 1 0 0,0 1-1 0 0,0-1 1 0 0,-1 1 0 0 0,1-1-1 0 0,0 0 1 0 0,-1 1-1 0 0,1-1 1 0 0,-1 0 0 0 0,1 0-1 0 0,-1 0 1 0 0,0 1-1 0 0,0-1 1 0 0,0 0 0 0 0,0 0-1 0 0,0 0 1 0 0,0 0 0 0 0,0 1-1 0 0,-1-1 1 0 0,1 0-1 0 0,-1 0 1 0 0,1 1 0 0 0,-1-1-1 0 0,0 0 1 0 0,0 1-1 0 0,0-1 1 0 0,1 0 0 0 0,-1 1-1 0 0,-1 0 1 0 0,1-1-1 0 0,0 1 1 0 0,0-1 0 0 0,-1 1-1 0 0,1 0 1 0 0,0 0-1 0 0,-1 0 1 0 0,1 0 0 0 0,-3-1-1 0 0,-1-2 37 0 0,0 1 1 0 0,0 0-1 0 0,-1 0 0 0 0,1 0 0 0 0,-1 1 0 0 0,0 0 0 0 0,0 0 1 0 0,0 1-1 0 0,0-1 0 0 0,0 1 0 0 0,0 0 0 0 0,0 1 1 0 0,0 0-1 0 0,0 0 0 0 0,0 0 0 0 0,0 1 0 0 0,0-1 0 0 0,-1 1 1 0 0,1 1-1 0 0,1-1 0 0 0,-12 5 0 0 0,6-1-325 0 0,-1 0 1 0 0,1 0-1 0 0,1 1 1 0 0,-1 1-1 0 0,1 0 0 0 0,0 0 1 0 0,0 1-1 0 0,1 0 0 0 0,0 0 1 0 0,-7 10-1 0 0,4-1-1217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30.8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471 248 14747 0 0,'-17'10'285'0'0,"-1"0"-1"0"0,1 1 0 0 0,1 0 1 0 0,0 2-1 0 0,-24 24 1 0 0,-62 79-552 0 0,72-77 181 0 0,2 0-1 0 0,2 2 0 0 0,2 1 0 0 0,1 1 1 0 0,3 1-1 0 0,1 1 0 0 0,3 1 0 0 0,1 0 1 0 0,-10 59-1 0 0,17-61 238 0 0,3 0-1 0 0,1 1 1 0 0,3-1 0 0 0,1 1 0 0 0,2-1-1 0 0,2 1 1 0 0,3-1 0 0 0,1-1 0 0 0,2 1 0 0 0,20 54-1 0 0,-10-44-16 0 0,3 0-1 0 0,2-2 0 0 0,3-1 0 0 0,1-1 0 0 0,3-1 1 0 0,2-2-1 0 0,2-1 0 0 0,65 64 0 0 0,-74-85-58 0 0,0-1 0 0 0,2-2 0 0 0,1 0 0 0 0,0-2 0 0 0,2-2 0 0 0,0-1 0 0 0,1-1 0 0 0,1-2 0 0 0,0-1 0 0 0,1-2 0 0 0,0-1 0 0 0,0-2 0 0 0,1-1 0 0 0,66 4-1 0 0,-55-10 174 0 0,0-2 0 0 0,0-2 0 0 0,0-2 0 0 0,0-1 0 0 0,-1-3 0 0 0,-1-2 0 0 0,1-2 0 0 0,-2-2 0 0 0,0-2 0 0 0,-1-1 0 0 0,61-37 0 0 0,-62 28-244 0 0,-2-1 1 0 0,-1-3-1 0 0,44-42 1 0 0,-58 47 6 0 0,-2 0 1 0 0,0-2 0 0 0,-2-1-1 0 0,-1 0 1 0 0,21-42 0 0 0,-18 20-1 0 0,-1-2 0 0 0,-3 0 1 0 0,-2-1-1 0 0,-2-1 0 0 0,-3-1 1 0 0,-3 0-1 0 0,-1 0 0 0 0,-1-92 1 0 0,-9 66-4 0 0,-3 1 0 0 0,-4 0 1 0 0,-3 0-1 0 0,-4 1 0 0 0,-37-109 1 0 0,41 151 9 0 0,-3 0-1 0 0,-1 1 1 0 0,-2 1 0 0 0,-41-63-1 0 0,45 79-10 0 0,-1 1-1 0 0,-1 1 0 0 0,-1 0 0 0 0,-1 1 0 0 0,0 1 0 0 0,-1 1 0 0 0,-1 0 0 0 0,0 2 0 0 0,-28-15 0 0 0,4 8-270 0 0,-1 2-1 0 0,0 1 0 0 0,-2 3 1 0 0,1 2-1 0 0,-2 2 0 0 0,1 2 1 0 0,-57-2-1 0 0,-13 6-4109 0 0,-207 21 0 0 0,256-10-217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31.3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2284 3142 17972 0 0,'-13'18'1390'0'0,"11"-14"-1633"0"0,-1-1 0 0 0,1 0 0 0 0,-1 0 0 0 0,0 0 0 0 0,0 0 1 0 0,0-1-1 0 0,0 1 0 0 0,-1-1 0 0 0,1 0 0 0 0,-1 0 0 0 0,1 0 0 0 0,-1 0 0 0 0,0-1 1 0 0,0 1-1 0 0,1-1 0 0 0,-1 0 0 0 0,0 0 0 0 0,-5 0 0 0 0,-9 1 216 0 0,0-1-1 0 0,1 0 1 0 0,-1-2-1 0 0,0 0 1 0 0,0-1-1 0 0,1-1 1 0 0,-1 0 0 0 0,-24-9-1 0 0,-136-58 767 0 0,163 64-701 0 0,-97-48 497 0 0,-139-90 1 0 0,-87-92-24 0 0,250 165-328 0 0,-128-134 0 0 0,-52-103 80 0 0,195 214-24 0 0,4-3 1 0 0,5-3-1 0 0,4-2 0 0 0,5-3 1 0 0,4-3-1 0 0,-70-219 1 0 0,105 274-3 0 0,3-1 1 0 0,2-1 0 0 0,-8-105 0 0 0,19 130-164 0 0,0 0 0 0 0,2 0 0 0 0,1 0 0 0 0,2 0 0 0 0,1 1 0 0 0,1 0-1 0 0,1 0 1 0 0,23-52 0 0 0,-12 45-10 0 0,1 0 0 0 0,2 2 0 0 0,1 0 0 0 0,52-57 0 0 0,-31 45 43 0 0,2 2 0 0 0,72-53 0 0 0,-92 78-110 0 0,52-30 0 0 0,-69 45-1 0 0,0-1 1 0 0,0 1-1 0 0,0 1 0 0 0,1 0 0 0 0,0 0 1 0 0,-1 1-1 0 0,1 0 0 0 0,0 1 1 0 0,0 0-1 0 0,14 0 0 0 0,-21 1-123 0 0,0 1-1 0 0,0 0 0 0 0,-1-1 1 0 0,1 1-1 0 0,0 0 0 0 0,0 1 1 0 0,-1-1-1 0 0,1 0 1 0 0,-1 1-1 0 0,1-1 0 0 0,-1 1 1 0 0,0 0-1 0 0,0 0 0 0 0,1 0 1 0 0,-1 0-1 0 0,-1 0 0 0 0,1 0 1 0 0,0 1-1 0 0,0-1 1 0 0,-1 0-1 0 0,1 1 0 0 0,1 4 1 0 0,0 1-777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31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31 6913 0 0,'-7'-5'318'0'0,"1"1"-1"0"0,-1 0 0 0 0,0 0 0 0 0,-12-4 0 0 0,-11 2 6641 0 0,50 22-5717 0 0,1-4-946 0 0,0-1-1 0 0,1-1 1 0 0,1-1-1 0 0,38 10 1 0 0,98 12 698 0 0,-86-18-411 0 0,-72-13-572 0 0,-1 0 0 0 0,1 0 0 0 0,-1 0 0 0 0,1 0 0 0 0,-1 0 0 0 0,1 0 0 0 0,-1 0 0 0 0,1 0 0 0 0,-1 0 1 0 0,1 0-1 0 0,-1 0 0 0 0,1 0 0 0 0,-1 0 0 0 0,1 0 0 0 0,-1 0 0 0 0,1 1 0 0 0,-1-1 0 0 0,0 0 1 0 0,1 0-1 0 0,-1 0 0 0 0,1 1 0 0 0,-1-1 0 0 0,0 0 0 0 0,1 1 0 0 0,-1-1 0 0 0,0 0 0 0 0,1 1 0 0 0,-1-1 1 0 0,0 1-1 0 0,1-1 0 0 0,-1 0 0 0 0,0 1 0 0 0,0-1 0 0 0,0 1 0 0 0,1-1 0 0 0,-1 2 0 0 0,-15 9 718 0 0,-2 0-414 0 0,3 3-125 0 0,0 1 1 0 0,0 1-1 0 0,2 0 1 0 0,0 0-1 0 0,-13 25 1 0 0,7-8-382 0 0,2 1 1 0 0,-13 36-1 0 0,25-59-316 0 0,0 0 0 0 0,1 0 0 0 0,1 0 1 0 0,-1 0-1 0 0,2 1 0 0 0,-1-1 0 0 0,2 23 0 0 0,2-12-869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32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72 104 3225 0 0,'-27'-49'1990'0'0,"0"0"4659"0"0,27 49-6564 0 0,0 0 1 0 0,0-1 0 0 0,0 1-1 0 0,0 0 1 0 0,0-1-1 0 0,0 1 1 0 0,-1 0-1 0 0,1 0 1 0 0,0-1-1 0 0,0 1 1 0 0,0 0-1 0 0,-1 0 1 0 0,1-1 0 0 0,0 1-1 0 0,0 0 1 0 0,-1 0-1 0 0,1 0 1 0 0,0 0-1 0 0,0-1 1 0 0,-1 1-1 0 0,1 0 1 0 0,0 0-1 0 0,-1 0 1 0 0,1 0 0 0 0,0 0-1 0 0,-1 0 1 0 0,1 0-1 0 0,0 0 1 0 0,-1 0-1 0 0,1 0 1 0 0,0 0-1 0 0,-1 0 1 0 0,1 0 0 0 0,0 0-1 0 0,0 0 1 0 0,-1 0-1 0 0,1 0 1 0 0,0 0-1 0 0,-1 0 1 0 0,-4 15 1281 0 0,3 19-532 0 0,3-11-717 0 0,2 1 0 0 0,0 0 0 0 0,2-1 0 0 0,0 0 0 0 0,2 0 0 0 0,0 0 1 0 0,2-1-1 0 0,0 0 0 0 0,16 25 0 0 0,-17-33-52 0 0,1 0 0 0 0,1-1 0 0 0,0 0 0 0 0,0-1 0 0 0,1 0 0 0 0,1 0 1 0 0,0-2-1 0 0,0 1 0 0 0,1-2 0 0 0,1 1 0 0 0,-1-2 0 0 0,2 0 0 0 0,-1 0 0 0 0,22 7 0 0 0,-13-8 33 0 0,0 0-1 0 0,32 5 1 0 0,-50-11-86 0 0,0 0 0 0 0,0-1 0 0 0,0 1 1 0 0,0-1-1 0 0,0 0 0 0 0,0-1 0 0 0,0 1 0 0 0,0-1 0 0 0,0 0 0 0 0,-1 0 1 0 0,1 0-1 0 0,0-1 0 0 0,0 1 0 0 0,-1-1 0 0 0,1 0 0 0 0,-1-1 0 0 0,0 1 1 0 0,7-6-1 0 0,-10 6 12 0 0,0 0 1 0 0,1 0-1 0 0,-1 0 1 0 0,0 0 0 0 0,0 0-1 0 0,-1 0 1 0 0,1 0 0 0 0,0 0-1 0 0,-1 0 1 0 0,0 0-1 0 0,1-1 1 0 0,-1 1 0 0 0,0 0-1 0 0,0 0 1 0 0,0-1-1 0 0,0 1 1 0 0,0 0 0 0 0,-1 0-1 0 0,1-1 1 0 0,-1 1-1 0 0,0 0 1 0 0,1 0 0 0 0,-1 0-1 0 0,-2-3 1 0 0,-2-8 237 0 0,-2 0 1 0 0,-12-19-1 0 0,14 24-146 0 0,1 1-11 0 0,0-1 1 0 0,-1 1 0 0 0,-1 0-1 0 0,1 0 1 0 0,-1 1 0 0 0,0-1 0 0 0,-14-9-1 0 0,18 14-98 0 0,-1 1-1 0 0,1-1 1 0 0,-1 1 0 0 0,0 0-1 0 0,0 0 1 0 0,0 0-1 0 0,1 1 1 0 0,-1-1-1 0 0,0 1 1 0 0,0-1 0 0 0,0 1-1 0 0,0 0 1 0 0,0 0-1 0 0,0 1 1 0 0,0-1-1 0 0,0 0 1 0 0,0 1 0 0 0,1 0-1 0 0,-1 0 1 0 0,0 0-1 0 0,0 0 1 0 0,0 0-1 0 0,1 0 1 0 0,-1 1 0 0 0,1-1-1 0 0,-1 1 1 0 0,-2 2-1 0 0,-3 2-130 0 0,1 0 0 0 0,0 1 0 0 0,0 0 0 0 0,1 0 0 0 0,0 0 0 0 0,0 1 0 0 0,1 0 0 0 0,0 0 0 0 0,0 0 0 0 0,1 1 0 0 0,0-1 0 0 0,1 1 0 0 0,0 0 0 0 0,0 0 0 0 0,1 0 0 0 0,0 1 0 0 0,-1 12 0 0 0,2 1-7286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65 5985 0 0,'-4'-6'724'0'0,"-1"0"1"0"0,0 0-1 0 0,0 0 0 0 0,0 0 0 0 0,-1 1 0 0 0,0 0 0 0 0,0 0 0 0 0,0 0 1 0 0,-8-4-1 0 0,13 8-584 0 0,-1 0 0 0 0,0 1 0 0 0,0-1 0 0 0,0 0 0 0 0,0 1 0 0 0,0-1 0 0 0,0 1 1 0 0,0-1-1 0 0,0 1 0 0 0,0 0 0 0 0,0 0 0 0 0,0 0 0 0 0,0 0 0 0 0,0 0 0 0 0,0 1 0 0 0,0-1 0 0 0,0 1 1 0 0,0-1-1 0 0,0 1 0 0 0,0 0 0 0 0,0 0 0 0 0,0-1 0 0 0,0 1 0 0 0,0 1 0 0 0,1-1 0 0 0,-1 0 0 0 0,0 0 1 0 0,1 1-1 0 0,-1-1 0 0 0,1 1 0 0 0,-1-1 0 0 0,1 1 0 0 0,0-1 0 0 0,0 1 0 0 0,0 0 0 0 0,0 0 0 0 0,0 0 1 0 0,0-1-1 0 0,-1 5 0 0 0,-3 7-15 0 0,0 0 0 0 0,0 1 0 0 0,1 0 0 0 0,1 0 0 0 0,0 0 0 0 0,-1 28 0 0 0,6 87 581 0 0,-1-94-718 0 0,2 0 0 0 0,2 0 0 0 0,1 0 0 0 0,2-1 0 0 0,21 59 0 0 0,-24-81 6 0 0,0 0 0 0 0,1-1 0 0 0,1 0-1 0 0,0 0 1 0 0,1-1 0 0 0,0 1 0 0 0,0-2-1 0 0,12 11 1 0 0,-12-13 3 0 0,0-1-1 0 0,0-1 1 0 0,0 1 0 0 0,1-1 0 0 0,0-1-1 0 0,0 0 1 0 0,0 0 0 0 0,0-1-1 0 0,1 0 1 0 0,-1 0 0 0 0,20 2-1 0 0,-17-4-13 0 0,1 0 0 0 0,-1-1 0 0 0,1-1 0 0 0,-1 0 1 0 0,1-1-1 0 0,-1 0 0 0 0,0 0 0 0 0,0-2 0 0 0,0 1 0 0 0,0-2 0 0 0,-1 1 0 0 0,1-2 0 0 0,20-12 0 0 0,-19 9 83 0 0,-1 0-1 0 0,0-1 1 0 0,-1 0 0 0 0,0 0 0 0 0,-1-1 0 0 0,0-1-1 0 0,0 0 1 0 0,-1 0 0 0 0,-1-1 0 0 0,0 0 0 0 0,7-17-1 0 0,-12 22 2 0 0,0 0-1 0 0,0 0 0 0 0,-1-1 0 0 0,0 1 0 0 0,0-1 0 0 0,-1 1 0 0 0,0-1 0 0 0,-1 1 1 0 0,0-1-1 0 0,0 0 0 0 0,-1 1 0 0 0,0-1 0 0 0,-3-9 0 0 0,3 14-34 0 0,0 0-1 0 0,-1 0 1 0 0,1 1-1 0 0,-1-1 1 0 0,0 0-1 0 0,0 1 1 0 0,0-1-1 0 0,0 1 1 0 0,0 0-1 0 0,-1 0 1 0 0,0 0-1 0 0,1 0 1 0 0,-1 0-1 0 0,0 1 1 0 0,-1-1-1 0 0,1 1 1 0 0,0 0-1 0 0,-1 0 1 0 0,1 0-1 0 0,-1 0 1 0 0,0 0-1 0 0,1 1 1 0 0,-1 0-1 0 0,0 0 1 0 0,0 0-1 0 0,0 0 1 0 0,0 0 0 0 0,0 1-1 0 0,-8 0 1 0 0,3 1-5 0 0,0 0 1 0 0,-1 1 0 0 0,1 0 0 0 0,0 0-1 0 0,0 1 1 0 0,1 0 0 0 0,-1 1 0 0 0,1 0 0 0 0,-1 0-1 0 0,1 1 1 0 0,1 0 0 0 0,-1 0 0 0 0,1 1 0 0 0,-13 12-1 0 0,-7 9 11 0 0,1 2-1 0 0,-26 37 1 0 0,47-60-26 0 0,2-2-206 0 0,-54 78-39 0 0,37-44-6111 0 0,13-18-724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2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43 129 1376 0 0,'-4'-7'374'0'0,"1"1"-1"0"0,0-1 1 0 0,0 0-1 0 0,1 0 1 0 0,0 0 0 0 0,0 0-1 0 0,1-1 1 0 0,-2-12-1 0 0,-10-33 7339 0 0,10 62-6533 0 0,-1 12-522 0 0,5 290 1467 0 0,2-95-1602 0 0,17 835 542 0 0,-11-390-1138 0 0,-8-585-524 0 0,2-26-4065 0 0,0-21-780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2.8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838 176 3681 0 0,'-6'-17'555'0'0,"-1"1"-1"0"0,-1-1 1 0 0,0 1 0 0 0,-1 1 0 0 0,-1 0-1 0 0,-12-15 1 0 0,18 25-251 0 0,-1 1 0 0 0,0-1 0 0 0,1 1 0 0 0,-1 1 0 0 0,-1-1 0 0 0,1 1 0 0 0,0-1 0 0 0,-1 2 0 0 0,0-1 0 0 0,0 0-1 0 0,0 1 1 0 0,0 0 0 0 0,0 1 0 0 0,0-1 0 0 0,0 1 0 0 0,0 1 0 0 0,-1-1 0 0 0,1 1 0 0 0,0 0 0 0 0,-12 1 0 0 0,2 2 114 0 0,0 0 0 0 0,0 1 0 0 0,0 1 0 0 0,0 0 0 0 0,1 1 0 0 0,-19 10 0 0 0,-84 57 961 0 0,88-51-974 0 0,-49 49 0 0 0,58-51-263 0 0,2 0-106 0 0,1 1-1 0 0,1 0 1 0 0,0 2 0 0 0,2 0-1 0 0,-20 40 1 0 0,11-12 21 0 0,-30 94 0 0 0,38-92-57 0 0,2 1 0 0 0,3 1 0 0 0,2 0 0 0 0,3 0 0 0 0,2 0 0 0 0,3 1 0 0 0,5 56 0 0 0,0-73 0 0 0,1-1 0 0 0,2 1 0 0 0,2-1 0 0 0,2 0 0 0 0,1-1 0 0 0,2 0 0 0 0,1-1 0 0 0,2-1 0 0 0,1 0 0 0 0,41 56 0 0 0,-45-73-26 0 0,2-1 0 0 0,1 0 0 0 0,0-2 0 0 0,0 0 0 0 0,2 0 0 0 0,0-2 0 0 0,27 15 0 0 0,-8-8-54 0 0,0-2 0 0 0,1-2 0 0 0,48 13 0 0 0,-44-18-54 0 0,1-2 0 0 0,0-1 0 0 0,0-3 0 0 0,0-2 0 0 0,1-1 0 0 0,-1-3 0 0 0,0-2 0 0 0,67-11 0 0 0,-52 1 204 0 0,0-1 0 0 0,-1-4 1 0 0,-1-2-1 0 0,0-2 1 0 0,90-51-1 0 0,-120 57-22 0 0,-1-1 0 0 0,-1-1 0 0 0,0-1 0 0 0,-2-1 1 0 0,39-43-1 0 0,-33 27 70 0 0,0-2 1 0 0,-3-1-1 0 0,26-50 1 0 0,72-165 699 0 0,-110 219-755 0 0,-1-1 0 0 0,-2 0 0 0 0,-2 0-1 0 0,-1-1 1 0 0,4-58 0 0 0,-12 75-52 0 0,-1 0 1 0 0,-1 0-1 0 0,0 0 0 0 0,-2 1 1 0 0,0-1-1 0 0,-1 1 1 0 0,-2 0-1 0 0,0 0 1 0 0,0 1-1 0 0,-2 0 1 0 0,-20-32-1 0 0,8 18 92 0 0,-1 1 0 0 0,-2 2 0 0 0,-2 0 0 0 0,0 1 0 0 0,-38-30-1 0 0,43 42-20 0 0,-1 1 0 0 0,0 1 0 0 0,-2 1-1 0 0,1 1 1 0 0,-1 0 0 0 0,-1 2 0 0 0,0 1-1 0 0,0 2 1 0 0,-1 0 0 0 0,0 1 0 0 0,-44-3-1 0 0,38 6-159 0 0,1 2 1 0 0,-1 2-1 0 0,0 1 0 0 0,1 1 0 0 0,-1 1 0 0 0,1 2 1 0 0,0 2-1 0 0,1 0 0 0 0,-42 19 0 0 0,65-25-261 0 0,2 1 1 0 0,-1 0-1 0 0,0 1 0 0 0,0-1 0 0 0,1 1 1 0 0,-9 8-1 0 0,-1 8-6478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3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56 126 456 0 0,'-14'-41'2641'0'0,"8"24"-145"0"0,0 0 0 0 0,-22-34 3618 0 0,28 62-3751 0 0,-1-1-2029 0 0,0 65 285 0 0,3 0 0 0 0,19 122 0 0 0,-7-82-556 0 0,-14-110-104 0 0,23 160-436 0 0,-17-137-1878 0 0,18 49 0 0 0,-21-68 1150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3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44 1376 0 0,'-23'-27'1215'0'0,"7"11"5391"0"0,26 47-4761 0 0,36 89 1006 0 0,0 1-1491 0 0,-38-105-1298 0 0,0 0 1 0 0,1-1-1 0 0,0 0 1 0 0,1 0-1 0 0,14 15 0 0 0,-21-28-59 0 0,-1 1 0 0 0,1 0 0 0 0,0 0-1 0 0,-1-1 1 0 0,1 0 0 0 0,0 1 0 0 0,0-1-1 0 0,1 0 1 0 0,-1-1 0 0 0,0 1 0 0 0,1 0-1 0 0,-1-1 1 0 0,1 0 0 0 0,-1 0 0 0 0,1 0-1 0 0,0 0 1 0 0,-1-1 0 0 0,1 1 0 0 0,0-1-1 0 0,-1 0 1 0 0,1 0 0 0 0,7-1 0 0 0,-7-1 34 0 0,1 1 1 0 0,0-1 0 0 0,-1 0-1 0 0,0-1 1 0 0,1 1-1 0 0,-1-1 1 0 0,0 1 0 0 0,0-2-1 0 0,0 1 1 0 0,0 0-1 0 0,-1-1 1 0 0,0 1 0 0 0,1-1-1 0 0,-1 0 1 0 0,0 0 0 0 0,3-8-1 0 0,14-25 635 0 0,23-64 0 0 0,-17 36-884 0 0,-2 9-1640 0 0,-12 30-3812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4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24 4145 0 0,'0'-1'168'0'0,"0"0"0"0"0,0-1 1 0 0,-1 1-1 0 0,1 0 0 0 0,-1 0 1 0 0,0 0-1 0 0,1 0 0 0 0,-1-1 0 0 0,0 1 1 0 0,1 0-1 0 0,-1 0 0 0 0,0 0 0 0 0,0 0 1 0 0,0 1-1 0 0,0-1 0 0 0,0 0 0 0 0,0 0 1 0 0,0 0-1 0 0,0 1 0 0 0,-1-1 1 0 0,1 1-1 0 0,0-1 0 0 0,0 1 0 0 0,0-1 1 0 0,-3 0-1 0 0,4 2-81 0 0,-1-1 0 0 0,0 0 1 0 0,0 1-1 0 0,0-1 0 0 0,0 1 0 0 0,1-1 0 0 0,-1 1 1 0 0,0-1-1 0 0,0 1 0 0 0,1-1 0 0 0,-1 1 0 0 0,0 0 1 0 0,1-1-1 0 0,-1 1 0 0 0,1 0 0 0 0,-1 0 0 0 0,1-1 1 0 0,-1 1-1 0 0,1 0 0 0 0,-1 0 0 0 0,1 0 0 0 0,0 0 1 0 0,-1-1-1 0 0,1 1 0 0 0,0 0 0 0 0,0 0 0 0 0,0 0 1 0 0,0 0-1 0 0,0 0 0 0 0,0 0 0 0 0,0 0 0 0 0,0 0 1 0 0,0 0-1 0 0,0 0 0 0 0,0-1 0 0 0,1 3 1 0 0,6 315 4408 0 0,-12-111-3572 0 0,-44 543 76 0 0,43-714-1004 0 0,2-18 233 0 0,1 0-1 0 0,1 0 1 0 0,0 0 0 0 0,2 0 0 0 0,0 0-1 0 0,4 35 1 0 0,-4-53-232 0 0,0 0 1 0 0,0 1-1 0 0,0-1 0 0 0,0 1 0 0 0,0-1 1 0 0,0 0-1 0 0,0 1 0 0 0,0-1 0 0 0,1 0 1 0 0,-1 1-1 0 0,0-1 0 0 0,0 0 0 0 0,0 1 1 0 0,0-1-1 0 0,1 0 0 0 0,-1 0 0 0 0,0 1 1 0 0,0-1-1 0 0,1 0 0 0 0,-1 0 0 0 0,0 1 0 0 0,0-1 1 0 0,1 0-1 0 0,-1 0 0 0 0,0 0 0 0 0,1 1 1 0 0,-1-1-1 0 0,0 0 0 0 0,1 0 0 0 0,-1 0 1 0 0,0 0-1 0 0,1 0 0 0 0,-1 0 0 0 0,0 0 1 0 0,1 0-1 0 0,-1 0 0 0 0,1 0 0 0 0,-1 0 1 0 0,0 0-1 0 0,1 0 0 0 0,0 0 0 0 0,5-4-1574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5.4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14 513 5065 0 0,'0'0'49'0'0,"-1"0"0"0"0,1 0 0 0 0,-1 0 0 0 0,1 0 0 0 0,-1 0 0 0 0,1 0 0 0 0,0 0 0 0 0,-1 0 0 0 0,1 0 0 0 0,-1 0 0 0 0,1 0 0 0 0,-1 0-1 0 0,1 0 1 0 0,-1-1 0 0 0,1 1 0 0 0,-1 0 0 0 0,1 0 0 0 0,0 0 0 0 0,-1-1 0 0 0,1 1 0 0 0,-1 0 0 0 0,1-1 0 0 0,0 1 0 0 0,-1 0 0 0 0,1-1 0 0 0,0 1 0 0 0,0 0 0 0 0,-1-1 0 0 0,1 1 0 0 0,0-1 0 0 0,0 1 0 0 0,-1 0 0 0 0,1-1-1 0 0,0 1 1 0 0,0-1 0 0 0,0 1 0 0 0,0-1 0 0 0,0 1 0 0 0,0-1 0 0 0,0 0 30 0 0,0 0 1 0 0,0 0-1 0 0,1 0 0 0 0,-1 0 0 0 0,0 0 0 0 0,1 0 1 0 0,-1 0-1 0 0,1 0 0 0 0,-1 0 0 0 0,1 1 0 0 0,-1-1 1 0 0,1 0-1 0 0,0 0 0 0 0,0 1 0 0 0,-1-1 0 0 0,1 0 1 0 0,0 1-1 0 0,0-1 0 0 0,1 0 0 0 0,25-12 200 0 0,1 1 1 0 0,1 1-1 0 0,0 2 0 0 0,0 1 0 0 0,34-5 0 0 0,55-6 361 0 0,188-4-1 0 0,-194 19-83 0 0,-1-5-1 0 0,124-27 1 0 0,276-108 1893 0 0,-286 75-1366 0 0,-88 33-170 0 0,210-28 1 0 0,-276 56-628 0 0,-1 3 0 0 0,1 3 1 0 0,107 10-1 0 0,-126-1-274 0 0,0 2 0 0 0,-1 2-1 0 0,0 2 1 0 0,-1 3 0 0 0,67 30 0 0 0,-13-6-1291 0 0,-82-33 311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6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2 3681 0 0,'-8'-2'4911'0'0,"8"3"-4837"0"0,0-1 1 0 0,0 0-1 0 0,-5 11 262 0 0,1 0-1 0 0,1 0 1 0 0,0 0-1 0 0,1 1 0 0 0,0-1 1 0 0,0 0-1 0 0,1 18 1 0 0,5 90 741 0 0,-2-82-749 0 0,-1-16-102 0 0,1 0 0 0 0,6 25 0 0 0,-6-39-422 0 0,0 1-1 0 0,1 0 1 0 0,-1-1 0 0 0,2 0 0 0 0,-1 1 0 0 0,1-1-1 0 0,0 0 1 0 0,9 12 0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6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17 185 5529 0 0,'-17'8'2195'0'0,"282"3"2748"0"0,-196-15-4240 0 0,-1-4 0 0 0,-1-2 0 0 0,76-21-1 0 0,21-4 433 0 0,162-5 33 0 0,-264 38-946 0 0,1 2 0 0 0,-1 3-1 0 0,77 14 1 0 0,96 13-4 0 0,-191-29-144 0 0,1-1-1 0 0,-1-2 1 0 0,57-10-1 0 0,138-44 561 0 0,-66 12-1647 0 0,-162 41 537 0 0,0 1-1 0 0,0 0 0 0 0,0 0 0 0 0,0 1 0 0 0,0 1 0 0 0,1 0 0 0 0,-1 0 1 0 0,12 3-1 0 0,-2 4-4887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7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0 123 4609 0 0,'22'-16'3998'0'0,"1"5"-2407"0"0,42-14-1 0 0,-3 11 87 0 0,0 2-1 0 0,118-8 1 0 0,-83 18-344 0 0,148 13 0 0 0,-238-10-1348 0 0,2 0-235 0 0,0-1 1 0 0,0 0 0 0 0,0 0-1 0 0,13-2 1 0 0,-19 2 102 0 0,-1-1 1 0 0,1 0-1 0 0,0 0 0 0 0,-1 0 1 0 0,1 0-1 0 0,-1 0 0 0 0,0 0 1 0 0,1-1-1 0 0,-1 1 0 0 0,0-1 1 0 0,0 0-1 0 0,0 1 0 0 0,0-1 1 0 0,0 0-1 0 0,0 0 0 0 0,0 0 1 0 0,-1-1-1 0 0,1 1 0 0 0,1-3 1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7.9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224 575 5529 0 0,'0'0'111'0'0,"-1"1"-1"0"0,0-1 0 0 0,0 1 1 0 0,1-1-1 0 0,-1 1 0 0 0,0-1 1 0 0,0 1-1 0 0,0-1 1 0 0,0 0-1 0 0,0 1 0 0 0,0-1 1 0 0,1 0-1 0 0,-1 0 1 0 0,0 0-1 0 0,0 1 0 0 0,0-1 1 0 0,0 0-1 0 0,0-1 0 0 0,0 1 1 0 0,0 0-1 0 0,0 0 1 0 0,0 0-1 0 0,0 0 0 0 0,0-1 1 0 0,0 1-1 0 0,1 0 1 0 0,-1-1-1 0 0,0 1 0 0 0,0-1 1 0 0,0 1-1 0 0,0-1 0 0 0,1 1 1 0 0,-1-1-1 0 0,0 0 1 0 0,0 0-1 0 0,-23-27 1242 0 0,23 28-1373 0 0,-35-48 340 0 0,12 17-230 0 0,1-1 1 0 0,-32-59-1 0 0,50 82-69 0 0,0-1-1 0 0,1 0 1 0 0,1 0-1 0 0,0 0 1 0 0,0-1 0 0 0,1 1-1 0 0,0-1 1 0 0,1 1-1 0 0,0-1 1 0 0,0 0-1 0 0,1 1 1 0 0,1-1-1 0 0,0 0 1 0 0,4-18 0 0 0,-3 23 12 0 0,0 1 0 0 0,1-1 0 0 0,-1 1 0 0 0,1 0 0 0 0,0-1 0 0 0,1 1 1 0 0,-1 1-1 0 0,1-1 0 0 0,0 0 0 0 0,5-3 0 0 0,51-41 1070 0 0,-7 6 993 0 0,-45 34-684 0 0,-8 3-1736 0 0,-8 4-2906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9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197 2733 1840 0 0,'-6'14'155'0'0,"0"0"-1"0"0,-1-1 0 0 0,-1 1 1 0 0,0-2-1 0 0,0 1 0 0 0,-18 19 1 0 0,25-32-104 0 0,1 0 0 0 0,0 1 0 0 0,0-1 0 0 0,0 0 0 0 0,0 1 0 0 0,-1-1 0 0 0,1 0 0 0 0,0 1 0 0 0,0-1 0 0 0,-1 0 1 0 0,1 0-1 0 0,0 1 0 0 0,-1-1 0 0 0,1 0 0 0 0,0 0 0 0 0,-1 1 0 0 0,1-1 0 0 0,0 0 0 0 0,-1 0 0 0 0,1 0 0 0 0,0 0 1 0 0,-1 0-1 0 0,1 0 0 0 0,0 0 0 0 0,-1 0 0 0 0,1 1 0 0 0,-1-1 0 0 0,1 0 0 0 0,0 0 0 0 0,-1-1 0 0 0,1 1 0 0 0,-1 0 0 0 0,-1-13 1619 0 0,9-24 784 0 0,-7 35-2270 0 0,22-133 4395 0 0,-7-72-2335 0 0,-10 124-1772 0 0,-2-8-92 0 0,-11-113 0 0 0,-25-87-234 0 0,18 169 9 0 0,3-137 1001 0 0,3 40 533 0 0,2 183-1483 0 0,5 32-189 0 0,1 0-1 0 0,0 0 1 0 0,0 0 0 0 0,0 0 0 0 0,1 0-1 0 0,0 0 1 0 0,-1 0 0 0 0,1 0-1 0 0,1 0 1 0 0,-1-1 0 0 0,0 1 0 0 0,1 0-1 0 0,0 0 1 0 0,0 0 0 0 0,2-4-1 0 0,-1 2 109 0 0,20-39-1279 0 0,-21 43 1078 0 0,-1 1 0 0 0,1-1 0 0 0,0 1 0 0 0,0-1-1 0 0,-1 1 1 0 0,1 0 0 0 0,0 0 0 0 0,0 0 0 0 0,1-1 0 0 0,-1 1 0 0 0,0 0 0 0 0,0 0-1 0 0,0 0 1 0 0,1 0 0 0 0,-1 1 0 0 0,0-1 0 0 0,1 0 0 0 0,-1 1 0 0 0,1-1 0 0 0,-1 0-1 0 0,1 1 1 0 0,-1 0 0 0 0,1-1 0 0 0,-1 1 0 0 0,3 0 0 0 0,12 16-1157 0 0,-16-15 1142 0 0,0 0 0 0 0,1-1 0 0 0,-1 1 1 0 0,1 0-1 0 0,-1 0 0 0 0,0 0 0 0 0,1 0 0 0 0,0-1 0 0 0,-1 1 1 0 0,1 0-1 0 0,-1 0 0 0 0,1-1 0 0 0,0 1 0 0 0,0 0 0 0 0,-1-1 0 0 0,1 1 1 0 0,0-1-1 0 0,0 1 0 0 0,0-1 0 0 0,0 1 0 0 0,0-1 0 0 0,-1 0 1 0 0,1 0-1 0 0,0 1 0 0 0,0-1 0 0 0,0 0 0 0 0,0 0 0 0 0,0 0 1 0 0,0 0-1 0 0,2 0 0 0 0,-3 0 92 0 0,0-9 3752 0 0,-30-22-3080 0 0,-2 2 0 0 0,-49-35 0 0 0,78 63-641 0 0,1-1 0 0 0,-1 0 0 0 0,1 0 1 0 0,-1 0-1 0 0,1 0 0 0 0,0 0 0 0 0,-1 0 0 0 0,1 0 0 0 0,0-1 0 0 0,1 1 0 0 0,-1-1 0 0 0,0 0 0 0 0,1 1 1 0 0,-1-1-1 0 0,1 0 0 0 0,0 0 0 0 0,-1-4 0 0 0,2 5-26 0 0,0-1 0 0 0,0 1 1 0 0,1 0-1 0 0,-1 0 0 0 0,1-1 0 0 0,-1 1 0 0 0,1 0 0 0 0,0 0 1 0 0,0 0-1 0 0,0 0 0 0 0,0 0 0 0 0,0 0 0 0 0,1 0 0 0 0,-1 0 1 0 0,1 0-1 0 0,-1 0 0 0 0,1 1 0 0 0,-1-1 0 0 0,1 1 0 0 0,0-1 1 0 0,0 1-1 0 0,0 0 0 0 0,0-1 0 0 0,3 0 0 0 0,-1 0-6 0 0,0 0 0 0 0,0 0 0 0 0,0 0 0 0 0,0 1 0 0 0,1 0 0 0 0,-1-1 0 0 0,0 2 0 0 0,1-1 0 0 0,-1 0 0 0 0,1 1 0 0 0,5 0 0 0 0,55 8 0 0 0,-6-1 0 0 0,-51-7 0 0 0,-1 0 0 0 0,0-1 0 0 0,0 0 0 0 0,0 0 0 0 0,-1 0 0 0 0,12-5 0 0 0,-17 6 0 0 0,0 0 0 0 0,0-1 0 0 0,0 1 0 0 0,0-1 0 0 0,0 1 0 0 0,0-1 0 0 0,0 0 0 0 0,0 1 0 0 0,0-1 0 0 0,-1 0 0 0 0,1 0 0 0 0,0 1 0 0 0,0-1 0 0 0,-1 0 0 0 0,1 0 0 0 0,0 0 0 0 0,-1 0 0 0 0,1 0 0 0 0,-1 0 0 0 0,1 0 0 0 0,-1 0 0 0 0,0 0 0 0 0,1 0 0 0 0,-1-1 0 0 0,0 1 0 0 0,0 0 0 0 0,1 0 0 0 0,-1 0 0 0 0,0 0 0 0 0,0 0 0 0 0,-1-1 0 0 0,1 1 0 0 0,0 0 0 0 0,0 0 0 0 0,0 0 0 0 0,-1 0 0 0 0,1 0 0 0 0,-1 0 0 0 0,1 0 0 0 0,-1 0 0 0 0,1 0 0 0 0,-1 0 0 0 0,1 0 0 0 0,-1 0 0 0 0,0 0 0 0 0,0 0 0 0 0,1 0 0 0 0,-3-1 0 0 0,-5-7 14 0 0,0 1-1 0 0,0 0 1 0 0,-1 1-1 0 0,0 0 1 0 0,-1 0-1 0 0,0 1 1 0 0,-17-9-1 0 0,-33-23 14 0 0,55 34-28 0 0,0 0 1 0 0,1 0-1 0 0,0 0 0 0 0,-1-1 1 0 0,2 0-1 0 0,-1 0 0 0 0,1 0 1 0 0,-1 0-1 0 0,-3-10 0 0 0,6 13 1 0 0,1 1-1 0 0,-1-1 0 0 0,1 1 0 0 0,-1-1 0 0 0,1 0 0 0 0,0 1 1 0 0,-1-1-1 0 0,1 0 0 0 0,0 1 0 0 0,0-1 0 0 0,0 0 1 0 0,0 0-1 0 0,1 1 0 0 0,-1-1 0 0 0,0 0 0 0 0,1 1 1 0 0,-1-1-1 0 0,1 1 0 0 0,0-1 0 0 0,-1 0 0 0 0,1 1 1 0 0,0 0-1 0 0,0-1 0 0 0,0 1 0 0 0,0-1 0 0 0,0 1 1 0 0,0 0-1 0 0,1 0 0 0 0,-1 0 0 0 0,0-1 0 0 0,1 1 1 0 0,-1 1-1 0 0,2-2 0 0 0,7-4-8 0 0,0 1 1 0 0,0 1-1 0 0,0 0 0 0 0,15-4 1 0 0,5-3-2 0 0,-10 3 3 0 0,27-14-32 0 0,-44 21 37 0 0,0-1 0 0 0,0 1 0 0 0,-1-1 0 0 0,1 0 0 0 0,-1 0 0 0 0,1 0 0 0 0,-1-1 0 0 0,0 1 0 0 0,0-1 0 0 0,0 1 0 0 0,0-1 0 0 0,2-3 0 0 0,-4 4 2 0 0,0 1 0 0 0,1-1 0 0 0,-1 1 0 0 0,0 0 0 0 0,-1-1 0 0 0,1 1 0 0 0,0 0 0 0 0,0-1 0 0 0,-1 1 0 0 0,1-1 0 0 0,0 1 0 0 0,-1 0 0 0 0,1 0 0 0 0,-1-1 0 0 0,0 1 0 0 0,1 0 0 0 0,-1 0 0 0 0,0 0 0 0 0,0 0 0 0 0,0 0 0 0 0,0 0 0 0 0,0 0 0 0 0,0 0 0 0 0,0 0 0 0 0,0 0 0 0 0,-2-1 0 0 0,-35-23 0 0 0,34 23 0 0 0,-53-29 27 0 0,40 23-12 0 0,0-1-1 0 0,0 0 1 0 0,1-1-1 0 0,0-1 0 0 0,1-1 1 0 0,-16-15-1 0 0,30 26-15 0 0,-1 0 0 0 0,1-1 0 0 0,0 1 0 0 0,0 0 0 0 0,0-1 0 0 0,0 1 0 0 0,0-1 0 0 0,1 1 0 0 0,-1-1 0 0 0,0 1 0 0 0,1-1 0 0 0,-1 1 0 0 0,1-1 0 0 0,-1 0 0 0 0,1 1 0 0 0,0-1 0 0 0,0 0 0 0 0,0 0 0 0 0,0 1 0 0 0,0-1 0 0 0,0 0 0 0 0,1-2 0 0 0,0 2-3 0 0,0-1 0 0 0,0 1-1 0 0,0 0 1 0 0,1-1 0 0 0,-1 1 0 0 0,1 0 0 0 0,-1 0 0 0 0,1 0 0 0 0,0 0 0 0 0,0 0 0 0 0,0 0 0 0 0,4-2 0 0 0,3-2-8 0 0,1 0-1 0 0,-1 1 0 0 0,1 1 1 0 0,0-1-1 0 0,21-4 0 0 0,-12 4 13 0 0,76-22 0 0 0,-84 23 0 0 0,0 0 0 0 0,-1-1 0 0 0,1 0 0 0 0,-1-1 0 0 0,-1 0 0 0 0,14-11 0 0 0,-23 17-11 0 0,1-1 0 0 0,0 1 0 0 0,-1-1 0 0 0,1 0 0 0 0,-1 1-1 0 0,1-1 1 0 0,0 1 0 0 0,-1-1 0 0 0,0 0 0 0 0,1 0 0 0 0,-1 1-1 0 0,1-1 1 0 0,-1 0 0 0 0,0 0 0 0 0,0 1 0 0 0,1-1 0 0 0,-1 0 0 0 0,0 0-1 0 0,0 0 1 0 0,0 0 0 0 0,0 1 0 0 0,0-1 0 0 0,0 0 0 0 0,0 0-1 0 0,0 0 1 0 0,0 0 0 0 0,0 1 0 0 0,-1-1 0 0 0,1 0 0 0 0,0 0 0 0 0,0 0-1 0 0,-1 1 1 0 0,1-1 0 0 0,-1 0 0 0 0,1 0 0 0 0,-1 1 0 0 0,1-1-1 0 0,-1 0 1 0 0,1 1 0 0 0,-1-1 0 0 0,1 1 0 0 0,-1-1 0 0 0,-1 0 0 0 0,-4-4-259 0 0,-1 0 0 0 0,0 0 0 0 0,-14-7 0 0 0,0 0-436 0 0,5-2-3050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39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2463 2304 0 0,'0'0'102'0'0,"0"0"-1"0"0,-1 0 120 0 0,1 0 1 0 0,-1-1-1 0 0,0 1 0 0 0,0 0 0 0 0,1-1 0 0 0,-1 1 0 0 0,1-1 0 0 0,-1 1 1 0 0,0-1-1 0 0,1 1 0 0 0,-1-1 0 0 0,1 0 0 0 0,-1 1 0 0 0,1-1 1 0 0,0 0-1 0 0,-1 1 0 0 0,1-1 0 0 0,0 0 0 0 0,-1 1 0 0 0,1-1 0 0 0,0 0 1 0 0,0 0-1 0 0,0 0 0 0 0,-1-1 0 0 0,-3-25 2005 0 0,3 21-2036 0 0,-39-286 6186 0 0,23 4-4274 0 0,10 94-1052 0 0,-4 51-622 0 0,-13-258 178 0 0,23 294-338 0 0,22-186-1 0 0,4-104 969 0 0,-24 361-1296 0 0,3-43 60 0 0,-1 43 0 0 0,-2-61 0 0 0,-10 66 231 0 0,9 30-356 0 0,0 0 1 0 0,-1 0-1 0 0,1 0 1 0 0,-1 0-1 0 0,0-1 1 0 0,1 1-1 0 0,-1 0 1 0 0,0 0-1 0 0,1 0 1 0 0,-1 1-1 0 0,0-1 1 0 0,0 0-1 0 0,0 0 1 0 0,0 0-1 0 0,0 1 1 0 0,0-1-1 0 0,0 0 1 0 0,0 1-1 0 0,0-1 1 0 0,0 1-1 0 0,0-1 1 0 0,-2 0-1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0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14 495 4609 0 0,'-1'0'53'0'0,"1"0"0"0"0,-1 0 0 0 0,0 0 0 0 0,1 0 0 0 0,-1 0 0 0 0,1 0-1 0 0,-1 0 1 0 0,1 0 0 0 0,-1 0 0 0 0,1-1 0 0 0,-1 1 0 0 0,1 0 0 0 0,-1 0 0 0 0,1-1 0 0 0,-1 1 0 0 0,1 0 0 0 0,0 0 0 0 0,-1-1 0 0 0,1 1 0 0 0,-1 0-1 0 0,1-1 1 0 0,0 1 0 0 0,-1-1 0 0 0,1 1 0 0 0,0 0 0 0 0,-1-1 0 0 0,1 1 0 0 0,0-1 0 0 0,0 1 0 0 0,-1-2 0 0 0,14-6 1899 0 0,31-3-511 0 0,-28 10-894 0 0,1 0 0 0 0,-1 1-1 0 0,28 5 1 0 0,-29-3-191 0 0,1-1 0 0 0,-1 0 1 0 0,1-1-1 0 0,22-2 0 0 0,-1-3 415 0 0,-1 3 0 0 0,53 3 0 0 0,21-2 506 0 0,702-105 1886 0 0,-611 77-2887 0 0,333-5-1 0 0,-20 9 4 0 0,-391 12-163 0 0,-1-5 1 0 0,138-39-1 0 0,-44-17 409 0 0,-147 48-389 0 0,1 2 1 0 0,130-26-1 0 0,-185 47-136 0 0,-11 2 0 0 0,-1 0 0 0 0,1 0 0 0 0,0 0 0 0 0,0 0 0 0 0,0 1 0 0 0,0 0 0 0 0,0-1 0 0 0,0 1 0 0 0,0 1 0 0 0,0-1 0 0 0,-1 1 0 0 0,1-1 0 0 0,6 3 0 0 0,-10-2-36 0 0,1 0 0 0 0,-1-1-1 0 0,0 1 1 0 0,1 0 0 0 0,-1 0 0 0 0,0 0 0 0 0,0 0 0 0 0,0 0-1 0 0,1 0 1 0 0,-1 0 0 0 0,0 0 0 0 0,0 0 0 0 0,-1 0 0 0 0,1 0-1 0 0,0 0 1 0 0,0 0 0 0 0,0 0 0 0 0,-1 1 0 0 0,0 6-1630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0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154 14 3225 0 0,'-1'-1'139'0'0,"1"0"0"0"0,-1 1 1 0 0,1-1-1 0 0,-1 0 1 0 0,1 0-1 0 0,-1 0 0 0 0,0 1 1 0 0,1-1-1 0 0,-1 0 1 0 0,0 1-1 0 0,0-1 0 0 0,1 0 1 0 0,-1 1-1 0 0,0-1 1 0 0,0 1-1 0 0,0 0 0 0 0,0-1 1 0 0,0 1-1 0 0,0-1 1 0 0,0 1-1 0 0,0 0 0 0 0,0 0 1 0 0,0 0-1 0 0,0 0 0 0 0,0 0 1 0 0,0 0-1 0 0,0 0 1 0 0,0 0-1 0 0,1 0 0 0 0,-1 0 1 0 0,0 0-1 0 0,0 0 1 0 0,0 1-1 0 0,0-1 0 0 0,0 0 1 0 0,0 1-1 0 0,0-1 1 0 0,0 1-1 0 0,0-1 0 0 0,0 1 1 0 0,1-1-1 0 0,-1 1 1 0 0,0 0-1 0 0,0-1 0 0 0,1 1 1 0 0,-1 0-1 0 0,1 0 0 0 0,-1 0 1 0 0,0-1-1 0 0,1 1 1 0 0,-1 0-1 0 0,1 1 0 0 0,-5 5 301 0 0,1-1 0 0 0,1 1 0 0 0,-1 0-1 0 0,1 0 1 0 0,-3 10 0 0 0,-21 89 632 0 0,6 1 1 0 0,4 0 0 0 0,-4 143-1 0 0,25 326 1334 0 0,0-470-2250 0 0,4 250 1540 0 0,-9-346-2141 0 0,2 48 1668 0 0,6-23-7831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2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2237 6449 0 0,'27'-14'2878'0'0,"-13"4"-2134"0"0,4 2-93 0 0,1 0 0 0 0,0 0 0 0 0,0 2 0 0 0,1 1 0 0 0,29-5 0 0 0,101-3 1503 0 0,-76 9-2023 0 0,-74 4-130 0 0,0 1 0 0 0,0-1 0 0 0,0 0-1 0 0,1 0 1 0 0,-1 0 0 0 0,0 0 0 0 0,0 0-1 0 0,0 0 1 0 0,1 0 0 0 0,-1 0 0 0 0,0 0 0 0 0,0 0-1 0 0,0 0 1 0 0,1 0 0 0 0,-1 0 0 0 0,0 0 0 0 0,0 0-1 0 0,0 0 1 0 0,1 0 0 0 0,-1 0 0 0 0,0 0 0 0 0,0 0-1 0 0,1 0 1 0 0,-1 0 0 0 0,0 0 0 0 0,0 0-1 0 0,0 0 1 0 0,0 0 0 0 0,1 0 0 0 0,-1-1 0 0 0,0 1-1 0 0,0 0 1 0 0,0 0 0 0 0,0 0 0 0 0,1 0 0 0 0,-1 0-1 0 0,0-1 1 0 0,0 1 0 0 0,0 0 0 0 0,0 0 0 0 0,0 0-1 0 0,0-1 1 0 0,0 1 0 0 0,1 0 0 0 0,-1 0-1 0 0,0 0 1 0 0,0-1 0 0 0,0 1 0 0 0,0 0 0 0 0,0 0-1 0 0,0 0 1 0 0,0-1 0 0 0,0 1 0 0 0,0 0 0 0 0,0 0-1 0 0,0-1 1 0 0,-17-9 81 0 0,-39-12 170 0 0,41 16-136 0 0,-14-6 0 0 0,-1-2 0 0 0,2-1-1 0 0,0-1 1 0 0,1-1 0 0 0,0-2 0 0 0,2-1 0 0 0,-46-45 0 0 0,69 64-117 0 0,1-1 0 0 0,0 1 0 0 0,-1-1 1 0 0,1 1-1 0 0,0-1 0 0 0,0 0 0 0 0,0 1 1 0 0,0-1-1 0 0,1 0 0 0 0,-1 0 0 0 0,0 0 1 0 0,1 0-1 0 0,-1 0 0 0 0,1 0 0 0 0,0 1 1 0 0,-1-1-1 0 0,1 0 0 0 0,0 0 0 0 0,0 0 1 0 0,0 0-1 0 0,1 0 0 0 0,-1 0 0 0 0,0 0 0 0 0,1 0 1 0 0,-1 0-1 0 0,1 0 0 0 0,0 0 0 0 0,-1 0 1 0 0,1 1-1 0 0,0-1 0 0 0,0 0 0 0 0,0 1 1 0 0,0-1-1 0 0,1 1 0 0 0,-1-1 0 0 0,0 1 1 0 0,1-1-1 0 0,-1 1 0 0 0,1 0 0 0 0,-1 0 1 0 0,4-2-1 0 0,2-2-3 0 0,0 0 1 0 0,1 0-1 0 0,-1 1 1 0 0,1 1-1 0 0,0-1 0 0 0,1 1 1 0 0,-1 0-1 0 0,11-2 1 0 0,34-3 3 0 0,-38 7 0 0 0,0 0 0 0 0,0-2 0 0 0,0 0 0 0 0,-1 0 0 0 0,1-2 0 0 0,-1 0 0 0 0,0 0 0 0 0,0-1 0 0 0,24-15 0 0 0,-36 20 9 0 0,-1 0 1 0 0,0 1-1 0 0,0-1 1 0 0,0 0-1 0 0,0 0 1 0 0,-1 0-1 0 0,1 0 1 0 0,0 0-1 0 0,0 0 1 0 0,0 0-1 0 0,-1 0 1 0 0,1 0-1 0 0,0 0 1 0 0,-1 0-1 0 0,1 0 1 0 0,-1 0-1 0 0,1 0 1 0 0,-1-1-1 0 0,0 1 1 0 0,0 0-1 0 0,1 0 1 0 0,-1-1-1 0 0,0 1 1 0 0,0 0-1 0 0,0-2 1 0 0,-1 1 28 0 0,0 0 0 0 0,0 0 0 0 0,0 1 0 0 0,0-1 0 0 0,0 0 0 0 0,0 0 0 0 0,0 1 0 0 0,-1-1 0 0 0,1 1 0 0 0,-1-1 0 0 0,1 1 0 0 0,-1 0-1 0 0,1 0 1 0 0,-3-2 0 0 0,-10-5 232 0 0,1 1 1 0 0,-1 1-1 0 0,-22-7 0 0 0,26 9-203 0 0,-108-31 393 0 0,118 35-460 0 0,-1-1 0 0 0,1 1-1 0 0,0 0 1 0 0,0 0-1 0 0,0 0 1 0 0,0 0 0 0 0,0 0-1 0 0,0 0 1 0 0,0 0-1 0 0,0 0 1 0 0,0 0 0 0 0,-1-1-1 0 0,1 1 1 0 0,0 0-1 0 0,0 0 1 0 0,0 0 0 0 0,0 0-1 0 0,0 0 1 0 0,0 0 0 0 0,0-1-1 0 0,0 1 1 0 0,0 0-1 0 0,0 0 1 0 0,0 0 0 0 0,0 0-1 0 0,0 0 1 0 0,0-1-1 0 0,0 1 1 0 0,0 0 0 0 0,0 0-1 0 0,0 0 1 0 0,0 0-1 0 0,0 0 1 0 0,0 0 0 0 0,0-1-1 0 0,1 1 1 0 0,-1 0 0 0 0,0 0-1 0 0,0 0 1 0 0,0 0-1 0 0,0 0 1 0 0,0 0 0 0 0,0 0-1 0 0,0-1 1 0 0,0 1-1 0 0,0 0 1 0 0,1 0 0 0 0,-1 0-1 0 0,10-9-42 0 0,11-5-36 0 0,76-52-12 0 0,-63 41 34 0 0,40-22 0 0 0,-62 42-95 0 0,-4 2-103 0 0,-21 2 120 0 0,7 1 137 0 0,1-1 0 0 0,0 0 0 0 0,-1 0 0 0 0,1 0 0 0 0,0 0 0 0 0,0-1 0 0 0,0 0 0 0 0,0 0 0 0 0,0 0 0 0 0,1 0 0 0 0,-1-1 0 0 0,0 0 0 0 0,1 0 0 0 0,0 0 0 0 0,0-1 0 0 0,0 1 0 0 0,0-1 0 0 0,0 0 0 0 0,-3-5 0 0 0,3 4 1 0 0,1-1-1 0 0,-1 0 1 0 0,1 1-1 0 0,0-1 1 0 0,0-1-1 0 0,1 1 1 0 0,-1 0-1 0 0,2-1 1 0 0,-1 1-1 0 0,1-1 1 0 0,0 1-1 0 0,0-1 1 0 0,0 0-1 0 0,1 1 1 0 0,1-8-1 0 0,54-694 1461 0 0,-47 568-1251 0 0,0 24 123 0 0,-8-149 0 0 0,-1 256-640 0 0,0 0 1 0 0,-1 0-1 0 0,1-1 1 0 0,-2 1-1 0 0,-4-14 1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3.1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59 556 2761 0 0,'-11'1'211'0'0,"7"-1"394"0"0,0 0 0 0 0,0 0 0 0 0,0 0 0 0 0,-1 0 0 0 0,1-1 0 0 0,0 0 0 0 0,0 1 0 0 0,0-1 0 0 0,-5-2 0 0 0,9 2-541 0 0,0 1 0 0 0,0 0 0 0 0,-1-1 0 0 0,1 1 0 0 0,0 0 1 0 0,0-1-1 0 0,0 1 0 0 0,0-1 0 0 0,-1 1 0 0 0,1 0 0 0 0,0-1 0 0 0,0 1 0 0 0,0 0 0 0 0,0-1 1 0 0,0 1-1 0 0,0-1 0 0 0,0 1 0 0 0,0 0 0 0 0,0-1 0 0 0,0 1 0 0 0,0-1 0 0 0,1 1 0 0 0,-1 0 1 0 0,0-1-1 0 0,0 1 0 0 0,0 0 0 0 0,0-1 0 0 0,1 1 0 0 0,-1 0 0 0 0,0-1 0 0 0,0 1 0 0 0,1 0 1 0 0,-1-1-1 0 0,0 1 0 0 0,0 0 0 0 0,1 0 0 0 0,-1-1 0 0 0,0 1 0 0 0,1 0 0 0 0,-1 0 0 0 0,0 0 1 0 0,1-1-1 0 0,0 1 0 0 0,15-12 430 0 0,6 3-13 0 0,0 2-1 0 0,1 0 0 0 0,0 1 0 0 0,0 1 1 0 0,41-2-1 0 0,20-5 240 0 0,273-71 1195 0 0,100-17 22 0 0,-411 92-1802 0 0,556-105 575 0 0,-382 67 71 0 0,251-19-1 0 0,-414 62-780 0 0,1 3 0 0 0,79 10 0 0 0,-76-4 0 0 0,118-4 0 0 0,-55-11 194 0 0,81-7 137 0 0,-196 15-231 0 0,-1-1 0 0 0,0 0 0 0 0,0 0 1 0 0,9-3-1 0 0,5-8-1093 0 0,-6-8-4902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3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66 1840 0 0,'-2'-3'607'0'0,"1"1"-1"0"0,0-1 1 0 0,-1 0-1 0 0,1 0 0 0 0,0 0 1 0 0,0 0-1 0 0,1 0 1 0 0,-1 0-1 0 0,1-1 0 0 0,-1 1 1 0 0,1 0-1 0 0,0-4 1 0 0,-2-14 2552 0 0,1 20-3115 0 0,1 1 0 0 0,0 0 0 0 0,0 0 0 0 0,0 0 0 0 0,0 0 0 0 0,0 0 1 0 0,-1 0-1 0 0,1 0 0 0 0,0 0 0 0 0,0 0 0 0 0,0 0 0 0 0,-1-1 0 0 0,1 1 0 0 0,0 0 0 0 0,0 0 0 0 0,0 0 1 0 0,0 0-1 0 0,-1 0 0 0 0,1 0 0 0 0,0 0 0 0 0,0 0 0 0 0,0 0 0 0 0,0 1 0 0 0,-1-1 0 0 0,1 0 1 0 0,0 0-1 0 0,0 0 0 0 0,0 0 0 0 0,0 0 0 0 0,-1 0 0 0 0,1 0 0 0 0,0 0 0 0 0,0 0 0 0 0,0 0 1 0 0,0 1-1 0 0,0-1 0 0 0,-1 0 0 0 0,1 0 0 0 0,0 0 0 0 0,0 0 0 0 0,0 0 0 0 0,0 1 0 0 0,0-1 0 0 0,0 0 1 0 0,0 0-1 0 0,0 0 0 0 0,0 0 0 0 0,0 1 0 0 0,0-1 0 0 0,-1 0 0 0 0,1 0 0 0 0,0 0 0 0 0,0 1 1 0 0,0-1-1 0 0,0 0 0 0 0,0 0 0 0 0,1 1 0 0 0,-8 16 2265 0 0,-2 114-798 0 0,10 168 0 0 0,3-159-1225 0 0,0 21-127 0 0,1-20 107 0 0,-15 150 0 0 0,-13-145 277 0 0,13-95-229 0 0,2 1 0 0 0,-1 61 0 0 0,9-110-457 0 0,0-1-1 0 0,0 1 0 0 0,0-1 0 0 0,0 0 1 0 0,0 1-1 0 0,1-1 0 0 0,-1 0 1 0 0,1 1-1 0 0,0-1 0 0 0,-1 0 0 0 0,1 0 1 0 0,2 3-1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4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11 465 2304 0 0,'-6'-7'1214'0'0,"6"7"-1144"0"0,0 0 1 0 0,-1 0-1 0 0,1 0 1 0 0,0 0-1 0 0,0-1 1 0 0,0 1-1 0 0,-1 0 0 0 0,1 0 1 0 0,0 0-1 0 0,0 0 1 0 0,0 0-1 0 0,-1 0 1 0 0,1-1-1 0 0,0 1 0 0 0,0 0 1 0 0,0 0-1 0 0,0 0 1 0 0,0 0-1 0 0,-1-1 1 0 0,1 1-1 0 0,0 0 1 0 0,0 0-1 0 0,0 0 0 0 0,0-1 1 0 0,0 1-1 0 0,0 0 1 0 0,0 0-1 0 0,0-1 1 0 0,0 1-1 0 0,0 0 0 0 0,3-5 2167 0 0,1 3-1723 0 0,41-15 349 0 0,0 2 0 0 0,1 2 0 0 0,0 2 0 0 0,1 2 0 0 0,0 2 0 0 0,1 2-1 0 0,56 1 1 0 0,310-23 570 0 0,-249 11-994 0 0,82-11 90 0 0,-65 0 423 0 0,315-9 0 0 0,-60 50 44 0 0,-2 0-426 0 0,-337-16-495 0 0,0-5-1 0 0,97-19 1 0 0,190-55 147 0 0,-337 70-217 0 0,396-104-1702 0 0,-384 97-5472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5.5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3225 0 0,'11'2'202'0'0,"0"0"1"0"0,-1-1-1 0 0,1-1 1 0 0,0 0-1 0 0,-1 0 1 0 0,16-3-1 0 0,-1 1 293 0 0,155-6 2418 0 0,130-9 511 0 0,511-9 1389 0 0,-467 44-3102 0 0,470 86-1 0 0,262 27 209 0 0,-908-122-1721 0 0,67 4-157 0 0,-204-10-477 0 0,-27-2-14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6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458 2828 6913 0 0,'0'0'529'0'0,"0"-7"508"0"0,-1-40 2595 0 0,-6-30-2542 0 0,-47-201 1026 0 0,-13 2-1 0 0,-148-386 0 0 0,204 635-1934 0 0,-21-33 0 0 0,20 38 67 0 0,0 0 0 0 0,-11-32-1 0 0,20 42-213 0 0,0 0 0 0 0,1 0 0 0 0,1 0 0 0 0,0 0 0 0 0,0-1 0 0 0,1 1 0 0 0,4-25 0 0 0,-4 37-48 0 0,0-1 0 0 0,0 0 0 0 0,0 1 0 0 0,0-1 0 0 0,0 1-1 0 0,1-1 1 0 0,-1 1 0 0 0,0-1 0 0 0,0 1 0 0 0,1-1-1 0 0,-1 1 1 0 0,0-1 0 0 0,1 1 0 0 0,-1-1 0 0 0,1 1 0 0 0,-1 0-1 0 0,0-1 1 0 0,1 1 0 0 0,-1 0 0 0 0,1-1 0 0 0,-1 1 0 0 0,1 0-1 0 0,-1 0 1 0 0,1-1 0 0 0,-1 1 0 0 0,1 0 0 0 0,-1 0-1 0 0,1 0 1 0 0,0 0 0 0 0,-1 0 0 0 0,1-1 0 0 0,-1 1 0 0 0,1 0-1 0 0,1 1 1 0 0,25 4-990 0 0,-25-4 941 0 0,0 0 1 0 0,1 0-1 0 0,-1-1 1 0 0,0 1-1 0 0,0-1 0 0 0,1 1 1 0 0,-1-1-1 0 0,0 0 1 0 0,1 0-1 0 0,-1 0 1 0 0,0 0-1 0 0,0 0 1 0 0,3-1-1 0 0,-3 0 64 0 0,0 0 1 0 0,-1 0-1 0 0,1 0 1 0 0,0 0-1 0 0,-1 0 0 0 0,1 0 1 0 0,-1 0-1 0 0,0-1 0 0 0,1 1 1 0 0,-1 0-1 0 0,0-1 1 0 0,0 1-1 0 0,0-1 0 0 0,0 0 1 0 0,0 1-1 0 0,0-1 1 0 0,0 0-1 0 0,-1 1 0 0 0,1-1 1 0 0,0 0-1 0 0,-1 0 1 0 0,1-3-1 0 0,-2 1 2 0 0,1 0 0 0 0,-1 0 0 0 0,0 0 0 0 0,-1 0 0 0 0,1 0-1 0 0,-1 0 1 0 0,1 0 0 0 0,-1 0 0 0 0,0 1 0 0 0,-3-4 0 0 0,-29-42 126 0 0,-10-17 234 0 0,40 60-332 0 0,1-1 0 0 0,0 1 0 0 0,0-1-1 0 0,0 0 1 0 0,1 0 0 0 0,0-1 0 0 0,1 1 0 0 0,-2-8-1 0 0,3 13-17 0 0,1 1 0 0 0,-1-1-1 0 0,0 0 1 0 0,1 0 0 0 0,-1 0 0 0 0,1 0-1 0 0,-1 1 1 0 0,1-1 0 0 0,0 0-1 0 0,0 0 1 0 0,0 1 0 0 0,0-1-1 0 0,0 1 1 0 0,0-1 0 0 0,1 1-1 0 0,-1-1 1 0 0,0 1 0 0 0,1 0-1 0 0,-1-1 1 0 0,1 1 0 0 0,-1 0-1 0 0,1 0 1 0 0,0 0 0 0 0,1 0-1 0 0,52-22 366 0 0,-32 14-306 0 0,10-4-72 0 0,-18 8 0 0 0,1-2 0 0 0,-1 1 0 0 0,-1-2 0 0 0,1 0 0 0 0,-1 0 0 0 0,0-1 0 0 0,19-18 0 0 0,-31 25 2 0 0,-1 0 0 0 0,0 0 0 0 0,1 0 0 0 0,-1 0 0 0 0,0 0 0 0 0,0-1 0 0 0,-1 1 0 0 0,1 0 0 0 0,0 0 0 0 0,-1-1 0 0 0,1 1 0 0 0,-1 0 0 0 0,0-1 0 0 0,0 1 0 0 0,0-1 0 0 0,0 1 0 0 0,0 0 0 0 0,0-1 0 0 0,-1 1 0 0 0,1 0 0 0 0,-1-1 0 0 0,0 1 0 0 0,1 0 0 0 0,-3-4 0 0 0,-3-6 16 0 0,0 0-1 0 0,-1 1 1 0 0,-11-15 0 0 0,7 9-11 0 0,-2-1 37 0 0,6 8 32 0 0,-1-1 0 0 0,1 0-1 0 0,1 0 1 0 0,0 0 0 0 0,1-1-1 0 0,0 0 1 0 0,-3-13 0 0 0,8 24-62 0 0,0 0 0 0 0,1 0 1 0 0,-1 0-1 0 0,0-1 0 0 0,1 1 0 0 0,-1 0 1 0 0,1 0-1 0 0,-1 0 0 0 0,1 0 0 0 0,-1 0 1 0 0,1 0-1 0 0,0 0 0 0 0,0 0 0 0 0,-1 0 1 0 0,1 0-1 0 0,0 0 0 0 0,0 0 0 0 0,0 0 0 0 0,0 1 1 0 0,0-1-1 0 0,0 0 0 0 0,0 1 0 0 0,0-1 1 0 0,0 1-1 0 0,2-1 0 0 0,34-15 396 0 0,-29 14-375 0 0,91-28-69 0 0,7-2-4 0 0,-105 32 36 0 0,-1 0 1 0 0,0 0-1 0 0,1-1 1 0 0,-1 1 0 0 0,0 0-1 0 0,1 0 1 0 0,-1 0 0 0 0,0 0-1 0 0,1 0 1 0 0,-1 0-1 0 0,0 0 1 0 0,0-1 0 0 0,1 1-1 0 0,-1 0 1 0 0,0 0-1 0 0,1 0 1 0 0,-1-1 0 0 0,0 1-1 0 0,0 0 1 0 0,1 0-1 0 0,-1-1 1 0 0,0 1 0 0 0,0 0-1 0 0,0-1 1 0 0,0 1 0 0 0,1 0-1 0 0,-1-1 1 0 0,0 1-1 0 0,0 0 1 0 0,0-1 0 0 0,0 1-1 0 0,0 0 1 0 0,0-1-1 0 0,0 1 1 0 0,0 0 0 0 0,0-1-1 0 0,0 1 1 0 0,0 0-1 0 0,0-1 1 0 0,0 1 0 0 0,0-1-1 0 0,-15-10-9 0 0,-30-5 20 0 0,42 15-12 0 0,-28-9 13 0 0,0-2 1 0 0,0 0 0 0 0,2-3-1 0 0,-1 0 1 0 0,-37-27 0 0 0,64 40-11 0 0,0 0 0 0 0,0-1 0 0 0,0 1 0 0 0,1-1 0 0 0,-1 1 0 0 0,1-1 0 0 0,-1 0 0 0 0,1 0 0 0 0,0 0 0 0 0,0 0 0 0 0,0 0 0 0 0,1 0 0 0 0,-1-1 0 0 0,1 1 0 0 0,0-1 0 0 0,0 1 0 0 0,0-1 0 0 0,0 1 0 0 0,0-1 0 0 0,1 0 0 0 0,0 1 0 0 0,0-8 0 0 0,1 6 0 0 0,0-1 0 0 0,0 1 0 0 0,1 0 0 0 0,0 0 0 0 0,0-1 0 0 0,0 1 0 0 0,1 0 0 0 0,0 1 0 0 0,0-1 0 0 0,0 0 0 0 0,0 1 0 0 0,1 0 0 0 0,0 0 0 0 0,5-5 0 0 0,3-1-113 0 0,0 1 1 0 0,0 1 0 0 0,1 0 0 0 0,0 1-1 0 0,0 0 1 0 0,1 1 0 0 0,-1 0 0 0 0,1 1-1 0 0,1 1 1 0 0,-1 0 0 0 0,25-2 0 0 0,-30 5-1940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7.2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2045 3225 0 0,'-1'0'300'0'0,"-1"1"0"0"0,1 0 0 0 0,0 0 0 0 0,-1-1 0 0 0,1 1 0 0 0,-1-1 0 0 0,1 1 0 0 0,-1-1 0 0 0,1 0 0 0 0,-1 0 1 0 0,1 1-1 0 0,-1-1 0 0 0,1 0 0 0 0,-1 0 0 0 0,-2-1 0 0 0,4 1-177 0 0,-1 0-1 0 0,1-1 1 0 0,-1 1 0 0 0,1 0-1 0 0,0-1 1 0 0,-1 1 0 0 0,1 0 0 0 0,0-1-1 0 0,-1 1 1 0 0,1-1 0 0 0,0 1-1 0 0,-1-1 1 0 0,1 1 0 0 0,0-1-1 0 0,0 1 1 0 0,0-1 0 0 0,-1 1 0 0 0,1-1-1 0 0,0 1 1 0 0,0-1 0 0 0,0 0-1 0 0,0 1 1 0 0,0-1 0 0 0,0 1-1 0 0,0-1 1 0 0,0 1 0 0 0,0-2-1 0 0,2-7 530 0 0,0 1 0 0 0,1-1 0 0 0,0 1-1 0 0,4-11 1 0 0,1 0-557 0 0,31-124 2137 0 0,27-181 0 0 0,-4-153-511 0 0,-24 165-860 0 0,-30 248-737 0 0,-1 0 1 0 0,-4-1-1 0 0,-3 0 1 0 0,-2 1 0 0 0,-3-1-1 0 0,-19-91 1 0 0,22 150-136 0 0,0 0-150 0 0,1-1 0 0 0,0 1 1 0 0,0-1-1 0 0,0 1 0 0 0,0-12 0 0 0,2 15 83 0 0,-1 0 0 0 0,1 1-1 0 0,0-1 1 0 0,0 0 0 0 0,0 1 0 0 0,0-1 0 0 0,1 1 0 0 0,-1-1 0 0 0,1 1-1 0 0,-1 0 1 0 0,1-1 0 0 0,0 1 0 0 0,0 0 0 0 0,0 0 0 0 0,0 0 0 0 0,2-1-1 0 0,54-46-9025 0 0,-39 31 4181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8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22 426 9674 0 0,'-18'7'2728'0'0,"14"-4"-1079"0"0,14-6-785 0 0,-4 0-762 0 0,96-34 1050 0 0,2 5 1 0 0,143-27 0 0 0,568-47 1144 0 0,-605 81-2019 0 0,780-87 419 0 0,-93 55-1351 0 0,-834 55-291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8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29 6913 0 0,'-8'1'529'0'0,"11"2"-782"0"0,15 1 204 0 0,35-6 1104 0 0,75-14 1 0 0,40-2 791 0 0,145 34-59 0 0,-110 0-1023 0 0,300-13 257 0 0,-256-5-332 0 0,-97 4-223 0 0,-1 6 0 0 0,229 44 0 0 0,-260-24-746 0 0,-70-12-4094 0 0,-17-5-834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9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291 80 4145 0 0,'-8'-9'381'0'0,"0"0"1"0"0,0 1-1 0 0,-1-1 0 0 0,0 1 1 0 0,-15-10-1 0 0,20 16-70 0 0,0 0 0 0 0,0-1-1 0 0,1 1 1 0 0,-1 1 0 0 0,-1-1 0 0 0,1 1-1 0 0,0-1 1 0 0,0 1 0 0 0,0 0 0 0 0,-1 1-1 0 0,1-1 1 0 0,0 1 0 0 0,-1-1 0 0 0,1 2-1 0 0,-1-1 1 0 0,1 0 0 0 0,0 1 0 0 0,-7 1-1 0 0,9-1-180 0 0,-1 1-1 0 0,1-1 0 0 0,0 0 0 0 0,-1 1 0 0 0,1 0 1 0 0,0-1-1 0 0,0 1 0 0 0,0 0 0 0 0,0 0 0 0 0,1 0 1 0 0,-1 1-1 0 0,0-1 0 0 0,1 0 0 0 0,-1 0 1 0 0,1 1-1 0 0,0-1 0 0 0,-2 6 0 0 0,-12 50 678 0 0,12-40-643 0 0,-30 164 955 0 0,-17 337 0 0 0,48-458-1237 0 0,2-1-1 0 0,3 1 1 0 0,2-1 0 0 0,3 0 0 0 0,27 99-1 0 0,-25-124-599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49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820 153 7834 0 0,'-5'-10'241'0'0,"0"1"1"0"0,0 0 0 0 0,-1 0 0 0 0,0 1 0 0 0,0 0-1 0 0,-1 0 1 0 0,0 0 0 0 0,-1 1 0 0 0,1 0 0 0 0,-1 0-1 0 0,-1 1 1 0 0,1 0 0 0 0,-1 0 0 0 0,0 1 0 0 0,-12-4 0 0 0,9 3 103 0 0,0 1 0 0 0,-1 1 0 0 0,0 0 0 0 0,0 1 0 0 0,0 0 0 0 0,0 1 0 0 0,0 0 0 0 0,0 1 0 0 0,-1 1 0 0 0,1 0 0 0 0,-1 1 0 0 0,-14 2 0 0 0,12 1-71 0 0,0 0 1 0 0,0 1-1 0 0,0 1 0 0 0,1 0 1 0 0,0 1-1 0 0,0 1 0 0 0,1 0 1 0 0,-24 19-1 0 0,11-5-119 0 0,1 2 1 0 0,1 1-1 0 0,2 1 0 0 0,0 1 1 0 0,2 2-1 0 0,1-1 0 0 0,1 2 1 0 0,-24 54-1 0 0,19-29-168 0 0,3 1 0 0 0,3 0 1 0 0,2 2-1 0 0,2 0 0 0 0,3 0 0 0 0,3 1 1 0 0,2 1-1 0 0,3 81 0 0 0,5-108-28 0 0,1-1-1 0 0,2 1 0 0 0,1-1 0 0 0,2 0 1 0 0,1 0-1 0 0,2-1 0 0 0,0-1 1 0 0,2 0-1 0 0,2 0 0 0 0,1-1 1 0 0,32 45-1 0 0,-25-44-121 0 0,2 0 1 0 0,1-1-1 0 0,1-2 1 0 0,1-1-1 0 0,2-1 1 0 0,0-1-1 0 0,2-2 1 0 0,1-1-1 0 0,57 28 0 0 0,-27-21-135 0 0,2-2 0 0 0,0-4 0 0 0,2-2 0 0 0,84 14-1 0 0,-108-28 165 0 0,0-1 0 0 0,1-2 0 0 0,-1-2 0 0 0,0-2 0 0 0,1-2 0 0 0,-1-2 0 0 0,83-20 0 0 0,-97 16 308 0 0,-1-1 1 0 0,-1-2-1 0 0,0-1 0 0 0,0-1 0 0 0,-1-1 0 0 0,-1-1 0 0 0,-1-2 0 0 0,0 0 1 0 0,-1-1-1 0 0,-1-2 0 0 0,-1 0 0 0 0,-1-1 0 0 0,-1-1 0 0 0,-1-1 0 0 0,19-33 1 0 0,-15 18 181 0 0,-1-1 0 0 0,-2-1 1 0 0,-2-1-1 0 0,-2-1 1 0 0,-2 0-1 0 0,-1-1 1 0 0,-3 0-1 0 0,-1 0 1 0 0,2-67-1 0 0,-8 48-175 0 0,-4 0 0 0 0,-2 0 0 0 0,-3 0 0 0 0,-23-93 0 0 0,17 105-100 0 0,-3 0-1 0 0,-2 1 1 0 0,-2 1 0 0 0,-2 1 0 0 0,-49-78 0 0 0,59 107-73 0 0,0 1 1 0 0,-2 1-1 0 0,0 1 1 0 0,-1 0-1 0 0,-1 0 1 0 0,-19-14-1 0 0,27 25-10 0 0,0-1 0 0 0,0 1 0 0 0,-1 0 0 0 0,1 1 0 0 0,-1 0 0 0 0,0 0 0 0 0,0 1-1 0 0,0 0 1 0 0,-1 1 0 0 0,1 0 0 0 0,-1 1 0 0 0,0-1 0 0 0,1 2 0 0 0,-1-1 0 0 0,0 2 0 0 0,-10 0 0 0 0,4 2-68 0 0,0 1 1 0 0,0 0-1 0 0,1 1 0 0 0,-1 1 1 0 0,1 1-1 0 0,0 0 1 0 0,1 0-1 0 0,0 2 1 0 0,-15 11-1 0 0,-2 3-1056 0 0,2 2-1 0 0,-46 51 0 0 0,32-28-5794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0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30 325 2304 0 0,'-13'-73'4599'0'0,"5"0"-1"0"0,-1-106 212 0 0,15 209-2449 0 0,6 52-1654 0 0,-4 1 1 0 0,-2 82-1 0 0,-4-64-573 0 0,65 1135 241 0 0,-53-1088-25 0 0,1 37 79 0 0,-14-177-438 0 0,3 29-225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1.5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55 2304 0 0,'-1'-5'574'0'0,"0"0"0"0"0,0-1 0 0 0,0 1 0 0 0,1 0 0 0 0,-1 0-1 0 0,2-8 1 0 0,-1 2 2247 0 0,8 39 1181 0 0,2 4-3679 0 0,23 236 1106 0 0,3 17-3142 0 0,-34-272 1173 0 0,3 18-345 0 0,3-15-3095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1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171 141 456 0 0,'3'-39'1488'0'0,"-3"37"-1348"0"0,1 1 0 0 0,-2-1 0 0 0,1 1 0 0 0,0-1 0 0 0,0 1-1 0 0,0-1 1 0 0,-1 1 0 0 0,1-1 0 0 0,-1 1 0 0 0,1-1 0 0 0,-1 1 0 0 0,1-1 0 0 0,-1 1-1 0 0,0 0 1 0 0,0-1 0 0 0,0 1 0 0 0,0 0 0 0 0,0 0 0 0 0,0-1 0 0 0,0 1-1 0 0,0 0 1 0 0,-2-1 0 0 0,2 2-59 0 0,0 0 0 0 0,0 0 0 0 0,0 0 0 0 0,0 0 0 0 0,0 0 0 0 0,0 0 0 0 0,0 0 0 0 0,0 0 0 0 0,0 1 0 0 0,0-1 0 0 0,0 0 0 0 0,0 1 0 0 0,0-1 0 0 0,0 0 0 0 0,0 1 0 0 0,0-1 0 0 0,0 1 0 0 0,1 0 0 0 0,-1-1 0 0 0,0 1 1 0 0,0 0-1 0 0,1-1 0 0 0,-2 3 0 0 0,-17 19 845 0 0,18-21-876 0 0,-22 33 596 0 0,1 1 0 0 0,2 1 0 0 0,-29 73 0 0 0,47-103-642 0 0,4-5-6 0 0,10-13-3 0 0,14-21 72 0 0,-14 9 93 0 0,0 0-1 0 0,-2 0 1 0 0,-1-1 0 0 0,8-30-1 0 0,-7 21 474 0 0,19-44 1 0 0,-29 77-590 0 0,1 1 0 0 0,-1-1 0 0 0,1 0 1 0 0,-1 0-1 0 0,1 0 0 0 0,-1 0 0 0 0,1 1 1 0 0,0-1-1 0 0,-1 0 0 0 0,1 0 0 0 0,0 1 1 0 0,0-1-1 0 0,0 1 0 0 0,0-1 0 0 0,-1 1 1 0 0,1-1-1 0 0,0 1 0 0 0,0-1 0 0 0,0 1 1 0 0,0 0-1 0 0,0 0 0 0 0,0-1 0 0 0,0 1 1 0 0,0 0-1 0 0,0 0 0 0 0,0 0 0 0 0,0 0 1 0 0,0 0-1 0 0,0 0 0 0 0,0 0 0 0 0,0 1 1 0 0,0-1-1 0 0,0 0 0 0 0,0 0 0 0 0,0 1 1 0 0,0-1-1 0 0,0 1 0 0 0,0-1 0 0 0,-1 1 1 0 0,3 0-1 0 0,5 4 323 0 0,0 1 1 0 0,0-1-1 0 0,11 12 1 0 0,-2-3 43 0 0,4-1-253 0 0,0 0-1 0 0,1-1 1 0 0,1-2 0 0 0,-1 0-1 0 0,29 7 1 0 0,-21-8-334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2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49 1840 0 0,'-13'-14'2482'0'0,"9"9"-1134"0"0,0 0 0 0 0,-1 0 0 0 0,1 1-1 0 0,-1-1 1 0 0,-10-6 0 0 0,17 46 1460 0 0,-4 80-1385 0 0,0-81-1103 0 0,1 0-1 0 0,2-1 0 0 0,1 1 1 0 0,9 41-1 0 0,-10-69-241 0 0,0-1 0 0 0,1 1 0 0 0,0-1 0 0 0,0 1 0 0 0,0-1 0 0 0,1 0 0 0 0,0 0 1 0 0,0 0-1 0 0,0 0 0 0 0,1 0 0 0 0,-1-1 0 0 0,1 0 0 0 0,0 1 0 0 0,1-1 0 0 0,-1-1 0 0 0,1 1 0 0 0,-1-1 0 0 0,1 1 0 0 0,0-1 0 0 0,0-1 0 0 0,1 1 0 0 0,-1-1 0 0 0,7 2 0 0 0,-2-1 5 0 0,1-1 1 0 0,0-1-1 0 0,-1 0 1 0 0,1 0-1 0 0,0-1 1 0 0,0-1-1 0 0,-1 0 0 0 0,1 0 1 0 0,0-1-1 0 0,-1 0 1 0 0,17-6-1 0 0,2-2-869 0 0,0-2-1 0 0,37-21 1 0 0,11-15-7636 0 0,-58 35 3925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2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16 4609 0 0,'-20'-15'10285'0'0,"24"28"-6889"0"0,-3-10-3691 0 0,45 144 3393 0 0,-28-86-2969 0 0,26 64 0 0 0,-5-37-2017 0 0,-28-63-2441 0 0,3 5-2179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2.9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3225 0 0,'1'28'4819'0'0,"3"19"-2404"0"0,1 20-1154 0 0,-4 53 753 0 0,-2-62-1225 0 0,3 0-1 0 0,14 92 0 0 0,-16-147-1035 0 0,6 23-234 0 0,-1-16-2605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3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86 3569 0 0,'3'-31'-300'0'0,"-2"27"790"0"0,0 1 0 0 0,0 0 0 0 0,0 0 0 0 0,1 0 0 0 0,-1 0 0 0 0,1 0 0 0 0,-1 0 0 0 0,1 1 0 0 0,0-1 0 0 0,3-3 0 0 0,-3 4-1 0 0,1 0-1 0 0,-1 1 0 0 0,0-1 1 0 0,0 0-1 0 0,1 1 0 0 0,-1 0 1 0 0,1-1-1 0 0,0 1 0 0 0,-1 0 1 0 0,1 0-1 0 0,0 1 0 0 0,3-2 1 0 0,26 2 913 0 0,-20 2-1110 0 0,1 1 1 0 0,-1 0-1 0 0,0 1 0 0 0,-1 0 1 0 0,1 1-1 0 0,-1 0 0 0 0,1 1 0 0 0,-2 0 1 0 0,20 15-1 0 0,3 7 221 0 0,47 49 1 0 0,-50-47-1110 0 0,44 36 0 0 0,-54-52-682 0 0,0 1-3289 0 0,-3-4-1178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3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2 165 7834 0 0,'-2'0'696'0'0,"2"-2"-560"0"0,3 1-136 0 0,-1-1 0 0 0,1 2 664 0 0,0-1 104 0 0,1-1 16 0 0,5-2 8 0 0,4-2-87 0 0,8-3-9 0 0,7-3-8 0 0,2-2 0 0 0,2-3-616 0 0,1 0-72 0 0,-1-1-112 0 0,-1 0 24 0 0,2-2 88 0 0,-2-1 0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4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56 253 5529 0 0,'-3'-1'260'0'0,"0"0"0"0"0,-1-1 0 0 0,1 1 0 0 0,0 0 0 0 0,0-1 0 0 0,0 0-1 0 0,0 0 1 0 0,0 0 0 0 0,0 0 0 0 0,0 0 0 0 0,0 0 0 0 0,1-1 0 0 0,-1 0 0 0 0,1 1 0 0 0,0-1-1 0 0,-2-3 1 0 0,2 2-45 0 0,1 1 0 0 0,1 0 0 0 0,-1 0-1 0 0,0-1 1 0 0,1 1 0 0 0,-1 0-1 0 0,1-1 1 0 0,0 1 0 0 0,0-1 0 0 0,1 1-1 0 0,-1 0 1 0 0,1-1 0 0 0,-1 1-1 0 0,1 0 1 0 0,0 0 0 0 0,0-1 0 0 0,2-3-1 0 0,3-6 80 0 0,0 1 0 0 0,1-1 0 0 0,0 2 0 0 0,1-1 0 0 0,13-15 1 0 0,-16 20-137 0 0,1 1 0 0 0,0 0 0 0 0,0 1 0 0 0,0-1 0 0 0,1 1 0 0 0,-1 1 0 0 0,1-1 0 0 0,0 1 0 0 0,1 0 1 0 0,11-4-1 0 0,-17 7-127 0 0,0 0 0 0 0,0 1 0 0 0,0-1 0 0 0,0 1 1 0 0,0 0-1 0 0,0 0 0 0 0,-1 0 0 0 0,1 0 0 0 0,0 0 1 0 0,0 0-1 0 0,0 0 0 0 0,0 0 0 0 0,0 1 0 0 0,0-1 1 0 0,0 1-1 0 0,0-1 0 0 0,-1 1 0 0 0,1 0 0 0 0,0 0 1 0 0,0 0-1 0 0,1 1 0 0 0,0 1-24 0 0,-1-1 1 0 0,0 0-1 0 0,0 1 0 0 0,-1-1 1 0 0,1 1-1 0 0,0-1 0 0 0,-1 1 1 0 0,0 0-1 0 0,1 0 0 0 0,-1-1 1 0 0,0 1-1 0 0,0 4 0 0 0,2 8 6 0 0,-1 0 0 0 0,-1 0 0 0 0,0 0-1 0 0,-2 19 1 0 0,1-31 38 0 0,-2 28-8 0 0,1-22-37 0 0,0 0 0 0 0,0 0-1 0 0,1 0 1 0 0,0 0 0 0 0,1 0 0 0 0,0-1 0 0 0,0 1 0 0 0,4 12 0 0 0,-3-19-5 0 0,-1 0 1 0 0,1 0-1 0 0,-1 0 1 0 0,1 0-1 0 0,0 0 1 0 0,0 0-1 0 0,0-1 1 0 0,0 1-1 0 0,0 0 1 0 0,0-1-1 0 0,0 0 1 0 0,1 1-1 0 0,-1-1 1 0 0,0 0-1 0 0,1 0 1 0 0,-1-1-1 0 0,1 1 1 0 0,-1 0-1 0 0,5 0 1 0 0,56 4 37 0 0,-51-4-36 0 0,14-1 5 0 0,-16 0 11 0 0,0 0-1 0 0,0 0 1 0 0,0 1 0 0 0,-1 1-1 0 0,20 4 1 0 0,-26-5-11 0 0,-1 1-1 0 0,1-1 1 0 0,-1 0 0 0 0,1 1-1 0 0,-1-1 1 0 0,0 1 0 0 0,0 0-1 0 0,0 0 1 0 0,0 0 0 0 0,0 0-1 0 0,0 0 1 0 0,0 0 0 0 0,0 0-1 0 0,-1 1 1 0 0,1-1-1 0 0,-1 0 1 0 0,0 1 0 0 0,0 0-1 0 0,0-1 1 0 0,0 1 0 0 0,0 0-1 0 0,-1-1 1 0 0,1 1 0 0 0,-1 0-1 0 0,1 0 1 0 0,-1 2 0 0 0,0 9 235 0 0,0 0 1 0 0,-1 0 0 0 0,-1 0 0 0 0,0 0 0 0 0,0-1-1 0 0,-7 19 1 0 0,-32 75-1240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6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168 560 6913 0 0,'-12'-8'491'0'0,"0"0"-1"0"0,0 0 1 0 0,1-1-1 0 0,0-1 1 0 0,1 0-1 0 0,0 0 1 0 0,1-1-1 0 0,0-1 1 0 0,0 1-1 0 0,1-1 1 0 0,1-1-1 0 0,0 0 0 0 0,0 1 1 0 0,2-2-1 0 0,-1 1 1 0 0,-5-28-1 0 0,7 20-221 0 0,0-1 0 0 0,2 0 0 0 0,1 0 0 0 0,0 0 0 0 0,2 0 0 0 0,5-33 0 0 0,-5 46-221 0 0,0 0 1 0 0,1 1 0 0 0,0-1 0 0 0,1 0-1 0 0,0 1 1 0 0,1 0 0 0 0,-1 0 0 0 0,1 0-1 0 0,1 0 1 0 0,0 0 0 0 0,0 1 0 0 0,0 0-1 0 0,1 0 1 0 0,0 0 0 0 0,0 1 0 0 0,1 0-1 0 0,0 0 1 0 0,14-9 0 0 0,-20 14-53 0 0,1 1 0 0 0,-1-1 0 0 0,0 0 0 0 0,1 1 0 0 0,-1-1 0 0 0,1 1-1 0 0,-1-1 1 0 0,1 1 0 0 0,-1 0 0 0 0,1 0 0 0 0,-1 0 0 0 0,1-1 0 0 0,-1 1 0 0 0,1 1 0 0 0,-1-1 0 0 0,1 0 0 0 0,-1 0 0 0 0,1 0 0 0 0,-1 1 0 0 0,1-1 0 0 0,2 2 0 0 0,-2-1-1 0 0,0 1 0 0 0,0-1 1 0 0,0 1-1 0 0,-1 0 1 0 0,1 0-1 0 0,0-1 0 0 0,-1 1 1 0 0,1 0-1 0 0,-1 1 1 0 0,1-1-1 0 0,-1 0 0 0 0,1 3 1 0 0,3 7 10 0 0,-1 1 0 0 0,0 0 0 0 0,4 26 0 0 0,-7-32 12 0 0,18 154-265 0 0,-16-113 3 0 0,2 0 1 0 0,3 0-1 0 0,26 91 1 0 0,-30-129 206 0 0,0-1 1 0 0,0 0-1 0 0,1 0 1 0 0,0 0 0 0 0,1 0-1 0 0,-1-1 1 0 0,2 0-1 0 0,12 13 1 0 0,-17-19 28 0 0,0 0 0 0 0,1 0 1 0 0,-1 0-1 0 0,1 0 0 0 0,0 0 0 0 0,-1-1 1 0 0,1 1-1 0 0,0-1 0 0 0,0 0 0 0 0,0 0 0 0 0,0 0 1 0 0,0 0-1 0 0,0 0 0 0 0,0-1 0 0 0,0 1 1 0 0,0-1-1 0 0,0 0 0 0 0,1 0 0 0 0,-1 0 0 0 0,0-1 1 0 0,0 1-1 0 0,0-1 0 0 0,0 1 0 0 0,0-1 1 0 0,0 0-1 0 0,0 0 0 0 0,0 0 0 0 0,0-1 1 0 0,0 1-1 0 0,-1-1 0 0 0,1 1 0 0 0,3-4 0 0 0,4-3 66 0 0,-1-1 0 0 0,0-1-1 0 0,0 1 1 0 0,0-2 0 0 0,-2 1 0 0 0,1-1-1 0 0,-1 0 1 0 0,-1-1 0 0 0,0 0-1 0 0,0 0 1 0 0,-2 0 0 0 0,1 0-1 0 0,-1-1 1 0 0,2-13 0 0 0,-5 19 15 0 0,0 0 1 0 0,0 0-1 0 0,-1 0 0 0 0,0-1 1 0 0,0 1-1 0 0,0 0 1 0 0,-1 0-1 0 0,0 0 1 0 0,-1 0-1 0 0,0 0 1 0 0,0 0-1 0 0,-3-7 0 0 0,3 10-16 0 0,-1-1 0 0 0,0 1 0 0 0,0-1-1 0 0,0 1 1 0 0,0 0 0 0 0,-1 0 0 0 0,0 1-1 0 0,0-1 1 0 0,0 1 0 0 0,0 0 0 0 0,0 0-1 0 0,-1 0 1 0 0,1 0 0 0 0,-1 1-1 0 0,0-1 1 0 0,0 1 0 0 0,0 1 0 0 0,-5-2-1 0 0,0 1 64 0 0,1 0-1 0 0,-1 1 0 0 0,0 0 0 0 0,-1 0 1 0 0,1 1-1 0 0,0 1 0 0 0,0 0 0 0 0,0 0 1 0 0,0 1-1 0 0,1 0 0 0 0,-20 7 0 0 0,-38 20-1117 0 0,8 6-4621 0 0,42-24-342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6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54 349 8290 0 0,'-4'-1'237'0'0,"-27"-2"169"0"0,31 3-352 0 0,-1 0 1 0 0,0 0-1 0 0,0 0 1 0 0,1 0 0 0 0,-1 0-1 0 0,0-1 1 0 0,0 1-1 0 0,1 0 1 0 0,-1 0-1 0 0,0 0 1 0 0,1-1-1 0 0,-1 1 1 0 0,0 0-1 0 0,1-1 1 0 0,-1 1 0 0 0,0-1-1 0 0,1 1 1 0 0,-1-1-1 0 0,1 1 1 0 0,-1-1-1 0 0,1 1 1 0 0,-1-1-1 0 0,1 1 1 0 0,-1-1-1 0 0,1 0 1 0 0,0 1 0 0 0,-1-1-1 0 0,1 0 1 0 0,0 1-1 0 0,-1-1 1 0 0,1-1-1 0 0,1 1 36 0 0,-1 1 1 0 0,1-1-1 0 0,-1 0 0 0 0,1 1 0 0 0,0-1 0 0 0,0 0 0 0 0,-1 1 0 0 0,1-1 0 0 0,0 1 1 0 0,0-1-1 0 0,0 1 0 0 0,0 0 0 0 0,0-1 0 0 0,-1 1 0 0 0,1 0 0 0 0,0 0 1 0 0,0 0-1 0 0,0-1 0 0 0,0 1 0 0 0,0 0 0 0 0,0 0 0 0 0,0 0 0 0 0,0 0 0 0 0,0 1 1 0 0,0-1-1 0 0,1 0 0 0 0,31 5 580 0 0,-30-5-610 0 0,101 23 288 0 0,47 7 514 0 0,-132-27-792 0 0,-1-2-1 0 0,1 0 1 0 0,-1-1 0 0 0,1-1-1 0 0,-1-1 1 0 0,22-4-1 0 0,-39 5-23 0 0,1 1-1 0 0,-1-1 1 0 0,1 1-1 0 0,0-1 1 0 0,-1 0-1 0 0,1 0 1 0 0,-1 1 0 0 0,0-1-1 0 0,1 0 1 0 0,-1 0-1 0 0,0 0 1 0 0,0-1-1 0 0,1 1 1 0 0,-1 0-1 0 0,0 0 1 0 0,0-1-1 0 0,0 1 1 0 0,0 0-1 0 0,-1-1 1 0 0,1 1-1 0 0,0-1 1 0 0,-1 1-1 0 0,1-1 1 0 0,0 0 0 0 0,-1 1-1 0 0,0-1 1 0 0,1 1-1 0 0,-1-1 1 0 0,0 0-1 0 0,0 1 1 0 0,0-1-1 0 0,0 0 1 0 0,0 1-1 0 0,-1-1 1 0 0,1 0-1 0 0,0 1 1 0 0,-1-1-1 0 0,1 0 1 0 0,-2-2-1 0 0,-2-7 395 0 0,0-1-1 0 0,-1 0 0 0 0,0 1 1 0 0,-8-10-1 0 0,12 18-406 0 0,-18-26 879 0 0,-36-44 0 0 0,-9-14-1869 0 0,56 75-1232 0 0,1-1 1 0 0,-10-25-1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6.8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78 6913 0 0,'-2'3'-55'0'0,"0"0"-1"0"0,1 1 0 0 0,0-1 0 0 0,-1 0 0 0 0,1 1 0 0 0,0 0 0 0 0,1-1 0 0 0,-1 1 0 0 0,1-1 0 0 0,-1 1 0 0 0,1 0 0 0 0,1 4 0 0 0,-2 7 54 0 0,0-4 246 0 0,1 0 0 0 0,0 1-1 0 0,1-1 1 0 0,0 0 0 0 0,1 0 0 0 0,0 0-1 0 0,1 0 1 0 0,0 0 0 0 0,8 17 0 0 0,-10-25-155 0 0,1 1-1 0 0,-1-1 1 0 0,1 0 0 0 0,0 0 0 0 0,0 0 0 0 0,0 0-1 0 0,1-1 1 0 0,-1 1 0 0 0,1-1 0 0 0,-1 1 0 0 0,1-1 0 0 0,0 0-1 0 0,0 0 1 0 0,0 0 0 0 0,0 0 0 0 0,0 0 0 0 0,0-1 0 0 0,0 0-1 0 0,1 1 1 0 0,-1-1 0 0 0,0 0 0 0 0,1-1 0 0 0,-1 1-1 0 0,1-1 1 0 0,-1 1 0 0 0,1-1 0 0 0,0 0 0 0 0,-1 0 0 0 0,1-1-1 0 0,-1 1 1 0 0,1-1 0 0 0,-1 1 0 0 0,0-1 0 0 0,6-3 0 0 0,-2 2 124 0 0,-1-1 1 0 0,0-1-1 0 0,0 1 1 0 0,0-1-1 0 0,-1 0 1 0 0,1-1 0 0 0,-1 1-1 0 0,0-1 1 0 0,-1 0-1 0 0,1 0 1 0 0,-1-1-1 0 0,0 1 1 0 0,0-1 0 0 0,0 0-1 0 0,-1 0 1 0 0,0 0-1 0 0,0-1 1 0 0,-1 1-1 0 0,0-1 1 0 0,0 1-1 0 0,0-1 1 0 0,1-9 0 0 0,-2 8-70 0 0,1-1 0 0 0,-1 0 0 0 0,-1 0 0 0 0,1 0 0 0 0,-2 0 0 0 0,1 0 0 0 0,-1 0 0 0 0,0 0 0 0 0,-1 1 0 0 0,0-1 0 0 0,-1 0 0 0 0,0 1 0 0 0,0 0 0 0 0,0-1 0 0 0,-1 1 0 0 0,-9-13 0 0 0,11 19-112 0 0,0-1 0 0 0,0 1 0 0 0,0 0 1 0 0,-1 0-1 0 0,1 0 0 0 0,0 0 0 0 0,-1 1 0 0 0,1-1 1 0 0,-1 1-1 0 0,0-1 0 0 0,1 1 0 0 0,-1 0 1 0 0,0 0-1 0 0,0 0 0 0 0,0 1 0 0 0,0-1 0 0 0,0 1 1 0 0,0-1-1 0 0,-4 1 0 0 0,1 0-132 0 0,0 1 0 0 0,1 0 0 0 0,-1 0 0 0 0,0 0 0 0 0,1 1 0 0 0,-1 0 0 0 0,1 0 0 0 0,0 0 0 0 0,-7 4 0 0 0,-9 7-967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7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6449 0 0,'7'-7'5223'0'0,"32"-27"-2735"0"0,82-41-105 0 0,-37 30-5398 0 0,-69 38-1951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7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 3225 0 0,'-7'0'148'0'0,"0"0"1"0"0,0 1 0 0 0,0-1 0 0 0,0 1 0 0 0,0 1-1 0 0,0-1 1 0 0,1 1 0 0 0,-9 4 0 0 0,12-5 79 0 0,1 1 0 0 0,-1-1 0 0 0,1 1 1 0 0,0 0-1 0 0,-1-1 0 0 0,1 1 1 0 0,0 0-1 0 0,0 0 0 0 0,0 1 0 0 0,0-1 1 0 0,1 0-1 0 0,-1 1 0 0 0,1-1 0 0 0,-1 1 1 0 0,1-1-1 0 0,0 1 0 0 0,0-1 1 0 0,0 1-1 0 0,0 0 0 0 0,1 0 0 0 0,-1-1 1 0 0,1 1-1 0 0,-1 3 0 0 0,1 10 370 0 0,0 0-1 0 0,1 0 1 0 0,1-1 0 0 0,1 1-1 0 0,0-1 1 0 0,1 1 0 0 0,0-1-1 0 0,1 0 1 0 0,7 14 0 0 0,28 51-468 0 0,4-6-3986 0 0,-41-70 3472 0 0,19 33-4732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57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96 13827 0 0,'11'-7'579'0'0,"0"0"-1"0"0,1 0 1 0 0,0 1 0 0 0,16-6-1 0 0,-14 6-277 0 0,9-4-119 0 0,0 1 1 0 0,0 2-1 0 0,1 0 0 0 0,0 1 0 0 0,0 2 1 0 0,28-2-1 0 0,-37 5-387 0 0,-1 0 0 0 0,1 2 0 0 0,-1 0-1 0 0,1 0 1 0 0,-1 1 0 0 0,0 1 0 0 0,0 1 0 0 0,0 0 0 0 0,0 0 0 0 0,0 2 0 0 0,21 11-1 0 0,-3 2-786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0.9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89 456 0 0,'-50'-41'2660'0'0,"40"31"-1414"0"0,-1 1-1 0 0,0-1 1 0 0,-17-9 0 0 0,45 37 5210 0 0,27 34-5336 0 0,-25-29-219 0 0,36 41-164 0 0,3-2 1 0 0,101 84-1 0 0,-104-105-888 0 0,26 22-4123 0 0,-65-47-1111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1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19 329 5529 0 0,'0'1'55'0'0,"-1"-1"-1"0"0,0 0 0 0 0,0 0 1 0 0,1 0-1 0 0,-1-1 0 0 0,0 1 1 0 0,0 0-1 0 0,1 0 0 0 0,-1 0 1 0 0,0 0-1 0 0,1-1 0 0 0,-1 1 1 0 0,0 0-1 0 0,0-1 0 0 0,1 1 1 0 0,-1 0-1 0 0,1-1 0 0 0,-1 1 1 0 0,0-1-1 0 0,1 1 0 0 0,-1-1 1 0 0,1 1-1 0 0,-1-1 0 0 0,1 1 1 0 0,0-1-1 0 0,-1 0 0 0 0,1 1 1 0 0,-1-2-1 0 0,9-19 1436 0 0,-6 17-1515 0 0,9-14 340 0 0,1 1 0 0 0,1 0 0 0 0,0 1 0 0 0,1 1 0 0 0,28-24 0 0 0,10-12-461 0 0,59-51-5494 0 0,-92 83 5119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1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 5065 0 0,'-3'0'121'0'0,"0"1"1"0"0,1-1-1 0 0,-1 1 0 0 0,0 0 1 0 0,0 0-1 0 0,0 0 0 0 0,1 0 1 0 0,-1 1-1 0 0,1-1 0 0 0,-1 1 1 0 0,1-1-1 0 0,-1 1 0 0 0,1 0 1 0 0,0 0-1 0 0,0 0 0 0 0,0 0 1 0 0,0 0-1 0 0,0 1 0 0 0,1-1 1 0 0,-1 1-1 0 0,0-1 0 0 0,1 1 1 0 0,0 0-1 0 0,-2 3 0 0 0,-2 7 281 0 0,0 0 0 0 0,1 1 0 0 0,-4 21 0 0 0,7-30-306 0 0,-2 6-10 0 0,1 0-1 0 0,0 0 1 0 0,1 0 0 0 0,1 21 0 0 0,0-30-84 0 0,0 0 1 0 0,0 0-1 0 0,1 0 0 0 0,-1 0 0 0 0,0 0 1 0 0,1 0-1 0 0,0-1 0 0 0,-1 1 0 0 0,1 0 1 0 0,0 0-1 0 0,0-1 0 0 0,0 1 0 0 0,0 0 1 0 0,0-1-1 0 0,0 1 0 0 0,0-1 0 0 0,1 0 1 0 0,-1 1-1 0 0,0-1 0 0 0,1 0 0 0 0,-1 0 1 0 0,1 0-1 0 0,-1 0 0 0 0,1 0 0 0 0,0 0 1 0 0,0 0-1 0 0,-1 0 0 0 0,1-1 0 0 0,0 1 1 0 0,0-1-1 0 0,0 1 0 0 0,0-1 0 0 0,-1 0 0 0 0,1 0 1 0 0,0 1-1 0 0,2-2 0 0 0,11 0 72 0 0,0-1 0 0 0,0 0 0 0 0,0-2 0 0 0,0 0-1 0 0,17-6 1 0 0,42-11 410 0 0,-67 19-442 0 0,0 1-1 0 0,0 1 1 0 0,-1-1 0 0 0,1 1-1 0 0,0 1 1 0 0,0-1-1 0 0,0 1 1 0 0,12 3 0 0 0,-17-4-48 0 0,-1 1 1 0 0,1 0 0 0 0,-1-1-1 0 0,1 1 1 0 0,-1 0 0 0 0,1 0-1 0 0,-1-1 1 0 0,1 1-1 0 0,-1 0 1 0 0,0 1 0 0 0,1-1-1 0 0,-1 0 1 0 0,0 0 0 0 0,0 0-1 0 0,0 1 1 0 0,0-1-1 0 0,0 1 1 0 0,0-1 0 0 0,0 1-1 0 0,0 1 1 0 0,0 0 47 0 0,0 0 1 0 0,0 0-1 0 0,-1 0 0 0 0,0 1 1 0 0,1-1-1 0 0,-1 0 0 0 0,0 0 1 0 0,-1 0-1 0 0,1 1 0 0 0,-1 3 1 0 0,-3 8-496 0 0,-1 0 1 0 0,0-1 0 0 0,-12 24 0 0 0,11-25-1196 0 0,-5 10-2007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1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4145 0 0,'0'-3'492'0'0,"0"1"0"0"0,0-1 0 0 0,1 0 0 0 0,-1 0 0 0 0,1 1 0 0 0,0-1 0 0 0,0 1 0 0 0,2-5 0 0 0,13-13 296 0 0,-14 18-953 0 0,0 1 0 0 0,0 0 0 0 0,0 0 0 0 0,0 0 0 0 0,1 0 0 0 0,-1 0-1 0 0,0 0 1 0 0,0 1 0 0 0,1-1 0 0 0,-1 1 0 0 0,0-1 0 0 0,1 1 0 0 0,-1 0-1 0 0,1 0 1 0 0,-1 0 0 0 0,0 0 0 0 0,1 0 0 0 0,-1 1 0 0 0,0-1 0 0 0,1 1-1 0 0,-1 0 1 0 0,0-1 0 0 0,0 1 0 0 0,0 0 0 0 0,1 0 0 0 0,-1 1 0 0 0,0-1-1 0 0,0 0 1 0 0,-1 1 0 0 0,1-1 0 0 0,2 2 0 0 0,4 6 153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1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1840 0 0,'0'0'160'0'0,"0"-1"-160"0"0,2 1 0 0 0,-1-2 336 0 0,1 2 33 0 0,-1-1 7 0 0,2-1 0 0 0,1-1-160 0 0,4-3-32 0 0,2 0-8 0 0,-1-1 0 0 0,0 1-176 0 0,0-1 0 0 0,1 1 0 0 0,-1-3 0 0 0,1-1 0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2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14 3225 0 0,'-7'-8'77'0'0,"7"8"-50"0"0,0 0 0 0 0,0-1-1 0 0,0 1 1 0 0,0 0 0 0 0,0 0 0 0 0,0 0-1 0 0,0-1 1 0 0,0 1 0 0 0,0 0 0 0 0,0 0-1 0 0,0 0 1 0 0,0-1 0 0 0,1 1 0 0 0,-1 0-1 0 0,0 0 1 0 0,0 0 0 0 0,0-1 0 0 0,0 1-1 0 0,0 0 1 0 0,0 0 0 0 0,1 0 0 0 0,-1 0-1 0 0,0 0 1 0 0,0-1 0 0 0,0 1 0 0 0,0 0-1 0 0,1 0 1 0 0,-1 0 0 0 0,0 0 0 0 0,0 0-1 0 0,0 0 1 0 0,0 0 0 0 0,1 0 0 0 0,-1 0-1 0 0,0 0 1 0 0,0-1 0 0 0,1 1 0 0 0,-1 0-1 0 0,2 1 1015 0 0,3 0-306 0 0,2 2-542 0 0,0 0 0 0 0,-1 1-1 0 0,1 0 1 0 0,-1 0 0 0 0,1 0-1 0 0,-1 1 1 0 0,-1 0 0 0 0,1 0-1 0 0,-1 0 1 0 0,0 1 0 0 0,0 0-1 0 0,0 0 1 0 0,-1 0 0 0 0,6 10 0 0 0,2 5 85 0 0,-2 0 1 0 0,0 0 0 0 0,12 38-1 0 0,-21-54-296 0 0,0 0 0 0 0,0 0 0 0 0,-1 1 1 0 0,1-1-1 0 0,-1 0 0 0 0,-1 6 0 0 0,2 24 1964 0 0,-1-35-1815 0 0,1 1 1 0 0,-1-1 0 0 0,1 0 0 0 0,-1 1 0 0 0,1-1 0 0 0,-1 1 0 0 0,1-1 0 0 0,-1 0 0 0 0,1 1 0 0 0,0-1 0 0 0,-1 0 0 0 0,1 0 0 0 0,-1 1 0 0 0,1-1 0 0 0,0 0-1 0 0,-1 0 1 0 0,1 0 0 0 0,-1 0 0 0 0,1 0 0 0 0,0 0 0 0 0,-1 0 0 0 0,1 0 0 0 0,0 0 0 0 0,-1 0 0 0 0,1 0 0 0 0,0 0 0 0 0,-1 0 0 0 0,1-1 0 0 0,-1 1-1 0 0,1 0 1 0 0,0 0 0 0 0,-1-1 0 0 0,1 1 0 0 0,0-1 0 0 0,24-11 116 0 0,-24 12-111 0 0,34-22-1447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2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11522 0 0,'-2'0'1025'0'0,"1"0"-825"0"0,2 2-776 0 0,9-1-1833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3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10594 0 0,'0'0'1072'0'0,"16"23"-630"0"0,19 15 399 0 0,-3 2 1 0 0,-1 2-1 0 0,-2 0 1 0 0,32 65-1 0 0,-38-59-2253 0 0,-3 1-1 0 0,18 61 0 0 0,-34-94-591 0 0,1-4-1900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23 241 2761 0 0,'-3'-3'58'0'0,"1"1"1"0"0,0-1-1 0 0,0 0 1 0 0,0 0-1 0 0,0 0 1 0 0,1 0-1 0 0,-1 0 1 0 0,1-1-1 0 0,0 1 1 0 0,0 0-1 0 0,0-1 1 0 0,0 1-1 0 0,1-1 1 0 0,-1 1-1 0 0,1-1 1 0 0,0 1-1 0 0,0-1 1 0 0,0 1-1 0 0,0-1 0 0 0,1 1 1 0 0,-1-1-1 0 0,1 1 1 0 0,0 0-1 0 0,0-1 1 0 0,0 1-1 0 0,1 0 1 0 0,-1 0-1 0 0,3-4 1 0 0,2-7 442 0 0,1 1 0 0 0,0 0 0 0 0,1 0 0 0 0,1 1 0 0 0,12-16 0 0 0,-17 24-264 0 0,-1 0 0 0 0,1 0 0 0 0,0 0 0 0 0,0 0 0 0 0,0 1 0 0 0,1 0 0 0 0,-1 0 0 0 0,1 0 0 0 0,0 0 0 0 0,0 1 0 0 0,0 0 0 0 0,0 0 0 0 0,0 0-1 0 0,0 0 1 0 0,1 1 0 0 0,-1 0 0 0 0,0 0 0 0 0,7 0 0 0 0,-10 1-140 0 0,1 0-1 0 0,0 1 0 0 0,-1-1 1 0 0,1 1-1 0 0,-1-1 1 0 0,1 1-1 0 0,0 0 0 0 0,-1 0 1 0 0,0 0-1 0 0,1 1 1 0 0,-1-1-1 0 0,0 1 0 0 0,0-1 1 0 0,1 1-1 0 0,-1-1 1 0 0,0 1-1 0 0,2 3 0 0 0,-1-1 6 0 0,0 0-1 0 0,-1 0 1 0 0,1 1-1 0 0,-1-1 0 0 0,0 1 1 0 0,0-1-1 0 0,0 1 0 0 0,1 7 1 0 0,0 6 86 0 0,0 0-1 0 0,-1 0 1 0 0,-1-1 0 0 0,-2 19-1 0 0,-1-8 6 0 0,1-20-97 0 0,0 0-1 0 0,0 0 1 0 0,1 1 0 0 0,0-1 0 0 0,1 0-1 0 0,-1 1 1 0 0,2-1 0 0 0,-1 0-1 0 0,1 0 1 0 0,4 12 0 0 0,-5-19-35 0 0,0 0 1 0 0,0 0-1 0 0,0-1 0 0 0,0 1 1 0 0,0 0-1 0 0,1-1 0 0 0,-1 1 1 0 0,0-1-1 0 0,0 1 0 0 0,0-1 1 0 0,0 1-1 0 0,1-1 0 0 0,-1 0 1 0 0,0 0-1 0 0,0 1 0 0 0,1-1 1 0 0,-1 0-1 0 0,0 0 0 0 0,0 0 1 0 0,1-1-1 0 0,-1 1 0 0 0,0 0 1 0 0,0 0-1 0 0,1-1 0 0 0,-1 1 1 0 0,0-1-1 0 0,0 1 0 0 0,0-1 0 0 0,2 0 1 0 0,35-19-6 0 0,19-27-1304 0 0,-21 16-4731 0 0,-22 21 1026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4 202 6913 0 0,'-1'-3'187'0'0,"0"0"-1"0"0,1 0 1 0 0,-1 0-1 0 0,1 0 0 0 0,-1 0 1 0 0,1 0-1 0 0,0 0 1 0 0,1 0-1 0 0,-1 0 0 0 0,0 0 1 0 0,2-4-1 0 0,9-33 1025 0 0,-11 38-1056 0 0,4-9 226 0 0,0 0 1 0 0,1 0 0 0 0,0 1-1 0 0,10-17 1 0 0,-12 23-726 0 0,0 0-1 0 0,1-1 0 0 0,-1 1 1 0 0,1 0-1 0 0,0 1 1 0 0,0-1-1 0 0,0 1 0 0 0,0-1 1 0 0,1 1-1 0 0,-1 0 1 0 0,1 1-1 0 0,5-3 0 0 0,-8 4 271 0 0,-1 1 1 0 0,1 0-1 0 0,-1 0 0 0 0,1-1 0 0 0,-1 1 0 0 0,1 0 0 0 0,-1 0 0 0 0,1 0 0 0 0,-1 1 1 0 0,1-1-1 0 0,-1 0 0 0 0,1 0 0 0 0,-1 1 0 0 0,1-1 0 0 0,-1 1 0 0 0,1 0 0 0 0,-1-1 0 0 0,0 1 1 0 0,1 0-1 0 0,-1 0 0 0 0,0 0 0 0 0,1 0 0 0 0,-1 0 0 0 0,1 1 0 0 0,5 6 74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9 104 1840 0 0,'0'0'-121'0'0,"-8"21"8371"0"0,11-24-7710 0 0,7-7-755 0 0,0-1 0 0 0,0 0 1 0 0,-1-1-1 0 0,0 1 0 0 0,12-24 0 0 0,-16 27-228 0 0,9-15-540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79 2304 0 0,'-1'0'96'0'0,"0"1"-1"0"0,1-1 0 0 0,-1 0 1 0 0,0 0-1 0 0,0 0 0 0 0,1 0 0 0 0,-1 0 1 0 0,0 0-1 0 0,1 0 0 0 0,-1 0 1 0 0,0-1-1 0 0,0 1 0 0 0,1 0 0 0 0,-1 0 1 0 0,0 0-1 0 0,1-1 0 0 0,-1 1 1 0 0,0 0-1 0 0,1-1 0 0 0,-1 1 1 0 0,1-1-1 0 0,-1 1 0 0 0,0-1 0 0 0,1 1 1 0 0,-1-1-1 0 0,1 1 0 0 0,0-1 1 0 0,-1 1-1 0 0,1-1 0 0 0,-1 0 0 0 0,1 1 1 0 0,0-1-1 0 0,-1-1 0 0 0,1 1 142 0 0,0-1 0 0 0,1 0 0 0 0,-1 0-1 0 0,1 0 1 0 0,-1 0 0 0 0,1 1 0 0 0,0-1 0 0 0,-1 0-1 0 0,1 0 1 0 0,0 1 0 0 0,0-1 0 0 0,0 1-1 0 0,2-3 1 0 0,-1 1-83 0 0,1 0 0 0 0,-1-1 0 0 0,1 1 0 0 0,0 1 0 0 0,0-1 0 0 0,0 0 0 0 0,0 1 0 0 0,0-1 0 0 0,1 1-1 0 0,-1 0 1 0 0,1 0 0 0 0,-1 0 0 0 0,1 0 0 0 0,0 1 0 0 0,0 0 0 0 0,-1 0 0 0 0,9-2 0 0 0,-9 3-128 0 0,0 0 0 0 0,1 0 1 0 0,-1 1-1 0 0,0-1 0 0 0,0 1 1 0 0,1 0-1 0 0,-1 0 0 0 0,0 0 1 0 0,0 0-1 0 0,0 0 0 0 0,0 0 0 0 0,0 1 1 0 0,0 0-1 0 0,0 0 0 0 0,-1-1 1 0 0,1 2-1 0 0,-1-1 0 0 0,1 0 0 0 0,-1 0 1 0 0,0 1-1 0 0,0-1 0 0 0,3 4 1 0 0,8 16 55 0 0,-1 0 1 0 0,0 1-1 0 0,-2 0 1 0 0,0 0 0 0 0,8 36-1 0 0,-11-34 502 0 0,2 0 0 0 0,0 0 0 0 0,2-1 0 0 0,26 44 0 0 0,-35-65-592 0 0,0 0 0 0 0,0 0 1 0 0,0-1-1 0 0,1 1 0 0 0,-1-1 0 0 0,1 0 0 0 0,0 1 0 0 0,0-1 1 0 0,0-1-1 0 0,3 3 0 0 0,12 0-4032 0 0,-2-4-907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04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8754 0 0,'-2'12'384'0'0,"1"-6"88"0"0,1 0-376 0 0,0-2-96 0 0,0-1 0 0 0,0-1 0 0 0,0-1 552 0 0,1 2 96 0 0,2 2 24 0 0,1-2 1 0 0,4-2-961 0 0,2-1-193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28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2288 5748 6913 0 0,'0'11'68'0'0,"1"1"-1"0"0,0-1 0 0 0,0 1 1 0 0,1-1-1 0 0,1 0 0 0 0,4 15 0 0 0,2 7-41 0 0,-3-8 126 0 0,2 12 1022 0 0,4 40 0 0 0,-11-68-997 0 0,-1 0 0 0 0,1-1 1 0 0,-1 1-1 0 0,-1 0 0 0 0,0 0 1 0 0,0 0-1 0 0,-1-1 0 0 0,0 1 0 0 0,0 0 1 0 0,-5 10-1 0 0,5-17-114 0 0,1 1 1 0 0,0-1-1 0 0,-1 0 1 0 0,1 0-1 0 0,-1 0 1 0 0,0 0-1 0 0,0 0 0 0 0,0 0 1 0 0,0 0-1 0 0,0-1 1 0 0,0 1-1 0 0,0-1 1 0 0,0 1-1 0 0,-1-1 1 0 0,1 0-1 0 0,-1 0 1 0 0,-3 2-1 0 0,0-2-13 0 0,1 0 0 0 0,0-1 1 0 0,-1 1-1 0 0,1-1 0 0 0,-1 0 0 0 0,1 0 0 0 0,-1-1 1 0 0,-6 0-1 0 0,-7-4 31 0 0,1 0 0 0 0,-1-1 1 0 0,-30-15-1 0 0,11 3 12 0 0,-200-97 145 0 0,169 77-63 0 0,-88-63-1 0 0,23 2 164 0 0,5-6 1 0 0,-194-203-1 0 0,-13-85-25 0 0,255 286-349 0 0,-125-217 0 0 0,-35-170 36 0 0,206 407-22 0 0,4-2-1 0 0,3 0 1 0 0,5-2-1 0 0,3-1 0 0 0,5 0 1 0 0,3-2-1 0 0,5 1 0 0 0,7-155 1 0 0,8 140 7 0 0,5 2 1 0 0,5-1-1 0 0,4 2 1 0 0,5 0-1 0 0,5 2 0 0 0,4 2 1 0 0,61-124-1 0 0,-41 114 15 0 0,5 3 0 0 0,5 3 0 0 0,4 2 0 0 0,4 4 0 0 0,5 3 0 0 0,93-88 0 0 0,-4 29 96 0 0,7 8-1 0 0,6 7 1 0 0,7 9-1 0 0,230-122 1 0 0,-254 162 14 0 0,164-82-41 0 0,-278 151-15 0 0,1 2 0 0 0,0 3-1 0 0,1 2 1 0 0,100-15 0 0 0,-113 25 191 0 0,43-12-1 0 0,-67 13-310 0 0,0 0-1 0 0,0-2 0 0 0,-1 0 0 0 0,0 0 0 0 0,24-16 0 0 0,-25 12-555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2:28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250 1 5985 0 0,'-24'3'-275'0'0,"0"-1"-1"0"0,-42-1 1 0 0,-16 1 2823 0 0,72-1-1842 0 0,7-1-153 0 0,-1 0 0 0 0,1 0 0 0 0,-1 1 0 0 0,1-1 0 0 0,-1 1 0 0 0,1 0 0 0 0,0-1 0 0 0,-1 2 0 0 0,1-1 0 0 0,-6 3 0 0 0,9-3-485 0 0,0-1-1 0 0,0 1 0 0 0,0-1 0 0 0,0 1 0 0 0,0-1 0 0 0,1 1 0 0 0,-1-1 0 0 0,0 1 1 0 0,0-1-1 0 0,0 1 0 0 0,1-1 0 0 0,-1 0 0 0 0,0 1 0 0 0,1-1 0 0 0,-1 1 0 0 0,0-1 0 0 0,1 0 1 0 0,-1 1-1 0 0,1-1 0 0 0,-1 0 0 0 0,0 1 0 0 0,1-1 0 0 0,-1 0 0 0 0,1 0 0 0 0,-1 1 1 0 0,1-1-1 0 0,-1 0 0 0 0,1 0 0 0 0,-1 0 0 0 0,1 0 0 0 0,0 0 0 0 0,17 8-11 0 0,61 15-85 0 0,0-3 0 0 0,96 10 0 0 0,-115-21 12 0 0,3-2 17 0 0,-46-6 3 0 0,0 0-1 0 0,-1 1 1 0 0,0 1-1 0 0,1 1 1 0 0,-1 0 0 0 0,22 9-1 0 0,-36-12 36 0 0,0 0 0 0 0,0 0 1 0 0,0 1-1 0 0,-1-1 0 0 0,1 1 0 0 0,-1-1 0 0 0,1 1 0 0 0,-1-1 0 0 0,0 1 0 0 0,1 0 1 0 0,-1 0-1 0 0,0-1 0 0 0,0 1 0 0 0,0 0 0 0 0,0 0 0 0 0,-1 0 0 0 0,1 0 0 0 0,0 0 1 0 0,-1 1-1 0 0,1-1 0 0 0,-1 0 0 0 0,0 0 0 0 0,0 0 0 0 0,0 0 0 0 0,0 0 0 0 0,0 1 1 0 0,0-1-1 0 0,-1 0 0 0 0,1 0 0 0 0,-1 0 0 0 0,1 0 0 0 0,-1 0 0 0 0,-1 3 0 0 0,-3 9 386 0 0,-1-1-1 0 0,-1 1 1 0 0,-13 21-1 0 0,13-24-329 0 0,-37 61 399 0 0,-41 72 806 0 0,70-113-4283 0 0,-15 41 0 0 0,16-24-3680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19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109 264 3225 0 0,'-5'1'266'0'0,"0"-1"1"0"0,0 0-1 0 0,0 0 1 0 0,0 0-1 0 0,0 0 1 0 0,0-1-1 0 0,0 0 1 0 0,0 0-1 0 0,1-1 1 0 0,-1 1 0 0 0,0-1-1 0 0,1 0 1 0 0,-1 0-1 0 0,1 0 1 0 0,-7-6-1 0 0,8 7-77 0 0,1-1 1 0 0,1 0-1 0 0,-1 1 0 0 0,0-1 0 0 0,0 0 0 0 0,1 0 0 0 0,-1 0 1 0 0,1-1-1 0 0,-1 1 0 0 0,1 0 0 0 0,0 0 0 0 0,0-1 1 0 0,0 1-1 0 0,0-1 0 0 0,1 1 0 0 0,-1-1 0 0 0,1 1 0 0 0,-1-1 1 0 0,1 1-1 0 0,0-1 0 0 0,0 1 0 0 0,0-1 0 0 0,0 0 0 0 0,1 1 1 0 0,-1-1-1 0 0,1 1 0 0 0,-1-1 0 0 0,1 1 0 0 0,0-1 1 0 0,0 1-1 0 0,1-3 0 0 0,8-16 602 0 0,1 1-1 0 0,21-29 1 0 0,-25 40-694 0 0,0 1 0 0 0,0-1 0 0 0,0 1 0 0 0,1 0 0 0 0,1 1 0 0 0,-1 0 1 0 0,13-7-1 0 0,-20 13-94 0 0,1 0 0 0 0,-1 0 1 0 0,1 0-1 0 0,-1 1 0 0 0,1-1 1 0 0,-1 1-1 0 0,1-1 0 0 0,0 1 1 0 0,-1 0-1 0 0,1-1 0 0 0,-1 1 1 0 0,1 0-1 0 0,0 0 0 0 0,-1 0 1 0 0,1 1-1 0 0,0-1 1 0 0,-1 0-1 0 0,1 0 0 0 0,0 1 1 0 0,2 1-1 0 0,-1-1-1 0 0,-1 1 0 0 0,1-1 0 0 0,-1 1-1 0 0,0 0 1 0 0,1 0 0 0 0,-1 0 0 0 0,0 0 0 0 0,0 1 0 0 0,0-1 0 0 0,2 6-1 0 0,3 4-14 0 0,-1 1 0 0 0,-1 1-1 0 0,8 25 1 0 0,-11-32 2 0 0,21 78 61 0 0,-5 0-1 0 0,-2 2 0 0 0,4 123 1 0 0,-20-207 71 0 0,0 0 0 0 0,0 0 0 0 0,1 0 0 0 0,-1-1 0 0 0,0 1 0 0 0,1 0 0 0 0,0 0 0 0 0,0 0 0 0 0,0-1 0 0 0,0 1 1 0 0,0 0-1 0 0,2 2 0 0 0,-2-4-61 0 0,0-1 1 0 0,0 1-1 0 0,0 0 1 0 0,0-1-1 0 0,1 1 1 0 0,-1-1-1 0 0,0 1 1 0 0,0-1-1 0 0,0 0 1 0 0,1 1-1 0 0,-1-1 1 0 0,0 0-1 0 0,0 0 1 0 0,1 0-1 0 0,-1 0 1 0 0,0 0-1 0 0,0 0 1 0 0,1 0-1 0 0,-1 0 1 0 0,0-1-1 0 0,0 1 1 0 0,1-1-1 0 0,-1 1 1 0 0,0 0-1 0 0,0-1 1 0 0,0 0-1 0 0,0 1 1 0 0,2-2-1 0 0,32-17 90 0 0,-2-2 1 0 0,0-1-1 0 0,43-37 0 0 0,-46 35-1245 0 0,-16 14-123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19.5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43 8290 0 0,'-25'-42'9609'0'0,"38"76"-8265"0"0,50 85-757 0 0,77 153 972 0 0,-121-233-3230 0 0,2-1 0 0 0,1 0-1 0 0,47 57 1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19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32 119 6913 0 0,'-3'-2'128'0'0,"1"0"-1"0"0,-1-1 0 0 0,1 0 0 0 0,-1 0 0 0 0,1 1 0 0 0,0-2 0 0 0,0 1 0 0 0,0 0 0 0 0,0 0 0 0 0,1 0 0 0 0,0-1 0 0 0,-1 1 0 0 0,1-1 0 0 0,0 1 0 0 0,1-1 0 0 0,-1 1 0 0 0,0-7 1 0 0,1 7 133 0 0,0 0 0 0 0,0 1 1 0 0,0-1-1 0 0,1 1 0 0 0,-1-1 1 0 0,1 1-1 0 0,0-1 1 0 0,-1 1-1 0 0,1-1 0 0 0,0 1 1 0 0,1-1-1 0 0,-1 1 1 0 0,0 0-1 0 0,0 0 0 0 0,1 0 1 0 0,3-4-1 0 0,-3 5-53 0 0,0-1-1 0 0,0 1 1 0 0,0 0-1 0 0,0 0 1 0 0,1 0-1 0 0,-1 0 1 0 0,0 0-1 0 0,1 0 1 0 0,-1 1 0 0 0,1-1-1 0 0,-1 1 1 0 0,0 0-1 0 0,1-1 1 0 0,-1 1-1 0 0,1 0 1 0 0,-1 1-1 0 0,1-1 1 0 0,-1 0-1 0 0,1 1 1 0 0,-1-1-1 0 0,0 1 1 0 0,5 2-1 0 0,4 1 240 0 0,-1 0-1 0 0,0 1 1 0 0,15 9-1 0 0,14 12 380 0 0,49 45 0 0 0,-63-49-909 0 0,0-1-1 0 0,1-2 1 0 0,0 0-1 0 0,2-2 0 0 0,31 15 1 0 0,-26-15-3818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0.0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26 169 4145 0 0,'0'0'165'0'0,"-1"1"-1"0"0,0-1 1 0 0,0 0 0 0 0,0 0 0 0 0,1 0-1 0 0,-1 0 1 0 0,0 0 0 0 0,0 1 0 0 0,0-1-1 0 0,1-1 1 0 0,-1 1 0 0 0,0 0 0 0 0,0 0-1 0 0,0 0 1 0 0,1 0 0 0 0,-1-1 0 0 0,0 1-1 0 0,0 0 1 0 0,1 0 0 0 0,-1-1-1 0 0,0 1 1 0 0,0-1 0 0 0,1 1 0 0 0,-1-1-1 0 0,0 1 1 0 0,1-1 0 0 0,-1 1 0 0 0,1-1-1 0 0,-1 0 1 0 0,1 1 0 0 0,-1-1 0 0 0,1 0-1 0 0,-1-1 1 0 0,0 0 91 0 0,1 0-1 0 0,0-1 1 0 0,0 1-1 0 0,0-1 1 0 0,0 1-1 0 0,0 0 1 0 0,1-1-1 0 0,-1 1 1 0 0,1 0-1 0 0,-1-1 1 0 0,3-3-1 0 0,2-6 308 0 0,0 0 0 0 0,1 0-1 0 0,12-16 1 0 0,24-23-1186 0 0,-33 40 570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1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77 414 10138 0 0,'-9'-1'392'0'0,"1"0"103"0"0,1 0 1 0 0,0 0-1 0 0,-1-1 1 0 0,1 0-1 0 0,0 0 1 0 0,0-1-1 0 0,-10-5 1 0 0,48 11 2607 0 0,6 13-2390 0 0,-1 1 0 0 0,60 38 0 0 0,33 17 559 0 0,-113-65-1188 0 0,-1-1 0 0 0,1-1 0 0 0,0 0 0 0 0,0-1 0 0 0,1 0 0 0 0,28 1 1 0 0,-44-4-62 0 0,0-1 0 0 0,1 0 0 0 0,-1 1 1 0 0,1-1-1 0 0,-1 0 0 0 0,1 0 0 0 0,-1 0 1 0 0,1 0-1 0 0,-1 0 0 0 0,1-1 1 0 0,-1 1-1 0 0,1 0 0 0 0,-1-1 0 0 0,0 1 1 0 0,1-1-1 0 0,-1 1 0 0 0,0-1 0 0 0,1 0 1 0 0,-1 1-1 0 0,0-1 0 0 0,0 0 0 0 0,0 0 1 0 0,1 0-1 0 0,-1 0 0 0 0,0 0 0 0 0,0 0 1 0 0,0 0-1 0 0,-1-1 0 0 0,1 1 0 0 0,0 0 1 0 0,0 0-1 0 0,-1-1 0 0 0,1 1 1 0 0,-1 0-1 0 0,1-1 0 0 0,-1 1 0 0 0,1-1 1 0 0,-1 1-1 0 0,0-1 0 0 0,0 1 0 0 0,0-1 1 0 0,0 1-1 0 0,0-1 0 0 0,0 1 0 0 0,0-1 1 0 0,0 1-1 0 0,0 0 0 0 0,-1-3 1 0 0,-3-9 131 0 0,0 0 0 0 0,0 1 0 0 0,-1 0 0 0 0,-10-18 0 0 0,8 16-110 0 0,-44-85 592 0 0,14 27-813 0 0,-48-128-1 0 0,76 160-614 0 0,6 13-5477 0 0,3 10-952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2.2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13 3225 0 0,'0'-1'144'0'0,"0"1"0"0"0,0-1 1 0 0,0 1-1 0 0,0-1 0 0 0,0 0 1 0 0,-1 1-1 0 0,1-1 0 0 0,0 1 1 0 0,0-1-1 0 0,-1 0 1 0 0,1 1-1 0 0,0-1 0 0 0,-1 1 1 0 0,1-1-1 0 0,-1 1 0 0 0,1-1 1 0 0,-1 1-1 0 0,1 0 0 0 0,-1-1 1 0 0,1 1-1 0 0,-1 0 0 0 0,1-1 1 0 0,-1 1-1 0 0,1 0 0 0 0,-2-1 1 0 0,-9 10 3363 0 0,-3 24 991 0 0,11-21-4007 0 0,1 1 0 0 0,0 1 1 0 0,1-1-1 0 0,0 0 1 0 0,1 0-1 0 0,3 22 0 0 0,-2-30-396 0 0,-1-1-1 0 0,1 1 1 0 0,0-1 0 0 0,1 1-1 0 0,-1-1 1 0 0,1 0-1 0 0,0 0 1 0 0,0 0 0 0 0,0 0-1 0 0,1 0 1 0 0,-1 0-1 0 0,1 0 1 0 0,0-1-1 0 0,0 1 1 0 0,0-1 0 0 0,1 0-1 0 0,-1 0 1 0 0,1 0-1 0 0,-1 0 1 0 0,1-1 0 0 0,0 0-1 0 0,7 4 1 0 0,15 3-53 0 0,-1-1 1 0 0,1-1 0 0 0,1-2 0 0 0,30 3-1 0 0,-54-7-40 0 0,-1-1-1 0 0,0 0 0 0 0,1 0 1 0 0,-1 1-1 0 0,0 0 1 0 0,0-1-1 0 0,1 1 0 0 0,-1 0 1 0 0,0 0-1 0 0,0 0 0 0 0,0 0 1 0 0,0 0-1 0 0,0 1 0 0 0,0-1 1 0 0,0 1-1 0 0,-1-1 0 0 0,1 1 1 0 0,0 0-1 0 0,-1-1 0 0 0,0 1 1 0 0,1 0-1 0 0,-1 0 0 0 0,0 0 1 0 0,0 0-1 0 0,0 0 0 0 0,0 1 1 0 0,0-1-1 0 0,0 0 0 0 0,-1 0 1 0 0,1 1-1 0 0,-1-1 0 0 0,1 0 1 0 0,-1 0-1 0 0,0 5 0 0 0,-1 6 15 0 0,0 0 1 0 0,0 1-1 0 0,-1-1 0 0 0,-8 25 0 0 0,5-19-13 0 0,-18 59-5811 0 0,15-54-732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2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34 696 7370 0 0,'-34'36'5066'0'0,"157"-188"770"0"0,151-170-3114 0 0,-269 316-2679 0 0,48-50 362 0 0,88-72-1 0 0,-73 74-3747 0 0,-50 40-3429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3.2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84 5401 0 0,'-3'-7'1027'0'0,"0"0"0"0"0,-1 1 0 0 0,0 0 0 0 0,0 0 0 0 0,-6-7 0 0 0,-14-22 6339 0 0,25 31-6126 0 0,6 7 1345 0 0,62 52-2232 0 0,-40-34-328 0 0,-1 2 0 0 0,-1 1 0 0 0,-1 1 0 0 0,30 38 0 0 0,-33-32-447 0 0,47 61 758 0 0,-18-37-5443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3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14 205 2761 0 0,'-3'-6'420'0'0,"1"1"1"0"0,0-1-1 0 0,0 0 1 0 0,1 0-1 0 0,0 1 1 0 0,0-1 0 0 0,0 0-1 0 0,1 0 1 0 0,-1 0-1 0 0,2 0 1 0 0,-1 0 0 0 0,1 0-1 0 0,2-12 1 0 0,0 6 573 0 0,0 0 1 0 0,1 1 0 0 0,0-1-1 0 0,1 1 1 0 0,11-21-1 0 0,-15 30-842 0 0,0 0-1 0 0,1 1 0 0 0,-1-1 1 0 0,1 0-1 0 0,-1 0 0 0 0,1 1 0 0 0,-1-1 1 0 0,1 1-1 0 0,3-3 0 0 0,-4 4-86 0 0,-1 0 0 0 0,1-1 0 0 0,0 1 0 0 0,-1 0 0 0 0,1 0 0 0 0,0-1 0 0 0,0 1 0 0 0,-1 0 0 0 0,1 0 0 0 0,0 0 0 0 0,-1 0 0 0 0,1 0 0 0 0,0 0 0 0 0,0 0 0 0 0,-1 0 0 0 0,1 0 0 0 0,0 1 0 0 0,0-1 0 0 0,-1 0 0 0 0,2 1 0 0 0,0 1 28 0 0,0-1-1 0 0,0 1 0 0 0,0 0 0 0 0,0 0 0 0 0,0 0 0 0 0,-1 0 0 0 0,1 1 0 0 0,-1-1 0 0 0,1 0 0 0 0,-1 1 1 0 0,0-1-1 0 0,0 1 0 0 0,0-1 0 0 0,1 5 0 0 0,6 24 291 0 0,-2 1-1 0 0,-1 0 1 0 0,-1 0-1 0 0,-1 40 1 0 0,-1-32-111 0 0,1-1 1 0 0,9 43-1 0 0,-12-80-243 0 0,0-1-1 0 0,0 0 1 0 0,0 0 0 0 0,0 0 0 0 0,1 1 0 0 0,-1-1-1 0 0,1 0 1 0 0,-1 0 0 0 0,1 0 0 0 0,-1 0-1 0 0,1 0 1 0 0,0 0 0 0 0,-1 0 0 0 0,1 0-1 0 0,0 0 1 0 0,0 0 0 0 0,0 0 0 0 0,-1 0 0 0 0,1 0-1 0 0,0-1 1 0 0,0 1 0 0 0,2 1 0 0 0,-1-2-7 0 0,-1 0 1 0 0,0 0 0 0 0,0 0 0 0 0,1 0 0 0 0,-1 0 0 0 0,0-1 0 0 0,0 1 0 0 0,0 0-1 0 0,1-1 1 0 0,-1 1 0 0 0,0 0 0 0 0,0-1 0 0 0,0 0 0 0 0,0 1 0 0 0,0-1 0 0 0,0 0-1 0 0,0 1 1 0 0,2-2 0 0 0,5-6 61 0 0,0 0-1 0 0,0-1 1 0 0,11-16 0 0 0,-15 20-81 0 0,11-16-442 0 0,27-35 1124 0 0,-14 20-7259 0 0,-12 17-616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3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6 137 3225 0 0,'-4'-5'288'0'0,"2"2"-288"0"0,2-7 3320 0 0,2 5-1487 0 0,1-3 15 0 0,3-4-1456 0 0,-1-4-288 0 0,3-4-104 0 0,1 4 72 0 0,0 1-1032 0 0,-1 2-216 0 0,0 4-40 0 0,-1 5-1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3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6449 0 0,'0'1'1401'0'0,"2"-1"-1153"0"0,0-1-248 0 0,1-2 0 0 0,2-5-104 0 0,-1-2 32 0 0,-1-2 72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5.3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56 10594 0 0,'-2'0'100'0'0,"1"-1"0"0"0,0 0 0 0 0,0 1 0 0 0,0-1 0 0 0,0 0 0 0 0,0 0 0 0 0,0 1 0 0 0,0-1 0 0 0,0 0 0 0 0,1 0 0 0 0,-1 0 0 0 0,0 0 0 0 0,0 0 0 0 0,1 0 0 0 0,-1-1 0 0 0,1 1-1 0 0,-1 0 1 0 0,1 0 0 0 0,-1 0 0 0 0,1-1 0 0 0,0 1 0 0 0,-1 0 0 0 0,1 0 0 0 0,0-1 0 0 0,0 1 0 0 0,0 0 0 0 0,0 0 0 0 0,0-1 0 0 0,0 1 0 0 0,1 0 0 0 0,-1 0 0 0 0,0-1 0 0 0,1 1 0 0 0,-1 0 0 0 0,1 0 0 0 0,-1 0 0 0 0,1 0 0 0 0,-1-1-1 0 0,1 1 1 0 0,0 0 0 0 0,-1 0 0 0 0,1 0 0 0 0,0 0 0 0 0,0 1 0 0 0,0-1 0 0 0,0 0 0 0 0,0 0 0 0 0,0 0 0 0 0,0 1 0 0 0,0-1 0 0 0,0 0 0 0 0,0 1 0 0 0,1-1 0 0 0,-1 1 0 0 0,0 0 0 0 0,0-1 0 0 0,0 1 0 0 0,3 0 0 0 0,0 0 105 0 0,0 1 1 0 0,0 0 0 0 0,0 0-1 0 0,0 0 1 0 0,0 0 0 0 0,0 1-1 0 0,0-1 1 0 0,0 1 0 0 0,0 0 0 0 0,-1 1-1 0 0,5 2 1 0 0,39 34 541 0 0,-35-28-464 0 0,58 54 516 0 0,96 115 1 0 0,-118-113-811 0 0,-37-50-301 0 0,0-1 1 0 0,1 0 0 0 0,0-1-1 0 0,1-1 1 0 0,23 21 0 0 0,-16-21-987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5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21 113 4609 0 0,'-1'-1'82'0'0,"0"1"1"0"0,0-1-1 0 0,-1 0 0 0 0,1 1 0 0 0,0-1 1 0 0,0 0-1 0 0,0 0 0 0 0,0 0 0 0 0,0 0 1 0 0,0 0-1 0 0,0 0 0 0 0,0 0 1 0 0,0 0-1 0 0,0 0 0 0 0,1-1 0 0 0,-1 1 1 0 0,0 0-1 0 0,1 0 0 0 0,-1-1 1 0 0,1 1-1 0 0,-1 0 0 0 0,1-1 0 0 0,0 1 1 0 0,-1 0-1 0 0,1-1 0 0 0,0 1 0 0 0,0-1 1 0 0,0 1-1 0 0,0-1 0 0 0,0 1 1 0 0,1 0-1 0 0,-1-1 0 0 0,0 1 0 0 0,1 0 1 0 0,0-2-1 0 0,-1-1 247 0 0,1 0-1 0 0,-1 1 1 0 0,1-1-1 0 0,0 1 1 0 0,0-1 0 0 0,0 1-1 0 0,1-1 1 0 0,-1 1-1 0 0,1 0 1 0 0,0 0 0 0 0,0 0-1 0 0,0 0 1 0 0,0 0 0 0 0,0 0-1 0 0,1 0 1 0 0,-1 1-1 0 0,1-1 1 0 0,4-2 0 0 0,-5 4-195 0 0,0 0 1 0 0,0 0 0 0 0,1 0 0 0 0,-1 0 0 0 0,0 1-1 0 0,0-1 1 0 0,1 1 0 0 0,-1-1 0 0 0,0 1 0 0 0,1 0-1 0 0,-1 0 1 0 0,1 0 0 0 0,-1 0 0 0 0,0 1 0 0 0,1-1-1 0 0,-1 1 1 0 0,0-1 0 0 0,0 1 0 0 0,1 0 0 0 0,-1 0-1 0 0,0 0 1 0 0,0 0 0 0 0,0 0 0 0 0,0 0 0 0 0,0 1-1 0 0,0-1 1 0 0,0 1 0 0 0,3 3 0 0 0,5 6 155 0 0,-1 1 1 0 0,0 0 0 0 0,-1 0-1 0 0,0 1 1 0 0,-1 0-1 0 0,0 1 1 0 0,9 26-1 0 0,1 0 218 0 0,8 24 230 0 0,-18-44-422 0 0,1-1-1 0 0,0 0 0 0 0,2 0 0 0 0,16 26 0 0 0,-25-44-296 0 0,-1 0-1 0 0,1 0 1 0 0,0 0 0 0 0,-1 0-1 0 0,1-1 1 0 0,0 1-1 0 0,0 0 1 0 0,0 0 0 0 0,-1-1-1 0 0,1 1 1 0 0,0 0-1 0 0,0-1 1 0 0,0 1 0 0 0,0-1-1 0 0,0 1 1 0 0,0-1-1 0 0,0 0 1 0 0,0 1 0 0 0,0-1-1 0 0,1 0 1 0 0,-1 0-1 0 0,0 0 1 0 0,0 0 0 0 0,0 0-1 0 0,0 0 1 0 0,0 0-1 0 0,0 0 1 0 0,0 0 0 0 0,0 0-1 0 0,0-1 1 0 0,1 1-1 0 0,-1 0 1 0 0,0-1 0 0 0,0 1-1 0 0,0-1 1 0 0,0 1-1 0 0,0-1 1 0 0,-1 1 0 0 0,1-1-1 0 0,0 0 1 0 0,0 1-1 0 0,0-1 1 0 0,0 0 0 0 0,-1 0-1 0 0,1 0 1 0 0,0 0-1 0 0,-1 0 1 0 0,1 0 0 0 0,0-1-1 0 0,6-8 59 0 0,-1 0 0 0 0,-1 0 0 0 0,9-19 0 0 0,-10 19 20 0 0,33-75 4 0 0,18-35-435 0 0,-16 43-6589 0 0,-28 58-412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6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28 785 10594 0 0,'-1'0'44'0'0,"0"0"0"0"0,0 1 0 0 0,0-1 0 0 0,0 0-1 0 0,0 0 1 0 0,0 0 0 0 0,0 1 0 0 0,0-1 0 0 0,0 0 0 0 0,0 0-1 0 0,0-1 1 0 0,0 1 0 0 0,0 0 0 0 0,0 0 0 0 0,0 0-1 0 0,0-1 1 0 0,0 1 0 0 0,0-1 0 0 0,0 1 0 0 0,0 0 0 0 0,0-1-1 0 0,0 0 1 0 0,0 1 0 0 0,1-1 0 0 0,-1 0 0 0 0,-1 0 0 0 0,2-1 24 0 0,0 0 1 0 0,0 1 0 0 0,0-1 0 0 0,0 0-1 0 0,0 1 1 0 0,0-1 0 0 0,0 1-1 0 0,1-1 1 0 0,-1 0 0 0 0,1 1 0 0 0,-1-1-1 0 0,1 1 1 0 0,0-1 0 0 0,0 1 0 0 0,-1 0-1 0 0,1-1 1 0 0,2-1 0 0 0,21-33 1264 0 0,2 1 1 0 0,38-41 0 0 0,69-58 539 0 0,-84 86-1148 0 0,54-50 131 0 0,75-77 47 0 0,-56 52-3591 0 0,-94 99-4098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28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3 5529 0 0,'-1'-1'123'0'0,"1"1"-1"0"0,0 0 1 0 0,-1 0-1 0 0,1 0 1 0 0,-1-1-1 0 0,1 1 1 0 0,-1 0-1 0 0,1 0 1 0 0,-1 0-1 0 0,1 0 1 0 0,-1 0-1 0 0,1 0 1 0 0,-1 0-1 0 0,1 0 1 0 0,-1 0-1 0 0,1 0 1 0 0,0 0-1 0 0,-1 0 0 0 0,1 0 1 0 0,-1 0-1 0 0,1 1 1 0 0,-1-1-1 0 0,1 0 1 0 0,-1 0-1 0 0,1 0 1 0 0,0 1-1 0 0,-1-1 1 0 0,1 0-1 0 0,0 1 1 0 0,-1-1-1 0 0,1 0 1 0 0,0 1-1 0 0,-1-1 1 0 0,1 0-1 0 0,0 1 1 0 0,-1-1-1 0 0,1 1 1 0 0,0-1-1 0 0,0 0 1 0 0,0 1-1 0 0,-1-1 1 0 0,1 1-1 0 0,0-1 1 0 0,0 1-1 0 0,0 0 1 0 0,-9 23 2443 0 0,9-9-1926 0 0,-1 1 0 0 0,2-1 1 0 0,0 0-1 0 0,0 1 0 0 0,8 28 0 0 0,-1-16-403 0 0,1 1 1 0 0,15 30-1 0 0,-19-48-214 0 0,1 0 1 0 0,0 0 0 0 0,1 0 0 0 0,0-1-1 0 0,0 0 1 0 0,1 0 0 0 0,1-1 0 0 0,0 0 0 0 0,0-1-1 0 0,0 0 1 0 0,1 0 0 0 0,1-1 0 0 0,17 10 0 0 0,-19-13-7 0 0,0 0 0 0 0,0 0 1 0 0,1-1-1 0 0,-1-1 1 0 0,1 1-1 0 0,-1-2 1 0 0,1 1-1 0 0,0-1 0 0 0,0-1 1 0 0,0 0-1 0 0,0 0 1 0 0,0-1-1 0 0,-1 0 1 0 0,1-1-1 0 0,0 0 1 0 0,-1 0-1 0 0,17-7 0 0 0,-14 4 42 0 0,-1 0 0 0 0,0 0 0 0 0,0-1 0 0 0,0-1 0 0 0,13-10 0 0 0,-23 16-52 0 0,1 0 1 0 0,-1 0 0 0 0,1 0-1 0 0,-1 0 1 0 0,0-1-1 0 0,0 1 1 0 0,1-1 0 0 0,-1 1-1 0 0,0-1 1 0 0,0 1-1 0 0,0-1 1 0 0,-1 1 0 0 0,1-1-1 0 0,0 0 1 0 0,-1 1-1 0 0,1-1 1 0 0,-1 0 0 0 0,1 0-1 0 0,-1 0 1 0 0,0 1-1 0 0,0-1 1 0 0,0 0 0 0 0,0 0-1 0 0,0 0 1 0 0,0 0 0 0 0,0 1-1 0 0,-1-1 1 0 0,1 0-1 0 0,-1 0 1 0 0,1 1 0 0 0,-1-1-1 0 0,0 0 1 0 0,0 1-1 0 0,0-1 1 0 0,1 0 0 0 0,-1 1-1 0 0,-1 0 1 0 0,1-1-1 0 0,0 1 1 0 0,0-1 0 0 0,-1 1-1 0 0,1 0 1 0 0,0 0-1 0 0,-1 0 1 0 0,1 0 0 0 0,-3-1-1 0 0,-1-2 37 0 0,0 1 1 0 0,0 0-1 0 0,-1 0 0 0 0,1 0 0 0 0,-1 1 0 0 0,0 0 0 0 0,0 0 1 0 0,0 1-1 0 0,0-1 0 0 0,0 1 0 0 0,0 0 0 0 0,0 1 1 0 0,0 0-1 0 0,0 0 0 0 0,0 0 0 0 0,0 1 0 0 0,0-1 0 0 0,-1 1 1 0 0,1 1-1 0 0,1-1 0 0 0,-12 5 0 0 0,6-1-325 0 0,-1 0 1 0 0,1 0-1 0 0,1 1 1 0 0,-1 1-1 0 0,1 0 0 0 0,0 0 1 0 0,0 1-1 0 0,1 0 0 0 0,0 0 1 0 0,-7 10-1 0 0,4-1-1217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30.8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471 248 14747 0 0,'-17'10'285'0'0,"-1"0"-1"0"0,1 1 0 0 0,1 0 1 0 0,0 2-1 0 0,-24 24 1 0 0,-62 79-552 0 0,72-77 181 0 0,2 0-1 0 0,2 2 0 0 0,2 1 0 0 0,1 1 1 0 0,3 1-1 0 0,1 1 0 0 0,3 1 0 0 0,1 0 1 0 0,-10 59-1 0 0,17-61 238 0 0,3 0-1 0 0,1 1 1 0 0,3-1 0 0 0,1 1 0 0 0,2-1-1 0 0,2 1 1 0 0,3-1 0 0 0,1-1 0 0 0,2 1 0 0 0,20 54-1 0 0,-10-44-16 0 0,3 0-1 0 0,2-2 0 0 0,3-1 0 0 0,1-1 0 0 0,3-1 1 0 0,2-2-1 0 0,2-1 0 0 0,65 64 0 0 0,-74-85-58 0 0,0-1 0 0 0,2-2 0 0 0,1 0 0 0 0,0-2 0 0 0,2-2 0 0 0,0-1 0 0 0,1-1 0 0 0,1-2 0 0 0,0-1 0 0 0,1-2 0 0 0,0-1 0 0 0,0-2 0 0 0,1-1 0 0 0,66 4-1 0 0,-55-10 174 0 0,0-2 0 0 0,0-2 0 0 0,0-2 0 0 0,0-1 0 0 0,-1-3 0 0 0,-1-2 0 0 0,1-2 0 0 0,-2-2 0 0 0,0-2 0 0 0,-1-1 0 0 0,61-37 0 0 0,-62 28-244 0 0,-2-1 1 0 0,-1-3-1 0 0,44-42 1 0 0,-58 47 6 0 0,-2 0 1 0 0,0-2 0 0 0,-2-1-1 0 0,-1 0 1 0 0,21-42 0 0 0,-18 20-1 0 0,-1-2 0 0 0,-3 0 1 0 0,-2-1-1 0 0,-2-1 0 0 0,-3-1 1 0 0,-3 0-1 0 0,-1 0 0 0 0,-1-92 1 0 0,-9 66-4 0 0,-3 1 0 0 0,-4 0 1 0 0,-3 0-1 0 0,-4 1 0 0 0,-37-109 1 0 0,41 151 9 0 0,-3 0-1 0 0,-1 1 1 0 0,-2 1 0 0 0,-41-63-1 0 0,45 79-10 0 0,-1 1-1 0 0,-1 1 0 0 0,-1 0 0 0 0,-1 1 0 0 0,0 1 0 0 0,-1 1 0 0 0,-1 0 0 0 0,0 2 0 0 0,-28-15 0 0 0,4 8-270 0 0,-1 2-1 0 0,0 1 0 0 0,-2 3 1 0 0,1 2-1 0 0,-2 2 0 0 0,1 2 1 0 0,-57-2-1 0 0,-13 6-4109 0 0,-207 21 0 0 0,256-10-217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31.3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2284 3142 17972 0 0,'-13'18'1390'0'0,"11"-14"-1633"0"0,-1-1 0 0 0,1 0 0 0 0,-1 0 0 0 0,0 0 0 0 0,0 0 1 0 0,0-1-1 0 0,0 1 0 0 0,-1-1 0 0 0,1 0 0 0 0,-1 0 0 0 0,1 0 0 0 0,-1 0 0 0 0,0-1 1 0 0,0 1-1 0 0,1-1 0 0 0,-1 0 0 0 0,0 0 0 0 0,-5 0 0 0 0,-9 1 216 0 0,0-1-1 0 0,1 0 1 0 0,-1-2-1 0 0,0 0 1 0 0,0-1-1 0 0,1-1 1 0 0,-1 0 0 0 0,-24-9-1 0 0,-136-58 767 0 0,163 64-701 0 0,-97-48 497 0 0,-139-90 1 0 0,-87-92-24 0 0,250 165-328 0 0,-128-134 0 0 0,-52-103 80 0 0,195 214-24 0 0,4-3 1 0 0,5-3-1 0 0,4-2 0 0 0,5-3 1 0 0,4-3-1 0 0,-70-219 1 0 0,105 274-3 0 0,3-1 1 0 0,2-1 0 0 0,-8-105 0 0 0,19 130-164 0 0,0 0 0 0 0,2 0 0 0 0,1 0 0 0 0,2 0 0 0 0,1 1 0 0 0,1 0-1 0 0,1 0 1 0 0,23-52 0 0 0,-12 45-10 0 0,1 0 0 0 0,2 2 0 0 0,1 0 0 0 0,52-57 0 0 0,-31 45 43 0 0,2 2 0 0 0,72-53 0 0 0,-92 78-110 0 0,52-30 0 0 0,-69 45-1 0 0,0-1 1 0 0,0 1-1 0 0,0 1 0 0 0,1 0 0 0 0,0 0 1 0 0,-1 1-1 0 0,1 0 0 0 0,0 1 1 0 0,0 0-1 0 0,14 0 0 0 0,-21 1-123 0 0,0 1-1 0 0,0 0 0 0 0,-1-1 1 0 0,1 1-1 0 0,0 0 0 0 0,0 1 1 0 0,-1-1-1 0 0,1 0 1 0 0,-1 1-1 0 0,1-1 0 0 0,-1 1 1 0 0,0 0-1 0 0,0 0 0 0 0,1 0 1 0 0,-1 0-1 0 0,-1 0 0 0 0,1 0 1 0 0,0 1-1 0 0,0-1 1 0 0,-1 0-1 0 0,1 1 0 0 0,1 4 1 0 0,0 1-777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31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31 6913 0 0,'-7'-5'318'0'0,"1"1"-1"0"0,-1 0 0 0 0,0 0 0 0 0,-12-4 0 0 0,-11 2 6641 0 0,50 22-5717 0 0,1-4-946 0 0,0-1-1 0 0,1-1 1 0 0,1-1-1 0 0,38 10 1 0 0,98 12 698 0 0,-86-18-411 0 0,-72-13-572 0 0,-1 0 0 0 0,1 0 0 0 0,-1 0 0 0 0,1 0 0 0 0,-1 0 0 0 0,1 0 0 0 0,-1 0 0 0 0,1 0 0 0 0,-1 0 1 0 0,1 0-1 0 0,-1 0 0 0 0,1 0 0 0 0,-1 0 0 0 0,1 0 0 0 0,-1 0 0 0 0,1 1 0 0 0,-1-1 0 0 0,0 0 1 0 0,1 0-1 0 0,-1 0 0 0 0,1 1 0 0 0,-1-1 0 0 0,0 0 0 0 0,1 1 0 0 0,-1-1 0 0 0,0 0 0 0 0,1 1 0 0 0,-1-1 1 0 0,0 1-1 0 0,1-1 0 0 0,-1 0 0 0 0,0 1 0 0 0,0-1 0 0 0,0 1 0 0 0,1-1 0 0 0,-1 2 0 0 0,-15 9 718 0 0,-2 0-414 0 0,3 3-125 0 0,0 1 1 0 0,0 1-1 0 0,2 0 1 0 0,0 0-1 0 0,-13 25 1 0 0,7-8-382 0 0,2 1 1 0 0,-13 36-1 0 0,25-59-316 0 0,0 0 0 0 0,1 0 0 0 0,1 0 1 0 0,-1 0-1 0 0,2 1 0 0 0,-1-1 0 0 0,2 23 0 0 0,2-12-869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3:32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72 104 3225 0 0,'-27'-49'1990'0'0,"0"0"4659"0"0,27 49-6564 0 0,0 0 1 0 0,0-1 0 0 0,0 1-1 0 0,0 0 1 0 0,0-1-1 0 0,0 1 1 0 0,-1 0-1 0 0,1 0 1 0 0,0-1-1 0 0,0 1 1 0 0,0 0-1 0 0,-1 0 1 0 0,1-1 0 0 0,0 1-1 0 0,0 0 1 0 0,-1 0-1 0 0,1 0 1 0 0,0 0-1 0 0,0-1 1 0 0,-1 1-1 0 0,1 0 1 0 0,0 0-1 0 0,-1 0 1 0 0,1 0 0 0 0,0 0-1 0 0,-1 0 1 0 0,1 0-1 0 0,0 0 1 0 0,-1 0-1 0 0,1 0 1 0 0,0 0-1 0 0,-1 0 1 0 0,1 0 0 0 0,0 0-1 0 0,0 0 1 0 0,-1 0-1 0 0,1 0 1 0 0,0 0-1 0 0,-1 0 1 0 0,-4 15 1281 0 0,3 19-532 0 0,3-11-717 0 0,2 1 0 0 0,0 0 0 0 0,2-1 0 0 0,0 0 0 0 0,2 0 0 0 0,0 0 1 0 0,2-1-1 0 0,0 0 0 0 0,16 25 0 0 0,-17-33-52 0 0,1 0 0 0 0,1-1 0 0 0,0 0 0 0 0,0-1 0 0 0,1 0 0 0 0,1 0 1 0 0,0-2-1 0 0,0 1 0 0 0,1-2 0 0 0,1 1 0 0 0,-1-2 0 0 0,2 0 0 0 0,-1 0 0 0 0,22 7 0 0 0,-13-8 33 0 0,0 0-1 0 0,32 5 1 0 0,-50-11-86 0 0,0 0 0 0 0,0-1 0 0 0,0 1 1 0 0,0-1-1 0 0,0 0 0 0 0,0-1 0 0 0,0 1 0 0 0,0-1 0 0 0,0 0 0 0 0,-1 0 1 0 0,1 0-1 0 0,0-1 0 0 0,0 1 0 0 0,-1-1 0 0 0,1 0 0 0 0,-1-1 0 0 0,0 1 1 0 0,7-6-1 0 0,-10 6 12 0 0,0 0 1 0 0,1 0-1 0 0,-1 0 1 0 0,0 0 0 0 0,0 0-1 0 0,-1 0 1 0 0,1 0 0 0 0,0 0-1 0 0,-1 0 1 0 0,0 0-1 0 0,1-1 1 0 0,-1 1 0 0 0,0 0-1 0 0,0 0 1 0 0,0-1-1 0 0,0 1 1 0 0,0 0 0 0 0,-1 0-1 0 0,1-1 1 0 0,-1 1-1 0 0,0 0 1 0 0,1 0 0 0 0,-1 0-1 0 0,-2-3 1 0 0,-2-8 237 0 0,-2 0 1 0 0,-12-19-1 0 0,14 24-146 0 0,1 1-11 0 0,0-1 1 0 0,-1 1 0 0 0,-1 0-1 0 0,1 0 1 0 0,-1 1 0 0 0,0-1 0 0 0,-14-9-1 0 0,18 14-98 0 0,-1 1-1 0 0,1-1 1 0 0,-1 1 0 0 0,0 0-1 0 0,0 0 1 0 0,0 0-1 0 0,1 1 1 0 0,-1-1-1 0 0,0 1 1 0 0,0-1 0 0 0,0 1-1 0 0,0 0 1 0 0,0 0-1 0 0,0 1 1 0 0,0-1-1 0 0,0 0 1 0 0,0 1 0 0 0,1 0-1 0 0,-1 0 1 0 0,0 0-1 0 0,0 0 1 0 0,0 0-1 0 0,1 0 1 0 0,-1 1 0 0 0,1-1-1 0 0,-1 1 1 0 0,-2 2-1 0 0,-3 2-130 0 0,1 0 0 0 0,0 1 0 0 0,0 0 0 0 0,1 0 0 0 0,0 0 0 0 0,0 1 0 0 0,1 0 0 0 0,0 0 0 0 0,0 0 0 0 0,1 1 0 0 0,0-1 0 0 0,1 1 0 0 0,0 0 0 0 0,0 0 0 0 0,1 0 0 0 0,0 1 0 0 0,-1 12 0 0 0,2 1-7286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28.99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86 353 4145 0 0,'-3'-20'574'0'0,"1"1"0"0"0,1-1 0 0 0,0 0 0 0 0,3-22 1 0 0,-1 0 229 0 0,1-19 680 0 0,-1 26 1688 0 0,-3-42-1 0 0,2 76-3008 0 0,0 0-1 0 0,0 0 0 0 0,0 0 0 0 0,0 0 0 0 0,0 0 0 0 0,-1 0 1 0 0,1 0-1 0 0,0 0 0 0 0,0 1 0 0 0,-1-1 0 0 0,1 0 0 0 0,-1 0 1 0 0,1 0-1 0 0,-1 0 0 0 0,1 0 0 0 0,-2 0 0 0 0,2 0-82 0 0,0 1-1 0 0,-1 0 0 0 0,1 0 1 0 0,0 0-1 0 0,-1 0 1 0 0,1 0-1 0 0,0 0 0 0 0,-1 0 1 0 0,1 0-1 0 0,0 0 0 0 0,-1 0 1 0 0,1 0-1 0 0,0 0 1 0 0,-1 0-1 0 0,1 1 0 0 0,0-1 1 0 0,-1 0-1 0 0,1 0 0 0 0,0 0 1 0 0,-1 0-1 0 0,1 0 0 0 0,0 1 1 0 0,0-1-1 0 0,-1 0 1 0 0,1 0-1 0 0,0 1 0 0 0,0-1 1 0 0,-1 0-1 0 0,1 1 0 0 0,-2 1 104 0 0,0 1-1 0 0,0 0 0 0 0,0 0 0 0 0,0 0 1 0 0,0 0-1 0 0,1 0 0 0 0,-2 5 0 0 0,-9 41 73 0 0,2-1 0 0 0,-5 69-1 0 0,5 99-117 0 0,8-146-28 0 0,0 205 119 0 0,41 342 0 0 0,-29-497-415 0 0,5 46 1215 0 0,1-84-3087 0 0,8-4-3588 0 0,-17-61-1595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29.63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946 253 4609 0 0,'-10'-26'1147'0'0,"-2"1"1"0"0,0 1-1 0 0,-2 0 1 0 0,0 0-1 0 0,-34-38 1 0 0,43 55-896 0 0,-1 1 0 0 0,0 1 0 0 0,0-1 0 0 0,-1 1 0 0 0,0 0 0 0 0,0 1 0 0 0,0-1 0 0 0,0 1 0 0 0,-1 1 0 0 0,1 0-1 0 0,-1 0 1 0 0,0 0 0 0 0,0 1 0 0 0,0 0 0 0 0,0 0 0 0 0,-1 1 0 0 0,1 0 0 0 0,0 1 0 0 0,0 0 0 0 0,-1 0 0 0 0,1 0 0 0 0,0 1 0 0 0,-13 4 0 0 0,-4 1 75 0 0,0 2 1 0 0,1 0-1 0 0,0 2 0 0 0,1 1 0 0 0,0 0 0 0 0,0 2 1 0 0,1 1-1 0 0,-21 17 0 0 0,16-8-138 0 0,2 0 1 0 0,0 2-1 0 0,2 1 0 0 0,0 0 0 0 0,-25 42 1 0 0,14-11-137 0 0,2 3 1 0 0,3 0-1 0 0,3 2 1 0 0,2 1 0 0 0,-27 115-1 0 0,36-113-11 0 0,4 1-1 0 0,-6 94 0 0 0,16-119-15 0 0,1 0-1 0 0,3-1 1 0 0,0 1 0 0 0,3-1-1 0 0,13 48 1 0 0,-11-61-58 0 0,2-1 1 0 0,1 0-1 0 0,1 0 1 0 0,2-1-1 0 0,0-1 0 0 0,1 0 1 0 0,2-1-1 0 0,0 0 1 0 0,2-2-1 0 0,0 0 1 0 0,1-1-1 0 0,1-1 0 0 0,1-1 1 0 0,0-1-1 0 0,2-1 1 0 0,0-1-1 0 0,28 14 1 0 0,20 4-286 0 0,1-3 1 0 0,1-3-1 0 0,1-3 1 0 0,97 18 0 0 0,-114-32 207 0 0,1-2 0 0 0,0-3 1 0 0,0-3-1 0 0,1-2 1 0 0,-1-2-1 0 0,77-14 1 0 0,-108 10 267 0 0,-1-1 1 0 0,0-2-1 0 0,0 0 1 0 0,-1-2-1 0 0,0 0 1 0 0,-1-2-1 0 0,0-1 1 0 0,-1-1-1 0 0,-1-1 1 0 0,0-1-1 0 0,-1-1 1 0 0,-1-1 0 0 0,-1-1-1 0 0,-1-1 1 0 0,17-23-1 0 0,-14 14-108 0 0,-2-1 0 0 0,-1-2 0 0 0,-1 1 0 0 0,-2-2 0 0 0,-1 0 0 0 0,-2-1 0 0 0,-1-1 0 0 0,-2 0 0 0 0,-1 0 0 0 0,7-71-1 0 0,-12 37-17 0 0,-2 0 0 0 0,-4-1 0 0 0,-3 1 0 0 0,-2 0 0 0 0,-4 0 0 0 0,-3 1 0 0 0,-2 1 0 0 0,-4 0 0 0 0,-30-69 0 0 0,36 110-12 0 0,-1 0-1 0 0,0 1 1 0 0,-2 0 0 0 0,-2 2 0 0 0,0 0-1 0 0,-1 1 1 0 0,-1 1 0 0 0,-28-22 0 0 0,2 6-295 0 0,-1 2 0 0 0,-3 2-1 0 0,-61-30 1 0 0,102 58-38 0 0,-1 0 0 0 0,0 1-1 0 0,0 1 1 0 0,-1 0-1 0 0,-15-4 1 0 0,22 8-635 0 0,1-1 0 0 0,-1 1 0 0 0,0 0 0 0 0,0 0 0 0 0,-8 1 0 0 0,-11 6-5210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0.03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 90 8754 0 0,'-3'-4'297'0'0,"1"0"0"0"0,0 0 0 0 0,1 0 0 0 0,-1 0 0 0 0,1-1 1 0 0,-1 1-1 0 0,1-1 0 0 0,0 1 0 0 0,0-6 0 0 0,0-24 4595 0 0,1 26-3284 0 0,3 116 2149 0 0,8 55-3197 0 0,-1-22-457 0 0,1 10-330 0 0,32 159 0 0 0,-30-234-3957 0 0,-11-58-2477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0.33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26 17 6913 0 0,'-26'-4'6724'0'0,"33"16"-4298"0"0,15 15-996 0 0,1 0 0 0 0,2-2 0 0 0,52 42 0 0 0,-59-54-1244 0 0,0-1-1 0 0,1-1 1 0 0,0-1 0 0 0,0 0 0 0 0,1-1-1 0 0,1-2 1 0 0,32 9 0 0 0,-33-10-37 0 0,-16-5-79 0 0,1 1 1 0 0,0-1-1 0 0,0 0 0 0 0,0 0 0 0 0,0 0 0 0 0,7-1 0 0 0,-10 0-57 0 0,0 0 0 0 0,-1-1-1 0 0,1 1 1 0 0,0-1 0 0 0,-1 1-1 0 0,1-1 1 0 0,-1 0 0 0 0,1 0-1 0 0,-1 1 1 0 0,1-1 0 0 0,-1 0-1 0 0,1 0 1 0 0,-1 0 0 0 0,0-1-1 0 0,1 1 1 0 0,-1 0 0 0 0,0 0-1 0 0,0-1 1 0 0,0 1 0 0 0,0-1-1 0 0,0 1 1 0 0,0-1 0 0 0,0-1-1 0 0,9-20-35 0 0,-2-1 0 0 0,0 0 0 0 0,-2 0 0 0 0,4-27 0 0 0,3-9-1908 0 0,-4 19-6033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1.16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57 216 8754 0 0,'-3'-1'213'0'0,"0"1"-1"0"0,1-1 1 0 0,-1 0 0 0 0,0 0 0 0 0,0 0-1 0 0,1-1 1 0 0,-1 1 0 0 0,0-1 0 0 0,1 1-1 0 0,-1-1 1 0 0,1 0 0 0 0,0 0 0 0 0,0 0-1 0 0,0 0 1 0 0,0-1 0 0 0,0 1 0 0 0,0 0-1 0 0,0-1 1 0 0,1 1 0 0 0,-1-1 0 0 0,1 0-1 0 0,0 1 1 0 0,0-1 0 0 0,0 0 0 0 0,0 0-1 0 0,0 0 1 0 0,1 0 0 0 0,-1 0 0 0 0,1 0-1 0 0,0 0 1 0 0,0 0 0 0 0,0 0 0 0 0,0-3-1 0 0,3-3 44 0 0,1 1 0 0 0,-1 0-1 0 0,1 0 1 0 0,1 0 0 0 0,-1 1-1 0 0,1-1 1 0 0,1 1 0 0 0,-1 0-1 0 0,12-10 1 0 0,-11 11-76 0 0,-1 1 1 0 0,1 0-1 0 0,0 1 0 0 0,0-1 1 0 0,0 1-1 0 0,1 0 1 0 0,-1 1-1 0 0,1-1 0 0 0,0 1 1 0 0,0 1-1 0 0,13-4 0 0 0,-17 6-154 0 0,0 0 0 0 0,0 0 0 0 0,0 0 0 0 0,-1 1-1 0 0,1-1 1 0 0,0 1 0 0 0,0 0 0 0 0,-1-1 0 0 0,1 1 0 0 0,0 1-1 0 0,-1-1 1 0 0,1 0 0 0 0,-1 1 0 0 0,1-1 0 0 0,-1 1-1 0 0,0 0 1 0 0,0-1 0 0 0,0 1 0 0 0,0 0 0 0 0,0 1-1 0 0,0-1 1 0 0,0 0 0 0 0,-1 0 0 0 0,1 1 0 0 0,-1-1-1 0 0,0 1 1 0 0,2 3 0 0 0,4 9 21 0 0,-1 0 1 0 0,-1 1-1 0 0,6 22 0 0 0,-9-30-22 0 0,21 107 44 0 0,-18-82-40 0 0,1 1 1 0 0,2-1 0 0 0,1 0-1 0 0,2-1 1 0 0,14 32-1 0 0,-24-62-5 0 0,0 0 0 0 0,0-1 0 0 0,0 1-1 0 0,0 0 1 0 0,0-1 0 0 0,0 1-1 0 0,1 0 1 0 0,-1-1 0 0 0,0 0 0 0 0,1 1-1 0 0,-1-1 1 0 0,1 0 0 0 0,0 0-1 0 0,-1 0 1 0 0,1 0 0 0 0,0 0 0 0 0,2 1-1 0 0,-3-2-8 0 0,1 0-1 0 0,-1 0 1 0 0,1 1-1 0 0,0-1 0 0 0,-1-1 1 0 0,1 1-1 0 0,-1 0 0 0 0,1 0 1 0 0,-1-1-1 0 0,1 1 1 0 0,-1-1-1 0 0,1 1 0 0 0,-1-1 1 0 0,0 1-1 0 0,1-1 0 0 0,-1 0 1 0 0,2-1-1 0 0,5-5 13 0 0,0 0-1 0 0,-1-1 0 0 0,0 1 1 0 0,0-2-1 0 0,7-10 1 0 0,-3 4-38 0 0,115-129-2688 0 0,-37 53-3799 0 0,-63 66 4300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1.45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39 99 7834 0 0,'-4'-4'349'0'0,"0"0"1"0"0,1-1 0 0 0,-1 1 0 0 0,1-1 0 0 0,0 0 0 0 0,1 0-1 0 0,-4-8 1 0 0,4 7 691 0 0,0 0 0 0 0,0 0 0 0 0,1-1 0 0 0,0 1 0 0 0,0-1 0 0 0,3-8 2962 0 0,-2 15-3960 0 0,8 9 963 0 0,6 11-646 0 0,10 34 33 0 0,-3 1 0 0 0,17 71 0 0 0,-19-60-609 0 0,31 73 0 0 0,-1-39-1083 0 0,-27-60-5534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1.6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 92 5529 0 0,'-1'-2'146'0'0,"0"1"0"0"0,0-1 0 0 0,0 0 0 0 0,0 0 0 0 0,0 0 0 0 0,0 0 0 0 0,0 0 0 0 0,1 0 0 0 0,-1 0 0 0 0,1 0 0 0 0,0 0-1 0 0,-1 0 1 0 0,1 0 0 0 0,0-1 0 0 0,0 1 0 0 0,0 0 0 0 0,1 0 0 0 0,-1 0 0 0 0,0 0 0 0 0,1 0 0 0 0,-1 0 0 0 0,1 0 0 0 0,0 0 0 0 0,0 0 0 0 0,0 0 0 0 0,0 0 0 0 0,0 0 0 0 0,0 1-1 0 0,0-1 1 0 0,3-2 0 0 0,-3 2 186 0 0,2-1-1 0 0,-1 1 0 0 0,0 0 0 0 0,0 0 0 0 0,1 0 1 0 0,-1 0-1 0 0,1 0 0 0 0,0 0 0 0 0,-1 1 1 0 0,1-1-1 0 0,0 1 0 0 0,0 0 0 0 0,0 0 0 0 0,0 0 1 0 0,0 0-1 0 0,0 1 0 0 0,0-1 0 0 0,0 1 1 0 0,0-1-1 0 0,4 1 0 0 0,3 2 32 0 0,1 1 0 0 0,-1 0 0 0 0,0 0 0 0 0,0 1 0 0 0,0 0 0 0 0,-1 1 0 0 0,0 0 1 0 0,0 0-1 0 0,0 1 0 0 0,0 0 0 0 0,-1 1 0 0 0,9 8 0 0 0,13 15-811 0 0,42 55 0 0 0,-61-72 45 0 0,7 10-4582 0 0,-2 0-1650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1.87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17 138 12899 0 0,'-6'3'576'0'0,"3"-3"112"0"0,2 0-552 0 0,-1 0-136 0 0,1 0 0 0 0,-1-2 384 0 0,2-2 40 0 0,-1-2 16 0 0,1-5 0 0 0,1-1-280 0 0,1-2-64 0 0,4 0 0 0 0,0-1-7 0 0,1 0-1474 0 0,1 1-295 0 0,1-3-57 0 0,-2 1-15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3.09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187 182 3225 0 0,'-7'0'74'0'0,"-85"-5"1994"0"0,83 5-1290 0 0,0 1 1 0 0,0 0-1 0 0,0 0 0 0 0,0 1 0 0 0,0 0 1 0 0,0 1-1 0 0,-16 10 2125 0 0,26-13-2864 0 0,-1 0 0 0 0,0 0 1 0 0,0 0-1 0 0,0 0 0 0 0,0 0 1 0 0,0 0-1 0 0,0 0 0 0 0,12 5 780 0 0,13 2-347 0 0,33-1 365 0 0,-1-2 0 0 0,114-8 0 0 0,-137 2-659 0 0,483-33 958 0 0,106 9-232 0 0,-77 4-508 0 0,-143 4 210 0 0,-301 14-384 0 0,366-16 718 0 0,-2-27-610 0 0,-313 26-108 0 0,210-1-1 0 0,-371 34-2374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4.19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54 262 2304 0 0,'-11'-25'1034'0'0,"2"-1"0"0"0,1 0 0 0 0,1-1 0 0 0,1 1 0 0 0,-5-49 0 0 0,11 72-1260 0 0,-2-51 9513 0 0,8 77-7548 0 0,93 764 1447 0 0,-65-417-2958 0 0,-10-207-164 0 0,2 20 320 0 0,-22-145-385 0 0,-3-1 0 0 0,-6 73 1 0 0,-9-48-1421 0 0,5-36 871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5.7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84 1690 920 0 0,'-33'5'1759'0'0,"29"-5"-821"0"0,-1 1-1 0 0,0-1 0 0 0,0 1 0 0 0,1-1 1 0 0,-1-1-1 0 0,0 1 0 0 0,1-1 0 0 0,-9-2 0 0 0,14 2-469 0 0,1-1-1 0 0,0 0 0 0 0,0 1 1 0 0,0 0-1 0 0,0-1 0 0 0,0 1 0 0 0,0 0 1 0 0,0 0-1 0 0,4-1 0 0 0,38-13 974 0 0,0 3 0 0 0,82-13 0 0 0,-2 1-340 0 0,78-33-347 0 0,-202 57-754 0 0,0 0 0 0 0,1 0 0 0 0,-1 0 0 0 0,0 0 0 0 0,1 0 0 0 0,-1 0 0 0 0,0 0 0 0 0,0 0 0 0 0,1-1 0 0 0,-1 1 0 0 0,0 0 0 0 0,1 0 0 0 0,-1 0 0 0 0,0-1 0 0 0,0 1 0 0 0,0 0 0 0 0,1 0 0 0 0,-1 0 0 0 0,0-1 0 0 0,0 1 0 0 0,0 0 0 0 0,1-1 0 0 0,-1 1 0 0 0,0 0 0 0 0,0 0 0 0 0,0-1 0 0 0,0 1 0 0 0,0 0 0 0 0,0-1 0 0 0,0 1 0 0 0,0 0 0 0 0,0-1 0 0 0,0 1 0 0 0,0 0 0 0 0,0 0 0 0 0,0-1 0 0 0,0 1 0 0 0,-8-16 0 0 0,-22-15 0 0 0,24 25 0 0 0,-45-43-14 0 0,11 11-351 0 0,-52-65 0 0 0,87 96 407 0 0,0-1 1 0 0,1 1 0 0 0,0-1-1 0 0,1 0 1 0 0,-5-13 0 0 0,6 16-24 0 0,1 1 1 0 0,0 0 0 0 0,0 0-1 0 0,0-1 1 0 0,1 1 0 0 0,0 0-1 0 0,-1-1 1 0 0,1 1 0 0 0,1-1 0 0 0,-1 1-1 0 0,1 0 1 0 0,2-9 0 0 0,-2 10-19 0 0,1 1-1 0 0,0-1 1 0 0,0 0 0 0 0,1 1 0 0 0,-1 0 0 0 0,0-1 0 0 0,1 1 0 0 0,-1 0 0 0 0,1 0 0 0 0,0 0 0 0 0,0 1-1 0 0,0-1 1 0 0,0 1 0 0 0,0-1 0 0 0,6 0 0 0 0,55-15 28 0 0,-47 14-19 0 0,-17 2-10 0 0,12-1 75 0 0,-1 0-1 0 0,1-2 1 0 0,-1 1 0 0 0,0-2-1 0 0,0 1 1 0 0,10-7 0 0 0,-21 10-75 0 0,0 1 0 0 0,0-1 0 0 0,0 1 0 0 0,0-1 0 0 0,0 1 0 0 0,0-1 0 0 0,0 1 0 0 0,0-1 0 0 0,0 1 0 0 0,0-1 0 0 0,-1 1 0 0 0,1-1 0 0 0,0 1 0 0 0,0-1 0 0 0,-1 1 0 0 0,1 0 0 0 0,0-1 0 0 0,0 1 0 0 0,-1-1 0 0 0,1 1 0 0 0,-1 0 0 0 0,1-1 0 0 0,0 1 0 0 0,-1 0 0 0 0,1-1 0 0 0,-1 1 0 0 0,1 0 0 0 0,-1 0 0 0 0,1-1 0 0 0,-1 1 0 0 0,0 0 0 0 0,-16-12 0 0 0,17 12 0 0 0,-37-22 15 0 0,20 13-1 0 0,0-1 1 0 0,1-1-1 0 0,0 0 0 0 0,1-2 1 0 0,-23-22-1 0 0,27 23-23 0 0,6 8 8 0 0,1 0 0 0 0,1 0 0 0 0,-1-1 0 0 0,1 0 0 0 0,0 1 0 0 0,-4-7 0 0 0,7 9 1 0 0,-1 0 0 0 0,1 0 0 0 0,-1 1 0 0 0,1-1 0 0 0,0 0 0 0 0,0 0 1 0 0,0 0-1 0 0,0 0 0 0 0,0 0 0 0 0,0 0 0 0 0,0 1 0 0 0,0-1 0 0 0,1 0 0 0 0,-1 0 1 0 0,1 0-1 0 0,0 1 0 0 0,-1-1 0 0 0,1 0 0 0 0,0 0 0 0 0,0 1 0 0 0,0-1 1 0 0,0 1-1 0 0,2-2 0 0 0,24-33-4 0 0,3 2 0 0 0,1 1 0 0 0,39-32 0 0 0,-68 59 9 0 0,-11 3 9 0 0,-24 3 18 0 0,12-1-19 0 0,19 1-13 0 0,-1 0 0 0 0,1-1 0 0 0,0 1 0 0 0,-1-1 0 0 0,1 0 0 0 0,-1 0 0 0 0,1 0 0 0 0,0 0 0 0 0,0 0 0 0 0,-1-1 0 0 0,1 1 0 0 0,0-1 0 0 0,0 1 0 0 0,1-1 0 0 0,-1 0 0 0 0,0 1 0 0 0,0-1 0 0 0,1 0 0 0 0,-1 0 0 0 0,-1-3 0 0 0,1 1 0 0 0,1-1 0 0 0,-1 1 0 0 0,1-1 0 0 0,-1 1 0 0 0,1-1 0 0 0,1 0 0 0 0,-1 1 0 0 0,1-1 0 0 0,-1 0 0 0 0,2-5-1 0 0,0-6-2 0 0,1 1-1 0 0,1 0 0 0 0,0 0 1 0 0,1 0-1 0 0,10-24 0 0 0,-10 27 2 0 0,0 1 0 0 0,-1-1 1 0 0,-1 1-1 0 0,0-1 0 0 0,0 0 0 0 0,-1 0 0 0 0,-1 0 0 0 0,0 0 1 0 0,0 0-1 0 0,-3-14 0 0 0,-5-16-18 0 0,-19-63 0 0 0,9 39-12 0 0,14 50-205 0 0,-14-47-48 0 0,2 23-3175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6.4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15 7 5529 0 0,'-7'-7'10347'0'0,"-1"41"-7555"0"0,19 333 495 0 0,3 54-2542 0 0,82 503 0 0 0,-89-871-504 0 0,-2 0 1 0 0,-3 89-1 0 0,-6-131-750 0 0,1-11-26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7.09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49 176 2304 0 0,'-15'-68'4413'0'0,"13"56"-3287"0"0,0 0 0 0 0,0 0-1 0 0,-1 0 1 0 0,-1 0 0 0 0,0 0 0 0 0,-1 1 0 0 0,-7-14-1 0 0,20 46 2970 0 0,-2 24-3562 0 0,-4-22-154 0 0,62 422 1076 0 0,56 363-1206 0 0,-102-704-254 0 0,46 373 116 0 0,-61-422-9 0 0,-3-1 0 0 0,-2 0 0 0 0,-2 1-1 0 0,-3-1 1 0 0,-2-1 0 0 0,-28 93 0 0 0,25-114 37 0 0,7-19-114 0 0,0 0-1 0 0,0 1 1 0 0,1 0-1 0 0,1 0 1 0 0,-3 24 0 0 0,6-37-98 0 0,1 0 0 0 0,-1-1 0 0 0,0 1 0 0 0,0 0 0 0 0,0 0 0 0 0,1 0 1 0 0,-1 0-1 0 0,0-1 0 0 0,1 1 0 0 0,-1 0 0 0 0,1 0 0 0 0,-1-1 0 0 0,1 1 0 0 0,-1 0 0 0 0,1-1 1 0 0,-1 1-1 0 0,1 0 0 0 0,0-1 0 0 0,-1 1 0 0 0,1-1 0 0 0,0 1 0 0 0,0-1 0 0 0,-1 0 1 0 0,1 1-1 0 0,0-1 0 0 0,0 0 0 0 0,0 1 0 0 0,-1-1 0 0 0,1 0 0 0 0,0 0 0 0 0,0 0 1 0 0,0 0-1 0 0,0 1 0 0 0,0-1 0 0 0,0 0 0 0 0,1-1 0 0 0,7 1-806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7.4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16 303 6913 0 0,'-15'14'1100'0'0,"25"-13"1038"0"0,34-14 314 0 0,-40 12-2712 0 0,117-41 1454 0 0,-56 18-47 0 0,1 3 0 0 0,1 2 0 0 0,88-12 0 0 0,415-4 1411 0 0,-319 26-2495 0 0,90-2 814 0 0,363 36-1 0 0,-536-12-795 0 0,0-7-1 0 0,1-8 1 0 0,250-33-1 0 0,-347 24 32 0 0,-2 1-8 0 0,-1-2 0 0 0,83-27 0 0 0,-152 39-108 0 0,35-15 83 0 0,-34 15-103 0 0,-1-1 0 0 0,1 1-1 0 0,0 0 1 0 0,-1 0 0 0 0,1-1 0 0 0,-1 1 0 0 0,1 0-1 0 0,0-1 1 0 0,-1 1 0 0 0,1 0 0 0 0,-1-1 0 0 0,1 1-1 0 0,-1-1 1 0 0,1 1 0 0 0,-1-1 0 0 0,1 1-1 0 0,-1-1 1 0 0,1 0 0 0 0,-1 1 0 0 0,0-1 0 0 0,1 1-1 0 0,-1-1 1 0 0,0 0 0 0 0,0 1 0 0 0,1-1-1 0 0,-1 0 1 0 0,0 0 0 0 0,0 1 0 0 0,0-1 0 0 0,0 0-1 0 0,0 1 1 0 0,0-1 0 0 0,0 0 0 0 0,0 1-1 0 0,0-1 1 0 0,0 0 0 0 0,-1 0 0 0 0,1 1 0 0 0,0-1-1 0 0,0 0 1 0 0,-1 1 0 0 0,1-1 0 0 0,0 1-1 0 0,-1-1 1 0 0,0-1 0 0 0,-3-2-889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8.70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28 292 4145 0 0,'-3'0'-268'0'0,"-21"-4"5041"0"0,38-3-3576 0 0,54-12-457 0 0,2 2-1 0 0,0 3 1 0 0,72-4-1 0 0,428-40 1781 0 0,1179-83 3486 0 0,-1685 135-5764 0 0,-35 3-130 0 0,0 0 0 0 0,0 1 0 0 0,0 2 0 0 0,0 1 0 0 0,0 2 0 0 0,29 5 0 0 0,-57-8-97 0 0,1 0-1 0 0,-1 0 1 0 0,0 1 0 0 0,0-1 0 0 0,1 0 0 0 0,-1 0-1 0 0,0 1 1 0 0,0-1 0 0 0,0 1 0 0 0,1-1 0 0 0,-1 1-1 0 0,0-1 1 0 0,0 1 0 0 0,0 0 0 0 0,0-1 0 0 0,0 1-1 0 0,0 0 1 0 0,0 0 0 0 0,0 0 0 0 0,-1 0 0 0 0,1 0-1 0 0,0 0 1 0 0,0 0 0 0 0,-1 0 0 0 0,1 0 0 0 0,-1 0-1 0 0,1 2 1 0 0,-1 0-177 0 0,-1-1-1 0 0,0 1 1 0 0,-1 0 0 0 0,1-1-1 0 0,0 1 1 0 0,-1-1-1 0 0,1 1 1 0 0,-1-1-1 0 0,0 1 1 0 0,-4 2-1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9.80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186 639 3681 0 0,'-5'1'109'0'0,"0"0"-1"0"0,0-1 1 0 0,0 1 0 0 0,0-1 0 0 0,0 0 0 0 0,-1 0 0 0 0,1-1-1 0 0,0 0 1 0 0,0 0 0 0 0,0 0 0 0 0,0 0 0 0 0,-6-3 0 0 0,0 0 151 0 0,1 0 0 0 0,0-1 1 0 0,0 0-1 0 0,-15-11 0 0 0,20 12 52 0 0,-1-1 0 0 0,1 1-1 0 0,0-1 1 0 0,0 0-1 0 0,1 0 1 0 0,-7-9 0 0 0,10 13-194 0 0,0 0 0 0 0,1-1 0 0 0,-1 1 0 0 0,0-1 0 0 0,1 1 0 0 0,-1-1 0 0 0,1 1 0 0 0,-1-1 0 0 0,1 1 0 0 0,0-1 0 0 0,0 1 0 0 0,-1-1 0 0 0,1 1 1 0 0,0-1-1 0 0,1 0 0 0 0,-1 1 0 0 0,0-1 0 0 0,0 1 0 0 0,1-1 0 0 0,-1 1 0 0 0,1-1 0 0 0,-1 1 0 0 0,1-1 0 0 0,-1 1 0 0 0,1-1 0 0 0,0 1 0 0 0,0 0 0 0 0,0-1 0 0 0,0 1 0 0 0,0 0 1 0 0,0 0-1 0 0,2-2 0 0 0,45-37 1679 0 0,1 2 1 0 0,68-40 0 0 0,-86 60-1602 0 0,2 2 1 0 0,0 1 0 0 0,0 2-1 0 0,62-16 1 0 0,-25 13 508 0 0,99-9-1 0 0,48 13 426 0 0,39-4-245 0 0,-154-3-479 0 0,150-49-1 0 0,-19 4-107 0 0,-183 54-259 0 0,1 1 0 0 0,86-3 0 0 0,1 7-40 0 0,139 1-58 0 0,-182 12-2914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0.31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63 895 5233 0 0,'7'-20'9000'0'0,"-1"-17"-6076"0"0,1-42-2151 0 0,-7 73-211 0 0,6-77-153 0 0,-3 0 0 0 0,-5-1 1 0 0,-3 1-1 0 0,-4 0 0 0 0,-3 1 0 0 0,-31-109 1 0 0,22 128-3889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1.40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465 1533 4145 0 0,'9'-8'1541'0'0,"0"-1"1"0"0,-1 0-1 0 0,0-1 0 0 0,0 0 1 0 0,-1 0-1 0 0,-1 0 0 0 0,4-19 4437 0 0,-34 13-6046 0 0,23 16 91 0 0,1-1 0 0 0,-1 1 0 0 0,1 0 0 0 0,-1 0 0 0 0,1 0 0 0 0,-1-1 0 0 0,1 1 0 0 0,-1 0 0 0 0,1-1 0 0 0,-1 1 0 0 0,1 0 0 0 0,-1-1 0 0 0,1 1 0 0 0,0-1 0 0 0,-1 1 0 0 0,1-1 0 0 0,0 1 0 0 0,-1-1 0 0 0,1 1 0 0 0,0-1 0 0 0,-1 1 0 0 0,1-1 0 0 0,0 1 0 0 0,0-1 0 0 0,0 1 0 0 0,0-1 0 0 0,-1 0 0 0 0,1 1 0 0 0,0-1 0 0 0,0 1 0 0 0,0-1 0 0 0,0 1 0 0 0,0-1 0 0 0,0 0 0 0 0,1 1 0 0 0,-1-1 0 0 0,0 1 0 0 0,0-1 0 0 0,0 1 0 0 0,0-1 0 0 0,1 0 0 0 0,-1-24 836 0 0,-4 24-806 0 0,-49-23 97 0 0,-84-49 0 0 0,43 21 97 0 0,83 47-221 0 0,-97-58 316 0 0,99 57-330 0 0,0-1 0 0 0,1 0 1 0 0,-1 0-1 0 0,1-1 0 0 0,1 0 1 0 0,0 0-1 0 0,0-1 0 0 0,0 1 0 0 0,-5-12 1 0 0,10 17-8 0 0,1-1-1 0 0,0 1 1 0 0,0 0 0 0 0,1 0 0 0 0,-1-1 0 0 0,1 1 0 0 0,0-1-1 0 0,-1 1 1 0 0,1 0 0 0 0,1-1 0 0 0,-1 1 0 0 0,0 0 0 0 0,1-1-1 0 0,0 1 1 0 0,0 0 0 0 0,0-1 0 0 0,0 1 0 0 0,0 0-1 0 0,1 0 1 0 0,-1 0 0 0 0,1 0 0 0 0,0 0 0 0 0,0 1 0 0 0,0-1-1 0 0,0 0 1 0 0,1 1 0 0 0,-1 0 0 0 0,4-3 0 0 0,1-2-5 0 0,1 0-1 0 0,1 1 1 0 0,-1 0 0 0 0,1 0 0 0 0,0 1 0 0 0,0 0 0 0 0,0 1 0 0 0,12-4-1 0 0,20-3-16 0 0,43-5-1 0 0,-60 13 12 0 0,0-1 0 0 0,0-1 0 0 0,0-2 0 0 0,0 0 0 0 0,-1-1 0 0 0,41-21 0 0 0,-62 28 7 0 0,-1 0 1 0 0,1 0-1 0 0,-1 0 1 0 0,0 0-1 0 0,1 0 1 0 0,-1 0-1 0 0,0 0 0 0 0,0-1 1 0 0,0 1-1 0 0,0 0 1 0 0,0-1-1 0 0,0 1 0 0 0,1-2 1 0 0,-2 2 0 0 0,0 0 0 0 0,0 0 0 0 0,0 1 1 0 0,0-1-1 0 0,0 0 0 0 0,1 0 0 0 0,-1 0 0 0 0,-1 1 1 0 0,1-1-1 0 0,0 0 0 0 0,0 0 0 0 0,0 1 0 0 0,0-1 1 0 0,0 0-1 0 0,-1 0 0 0 0,1 1 0 0 0,0-1 0 0 0,-1 0 1 0 0,0-1-1 0 0,-2-2 8 0 0,-1 1 0 0 0,0-1 0 0 0,0 0 0 0 0,0 1 0 0 0,0 0 0 0 0,-8-4 0 0 0,3 1-12 0 0,-218-135-66 0 0,220 138 63 0 0,2-1 0 0 0,-1 1 0 0 0,0-1 1 0 0,1-1-1 0 0,0 1 0 0 0,0-1 0 0 0,0 0 0 0 0,-7-9 0 0 0,11 12 5 0 0,0 1-1 0 0,0-1 1 0 0,0 0-1 0 0,1 1 0 0 0,-1-1 1 0 0,0 0-1 0 0,1 0 1 0 0,0 1-1 0 0,-1-1 1 0 0,1 0-1 0 0,0 0 1 0 0,0 0-1 0 0,0 1 1 0 0,0-1-1 0 0,0 0 1 0 0,0 0-1 0 0,1 0 1 0 0,-1 0-1 0 0,1 1 1 0 0,-1-1-1 0 0,1 0 0 0 0,0 1 1 0 0,-1-1-1 0 0,1 0 1 0 0,0 1-1 0 0,0-1 1 0 0,0 1-1 0 0,0-1 1 0 0,1 1-1 0 0,-1 0 1 0 0,0-1-1 0 0,0 1 1 0 0,1 0-1 0 0,-1 0 1 0 0,1 0-1 0 0,-1 0 1 0 0,3-1-1 0 0,15-10-8 0 0,1 0-1 0 0,0 2 1 0 0,38-14-1 0 0,-31 13-3 0 0,38-21 0 0 0,-57 28-6 0 0,-5 3 6 0 0,0 0-1 0 0,0-1 1 0 0,0 1 0 0 0,-1 0-1 0 0,1-1 1 0 0,-1 0 0 0 0,1 0-1 0 0,-1 0 1 0 0,1 0 0 0 0,-1 0 0 0 0,0 0-1 0 0,0 0 1 0 0,0-1 0 0 0,2-2-1 0 0,-7 3 7 0 0,1 0 0 0 0,0 1 0 0 0,-1-1 0 0 0,1 1-1 0 0,-1 0 1 0 0,0 0 0 0 0,1 0 0 0 0,-1 0 0 0 0,0 0-1 0 0,0 0 1 0 0,-3 0 0 0 0,-2-1 0 0 0,-31-11 7 0 0,-63-30 0 0 0,90 37-9 0 0,1-1-1 0 0,0 0 0 0 0,0 0 1 0 0,0-1-1 0 0,1-1 1 0 0,0 0-1 0 0,0 0 0 0 0,1-1 1 0 0,-11-15-1 0 0,18 22 10 0 0,0-1 1 0 0,0 0-1 0 0,0 0 1 0 0,1 1-1 0 0,-1-1 1 0 0,1 0-1 0 0,0-1 1 0 0,0 1-1 0 0,0 0 0 0 0,1 0 1 0 0,0 0-1 0 0,0 0 1 0 0,0-1-1 0 0,0 1 1 0 0,0 0-1 0 0,1 0 1 0 0,0 0-1 0 0,0 0 1 0 0,0 0-1 0 0,0 0 0 0 0,1 0 1 0 0,-1 0-1 0 0,1 0 1 0 0,4-6-1 0 0,3-3-31 0 0,0 0 0 0 0,1 0 0 0 0,0 1-1 0 0,1 0 1 0 0,13-10 0 0 0,-21 19-83 0 0,0 2-1 0 0,0-1 1 0 0,0 0-1 0 0,0 1 1 0 0,0-1-1 0 0,0 1 1 0 0,0 0-1 0 0,1 0 1 0 0,-1 0 0 0 0,5 0-1 0 0,21-3-4292 0 0,-24 4 3038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1.79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99 2773 3681 0 0,'4'-24'1551'0'0,"-3"20"-803"0"0,0-1 0 0 0,-1 1 0 0 0,1 0 0 0 0,-1-1 0 0 0,0 1 0 0 0,-1-9 0 0 0,-10-98 7712 0 0,7-2-5881 0 0,-6-77-1771 0 0,8 180-776 0 0,-70-729 1353 0 0,67 550-1425 0 0,8-1 1 0 0,36-254-1 0 0,3-186-256 0 0,-42 610 222 0 0,-1 12-59 0 0,1 0 1 0 0,0 0-1 0 0,1 1 0 0 0,-1-1 1 0 0,2 0-1 0 0,-1 1 1 0 0,4-12-1 0 0,11 45-6520 0 0,-8-15 6143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2.32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 57 7370 0 0,'-1'-1'136'0'0,"0"0"1"0"0,0 0-1 0 0,0 0 0 0 0,0-1 1 0 0,0 1-1 0 0,1 0 1 0 0,-1 0-1 0 0,0-1 1 0 0,1 1-1 0 0,-1 0 1 0 0,1-1-1 0 0,0 1 1 0 0,-1 0-1 0 0,1-1 1 0 0,0 1-1 0 0,0 0 1 0 0,0-1-1 0 0,-1 1 1 0 0,2-1-1 0 0,-1 1 1 0 0,0-1-1 0 0,0 1 0 0 0,0 0 1 0 0,1-1-1 0 0,-1 1 1 0 0,1 0-1 0 0,-1-1 1 0 0,1 1-1 0 0,-1 0 1 0 0,1-1-1 0 0,0 1 1 0 0,-1 0-1 0 0,1 0 1 0 0,0 0-1 0 0,0 0 1 0 0,0 0-1 0 0,0 0 1 0 0,0 0-1 0 0,0 0 1 0 0,0 0-1 0 0,1 0 0 0 0,-1 1 1 0 0,0-1-1 0 0,0 0 1 0 0,1 1-1 0 0,-1-1 1 0 0,0 1-1 0 0,1-1 1 0 0,-1 1-1 0 0,1 0 1 0 0,-1 0-1 0 0,0 0 1 0 0,2-1-1 0 0,11 2 294 0 0,1 0 0 0 0,-1 1 0 0 0,0 1 0 0 0,0 0 0 0 0,-1 0 0 0 0,1 2 0 0 0,21 9 0 0 0,-7-4-108 0 0,58 20 10 0 0,135 28 0 0 0,-177-51-172 0 0,0-1 0 0 0,1-2 0 0 0,-1-2 0 0 0,1-2 1 0 0,52-7-1 0 0,196-41 787 0 0,-9 0-311 0 0,-211 39-524 0 0,139 3 0 0 0,-182 8-111 0 0,0 2 1 0 0,0 1-1 0 0,-1 1 1 0 0,1 1-1 0 0,-2 2 1 0 0,48 21-1 0 0,-65-26 38 0 0,0 0 0 0 0,0 0-1 0 0,1-1 1 0 0,-1 0-1 0 0,1-1 1 0 0,0-1-1 0 0,0 0 1 0 0,-1 0 0 0 0,1-1-1 0 0,0-1 1 0 0,0 0-1 0 0,18-3 1 0 0,-29 3-58 0 0,0 1-392 0 0,1 0 0 0 0,-1-1 1 0 0,0 1-1 0 0,0 0 0 0 0,1 0 1 0 0,-1 0-1 0 0,0 0 1 0 0,0 0-1 0 0,1 0 0 0 0,-1 0 1 0 0,0 0-1 0 0,0 0 0 0 0,1 1 1 0 0,0 0-1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2.82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42 2304 0 0,'33'-26'1956'0'0,"-30"24"-1470"0"0,-1 0 1 0 0,0 0-1 0 0,1 1 1 0 0,-1 0-1 0 0,1-1 0 0 0,0 1 1 0 0,-1 0-1 0 0,1 0 1 0 0,0 1-1 0 0,0-1 1 0 0,-1 0-1 0 0,6 1 1 0 0,-7 0-263 0 0,0 1 0 0 0,0-1 0 0 0,-1 1 0 0 0,1 0 0 0 0,0-1 0 0 0,0 1 0 0 0,0 0 0 0 0,0 0 0 0 0,-1-1 0 0 0,1 1 0 0 0,0 0 1 0 0,-1 0-1 0 0,1 0 0 0 0,0 0 0 0 0,-1 0 0 0 0,0 0 0 0 0,1 0 0 0 0,-1 0 0 0 0,1 0 0 0 0,-1 2 0 0 0,8 27 1193 0 0,-7-22-825 0 0,10 46 375 0 0,-3 0-1 0 0,2 69 0 0 0,-9 113-559 0 0,-2-119-159 0 0,5 64-157 0 0,7 0 0 0 0,46 230 0 0 0,36 191-91 0 0,-79-499-666 0 0,5-1 1 0 0,37 113-1 0 0,-50-194-6211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4.12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1441 2304 0 0,'1'0'176'0'0,"-1"0"0"0"0,1 0-1 0 0,-1 0 1 0 0,1 0 0 0 0,-1 0-1 0 0,1 0 1 0 0,-1 0 0 0 0,1 0-1 0 0,-1 0 1 0 0,7-5 2810 0 0,-7 5-2811 0 0,0 0 1 0 0,1-1 0 0 0,14-13 1420 0 0,18-22 2888 0 0,77-61 0 0 0,-88 81-3743 0 0,1 1 0 0 0,45-23 1 0 0,-53 32-704 0 0,11-6-4 0 0,45-28-1 0 0,-65 36-33 0 0,0 0-1 0 0,0 0 1 0 0,-1-1-1 0 0,0 0 1 0 0,0 0-1 0 0,0 0 1 0 0,0-1-1 0 0,-1 1 0 0 0,0-1 1 0 0,0 0-1 0 0,0-1 1 0 0,4-11-1 0 0,-7 16 1 0 0,0-1 0 0 0,-1 1 0 0 0,0 0 0 0 0,1 0 0 0 0,-1-1 0 0 0,0 1 0 0 0,0 0 0 0 0,0-1 0 0 0,0 1 0 0 0,-1 0 0 0 0,1 0 0 0 0,-1-1 0 0 0,1 1 0 0 0,-1 0 0 0 0,0 0 0 0 0,0 0 0 0 0,-1-3 0 0 0,-1 0 0 0 0,0 0 0 0 0,-1 1 0 0 0,1 0 0 0 0,-1 0 0 0 0,0 0 0 0 0,-9-7 0 0 0,-3-1 0 0 0,-1 1 0 0 0,-35-16 0 0 0,51 26 0 0 0,-36-15 0 0 0,-1 2 0 0 0,-1 2 0 0 0,0 1 0 0 0,0 2 0 0 0,-57-5 0 0 0,92 13 7 0 0,-1 1-1 0 0,0-1 0 0 0,1 0 1 0 0,-1-1-1 0 0,1 1 0 0 0,-8-4 0 0 0,11 5-5 0 0,1-1 0 0 0,0 1 1 0 0,-1 0-1 0 0,1 0 0 0 0,0-1 0 0 0,-1 1 0 0 0,1 0 0 0 0,0 0 0 0 0,-1-1 0 0 0,1 1 0 0 0,0 0 0 0 0,0-1 0 0 0,-1 1 0 0 0,1-1 0 0 0,0 1 0 0 0,0 0 0 0 0,0-1 0 0 0,0 1 0 0 0,0 0 0 0 0,-1-1 0 0 0,1 1 0 0 0,0-1 0 0 0,0 1 0 0 0,0-1 0 0 0,0 1 0 0 0,0 0 1 0 0,0-1-1 0 0,1 0 0 0 0,-1 0 0 0 0,1-1 0 0 0,0 1 0 0 0,0 0 0 0 0,-1 0 0 0 0,1 0 0 0 0,0-1 0 0 0,0 1 0 0 0,1 0 0 0 0,-1 0 0 0 0,0 0 0 0 0,0 1 0 0 0,3-3 0 0 0,78-48-1 0 0,35-24 0 0 0,-53 32-80 0 0,-67 40 80 0 0,-1-1 0 0 0,0 1 0 0 0,-1-1 0 0 0,1 1 0 0 0,-1 1 0 0 0,-5-4 0 0 0,6 3 0 0 0,-4-2 3 0 0,0-1 0 0 0,0 0-1 0 0,1 0 1 0 0,0-1 0 0 0,0 0-1 0 0,0 0 1 0 0,1 0 0 0 0,1-1-1 0 0,-1 0 1 0 0,1 0 0 0 0,-7-15-1 0 0,10 18 0 0 0,0 0-1 0 0,1 0 0 0 0,0 0 1 0 0,-1 0-1 0 0,1 0 0 0 0,1 0 1 0 0,-1 0-1 0 0,1 0 0 0 0,0 0 1 0 0,0-1-1 0 0,1 1 0 0 0,-1 0 1 0 0,1 0-1 0 0,0 0 0 0 0,0 0 1 0 0,1 0-1 0 0,0 0 0 0 0,0 0 1 0 0,0 1-1 0 0,0-1 0 0 0,1 0 1 0 0,0 1-1 0 0,3-5 0 0 0,15-18 6 0 0,-9 13-10 0 0,0-1-1 0 0,-2 0 0 0 0,16-28 1 0 0,-23 37 8 0 0,-1 0 0 0 0,0 0 1 0 0,0 0-1 0 0,0 0 0 0 0,-1-1 0 0 0,0 1 0 0 0,0 0 1 0 0,-1-1-1 0 0,0 1 0 0 0,0 0 0 0 0,0-1 1 0 0,-1 1-1 0 0,0 0 0 0 0,0-1 0 0 0,-2-5 0 0 0,-25-64 236 0 0,18 54-1139 0 0,2 0 1 0 0,-10-40-1 0 0,15 47-5696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4.65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 1 8754 0 0,'-2'4'470'0'0,"1"0"0"0"0,0 0 0 0 0,0 0 0 0 0,0 0 0 0 0,0 0 0 0 0,1 0 0 0 0,0 0 0 0 0,0 0 0 0 0,0 0 0 0 0,1 7 0 0 0,-1 2 306 0 0,-2 216 3774 0 0,13 115-2865 0 0,44 435 290 0 0,-41-683-1591 0 0,31 109 0 0 0,-29-137-313 0 0,-8-36-9088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5.11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2189 67 7370 0 0,'31'-18'10075'0'0,"-48"20"-8556"0"0,-9 6-463 0 0,0 0-641 0 0,-1-1 1 0 0,1-2-1 0 0,-1 0 1 0 0,0-2-1 0 0,-31 1 1 0 0,-16-6-395 0 0,-49-3 94 0 0,-209 20 1 0 0,-94 17-52 0 0,-4-31-64 0 0,325 0-5 0 0,44 1-10 0 0,-84-10 0 0 0,124 6 10 0 0,0-2 0 0 0,1 0 1 0 0,0-2-1 0 0,0 0 0 0 0,0-1 0 0 0,0-1 0 0 0,-34-21 1 0 0,-39-32-2738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6.08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103 402 1840 0 0,'-2'0'41'0'0,"-10"0"152"0"0,0 0 1 0 0,1-1 0 0 0,-16-2-1 0 0,25 2-42 0 0,1 1-1 0 0,-1 0 1 0 0,0-1-1 0 0,0 1 1 0 0,0-1 0 0 0,1 1-1 0 0,-1-1 1 0 0,0 0-1 0 0,1 0 1 0 0,-1 0-1 0 0,1 0 1 0 0,-1 0-1 0 0,1 0 1 0 0,-1 0 0 0 0,1 0-1 0 0,0-1 1 0 0,0 1-1 0 0,0 0 1 0 0,-1-1-1 0 0,1 1 1 0 0,0-1-1 0 0,1 0 1 0 0,-1 1 0 0 0,0-1-1 0 0,0 0 1 0 0,1 1-1 0 0,-1-1 1 0 0,1 0-1 0 0,-1 0 1 0 0,1 1-1 0 0,0-1 1 0 0,0 0-1 0 0,0 0 1 0 0,0 0 0 0 0,0 1-1 0 0,0-1 1 0 0,0 0-1 0 0,1 0 1 0 0,-1 0-1 0 0,1 1 1 0 0,0-3-1 0 0,1-1 11 0 0,0 0 0 0 0,0 1 0 0 0,0-1 0 0 0,1 1 0 0 0,0-1 0 0 0,0 1-1 0 0,0 0 1 0 0,0 0 0 0 0,1 1 0 0 0,-1-1 0 0 0,1 1 0 0 0,0-1 0 0 0,6-3-1 0 0,10-2 206 0 0,0 0 0 0 0,1 2 0 0 0,-1 0 0 0 0,1 2 0 0 0,36-6 0 0 0,-2 0 118 0 0,43-8 673 0 0,145-9 0 0 0,101 15 217 0 0,-182 10-611 0 0,414-46 733 0 0,-3-38-817 0 0,-561 85-671 0 0,7-1-3 0 0,102-12 3 0 0,-108 14-8 0 0,-1 1 0 0 0,1 1 0 0 0,0 0 0 0 0,0 0 0 0 0,-1 1 0 0 0,1 1 0 0 0,15 5-1 0 0,-23-6-123 0 0,0 1 0 0 0,0 0-1 0 0,-1 0 1 0 0,1 0-1 0 0,-1 0 1 0 0,0 1 0 0 0,0-1-1 0 0,0 1 1 0 0,0 0-1 0 0,-1 0 1 0 0,0 1 0 0 0,0-1-1 0 0,0 1 1 0 0,0-1 0 0 0,-1 1-1 0 0,1 0 1 0 0,-1 0-1 0 0,0 0 1 0 0,-1 0 0 0 0,0 0-1 0 0,2 6 1 0 0,3 20-6350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6.45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33 4 5529 0 0,'-5'-2'2420'0'0,"4"1"-1936"0"0,0 1 0 0 0,-1 0-1 0 0,1 0 1 0 0,0-1 0 0 0,0 1 0 0 0,0 0 0 0 0,0 0 0 0 0,-1 0 0 0 0,1 0 0 0 0,0 1 0 0 0,0-1 0 0 0,0 0-1 0 0,-2 1 969 0 0,0 0-968 0 0,-2 13 4825 0 0,3 1-6158 0 0,3 307 1800 0 0,2-184-772 0 0,0-43-23 0 0,23 131 0 0 0,36 90 99 0 0,-56-288-238 0 0,22 135-221 0 0,12 247 0 0 0,-39-385-1007 0 0,2-1-3860 0 0,0-1-1666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7.15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685 176 2304 0 0,'-21'3'1074'0'0,"1"0"-1"0"0,0 2 0 0 0,1 0 0 0 0,-25 10 0 0 0,-73 36 3617 0 0,105-45-4881 0 0,-9 4 490 0 0,0 1-1 0 0,0 1 0 0 0,1 1 0 0 0,1 1 1 0 0,0 1-1 0 0,1 0 0 0 0,1 2 0 0 0,0 0 1 0 0,1 1-1 0 0,1 0 0 0 0,1 1 0 0 0,1 1 1 0 0,-22 42-1 0 0,6-4-231 0 0,3 1 1 0 0,3 1-1 0 0,2 1 0 0 0,3 1 1 0 0,2 0-1 0 0,4 1 0 0 0,-8 98 1 0 0,20-146-68 0 0,0 0 0 0 0,1 0 0 0 0,0 0 0 0 0,1 0 0 0 0,1-1 0 0 0,0 1 0 0 0,1 0 0 0 0,7 16 0 0 0,-6-20 0 0 0,0-1 0 0 0,1 0 0 0 0,0-1 0 0 0,1 1 0 0 0,0-1 0 0 0,0 0 0 0 0,1-1 0 0 0,0 1 0 0 0,1-2 0 0 0,-1 1 0 0 0,14 7 0 0 0,9 5-74 0 0,1-2 0 0 0,1-2 0 0 0,1 0 1 0 0,46 13-1 0 0,147 31-348 0 0,-148-41 374 0 0,-14-3-121 0 0,1-4 1 0 0,122 9-1 0 0,-158-20 117 0 0,-1-2 1 0 0,0 0-1 0 0,0-2 1 0 0,0-1-1 0 0,0-1 1 0 0,-1-2-1 0 0,1 0 1 0 0,52-24-1 0 0,-67 24 116 0 0,0 0 1 0 0,-1-1-1 0 0,0-1 0 0 0,-1 0 0 0 0,0-1 0 0 0,0 0 0 0 0,-1-1 0 0 0,0 0 1 0 0,-1-1-1 0 0,12-18 0 0 0,-11 13 134 0 0,-1 0-1 0 0,-2-1 1 0 0,1-1 0 0 0,-2 1-1 0 0,-1-1 1 0 0,0-1-1 0 0,3-21 1 0 0,-2 0 353 0 0,-3 0 0 0 0,0-68 0 0 0,-14-79 368 0 0,9 177-905 0 0,-33-304 1326 0 0,27 272-1248 0 0,-3 1-1 0 0,-1 1 0 0 0,-2-1 1 0 0,-1 2-1 0 0,-27-52 1 0 0,33 78-90 0 0,0 1 0 0 0,-1 0 0 0 0,0 1 1 0 0,-1 0-1 0 0,0 0 0 0 0,-1 1 0 0 0,0 0 0 0 0,-25-17 1 0 0,16 15-4 0 0,-1 1 0 0 0,-1 1 1 0 0,0 1-1 0 0,0 0 0 0 0,-24-5 1 0 0,34 11-4 0 0,-29-9-406 0 0,-78-14 0 0 0,108 25 194 0 0,0 0 0 0 0,-1 1 0 0 0,1 1 0 0 0,-1 0 1 0 0,1 1-1 0 0,-1 0 0 0 0,1 0 0 0 0,-1 1 0 0 0,1 1 0 0 0,0 0 0 0 0,0 0 0 0 0,-11 6 1 0 0,1 3-6422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8.13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1910 0 9674 0 0,'-7'16'5974'0'0,"5"16"-4444"0"0,2-20-732 0 0,-6 90 358 0 0,5 0 0 0 0,5 1 1 0 0,17 100-1 0 0,70 303-728 0 0,-47-286 76 0 0,91 374 330 0 0,-105-475-772 0 0,7 77 10 0 0,-31-161-57 0 0,-5-25 203 0 0,-5-14-167 0 0,3 4-51 0 0,1-1-1 0 0,-1 0 1 0 0,1 1-1 0 0,-1-1 1 0 0,0 0-1 0 0,1 1 1 0 0,-1-1-1 0 0,0 1 0 0 0,1-1 1 0 0,-1 1-1 0 0,0-1 1 0 0,0 1-1 0 0,0-1 1 0 0,1 1-1 0 0,-1 0 1 0 0,0-1-1 0 0,0 1 1 0 0,0 0-1 0 0,0 0 0 0 0,0 0 1 0 0,-1 0-1 0 0,-5 0 1 0 0,-1 1 0 0 0,1-1 0 0 0,0-1 0 0 0,-1 1 0 0 0,1-1 0 0 0,0-1 0 0 0,-1 1 0 0 0,1-1 0 0 0,-11-5 0 0 0,-32-6 0 0 0,28 11 0 0 0,0 0 0 0 0,-1 2 0 0 0,1 0 0 0 0,0 2 0 0 0,-31 6 0 0 0,-107 34 0 0 0,150-39 0 0 0,-141 40-26 0 0,-1-6-1 0 0,-223 24 0 0 0,64-6 27 0 0,209-34 0 0 0,67-15 0 0 0,0-2 0 0 0,-1-1 0 0 0,-55-3 0 0 0,-105-19 0 0 0,152 14 0 0 0,32 3 57 0 0,1 2-204 0 0,-1-1 0 0 0,1-1 0 0 0,0 1 0 0 0,0-2 0 0 0,0 0 0 0 0,1 0 0 0 0,-1-1 0 0 0,1 0 0 0 0,-1 0-1 0 0,1-2 1 0 0,0 1 0 0 0,-12-10 0 0 0,-5-1-288 0 0,23 15 383 0 0,0-1 0 0 0,1 0 0 0 0,-1 0 0 0 0,1 0 1 0 0,-1 0-1 0 0,1 0 0 0 0,-1-1 0 0 0,1 1 0 0 0,0-1 1 0 0,0 0-1 0 0,1 0 0 0 0,-1 0 0 0 0,1 0 1 0 0,-1-1-1 0 0,-2-4 0 0 0,4 1-614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9.44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3 101 4609 0 0,'-1'-10'1074'0'0,"0"0"1"0"0,1 0-1 0 0,0 0 0 0 0,2-11 0 0 0,4-18 6970 0 0,4 53-6760 0 0,6 24-709 0 0,-3 12-106 0 0,-2 0 1 0 0,-3 0-1 0 0,3 59 1 0 0,-4-37-261 0 0,-1-23-353 0 0,26 192 708 0 0,-22-191-2227 0 0,19 57-1 0 0,-26-100-623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9.82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272 0 3889 0 0,'-5'2'185'0'0,"0"1"0"0"0,0 0 0 0 0,0-1-1 0 0,0 2 1 0 0,0-1 0 0 0,1 0 0 0 0,0 1 0 0 0,-7 7 0 0 0,-30 39 1888 0 0,24-29-896 0 0,-4 5 97 0 0,-2 4 113 0 0,-2-2 1 0 0,0-1-1 0 0,-46 39 0 0 0,111-130 239 0 0,-22 38-1338 0 0,2 2 0 0 0,0 0 0 0 0,1 2-1 0 0,1 0 1 0 0,41-31 0 0 0,-56 48-163 0 0,1 0 0 0 0,-1 0 0 0 0,1 1 0 0 0,-1 0 0 0 0,1 1 0 0 0,1 0 0 0 0,-1 0 0 0 0,0 0 0 0 0,1 1 0 0 0,-1 0 0 0 0,1 1 0 0 0,-1 0 0 0 0,1 0 0 0 0,0 1 0 0 0,-1 0 0 0 0,1 1 0 0 0,0 0 0 0 0,-1 0 0 0 0,1 1 0 0 0,-1 0 0 0 0,1 0 0 0 0,-1 1-1 0 0,0 0 1 0 0,14 7 0 0 0,33 24-2800 0 0,-43-26-688 0 0,12 7-3540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0.58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 40 4145 0 0,'0'-3'969'0'0,"1"0"0"0"0,0-1-1 0 0,1 1 1 0 0,-1 0 0 0 0,1-1 0 0 0,-1 1 0 0 0,1 0-1 0 0,0 0 1 0 0,0 0 0 0 0,4-4 0 0 0,-8 30 2884 0 0,0-6-3248 0 0,-26 177 2201 0 0,25-156-2658 0 0,2 0-1 0 0,1-1 1 0 0,7 47 0 0 0,-6-77-144 0 0,0-1 0 0 0,1 1 0 0 0,-1 0 1 0 0,1 0-1 0 0,1 0 0 0 0,0-1 0 0 0,-1 0 0 0 0,2 1 0 0 0,-1-1 1 0 0,1 0-1 0 0,6 7 0 0 0,-8-11 1 0 0,0 0 0 0 0,0 1 0 0 0,1-1 0 0 0,-1-1 0 0 0,1 1-1 0 0,0 0 1 0 0,0-1 0 0 0,-1 1 0 0 0,1-1 0 0 0,0 0 0 0 0,0 0 0 0 0,0 0 0 0 0,0 0 0 0 0,0 0 0 0 0,0-1 0 0 0,1 0 0 0 0,-1 1 0 0 0,0-1 0 0 0,0 0-1 0 0,0-1 1 0 0,0 1 0 0 0,0 0 0 0 0,1-1 0 0 0,-1 0 0 0 0,0 0 0 0 0,0 1 0 0 0,3-3 0 0 0,10-5 51 0 0,0 0 0 0 0,-1-1 0 0 0,0-1 0 0 0,-1 0 0 0 0,0-1 0 0 0,-1-1 0 0 0,17-17 0 0 0,-10 9-95 0 0,42-30-1 0 0,78-45-3440 0 0,-123 82 1942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0.85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16 27 2304 0 0,'-15'-26'18677'0'0,"15"25"-18518"0"0,14 15 1411 0 0,2 13-1251 0 0,-1 1 1 0 0,-1 1-1 0 0,-2 0 0 0 0,-1 0 0 0 0,13 52 1 0 0,-14-45-502 0 0,1 0 1 0 0,2 0 0 0 0,23 44 0 0 0,-21-57-1645 0 0,1-1-6118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1.42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 33 3681 0 0,'-4'-6'293'0'0,"8"-20"10439"0"0,-4 26-10554 0 0,1 0-1 0 0,-1 0 1 0 0,1 0-1 0 0,-1-1 1 0 0,1 1 0 0 0,-1 0-1 0 0,0 0 1 0 0,1 0 0 0 0,-1 0-1 0 0,1 0 1 0 0,-1 0-1 0 0,1 0 1 0 0,-1 0 0 0 0,1 1-1 0 0,1-1-33 0 0,-1 1 0 0 0,0 0-1 0 0,1 0 1 0 0,-1 0 0 0 0,0 0 0 0 0,0 0-1 0 0,0 0 1 0 0,0 0 0 0 0,0 0-1 0 0,0 1 1 0 0,0-1 0 0 0,0 0 0 0 0,0 0-1 0 0,0 1 1 0 0,-1-1 0 0 0,1 1-1 0 0,-1-1 1 0 0,1 1 0 0 0,-1-1-1 0 0,1 3 1 0 0,7 35 338 0 0,-7-32-285 0 0,12 116 527 0 0,-10-81-616 0 0,1 0-1 0 0,3 0 0 0 0,16 57 1 0 0,-19-89-107 0 0,0-1 0 0 0,1-1 0 0 0,9 15 0 0 0,-10-16-11 0 0,1 0-1 0 0,-1 0 0 0 0,0 0 0 0 0,-1 1 1 0 0,4 10-1 0 0,-24-22-2569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1.8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1 112 3681 0 0,'-1'-1'85'0'0,"1"-1"0"0"0,0 0 0 0 0,0 1 1 0 0,1-1-1 0 0,-1 0 0 0 0,0 1 0 0 0,1-1 0 0 0,-1 0 1 0 0,1 1-1 0 0,-1-1 0 0 0,1 1 0 0 0,0-1 0 0 0,-1 1 1 0 0,1-1-1 0 0,0 1 0 0 0,0-1 0 0 0,2-1 0 0 0,24-28 2766 0 0,-18 21-2121 0 0,-5 5-42 0 0,0 1-1 0 0,0-1 0 0 0,1 1 0 0 0,-1 0 1 0 0,10-6-1 0 0,-12 9-138 0 0,0 0 1 0 0,1 0-1 0 0,-1 0 1 0 0,1 0-1 0 0,-1 0 1 0 0,1 0-1 0 0,-1 1 0 0 0,1-1 1 0 0,5 1 2601 0 0,-4 1-3001 0 0,12 6 5 0 0,0 1 0 0 0,0 0 0 0 0,-1 1 1 0 0,-1 1-1 0 0,0 0 0 0 0,26 24 1 0 0,24 17-11 0 0,-9-12-137 0 0,-22-14 16 0 0,1-2 0 0 0,53 27 0 0 0,-86-49-163 0 0,1 0 0 0 0,0-1 1 0 0,0 1-1 0 0,0 0 0 0 0,0 0 1 0 0,0-1-1 0 0,0 1 0 0 0,0-1 1 0 0,0 0-1 0 0,0 0 0 0 0,3 0 0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2.13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20 233 8754 0 0,'-15'4'2200'0'0,"10"-8"-366"0"0,6 2-1594 0 0,-1 1 0 0 0,1-1 0 0 0,-1 0 0 0 0,1 0 0 0 0,0 1 0 0 0,-1-1-1 0 0,1 0 1 0 0,0 1 0 0 0,0-1 0 0 0,3-2 0 0 0,35-42 1389 0 0,33-21-1837 0 0,-27 28-1894 0 0,-4-4-3459 0 0,-28 27 3129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4.24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35 267 3225 0 0,'0'-2'637'0'0,"-1"0"1"0"0,0 0 0 0 0,0 0 0 0 0,0 0 0 0 0,0 1-1 0 0,0-1 1 0 0,0 0 0 0 0,0 0 0 0 0,-1 1 0 0 0,1-1-1 0 0,-3-2 1 0 0,1 1-182 0 0,1 1 0 0 0,0-1-1 0 0,0 1 1 0 0,0-1 0 0 0,0 0-1 0 0,0 0 1 0 0,1 0 0 0 0,-2-3-1 0 0,3 2-329 0 0,-1-1 0 0 0,1 1 0 0 0,0-1 0 0 0,1 1 0 0 0,-1 0 0 0 0,1-1 0 0 0,0 1 0 0 0,0-1 0 0 0,0 1 0 0 0,1 0 0 0 0,0 0 1 0 0,-1 0-1 0 0,2 0 0 0 0,-1 0 0 0 0,0 0 0 0 0,1 1 0 0 0,-1-1 0 0 0,6-5 0 0 0,2-3 425 0 0,1 1 1 0 0,0 0 0 0 0,25-18-1 0 0,-25 21-543 0 0,53-34 141 0 0,-60 39-140 0 0,0 1 0 0 0,1 0 0 0 0,-1 0-1 0 0,1 0 1 0 0,-1 1 0 0 0,1-1 0 0 0,0 1 0 0 0,0 0 0 0 0,0 0 0 0 0,-1 1 0 0 0,1 0-1 0 0,8 0 1 0 0,-11 1 4 0 0,-1 0 1 0 0,1-1-1 0 0,0 1 0 0 0,0 1 0 0 0,0-1 0 0 0,-1 0 0 0 0,1 0 0 0 0,0 1 0 0 0,-1-1 1 0 0,1 1-1 0 0,-1-1 0 0 0,1 1 0 0 0,-1-1 0 0 0,0 1 0 0 0,0 0 0 0 0,0 0 1 0 0,0 0-1 0 0,0 0 0 0 0,0-1 0 0 0,-1 1 0 0 0,1 0 0 0 0,0 1 0 0 0,-1-1 1 0 0,0 0-1 0 0,1 0 0 0 0,-1 0 0 0 0,0 0 0 0 0,0 0 0 0 0,-1 2 0 0 0,2 11 124 0 0,-1-1 1 0 0,-4 26-1 0 0,4-40-137 0 0,-17 70 55 0 0,12-59-45 0 0,2 0 0 0 0,0 1 0 0 0,0 0 0 0 0,1 0 1 0 0,1 0-1 0 0,-1 0 0 0 0,2 0 0 0 0,1 13 0 0 0,-1-23-9 0 0,1 0 0 0 0,0 1 0 0 0,0-1 0 0 0,0 0 0 0 0,0 0-1 0 0,0 0 1 0 0,0 0 0 0 0,0 0 0 0 0,1 0 0 0 0,-1 0 0 0 0,1-1 0 0 0,0 1-1 0 0,-1 0 1 0 0,1-1 0 0 0,0 1 0 0 0,0-1 0 0 0,0 0 0 0 0,0 1-1 0 0,0-1 1 0 0,0 0 0 0 0,0 0 0 0 0,0-1 0 0 0,1 1 0 0 0,-1 0-1 0 0,4 0 1 0 0,8 2 8 0 0,1-1 0 0 0,-1 0-1 0 0,18-1 1 0 0,2 1-2 0 0,-27-1 3 0 0,1 0 0 0 0,-1 1 0 0 0,0-1 0 0 0,1 1 0 0 0,-1 1 0 0 0,0 0-1 0 0,0-1 1 0 0,-1 2 0 0 0,1-1 0 0 0,10 9 0 0 0,-14-10-5 0 0,-1 0 1 0 0,0 1-1 0 0,0-1 0 0 0,0 1 1 0 0,0 0-1 0 0,0 0 1 0 0,0 0-1 0 0,-1 0 1 0 0,1 0-1 0 0,-1 0 0 0 0,0 0 1 0 0,0 0-1 0 0,0 0 1 0 0,0 1-1 0 0,-1-1 1 0 0,1 0-1 0 0,-1 0 0 0 0,0 1 1 0 0,0-1-1 0 0,0 1 1 0 0,-1-1-1 0 0,1 0 1 0 0,-1 0-1 0 0,1 1 0 0 0,-1-1 1 0 0,-2 5-1 0 0,0 0 96 0 0,0 1 0 0 0,-1-1-1 0 0,0 0 1 0 0,0 0 0 0 0,-1 0 0 0 0,0-1 0 0 0,0 1-1 0 0,-1-1 1 0 0,0-1 0 0 0,0 1 0 0 0,-1-1-1 0 0,0 0 1 0 0,-11 8 0 0 0,9-8-385 0 0,-1 0 1 0 0,1-1 0 0 0,-1 0-1 0 0,-1-1 1 0 0,1 0-1 0 0,-17 4 1 0 0,8-5-7096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5.1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113 422 4145 0 0,'-26'-38'3058'0'0,"11"18"-1398"0"0,0-2 0 0 0,2 0 0 0 0,-16-33-1 0 0,27 48-1382 0 0,-1 0 1 0 0,1-1-1 0 0,0 1 0 0 0,0 0 0 0 0,1-1 0 0 0,0 1 0 0 0,0-1 0 0 0,1 0 0 0 0,0 1 1 0 0,0-1-1 0 0,1 1 0 0 0,0-1 0 0 0,0 1 0 0 0,1-1 0 0 0,0 1 0 0 0,3-9 0 0 0,0 7-106 0 0,-1 0-1 0 0,2 0 0 0 0,-1 0 1 0 0,1 0-1 0 0,0 1 0 0 0,1 0 1 0 0,0 1-1 0 0,0 0 0 0 0,16-13 1 0 0,-18 16-156 0 0,1 0 1 0 0,-1 1 0 0 0,1-1 0 0 0,0 1-1 0 0,0 0 1 0 0,0 0 0 0 0,0 1 0 0 0,1 0-1 0 0,-1 0 1 0 0,1 1 0 0 0,-1-1 0 0 0,1 1-1 0 0,-1 1 1 0 0,1-1 0 0 0,0 1 0 0 0,8 1-1 0 0,-11 0-11 0 0,0 1-1 0 0,0-1 0 0 0,0 1 0 0 0,0 0 1 0 0,0 0-1 0 0,0 0 0 0 0,0 1 0 0 0,-1-1 1 0 0,0 1-1 0 0,1 0 0 0 0,-1 0 0 0 0,0 0 0 0 0,0 0 1 0 0,0 0-1 0 0,-1 1 0 0 0,1-1 0 0 0,-1 1 1 0 0,0 0-1 0 0,0 0 0 0 0,0 0 0 0 0,-1 0 1 0 0,1 0-1 0 0,0 6 0 0 0,4 13-25 0 0,0-1 0 0 0,-2 1 0 0 0,1 25 0 0 0,-4-38-4 0 0,7 112-204 0 0,6 48-327 0 0,-10-144 495 0 0,1 0-1 0 0,1 0 0 0 0,1-1 1 0 0,15 34-1 0 0,-20-55 63 0 0,0 0 0 0 0,0 0 0 0 0,0 1 0 0 0,1-2 0 0 0,-1 1 0 0 0,1 0 0 0 0,0 0 0 0 0,0-1 0 0 0,1 0 0 0 0,-1 1 0 0 0,1-1 0 0 0,-1-1 0 0 0,1 1 0 0 0,0 0 0 0 0,0-1 0 0 0,0 0 0 0 0,9 3 0 0 0,-9-4 0 0 0,0 0 0 0 0,0 0 0 0 0,0-1 0 0 0,0 0 0 0 0,0 0 0 0 0,0 0 0 0 0,1 0 0 0 0,-1 0 0 0 0,0-1 0 0 0,0 0 0 0 0,0 0 0 0 0,0 0 0 0 0,0 0 0 0 0,0-1 0 0 0,-1 1 0 0 0,1-1 0 0 0,0 0 0 0 0,-1 0 0 0 0,1-1 0 0 0,3-2 0 0 0,0-1 87 0 0,-1 1 0 0 0,0-1-1 0 0,0 0 1 0 0,-1 0 0 0 0,0-1 0 0 0,0 1 0 0 0,0-1-1 0 0,-1 0 1 0 0,0-1 0 0 0,0 1 0 0 0,-1-1-1 0 0,0 1 1 0 0,0-1 0 0 0,-1 0 0 0 0,0 0 0 0 0,0-1-1 0 0,-1 1 1 0 0,1-11 0 0 0,-2 12-18 0 0,0 1 0 0 0,-1-1 0 0 0,0 1 0 0 0,0 0 0 0 0,0-1 0 0 0,0 1 0 0 0,-1 0 0 0 0,0 0 0 0 0,-1 0 1 0 0,1 0-1 0 0,-1 0 0 0 0,-1 0 0 0 0,1 1 0 0 0,-1-1 0 0 0,1 1 0 0 0,-1 0 0 0 0,-1 0 0 0 0,1 1 0 0 0,-1-1 0 0 0,0 1 0 0 0,0 0 0 0 0,0 0 0 0 0,-1 1 0 0 0,-5-4 1 0 0,-10-2 45 0 0,-1 1 1 0 0,0 0 0 0 0,0 2 0 0 0,-1 0-1 0 0,-43-4 1 0 0,36 6-298 0 0,1-1 1 0 0,-55-17-1 0 0,57 10-390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6.76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118 168 14283 0 0,'-14'-54'-658'0'0,"-3"-11"-1408"0"0,15 60 2532 0 0,0 1 1 0 0,0-1 0 0 0,-1 1 0 0 0,0-1 0 0 0,0 1 0 0 0,-3-4 0 0 0,5 7-398 0 0,1 0 0 0 0,-1 0-1 0 0,0 0 1 0 0,1 0 0 0 0,-1 0-1 0 0,0 1 1 0 0,0-1 0 0 0,0 0 0 0 0,0 0-1 0 0,1 1 1 0 0,-1-1 0 0 0,0 1-1 0 0,0-1 1 0 0,0 1 0 0 0,0-1-1 0 0,-1 1 1 0 0,1 0 0 0 0,0-1 0 0 0,0 1-1 0 0,0 0 1 0 0,0 0 0 0 0,0 0-1 0 0,0 0 1 0 0,0 0 0 0 0,0 0 0 0 0,-1 0-1 0 0,1 0 1 0 0,0 0 0 0 0,0 1-1 0 0,0-1 1 0 0,0 0 0 0 0,0 1-1 0 0,0-1 1 0 0,0 1 0 0 0,0-1 0 0 0,0 1-1 0 0,0 0 1 0 0,0-1 0 0 0,0 1-1 0 0,1 0 1 0 0,-1-1 0 0 0,0 1 0 0 0,0 0-1 0 0,1 0 1 0 0,-1 0 0 0 0,0 1-1 0 0,-2 2 62 0 0,1 0 0 0 0,-1 0 0 0 0,1 0 0 0 0,0 0 0 0 0,0 0 0 0 0,1 1 0 0 0,-1-1 0 0 0,1 1 0 0 0,-1 7 0 0 0,1 15-15 0 0,1-1 0 0 0,1 1 0 0 0,2 0 0 0 0,9 42 0 0 0,34 104-52 0 0,-44-169-61 0 0,8 30 21 0 0,2-1 0 0 0,1 0 0 0 0,2 0 0 0 0,1-2-1 0 0,20 31 1 0 0,-28-51-37 0 0,0 0 0 0 0,1 0 0 0 0,0-1 0 0 0,1-1 0 0 0,0 0 0 0 0,1 0 0 0 0,11 8 0 0 0,-14-13-41 0 0,-1 0-1 0 0,1 0 1 0 0,0 0 0 0 0,0-1-1 0 0,0 0 1 0 0,1-1-1 0 0,-1 0 1 0 0,1 0-1 0 0,-1-1 1 0 0,1 0-1 0 0,0 0 1 0 0,9-1-1 0 0,-15 0 15 0 0,1 0 1 0 0,0-1-1 0 0,0 1 0 0 0,-1-1 1 0 0,1 0-1 0 0,-1 0 0 0 0,1 0 1 0 0,-1 0-1 0 0,1-1 0 0 0,-1 1 1 0 0,1-1-1 0 0,-1 0 0 0 0,0 0 0 0 0,0 0 1 0 0,0-1-1 0 0,0 1 0 0 0,4-5 1 0 0,-4 2 85 0 0,0 0 0 0 0,0 1 1 0 0,0-1-1 0 0,-1 0 0 0 0,1-1 0 0 0,-1 1 1 0 0,0 0-1 0 0,-1-1 0 0 0,1 1 1 0 0,0-10-1 0 0,0-2 282 0 0,-2 0 0 0 0,0 0 0 0 0,-1 0 0 0 0,0 0 0 0 0,-1 0 0 0 0,-8-27 0 0 0,7 35-267 0 0,0 0 1 0 0,-1 1-1 0 0,0-1 0 0 0,0 1 0 0 0,-1 0 1 0 0,0 0-1 0 0,0 1 0 0 0,-1-1 0 0 0,0 1 1 0 0,-1 1-1 0 0,1-1 0 0 0,-1 1 0 0 0,0 0 1 0 0,-1 0-1 0 0,-8-4 0 0 0,13 8-36 0 0,-1 0 0 0 0,0 0-1 0 0,0 0 1 0 0,0 0 0 0 0,0 1-1 0 0,0-1 1 0 0,0 1 0 0 0,0 0-1 0 0,0 1 1 0 0,0-1 0 0 0,-1 1 0 0 0,1 0-1 0 0,0 0 1 0 0,0 0 0 0 0,-1 0-1 0 0,1 1 1 0 0,0-1 0 0 0,0 1 0 0 0,0 0-1 0 0,0 1 1 0 0,0-1 0 0 0,0 1-1 0 0,0-1 1 0 0,0 1 0 0 0,0 1 0 0 0,1-1-1 0 0,-1 0 1 0 0,1 1 0 0 0,-1 0-1 0 0,1-1 1 0 0,0 1 0 0 0,0 1 0 0 0,1-1-1 0 0,-4 5 1 0 0,-2 4-191 0 0,0 1-1 0 0,2 0 1 0 0,0 0-1 0 0,0 1 1 0 0,1-1-1 0 0,1 1 1 0 0,0 0 0 0 0,1 1-1 0 0,0-1 1 0 0,-1 22-1 0 0,1-1-7480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1.75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22 121 9218 0 0,'-1'0'313'0'0,"-1"1"0"0"0,1 0 1 0 0,0-1-1 0 0,-1 1 0 0 0,1 0 0 0 0,0-1 1 0 0,0 1-1 0 0,-1 0 0 0 0,1 0 0 0 0,0 0 1 0 0,0 0-1 0 0,0 0 0 0 0,0 0 0 0 0,0 1 1 0 0,0-1-1 0 0,1 0 0 0 0,-1 0 0 0 0,-1 2 1 0 0,2-2-207 0 0,1 0 1 0 0,-1-1-1 0 0,0 1 1 0 0,0-1-1 0 0,0 1 1 0 0,1 0-1 0 0,-1-1 1 0 0,0 1-1 0 0,1-1 1 0 0,-1 1-1 0 0,0 0 1 0 0,1-1-1 0 0,-1 1 1 0 0,1-1-1 0 0,-1 0 1 0 0,1 1-1 0 0,-1-1 1 0 0,1 1-1 0 0,-1-1 1 0 0,1 0-1 0 0,-1 1 1 0 0,1-1-1 0 0,0 0 1 0 0,-1 1-1 0 0,1-1 1 0 0,1 0-1 0 0,4 2 80 0 0,1 0 0 0 0,-1 0-1 0 0,1-1 1 0 0,0 0-1 0 0,0 0 1 0 0,8-1 0 0 0,21-2 112 0 0,0-2-1 0 0,-1-2 1 0 0,60-17 0 0 0,103-46-707 0 0,-155 53-64 0 0,30-15-2388 0 0,-50 21 1805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2.05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0 114 4609 0 0,'1'-8'640'0'0,"1"-1"-1"0"0,-1 1 1 0 0,1 0-1 0 0,1 0 1 0 0,-1 0 0 0 0,1 0-1 0 0,1 0 1 0 0,0 1 0 0 0,5-10-1 0 0,8-7 7116 0 0,-17 24-7673 0 0,3 12 1616 0 0,-1 18-948 0 0,-3 61-287 0 0,3 125 1311 0 0,7-109-3470 0 0,11 0-3761 0 0,-7-60-1579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2.53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84 11522 0 0,'0'0'36'0'0,"0"0"0"0"0,-1 0-1 0 0,1 1 1 0 0,0-1-1 0 0,0 0 1 0 0,0 0 0 0 0,0 1-1 0 0,0-1 1 0 0,-1 0-1 0 0,1 0 1 0 0,0 1 0 0 0,0-1-1 0 0,0 0 1 0 0,0 0-1 0 0,0 1 1 0 0,0-1 0 0 0,0 0-1 0 0,0 0 1 0 0,0 1-1 0 0,0-1 1 0 0,0 0 0 0 0,0 1-1 0 0,0-1 1 0 0,0 0-1 0 0,0 0 1 0 0,0 1 0 0 0,0-1-1 0 0,1 0 1 0 0,-1 0-1 0 0,0 1 1 0 0,0-1 0 0 0,0 0-1 0 0,0 0 1 0 0,1 1-1 0 0,-1-1 1 0 0,0 0 0 0 0,0 0-1 0 0,0 0 1 0 0,1 0-1 0 0,-1 1 1 0 0,0-1 0 0 0,0 0-1 0 0,1 0 1 0 0,18 4 953 0 0,25-7 349 0 0,-41 3-1163 0 0,27-5 662 0 0,0-1 0 0 0,-1-2 0 0 0,50-19-1 0 0,-56 17-1171 0 0,1 2 1 0 0,-1 0-1 0 0,1 2 0 0 0,1 0 0 0 0,-1 2 0 0 0,42-2 0 0 0,1 10 245 0 0,-33 2 78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3.1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7 179 8754 0 0,'0'0'55'0'0,"0"0"0"0"0,0 0 1 0 0,0 0-1 0 0,-1 0 0 0 0,1 0 0 0 0,0 0 1 0 0,0 0-1 0 0,-1 0 0 0 0,1 0 0 0 0,0 0 0 0 0,0 0 1 0 0,0 0-1 0 0,-1 0 0 0 0,1 0 0 0 0,0 0 1 0 0,0 0-1 0 0,0 1 0 0 0,-1-1 0 0 0,1 0 1 0 0,0 0-1 0 0,0 0 0 0 0,0 0 0 0 0,-1 0 1 0 0,1 0-1 0 0,0 1 0 0 0,0-1 0 0 0,0 0 0 0 0,0 0 1 0 0,0 0-1 0 0,0 0 0 0 0,-1 1 0 0 0,1-1 1 0 0,0 0-1 0 0,0 0 0 0 0,0 0 0 0 0,0 1 1 0 0,0-1-1 0 0,0 0 0 0 0,0 0 0 0 0,0 1 0 0 0,0-1 1 0 0,0 0-1 0 0,0 1 0 0 0,6 11 716 0 0,11 8 189 0 0,-2-2-62 0 0,-1 1 0 0 0,-1 0 0 0 0,0 1 0 0 0,-2 1 0 0 0,16 39 1 0 0,2-1-311 0 0,-19-39-480 0 0,-3-4-78 0 0,1-1 0 0 0,1 0 0 0 0,0 0 0 0 0,1-1 0 0 0,13 15 0 0 0,-23-29-25 0 0,0 1 0 0 0,1-1 0 0 0,-1 1 0 0 0,0-1 0 0 0,1 0-1 0 0,-1 1 1 0 0,1-1 0 0 0,-1 1 0 0 0,1-1 0 0 0,-1 0 0 0 0,1 0 0 0 0,-1 1 0 0 0,1-1 0 0 0,-1 0-1 0 0,1 0 1 0 0,0 1 0 0 0,-1-1 0 0 0,1 0 0 0 0,-1 0 0 0 0,1 0 0 0 0,-1 0 0 0 0,1 0 0 0 0,0 0 0 0 0,-1 0-1 0 0,1 0 1 0 0,-1 0 0 0 0,1 0 0 0 0,0 0 0 0 0,-1 0 0 0 0,1-1 0 0 0,-1 1 0 0 0,1 0 0 0 0,-1 0-1 0 0,1 0 1 0 0,0-1 0 0 0,0-1 33 0 0,1 1-1 0 0,-1-1 0 0 0,0 1 0 0 0,0-1 1 0 0,0 0-1 0 0,0 1 0 0 0,0-1 1 0 0,0 0-1 0 0,0 0 0 0 0,0-3 1 0 0,8-48 898 0 0,-2-70 266 0 0,4-53-838 0 0,-7 145-1290 0 0,1 0 0 0 0,2 0 0 0 0,16-46 0 0 0,-16 61-139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3.4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 1 3225 0 0,'-1'0'127'0'0,"0"0"1"0"0,0 0-1 0 0,1 0 1 0 0,-1 0-1 0 0,0 1 1 0 0,0-1-1 0 0,1 0 1 0 0,-1 0 0 0 0,0 1-1 0 0,0-1 1 0 0,1 0-1 0 0,-1 1 1 0 0,1-1-1 0 0,-1 1 1 0 0,0-1-1 0 0,1 1 1 0 0,-1-1-1 0 0,1 1 1 0 0,-1 0-1 0 0,1-1 1 0 0,-1 1-1 0 0,1-1 1 0 0,0 1 0 0 0,-1 0-1 0 0,1 0 1 0 0,0-1-1 0 0,-1 1 1 0 0,1 0-1 0 0,0-1 1 0 0,0 1-1 0 0,0 0 1 0 0,-1 0-1 0 0,1 0 1 0 0,0-1-1 0 0,0 1 1 0 0,0 0 0 0 0,1 1-1 0 0,-2 5-116 0 0,-1 8 487 0 0,1 1-1 0 0,1-1 1 0 0,1 0 0 0 0,0 0 0 0 0,1 0 0 0 0,0 0 0 0 0,6 16 0 0 0,-6-23-246 0 0,0 0 1 0 0,1 0-1 0 0,0-1 0 0 0,0 1 1 0 0,1-1-1 0 0,0 0 1 0 0,0 0-1 0 0,1 0 1 0 0,0-1-1 0 0,0 0 1 0 0,0 1-1 0 0,1-2 0 0 0,0 1 1 0 0,12 8-1 0 0,-16-13-166 0 0,0 0-1 0 0,0 0 1 0 0,-1 0-1 0 0,1 0 0 0 0,0 0 1 0 0,0-1-1 0 0,0 1 1 0 0,0-1-1 0 0,0 0 0 0 0,0 1 1 0 0,0-1-1 0 0,0 0 0 0 0,0 0 1 0 0,0 0-1 0 0,0 0 1 0 0,0-1-1 0 0,0 1 0 0 0,0 0 1 0 0,0-1-1 0 0,0 0 1 0 0,0 1-1 0 0,0-1 0 0 0,-1 0 1 0 0,1 0-1 0 0,0 0 1 0 0,0 0-1 0 0,-1 0 0 0 0,1 0 1 0 0,-1-1-1 0 0,1 1 1 0 0,-1-1-1 0 0,1 1 0 0 0,-1-1 1 0 0,0 1-1 0 0,0-1 0 0 0,0 0 1 0 0,1-2-1 0 0,1 0 87 0 0,0-1-1 0 0,0-1 0 0 0,-1 1 0 0 0,0 0 1 0 0,0 0-1 0 0,-1-1 0 0 0,1 1 1 0 0,-1-1-1 0 0,0 0 0 0 0,-1 1 1 0 0,1-1-1 0 0,-1-8 0 0 0,-1 7-214 0 0,-1 0-1 0 0,1 0 1 0 0,-1 0-1 0 0,0 0 1 0 0,-1 0-1 0 0,0 0 0 0 0,0 0 1 0 0,0 1-1 0 0,-1-1 1 0 0,0 1-1 0 0,0 0 1 0 0,0 0-1 0 0,-1 1 1 0 0,0-1-1 0 0,0 1 1 0 0,-1 0-1 0 0,1 0 0 0 0,-1 1 1 0 0,0 0-1 0 0,0 0 1 0 0,-1 0-1 0 0,-12-5 1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32.1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201 1546 5065 0 0,'14'-68'11284'0'0,"-16"66"-11039"0"0,-5-2 39 0 0,1 1 0 0 0,-1-2-1 0 0,1 1 1 0 0,0-1 0 0 0,0 0-1 0 0,1 0 1 0 0,0-1 0 0 0,0 0-1 0 0,0 0 1 0 0,0 0 0 0 0,1 0-1 0 0,0-1 1 0 0,0 1 0 0 0,1-1-1 0 0,0 0 1 0 0,0 0 0 0 0,1-1-1 0 0,-3-10 1 0 0,-1-12-172 0 0,2 0 0 0 0,1-1 0 0 0,1-42 0 0 0,-1-10 114 0 0,-45-279 281 0 0,10 100-118 0 0,29 51-222 0 0,4 46-155 0 0,4 147-13 0 0,0 10 0 0 0,0 1 0 0 0,0-1 0 0 0,1 1 0 0 0,0-1 0 0 0,1 1 0 0 0,0-1 0 0 0,0 1-1 0 0,4-11 1 0 0,-7 7-9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33.0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1664 1 920 0 0,'0'11'12656'0'0,"-5"-6"-12287"0"0,1-1-1 0 0,-1 1 0 0 0,0-1 1 0 0,0 0-1 0 0,-1 0 0 0 0,0-1 1 0 0,1 1-1 0 0,-1-1 0 0 0,0-1 1 0 0,0 1-1 0 0,-1-1 0 0 0,1 0 1 0 0,-12 2-1 0 0,-13 1 702 0 0,-57 2-1 0 0,-4 1-1067 0 0,-216 53 1062 0 0,-17-22-861 0 0,68-26 389 0 0,203-12-298 0 0,-92-11 1 0 0,135 9-276 0 0,-21-2-9 0 0,-1 2 0 0 0,1 1 0 0 0,-63 8 0 0 0,77-6-14 0 0,14-2-4 0 0,0 0 1 0 0,0 0 0 0 0,1 0-1 0 0,-1 0 1 0 0,0 1 0 0 0,0 0 0 0 0,0 0-1 0 0,1 0 1 0 0,-1 0 0 0 0,0 0-1 0 0,-6 5 1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39.9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63 373 920 0 0,'-5'-2'285'0'0,"0"0"0"0"0,1 0-1 0 0,-1-1 1 0 0,1 0 0 0 0,0 0 0 0 0,0 0-1 0 0,0 0 1 0 0,0-1 0 0 0,1 0-1 0 0,-5-5 1 0 0,7 8-42 0 0,0 0 0 0 0,-1-1 0 0 0,1 1 0 0 0,0 0 0 0 0,0-1 0 0 0,1 1 1 0 0,-1-1-1 0 0,0 0 0 0 0,0 1 0 0 0,1-1 0 0 0,-1 1 0 0 0,1-1 0 0 0,-1 0 0 0 0,1 0 0 0 0,0 1 0 0 0,0-1 0 0 0,-1 0 0 0 0,1 0 0 0 0,1 1 0 0 0,-1-1 0 0 0,0 0 0 0 0,0 1 0 0 0,1-1 0 0 0,-1 0 0 0 0,0 0 1 0 0,1 1-1 0 0,0-1 0 0 0,-1 1 0 0 0,1-1 0 0 0,0 1 0 0 0,0-1 0 0 0,0 1 0 0 0,1-2 0 0 0,1 1 102 0 0,-1 1 1 0 0,0 0-1 0 0,1 0 1 0 0,-1 0-1 0 0,1 0 1 0 0,-1 0 0 0 0,1 0-1 0 0,-1 1 1 0 0,1-1-1 0 0,0 1 1 0 0,-1 0-1 0 0,1-1 1 0 0,0 1-1 0 0,-1 1 1 0 0,1-1-1 0 0,-1 0 1 0 0,1 1-1 0 0,0-1 1 0 0,-1 1-1 0 0,5 2 1 0 0,55 21 460 0 0,-59-23-665 0 0,57 32 44 0 0,-1 1 1 0 0,-2 4-1 0 0,98 83 1 0 0,-154-120-171 0 0,0 0 0 0 0,0-1 0 0 0,0 1 1 0 0,1-1-1 0 0,-1 1 0 0 0,0-1 1 0 0,0 0-1 0 0,0 1 0 0 0,0-1 0 0 0,0 0 1 0 0,1 0-1 0 0,-1 0 0 0 0,0 0 1 0 0,0 0-1 0 0,0 0 0 0 0,1 0 0 0 0,-1 0 1 0 0,0 0-1 0 0,0 0 0 0 0,0-1 0 0 0,0 1 1 0 0,1 0-1 0 0,-1-1 0 0 0,0 1 1 0 0,0-1-1 0 0,0 0 0 0 0,0 1 0 0 0,0-1 1 0 0,0 0-1 0 0,0 0 0 0 0,0 1 1 0 0,-1-1-1 0 0,1 0 0 0 0,1-2 0 0 0,28-37 698 0 0,-26 33-666 0 0,63-99 337 0 0,-33 48-321 0 0,2 1 0 0 0,83-96 0 0 0,-93 123-302 0 0,-19 21-255 0 0,-1 1 0 0 0,2 0 0 0 0,-1 0 0 0 0,1 1 0 0 0,0 0 0 0 0,16-10 0 0 0,-23 16 218 0 0,0 1 1 0 0,0-1 0 0 0,0 1-1 0 0,0 0 1 0 0,0-1 0 0 0,0 1-1 0 0,0 0 1 0 0,0 0 0 0 0,0 0-1 0 0,0 0 1 0 0,0 0 0 0 0,0 0-1 0 0,0 0 1 0 0,0 0 0 0 0,0 0-1 0 0,0 0 1 0 0,0 1 0 0 0,0-1-1 0 0,0 0 1 0 0,0 1 0 0 0,0-1-1 0 0,0 1 1 0 0,0-1 0 0 0,0 1-1 0 0,0-1 1 0 0,-1 1 0 0 0,2 1-1 0 0,3 6-2547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1.2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25 70 2761 0 0,'-24'-70'19204'0'0,"37"117"-19121"0"0,2-2 0 0 0,43 86 0 0 0,-33-77-92 0 0,31 91 1 0 0,-44-91-843 0 0,-12-17-5237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1.5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0,'10'2'16135'0'0,"-5"2"-17710"0"0,-1 1 1644 0 0,-1 1 0 0 0,0-1-1 0 0,0 1 1 0 0,0 0 0 0 0,-1 0 0 0 0,0 0-1 0 0,0 0 1 0 0,-1 0 0 0 0,0 0 0 0 0,1 13-1 0 0,2 2-18 0 0,7 35-143 0 0,11 50 2 0 0,-2-36-3030 0 0,-14-54-3947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2.5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69 157 1840 0 0,'-15'-7'1632'0'0,"-19"-10"1696"0"0,14 1 5107 0 0,24 17-8192 0 0,0-1 0 0 0,0 1-1 0 0,0 1 1 0 0,-1-1-1 0 0,1 1 1 0 0,0-1 0 0 0,-1 1-1 0 0,1 0 1 0 0,-1 0 0 0 0,0 0-1 0 0,5 5 1 0 0,8 4-31 0 0,61 41 51 0 0,33 19 362 0 0,-94-63-567 0 0,0 0 0 0 0,0 0 0 0 0,1-2 1 0 0,0 0-1 0 0,21 4 0 0 0,-34-9 11 0 0,0 0 0 0 0,1 0-1 0 0,-1-1 1 0 0,1 1 0 0 0,-1-1 0 0 0,1 0-1 0 0,-1 0 1 0 0,1-1 0 0 0,-1 0-1 0 0,1 1 1 0 0,-1-2 0 0 0,0 1 0 0 0,0 0-1 0 0,1-1 1 0 0,-1 0 0 0 0,7-3-1 0 0,-6 1 37 0 0,-1 0 0 0 0,1-1 0 0 0,-1 1-1 0 0,0-1 1 0 0,0 0 0 0 0,0 0-1 0 0,-1 0 1 0 0,0 0 0 0 0,0-1-1 0 0,0 1 1 0 0,3-10 0 0 0,21-74 310 0 0,-22 70-655 0 0,0 0 1 0 0,1 1-1 0 0,1-1 0 0 0,0 1 1 0 0,14-22-1 0 0,-10 22-962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3.0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49 5985 0 0,'-1'0'370'0'0,"-9"-26"4579"0"0,9 25-4767 0 0,1 0 0 0 0,0 1-1 0 0,-1-1 1 0 0,1 0 0 0 0,0 1-1 0 0,0-1 1 0 0,-1 0 0 0 0,1 1-1 0 0,0-1 1 0 0,0 0 0 0 0,0 1-1 0 0,0-1 1 0 0,0 0 0 0 0,0 0-1 0 0,0 1 1 0 0,0-1 0 0 0,0 0 0 0 0,0 1-1 0 0,1-1 1 0 0,-1 0 0 0 0,0 1-1 0 0,0-1 1 0 0,1 0 0 0 0,-1 1-1 0 0,0-1 1 0 0,1 1 0 0 0,-1-1-1 0 0,1 0 1 0 0,-1 1 0 0 0,1-1-1 0 0,-1 1 1 0 0,2-1 0 0 0,-2 1-102 0 0,1 0 0 0 0,0 0 0 0 0,-1 0 0 0 0,1 1 0 0 0,0-1 1 0 0,-1 0-1 0 0,1 0 0 0 0,0 1 0 0 0,-1-1 0 0 0,1 1 0 0 0,-1-1 0 0 0,1 1 1 0 0,-1-1-1 0 0,1 1 0 0 0,-1-1 0 0 0,1 1 0 0 0,-1-1 0 0 0,1 1 0 0 0,-1-1 1 0 0,0 1-1 0 0,1 0 0 0 0,-1-1 0 0 0,0 1 0 0 0,0 0 0 0 0,1-1 0 0 0,-1 1 1 0 0,0 0-1 0 0,0-1 0 0 0,0 1 0 0 0,0 1 0 0 0,7 29 269 0 0,-6-26-175 0 0,56 229 981 0 0,-15-121-2283 0 0,-28-82-1148 0 0,28 44 0 0 0,-31-58-3600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3.3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3 180 4145 0 0,'-1'-2'368'0'0,"1"-1"-1"0"0,-1 0 1 0 0,1 1 0 0 0,0-1-1 0 0,0 0 1 0 0,0 0 0 0 0,0 1 0 0 0,0-1-1 0 0,0 0 1 0 0,1 1 0 0 0,-1-1-1 0 0,1 0 1 0 0,0 1 0 0 0,0-1 0 0 0,0 1-1 0 0,2-5 1 0 0,1-1 622 0 0,0 1 0 0 0,0-1 0 0 0,11-13 0 0 0,-8 13-689 0 0,1 1 0 0 0,0-1 0 0 0,0 2 0 0 0,1-1 0 0 0,0 1 0 0 0,0 0 0 0 0,0 1-1 0 0,1 0 1 0 0,-1 1 0 0 0,12-4 0 0 0,-10 4-1257 0 0,1 1 0 0 0,1 0 0 0 0,-1 0 1 0 0,23 0-1 0 0,-15 2-3905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3.5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8 109 3225 0 0,'-1'-1'62'0'0,"1"1"1"0"0,-1-1-1 0 0,1 1 1 0 0,-1-1-1 0 0,1 1 1 0 0,-1-1-1 0 0,1 1 1 0 0,-1-1-1 0 0,1 0 1 0 0,-1 1 0 0 0,1-1-1 0 0,0 0 1 0 0,0 1-1 0 0,-1-1 1 0 0,1 0-1 0 0,0 1 1 0 0,0-1-1 0 0,0 0 1 0 0,-1 0-1 0 0,1 1 1 0 0,0-1-1 0 0,0 0 1 0 0,0 0-1 0 0,0 1 1 0 0,1-1 0 0 0,-1-1-1 0 0,11-22 2614 0 0,-7 18-1938 0 0,1 0 0 0 0,0 0 0 0 0,0 1-1 0 0,0 0 1 0 0,7-6 0 0 0,-5 7-686 0 0,1 0 0 0 0,-1 1 0 0 0,0 0 0 0 0,1 0-1 0 0,0 1 1 0 0,-1 0 0 0 0,1 0 0 0 0,0 1 0 0 0,0 0 0 0 0,0 0 0 0 0,0 1 0 0 0,14 1 0 0 0,-11 0-52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3.9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26 7834 0 0,'-1'-1'121'0'0,"1"0"0"0"0,0 0 0 0 0,0 0 1 0 0,1 0-1 0 0,-1 0 0 0 0,0 0 0 0 0,0 0 1 0 0,0 0-1 0 0,1 0 0 0 0,-1 0 0 0 0,0 0 1 0 0,1 0-1 0 0,-1 0 0 0 0,1 1 0 0 0,-1-1 0 0 0,1 0 1 0 0,-1 0-1 0 0,1 0 0 0 0,0 1 0 0 0,0-1 1 0 0,-1 0-1 0 0,1 1 0 0 0,0-1 0 0 0,0 0 1 0 0,0 1-1 0 0,-1-1 0 0 0,1 1 0 0 0,0-1 1 0 0,0 1-1 0 0,0 0 0 0 0,0-1 0 0 0,0 1 0 0 0,0 0 1 0 0,0 0-1 0 0,0 0 0 0 0,0 0 0 0 0,1-1 1 0 0,0 2 55 0 0,-1-1 0 0 0,1 0 1 0 0,0 0-1 0 0,-1 0 1 0 0,1 1-1 0 0,-1-1 0 0 0,1 1 1 0 0,-1-1-1 0 0,0 1 1 0 0,1 0-1 0 0,-1-1 0 0 0,1 1 1 0 0,-1 0-1 0 0,0 0 1 0 0,0 0-1 0 0,0 0 0 0 0,1 0 1 0 0,-1 0-1 0 0,0 1 1 0 0,0-1-1 0 0,0 0 0 0 0,-1 0 1 0 0,1 1-1 0 0,1 1 1 0 0,1 7 49 0 0,0 0 0 0 0,-1-1 1 0 0,0 1-1 0 0,-1 0 1 0 0,0 0-1 0 0,-1 14 0 0 0,0-14 70 0 0,1 0 0 0 0,0 0 0 0 0,0 0 1 0 0,1 0-1 0 0,5 19 0 0 0,-7-29-248 0 0,1 0 0 0 0,-1 1 1 0 0,0-1-1 0 0,1 0 0 0 0,-1 1 1 0 0,0-1-1 0 0,1 0 0 0 0,-1 0 1 0 0,1 1-1 0 0,-1-1 0 0 0,1 0 1 0 0,-1 0-1 0 0,1 0 0 0 0,-1 1 1 0 0,0-1-1 0 0,1 0 0 0 0,-1 0 1 0 0,1 0-1 0 0,-1 0 0 0 0,1 0 1 0 0,-1 0-1 0 0,1 0 0 0 0,-1 0 1 0 0,1 0-1 0 0,-1 0 0 0 0,1-1 1 0 0,-1 1-1 0 0,1 0 0 0 0,-1 0 1 0 0,1 0-1 0 0,-1 0 0 0 0,1-1 1 0 0,-1 1-1 0 0,0 0 0 0 0,1-1 1 0 0,-1 1-1 0 0,0 0 0 0 0,1-1 1 0 0,21-15-37 0 0,-19 14 101 0 0,74-58-2301 0 0,-55 43-5068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4.9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39 226 1840 0 0,'-10'-8'1433'0'0,"-12"-11"457"0"0,22 19-1716 0 0,0-1 0 0 0,-1 1 0 0 0,1 0-1 0 0,-1-1 1 0 0,0 1 174 0 0,1-1-174 0 0,0 1 0 0 0,-1-1 0 0 0,1 1 0 0 0,0-1 0 0 0,-1 1 0 0 0,1-1 0 0 0,0 1 0 0 0,0-1-1 0 0,-1 1 1 0 0,1-1 0 0 0,0 1 0 0 0,0-1 0 0 0,0 1 0 0 0,0-1 0 0 0,0 0 0 0 0,0 1 0 0 0,0-1 0 0 0,0 1 0 0 0,0-1 0 0 0,0 1-1 0 0,0-1 1 0 0,0 1 0 0 0,1-2 0 0 0,0 2-7 0 0,0 0-1 0 0,0-1 0 0 0,0 1 1 0 0,0 0-1 0 0,0 0 0 0 0,0 0 1 0 0,0 0-1 0 0,0 0 0 0 0,0 0 1 0 0,0 0-1 0 0,0 0 0 0 0,0 0 1 0 0,0 1-1 0 0,0-1 0 0 0,0 0 1 0 0,0 1-1 0 0,0-1 0 0 0,0 1 1 0 0,0-1-1 0 0,0 1 0 0 0,0-1 1 0 0,1 2-1 0 0,21 13 765 0 0,47 40 79 0 0,-43-31-794 0 0,1-2 1 0 0,1-1 0 0 0,39 21-1 0 0,-59-37-96 0 0,0-1 0 0 0,0 0 0 0 0,1-1 0 0 0,-1 0 0 0 0,1 0 0 0 0,0-1 0 0 0,0 0 1 0 0,0-1-1 0 0,0 0 0 0 0,0 0 0 0 0,0-1 0 0 0,0-1 0 0 0,0 1 0 0 0,0-2 0 0 0,0 1 0 0 0,10-4 0 0 0,-13 2-48 0 0,0 0-1 0 0,-1 0 1 0 0,1 0-1 0 0,-1-1 1 0 0,0 0 0 0 0,0 0-1 0 0,-1 0 1 0 0,1-1-1 0 0,-1 0 1 0 0,0 0 0 0 0,0 0-1 0 0,0-1 1 0 0,-1 1-1 0 0,5-9 1 0 0,5-11 456 0 0,-1 0-1 0 0,13-38 1 0 0,9-14-8 0 0,-25 58-1062 0 0,2 0 0 0 0,0 1 1 0 0,1 1-1 0 0,15-17 0 0 0,-11 17-6591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5.5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33 2761 0 0,'6'-24'2422'0'0,"-2"16"-505"0"0,-2 18 704 0 0,0 0-2030 0 0,-1 1 1 0 0,2 0 0 0 0,-1-1 0 0 0,2 0-1 0 0,-1 1 1 0 0,1-1 0 0 0,11 18 0 0 0,11 31 588 0 0,-14-12-608 0 0,-3 0-1 0 0,7 70 0 0 0,-12-72-1386 0 0,2 0 1 0 0,3-1-1 0 0,13 45 0 0 0,-14-66-4369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5.7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18 255 3225 0 0,'-1'0'144'0'0,"0"-1"0"0"0,0 0 1 0 0,-1 0-1 0 0,1 0 1 0 0,0 1-1 0 0,0-1 0 0 0,0 0 1 0 0,0-1-1 0 0,0 1 0 0 0,0 0 1 0 0,1 0-1 0 0,-1 0 1 0 0,0 0-1 0 0,1-1 0 0 0,-1 1 1 0 0,0 0-1 0 0,1-1 0 0 0,-1 1 1 0 0,1 0-1 0 0,0-1 1 0 0,0 1-1 0 0,-1-3 0 0 0,2 1 378 0 0,0-1-1 0 0,0 1 0 0 0,0-1 0 0 0,0 1 1 0 0,1 0-1 0 0,-1-1 0 0 0,5-4 0 0 0,-3 1-762 0 0,9-13 1394 0 0,0 0 0 0 0,1 1 1 0 0,28-31-1 0 0,-34 42-1431 0 0,1 0 1 0 0,1 0 0 0 0,0 1-1 0 0,0 0 1 0 0,0 1 0 0 0,1 0-1 0 0,0 0 1 0 0,0 1 0 0 0,18-7-1 0 0,-8 7-4289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5.9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0 255 6449 0 0,'49'-38'6518'0'0,"1"-8"-3542"0"0,51-43-3198 0 0,-87 79-109 0 0,0 0 1 0 0,1 1 0 0 0,0 1-1 0 0,0 0 1 0 0,31-11 0 0 0,-1 7 410 0 0,-25 6-64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6.5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 70 5985 0 0,'-1'0'170'0'0,"0"-1"-1"0"0,0 1 0 0 0,0-1 1 0 0,0 1-1 0 0,0-1 0 0 0,0 1 1 0 0,1-1-1 0 0,-1 0 0 0 0,0 1 1 0 0,0-1-1 0 0,0 0 0 0 0,0 0 1 0 0,1 1-1 0 0,-1-1 0 0 0,0 0 1 0 0,1 0-1 0 0,-1 0 1 0 0,1 0-1 0 0,-1 0 0 0 0,1 0 1 0 0,-1 0-1 0 0,1 0 0 0 0,0 0 1 0 0,0 0-1 0 0,-1-1 0 0 0,1 1 1 0 0,0 0-1 0 0,0 0 0 0 0,0 0 1 0 0,0 0-1 0 0,0 0 0 0 0,0 0 1 0 0,1 0-1 0 0,-1 0 0 0 0,0 0 1 0 0,0-1-1 0 0,1 1 0 0 0,-1 0 1 0 0,1 0-1 0 0,-1 0 1 0 0,1 0-1 0 0,-1 0 0 0 0,1 1 1 0 0,1-3-1 0 0,0 1 54 0 0,-1 0-1 0 0,2 0 1 0 0,-1 0-1 0 0,0 0 1 0 0,0 0 0 0 0,1 0-1 0 0,-1 0 1 0 0,0 1-1 0 0,1-1 1 0 0,0 1 0 0 0,-1 0-1 0 0,1-1 1 0 0,0 1-1 0 0,0 1 1 0 0,5-2 0 0 0,-4 1-149 0 0,0 1 0 0 0,0 0 0 0 0,-1 0-1 0 0,1 0 1 0 0,0 0 0 0 0,0 1 0 0 0,-1-1 0 0 0,1 1 0 0 0,-1 0 0 0 0,1 0 0 0 0,0 1 0 0 0,-1-1 0 0 0,0 1 0 0 0,1-1 0 0 0,-1 1 0 0 0,5 4 0 0 0,-5-4-20 0 0,-1 1 1 0 0,0 0-1 0 0,0-1 1 0 0,0 1-1 0 0,-1 0 1 0 0,1 0-1 0 0,-1 0 1 0 0,1 0-1 0 0,-1 0 1 0 0,0 1-1 0 0,0-1 1 0 0,0 0-1 0 0,-1 0 1 0 0,1 1-1 0 0,-1-1 1 0 0,0 0-1 0 0,0 1 1 0 0,0 4-1 0 0,-2 8-57 0 0,0 0-1 0 0,-7 23 1 0 0,5-28 5 0 0,2-1 1 0 0,-1 1 0 0 0,1-1 0 0 0,1 1 0 0 0,0 0 0 0 0,1 0-1 0 0,1 18 1 0 0,-1-27-5 0 0,1 0 0 0 0,-1-1 0 0 0,0 1-1 0 0,1 0 1 0 0,0-1 0 0 0,-1 1 0 0 0,1 0-1 0 0,0-1 1 0 0,0 1 0 0 0,0-1 0 0 0,0 1 0 0 0,0-1-1 0 0,0 0 1 0 0,0 1 0 0 0,1-1 0 0 0,-1 0 0 0 0,0 0-1 0 0,1 0 1 0 0,-1 0 0 0 0,1 0 0 0 0,-1 0-1 0 0,1 0 1 0 0,-1 0 0 0 0,3 0 0 0 0,2 0-25 0 0,1 0 0 0 0,-1 0 0 0 0,1 0 0 0 0,-1-1 0 0 0,10 0 0 0 0,-12-1 16 0 0,0 1 0 0 0,0 0 0 0 0,1 0 0 0 0,-1 0 0 0 0,0 1 0 0 0,0-1 1 0 0,0 1-1 0 0,1 0 0 0 0,-1 0 0 0 0,0 1 0 0 0,6 2 0 0 0,-9-3 39 0 0,1 1 0 0 0,-1 0 0 0 0,1 0 0 0 0,-1-1 0 0 0,0 1 1 0 0,0 0-1 0 0,0 0 0 0 0,0 0 0 0 0,0 0 0 0 0,-1 1 0 0 0,1-1 0 0 0,0 0 0 0 0,-1 0 0 0 0,0 0 0 0 0,1 0 0 0 0,-1 1 0 0 0,0-1 0 0 0,0 0 1 0 0,0 0-1 0 0,-1 1 0 0 0,1-1 0 0 0,0 0 0 0 0,-1 0 0 0 0,-1 4 0 0 0,-2 7 252 0 0,0 0-1 0 0,-10 20 1 0 0,13-31-271 0 0,-11 24-91 0 0,-22 36 1 0 0,22-45-594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3.3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101 134 920 0 0,'-11'3'669'0'0,"1"2"0"0"0,0-1-1 0 0,0 1 1 0 0,1 0 0 0 0,0 1-1 0 0,-10 7 1 0 0,19-13-597 0 0,0 1 0 0 0,0-1 0 0 0,0 0 0 0 0,-1 0 0 0 0,1 0 0 0 0,0 1 0 0 0,0-1 0 0 0,0 0 0 0 0,0 0 0 0 0,-1 1-1 0 0,1-1 1 0 0,0 0 0 0 0,0 0 0 0 0,0 1 0 0 0,0-1 0 0 0,0 0 0 0 0,0 0 0 0 0,0 1 0 0 0,0-1 0 0 0,0 0 0 0 0,0 1 0 0 0,0-1 0 0 0,0 0 0 0 0,0 0 0 0 0,0 1 0 0 0,0-1-1 0 0,0 0 1 0 0,0 1 0 0 0,0-1 0 0 0,0 0 0 0 0,0 0 0 0 0,1 1 0 0 0,-1-1 0 0 0,0 0 0 0 0,0 0 0 0 0,0 1 0 0 0,1-1 0 0 0,12 8 1427 0 0,14 0-17 0 0,-24-8-1420 0 0,-1 1-1 0 0,1-1 1 0 0,-1 1 0 0 0,1-1 0 0 0,-1 0 0 0 0,1 0-1 0 0,-1 0 1 0 0,1-1 0 0 0,-1 1 0 0 0,1-1 0 0 0,-1 1-1 0 0,0-1 1 0 0,1 0 0 0 0,-1 0 0 0 0,0 0 0 0 0,1 0-1 0 0,-1 0 1 0 0,0 0 0 0 0,0-1 0 0 0,0 1 0 0 0,3-4-1 0 0,-2 2 69 0 0,0-1-1 0 0,0 1 0 0 0,-1-1 1 0 0,0 0-1 0 0,1 0 0 0 0,-2 0 1 0 0,1-1-1 0 0,0 1 0 0 0,-1 0 0 0 0,0-1 1 0 0,1-6-1 0 0,-1 4-25 0 0,-1 1 0 0 0,0 0 0 0 0,0 0 0 0 0,-1 0-1 0 0,0 0 1 0 0,0 0 0 0 0,0 0 0 0 0,-1 0 0 0 0,0 0 0 0 0,-5-10 0 0 0,5 12-28 0 0,1 1-1 0 0,-1-1 1 0 0,0 1 0 0 0,0-1 0 0 0,0 1 0 0 0,0 0 0 0 0,-1 0 0 0 0,1 0 0 0 0,-1 0 0 0 0,0 1-1 0 0,0-1 1 0 0,0 1 0 0 0,0 0 0 0 0,0-1 0 0 0,0 1 0 0 0,-1 1 0 0 0,1-1 0 0 0,-6-2 0 0 0,7 4-57 0 0,0 1 0 0 0,0-1 0 0 0,0 0 0 0 0,0 0 0 0 0,0 1 1 0 0,0-1-1 0 0,0 1 0 0 0,0 0 0 0 0,1-1 0 0 0,-1 1 1 0 0,0 0-1 0 0,0 0 0 0 0,1 0 0 0 0,-1 0 0 0 0,1 1 0 0 0,-1-1 1 0 0,1 0-1 0 0,-1 1 0 0 0,1-1 0 0 0,0 1 0 0 0,-1-1 0 0 0,1 1 1 0 0,0 0-1 0 0,0-1 0 0 0,0 1 0 0 0,0 2 0 0 0,-4 6-179 0 0,0 0 0 0 0,1 0 0 0 0,-5 14 0 0 0,8-19 139 0 0,-1 1 1 0 0,1 0-1 0 0,0-1 0 0 0,0 1 1 0 0,0 0-1 0 0,1 0 0 0 0,0 0 1 0 0,0-1-1 0 0,0 1 1 0 0,1 0-1 0 0,0 0 0 0 0,0 0 1 0 0,1-1-1 0 0,0 1 0 0 0,-1-1 1 0 0,2 1-1 0 0,-1-1 1 0 0,1 0-1 0 0,0 0 0 0 0,0 0 1 0 0,0 0-1 0 0,1 0 0 0 0,-1-1 1 0 0,1 1-1 0 0,0-1 0 0 0,1 0 1 0 0,-1 0-1 0 0,1-1 1 0 0,-1 1-1 0 0,1-1 0 0 0,0 0 1 0 0,0-1-1 0 0,7 4 0 0 0,-8-5 15 0 0,0 0-1 0 0,0 0 0 0 0,-1 0 0 0 0,1 0 0 0 0,1 0 0 0 0,-1-1 0 0 0,0 0 0 0 0,0 0 1 0 0,0 0-1 0 0,0 0 0 0 0,0-1 0 0 0,0 1 0 0 0,0-1 0 0 0,0 0 0 0 0,0 0 0 0 0,0-1 1 0 0,-1 1-1 0 0,1-1 0 0 0,0 0 0 0 0,4-2 0 0 0,-2-1-54 0 0,-1 1 1 0 0,1 0-1 0 0,-1-1 1 0 0,0 0-1 0 0,0 0 1 0 0,0-1-1 0 0,-1 1 0 0 0,1-1 1 0 0,-2 0-1 0 0,1 0 1 0 0,4-9-1 0 0,-6 9 41 0 0,0 1 0 0 0,0 0-1 0 0,0-1 1 0 0,-1 1 0 0 0,0-1 0 0 0,0 0-1 0 0,0 1 1 0 0,0-1 0 0 0,-1 0 0 0 0,0 0-1 0 0,0 1 1 0 0,-1-1 0 0 0,-2-10 0 0 0,2 12 71 0 0,0 1 1 0 0,-1-1-1 0 0,0 1 1 0 0,1-1-1 0 0,-1 1 1 0 0,0 0-1 0 0,-1 0 1 0 0,1 0 0 0 0,0 0-1 0 0,-1 0 1 0 0,0 1-1 0 0,0-1 1 0 0,0 1-1 0 0,0-1 1 0 0,0 1-1 0 0,0 0 1 0 0,0 0-1 0 0,-1 1 1 0 0,1-1-1 0 0,-1 1 1 0 0,1 0 0 0 0,-7-2-1 0 0,5 2-33 0 0,1 0 0 0 0,0 0 0 0 0,-1 1 0 0 0,1 0 0 0 0,-1 0 0 0 0,1 0 0 0 0,-1 0 0 0 0,1 1 0 0 0,-1-1 0 0 0,1 1 0 0 0,0 0 0 0 0,0 1-1 0 0,-1-1 1 0 0,1 1 0 0 0,0 0 0 0 0,0 0 0 0 0,0 0 0 0 0,0 0 0 0 0,1 1 0 0 0,-1-1 0 0 0,-4 6 0 0 0,5-6-51 0 0,0 1 1 0 0,1 0-1 0 0,0 0 0 0 0,-1 0 1 0 0,1 0-1 0 0,0 0 0 0 0,1 1 1 0 0,-1-1-1 0 0,0 1 0 0 0,1-1 1 0 0,0 1-1 0 0,0-1 0 0 0,0 1 0 0 0,0 0 1 0 0,1-1-1 0 0,-1 1 0 0 0,1 0 1 0 0,0 0-1 0 0,0 0 0 0 0,0-1 1 0 0,1 1-1 0 0,0 0 0 0 0,-1-1 1 0 0,1 1-1 0 0,2 4 0 0 0,1 1 13 0 0,0-1 0 0 0,0 1-1 0 0,1-1 1 0 0,0 0-1 0 0,0-1 1 0 0,1 1 0 0 0,0-1-1 0 0,1 0 1 0 0,-1 0 0 0 0,1-1-1 0 0,8 6 1 0 0,-13-11 22 0 0,0 1 1 0 0,1-1-1 0 0,-1 1 0 0 0,1-1 1 0 0,-1 0-1 0 0,1 1 1 0 0,-1-1-1 0 0,1-1 0 0 0,-1 1 1 0 0,1 0-1 0 0,0-1 1 0 0,-1 1-1 0 0,1-1 0 0 0,0 0 1 0 0,0 0-1 0 0,-1 0 1 0 0,1 0-1 0 0,0 0 0 0 0,0-1 1 0 0,-1 1-1 0 0,1-1 0 0 0,0 1 1 0 0,-1-1-1 0 0,1 0 1 0 0,-1 0-1 0 0,1-1 0 0 0,-1 1 1 0 0,1 0-1 0 0,-1-1 1 0 0,0 0-1 0 0,0 1 0 0 0,0-1 1 0 0,0 0-1 0 0,0 0 1 0 0,0 0-1 0 0,0 0 0 0 0,0 0 1 0 0,-1-1-1 0 0,1 1 1 0 0,-1-1-1 0 0,1-2 0 0 0,1 0 81 0 0,-1-1 0 0 0,1 0 0 0 0,-1 1 0 0 0,-1-1 0 0 0,1 0-1 0 0,-1 0 1 0 0,0 0 0 0 0,-1-1 0 0 0,1 1 0 0 0,-1 0 0 0 0,0 0 0 0 0,-1 0 0 0 0,1 0-1 0 0,-1 0 1 0 0,-3-8 0 0 0,3 8 15 0 0,0 1 1 0 0,-1-1-1 0 0,0 1 1 0 0,0 0-1 0 0,0 0 0 0 0,-1 0 1 0 0,0 0-1 0 0,0 1 1 0 0,0-1-1 0 0,0 1 0 0 0,-1-1 1 0 0,0 1-1 0 0,0 0 0 0 0,0 1 1 0 0,0-1-1 0 0,-1 1 1 0 0,-5-4-1 0 0,8 6-63 0 0,-1 0 1 0 0,1 1-1 0 0,0 0 0 0 0,-1-1 1 0 0,1 1-1 0 0,0 0 1 0 0,-1 0-1 0 0,1 0 0 0 0,0 0 1 0 0,-1 1-1 0 0,1-1 0 0 0,0 1 1 0 0,-1-1-1 0 0,1 1 0 0 0,0 0 1 0 0,0 0-1 0 0,0 0 1 0 0,-1 0-1 0 0,1 0 0 0 0,0 0 1 0 0,1 1-1 0 0,-1-1 0 0 0,0 1 1 0 0,0-1-1 0 0,1 1 1 0 0,-1 0-1 0 0,0 0 0 0 0,-2 3 1 0 0,-4 5-32 0 0,1 1 0 0 0,0-1 1 0 0,-11 23-1 0 0,17-31-100 0 0,-17 44-507 0 0,15-24-4366 0 0,4-6-1008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5.3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291 24 2761 0 0,'7'-24'10782'0'0,"-21"56"-9205"0"0,8-2 5929 0 0,6-26-7501 0 0,0 0-1 0 0,-1 0 0 0 0,1 0 1 0 0,-1 0-1 0 0,0-1 1 0 0,0 1-1 0 0,0 0 0 0 0,0 0 1 0 0,-1 0-1 0 0,1-1 0 0 0,-1 1 1 0 0,0-1-1 0 0,0 1 1 0 0,-1-1-1 0 0,1 0 0 0 0,-6 5 1 0 0,7-6-5 0 0,-43 49 72 0 0,2 2 0 0 0,3 2 0 0 0,-36 65 0 0 0,69-107-72 0 0,-4 5 0 0 0,-14 37 0 0 0,22-49 0 0 0,0 1 0 0 0,1 0 0 0 0,0-1 0 0 0,0 1 0 0 0,0 0 0 0 0,1-1 0 0 0,0 1 0 0 0,0 0 0 0 0,2 12 0 0 0,-2-17 5 0 0,1-1 1 0 0,-1 0 0 0 0,0 1-1 0 0,0-1 1 0 0,1 0-1 0 0,-1 0 1 0 0,1 1-1 0 0,0-1 1 0 0,-1 0-1 0 0,1 0 1 0 0,0 0 0 0 0,-1 0-1 0 0,1 0 1 0 0,0 0-1 0 0,0 0 1 0 0,0 0-1 0 0,0 0 1 0 0,0 0-1 0 0,0 0 1 0 0,0-1-1 0 0,0 1 1 0 0,1 0 0 0 0,-1-1-1 0 0,0 1 1 0 0,0-1-1 0 0,0 1 1 0 0,1-1-1 0 0,-1 0 1 0 0,0 1-1 0 0,1-1 1 0 0,2 0 0 0 0,-2 1-3 0 0,31 8 56 0 0,-20-7-57 0 0,0 2-1 0 0,-1-1 1 0 0,1 2 0 0 0,-1-1 0 0 0,0 2 0 0 0,0 0-1 0 0,-1 0 1 0 0,22 16 0 0 0,-29-18 6 0 0,35 29 44 0 0,56 36-1 0 0,-82-61-13 0 0,0-1-1 0 0,0 0 1 0 0,0-1-1 0 0,1 0 0 0 0,0-1 1 0 0,0 0-1 0 0,0-1 1 0 0,1-1-1 0 0,18 2 0 0 0,14-9 1038 0 0,-47 5-1660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5.4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348 108 2937 0 0,'-22'1'187'0'0,"18"0"-7"0"0,-1 0 0 0 0,1-1 0 0 0,0 0-1 0 0,-1 0 1 0 0,1 0 0 0 0,-1 0 0 0 0,-6-2-1 0 0,11 2-154 0 0,-1 0 0 0 0,1 0 0 0 0,0 0 0 0 0,0 0 0 0 0,0 0 0 0 0,0 0 0 0 0,0 0 0 0 0,-1 0 0 0 0,1 0 0 0 0,0 0 0 0 0,0 0 0 0 0,0 0 0 0 0,0-1 0 0 0,0 1 0 0 0,0 0 1 0 0,-1 0-1 0 0,1 0 0 0 0,0 0 0 0 0,0 0 0 0 0,0 0 0 0 0,0 0 0 0 0,0 0 0 0 0,0-1 0 0 0,0 1 0 0 0,0 0 0 0 0,-1 0 0 0 0,1 0 0 0 0,0 0 0 0 0,0 0 0 0 0,0-1 0 0 0,0 1 0 0 0,0 0 0 0 0,0 0 0 0 0,0 0 0 0 0,0 0 0 0 0,0-1 0 0 0,0 1 0 0 0,0 0 0 0 0,0 0 0 0 0,0 0 0 0 0,0 0 0 0 0,0 0 0 0 0,0-1 0 0 0,0 1 0 0 0,0 0 0 0 0,1 0 0 0 0,-1 0 0 0 0,0 0 0 0 0,0-1 0 0 0,9-5 994 0 0,12-1 677 0 0,-19 7-1587 0 0,0 1-1 0 0,0-1 1 0 0,0 0-1 0 0,0 1 1 0 0,0-1-1 0 0,0 1 1 0 0,0 0-1 0 0,0-1 0 0 0,0 1 1 0 0,-1 0-1 0 0,1 0 1 0 0,0 0-1 0 0,-1 0 1 0 0,1 1-1 0 0,0-1 1 0 0,-1 0-1 0 0,0 1 0 0 0,1-1 1 0 0,-1 1-1 0 0,0-1 1 0 0,0 1-1 0 0,0 0 1 0 0,0 0-1 0 0,0-1 0 0 0,0 1 1 0 0,0 0-1 0 0,0 3 1 0 0,1-2 33 0 0,-1 0 0 0 0,1 0 0 0 0,-1 0 0 0 0,1-1 0 0 0,0 1 0 0 0,0 0 0 0 0,0-1 0 0 0,4 4 0 0 0,-5-5-141 0 0,0-1-1 0 0,-1 0 1 0 0,1 0 0 0 0,0 0 0 0 0,-1 0 0 0 0,1 0 0 0 0,0-1-1 0 0,-1 1 1 0 0,1 0 0 0 0,0 0 0 0 0,-1 0 0 0 0,1-1-1 0 0,0 1 1 0 0,-1 0 0 0 0,1 0 0 0 0,-1-1 0 0 0,1 1 0 0 0,0-1-1 0 0,-1 1 1 0 0,1-1 0 0 0,-1 1 0 0 0,1 0 0 0 0,-1-1 0 0 0,0 0-1 0 0,1 1 1 0 0,-1-1 0 0 0,1 1 0 0 0,-1-1 0 0 0,0 1-1 0 0,0-1 1 0 0,1 0 0 0 0,-1 1 0 0 0,0-2 0 0 0,12-23 163 0 0,-11 22-84 0 0,0-1 1 0 0,0 0 0 0 0,0 1-1 0 0,-1-1 1 0 0,1 0 0 0 0,-1 1-1 0 0,0-1 1 0 0,0 0 0 0 0,0 0-1 0 0,-1 1 1 0 0,1-1 0 0 0,-1 0 0 0 0,0 1-1 0 0,0-1 1 0 0,0 0 0 0 0,-1 1-1 0 0,1-1 1 0 0,-1 1 0 0 0,1 0-1 0 0,-1 0 1 0 0,-1-1 0 0 0,1 1-1 0 0,0 0 1 0 0,-1 1 0 0 0,1-1-1 0 0,-1 0 1 0 0,0 1 0 0 0,0 0-1 0 0,0-1 1 0 0,0 1 0 0 0,0 0-1 0 0,0 0 1 0 0,-1 1 0 0 0,1-1-1 0 0,-1 1 1 0 0,1 0 0 0 0,-1 0-1 0 0,1 0 1 0 0,-1 0 0 0 0,0 0-1 0 0,0 1 1 0 0,1 0 0 0 0,-1 0-1 0 0,0 0 1 0 0,0 0 0 0 0,1 0-1 0 0,-1 1 1 0 0,-4 1 0 0 0,-7 2 67 0 0,0 0 0 0 0,1 2 0 0 0,0 0 0 0 0,0 0 0 0 0,-17 11 0 0 0,25-13-151 0 0,0 0 0 0 0,0 0 0 0 0,0 1 0 0 0,0-1 0 0 0,1 2 0 0 0,0-1 0 0 0,0 0-1 0 0,0 1 1 0 0,1 0 0 0 0,0 0 0 0 0,0 0 0 0 0,-6 14 0 0 0,9-19-4 0 0,0 1 0 0 0,1-1 1 0 0,-1 0-1 0 0,1 1 0 0 0,-1-1 0 0 0,1 1 1 0 0,-1-1-1 0 0,1 1 0 0 0,0-1 1 0 0,0 1-1 0 0,-1-1 0 0 0,1 1 0 0 0,0-1 1 0 0,1 1-1 0 0,-1-1 0 0 0,0 1 1 0 0,0-1-1 0 0,1 1 0 0 0,-1-1 0 0 0,1 0 1 0 0,-1 1-1 0 0,1-1 0 0 0,-1 1 1 0 0,1-1-1 0 0,0 0 0 0 0,0 0 0 0 0,0 1 1 0 0,0-1-1 0 0,0 0 0 0 0,0 0 1 0 0,0 0-1 0 0,0 0 0 0 0,0 0 0 0 0,0 0 1 0 0,0 0-1 0 0,1-1 0 0 0,-1 1 1 0 0,0 0-1 0 0,1-1 0 0 0,-1 1 0 0 0,1-1 1 0 0,-1 1-1 0 0,0-1 0 0 0,1 0 0 0 0,2 1 1 0 0,1-1 4 0 0,0 1 1 0 0,1-1-1 0 0,-1 0 0 0 0,0-1 1 0 0,0 1-1 0 0,0-1 1 0 0,0 0-1 0 0,0 0 1 0 0,0-1-1 0 0,0 0 1 0 0,0 0-1 0 0,6-3 0 0 0,-6 2 24 0 0,-1 0-1 0 0,1 0 1 0 0,-1 0-1 0 0,0-1 1 0 0,0 1-1 0 0,0-1 1 0 0,0 0-1 0 0,-1 0 0 0 0,5-7 1 0 0,-8 10 4 0 0,1-1 0 0 0,0 1 0 0 0,-1-1 0 0 0,1 0 0 0 0,-1 1 0 0 0,1-1 0 0 0,-1 1 0 0 0,0-1 0 0 0,1 0 0 0 0,-1 1 0 0 0,0-1 0 0 0,0 0-1 0 0,0 1 1 0 0,-1-1 0 0 0,1 0 0 0 0,0 1 0 0 0,-1-1 0 0 0,1 0 0 0 0,-1 1 0 0 0,1-1 0 0 0,-1 1 0 0 0,0-1 0 0 0,0 1 0 0 0,0-1 0 0 0,1 1 0 0 0,-1 0 0 0 0,-1-1 0 0 0,1 1 0 0 0,0 0 0 0 0,0 0 0 0 0,0-1 0 0 0,-1 1 0 0 0,-1-1 0 0 0,-3-2 27 0 0,0-1 0 0 0,-1 1 0 0 0,0 0 0 0 0,0 0 0 0 0,0 1 0 0 0,0 0 0 0 0,0 0 0 0 0,-1 1 0 0 0,1 0 0 0 0,-1 0 0 0 0,0 1 0 0 0,0 0 0 0 0,1 0 0 0 0,-1 1 0 0 0,0 0 0 0 0,0 0 0 0 0,0 1 0 0 0,1 0 0 0 0,-1 0 0 0 0,0 1 0 0 0,1 0 0 0 0,-1 1 0 0 0,1-1 0 0 0,0 1 0 0 0,-1 1 0 0 0,2-1 0 0 0,-1 1 0 0 0,0 0 0 0 0,1 1 0 0 0,0 0 0 0 0,-11 9 0 0 0,16-13-55 0 0,0 0-1 0 0,0 1 0 0 0,0-1 0 0 0,0 0 0 0 0,0 0 1 0 0,0 1-1 0 0,0-1 0 0 0,0 0 0 0 0,1 1 1 0 0,-1-1-1 0 0,0 1 0 0 0,1-1 0 0 0,-1 1 0 0 0,1-1 1 0 0,0 1-1 0 0,-1 0 0 0 0,1-1 0 0 0,0 1 1 0 0,0-1-1 0 0,0 1 0 0 0,0 0 0 0 0,0-1 0 0 0,0 1 1 0 0,1-1-1 0 0,-1 1 0 0 0,0-1 0 0 0,1 1 1 0 0,-1 0-1 0 0,1-1 0 0 0,0 0 0 0 0,0 1 0 0 0,-1-1 1 0 0,1 1-1 0 0,0-1 0 0 0,2 2 0 0 0,-1-1-3 0 0,0 0 0 0 0,0 0 0 0 0,0-1 0 0 0,1 1-1 0 0,-1-1 1 0 0,1 1 0 0 0,-1-1 0 0 0,1 0 0 0 0,0 0-1 0 0,-1 0 1 0 0,1 0 0 0 0,0 0 0 0 0,0-1 0 0 0,-1 1-1 0 0,1-1 1 0 0,0 0 0 0 0,0 0 0 0 0,0 0-1 0 0,4-1 1 0 0,1 0-5 0 0,0-1-1 0 0,1 0 1 0 0,-1-1-1 0 0,0 0 1 0 0,0 0-1 0 0,0-1 1 0 0,-1 0-1 0 0,1 0 1 0 0,-1-1-1 0 0,0 1 1 0 0,0-2-1 0 0,-1 1 1 0 0,1-1-1 0 0,-1 0 1 0 0,7-9-1 0 0,-12 14 24 0 0,-1 0-1 0 0,1 0 1 0 0,-1 0-1 0 0,0 0 0 0 0,1 0 1 0 0,-1 0-1 0 0,0 0 1 0 0,1 0-1 0 0,-1-1 1 0 0,0 1-1 0 0,0 0 1 0 0,0 0-1 0 0,0 0 0 0 0,0 0 1 0 0,0 0-1 0 0,0 0 1 0 0,-1 0-1 0 0,1 0 1 0 0,0 0-1 0 0,0 0 1 0 0,-1-1-1 0 0,1 1 0 0 0,-1 0 1 0 0,1 1-1 0 0,-1-1 1 0 0,1 0-1 0 0,-1 0 1 0 0,0 0-1 0 0,0 0 1 0 0,1 0-1 0 0,-1 1 0 0 0,0-1 1 0 0,0 0-1 0 0,0 0 1 0 0,0 1-1 0 0,0-1 1 0 0,1 1-1 0 0,-1-1 1 0 0,0 1-1 0 0,0-1 0 0 0,-1 1 1 0 0,0-1-1 0 0,-1 0 25 0 0,1 0 0 0 0,-1 0 0 0 0,0 0-1 0 0,0 0 1 0 0,0 0 0 0 0,0 0 0 0 0,0 1-1 0 0,0-1 1 0 0,0 1 0 0 0,0 0 0 0 0,0 0-1 0 0,0 0 1 0 0,0 1 0 0 0,0-1 0 0 0,-3 1-1 0 0,4 0-78 0 0,0 0-1 0 0,0 0 1 0 0,0 0-1 0 0,0 0 1 0 0,1 0-1 0 0,-1 0 1 0 0,0 0-1 0 0,1 0 0 0 0,-1 1 1 0 0,1-1-1 0 0,0 0 1 0 0,-1 1-1 0 0,1 0 1 0 0,0-1-1 0 0,0 1 0 0 0,0 0 1 0 0,0-1-1 0 0,0 1 1 0 0,0 0-1 0 0,0 0 1 0 0,1 0-1 0 0,-1 0 0 0 0,1 0 1 0 0,-1 0-1 0 0,1 0 1 0 0,0 0-1 0 0,0 0 1 0 0,0 0-1 0 0,0 0 1 0 0,0 0-1 0 0,0 0 0 0 0,1 0 1 0 0,-1 0-1 0 0,1 0 1 0 0,-1 0-1 0 0,1 0 1 0 0,0-1-1 0 0,1 4 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5.8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45 12899 0 0,'0'0'89'0'0,"-1"-1"0"0"0,0 1 0 0 0,1-1 0 0 0,-1 0 0 0 0,1 1 1 0 0,-1-1-1 0 0,1 0 0 0 0,-1 0 0 0 0,1 1 0 0 0,-1-1 0 0 0,1 0 1 0 0,-1 0-1 0 0,1 0 0 0 0,0 1 0 0 0,0-1 0 0 0,0 0 0 0 0,-1 0 0 0 0,1 0 1 0 0,0 0-1 0 0,0 0 0 0 0,0 0 0 0 0,0 1 0 0 0,0-1 0 0 0,0 0 0 0 0,1 0 1 0 0,-1 0-1 0 0,0 0 0 0 0,0 0 0 0 0,1 0 0 0 0,-1 1 0 0 0,0-1 0 0 0,1 0 1 0 0,-1 0-1 0 0,1 1 0 0 0,-1-1 0 0 0,1 0 0 0 0,-1 0 0 0 0,1 1 1 0 0,-1-1-1 0 0,1 1 0 0 0,1-2 0 0 0,1 1 250 0 0,0-1 0 0 0,0 1 0 0 0,0-1 0 0 0,1 1 0 0 0,-1 0 0 0 0,0 0-1 0 0,1 0 1 0 0,-1 1 0 0 0,8-1 0 0 0,-1 1-97 0 0,0 1 1 0 0,0 0-1 0 0,0 0 0 0 0,0 1 0 0 0,0 0 0 0 0,0 1 0 0 0,0 0 0 0 0,-1 1 0 0 0,15 7 0 0 0,10 8-101 0 0,37 26-1 0 0,-48-30-14 0 0,154 113 185 0 0,80 50-205 0 0,-246-172-71 0 0,1 0 0 0 0,0 0 0 0 0,0-1-1 0 0,0-1 1 0 0,1 0 0 0 0,-1-1 0 0 0,1 0 0 0 0,14 1 0 0 0,-19-4-254 0 0,-1 0 1 0 0,0 0 0 0 0,0-1-1 0 0,1 1 1 0 0,-1-2 0 0 0,13-3-1 0 0,-15 3-553 0 0,1 0-1 0 0,0 0 0 0 0,-1-1 1 0 0,0 0-1 0 0,1 0 1 0 0,-1-1-1 0 0,0 0 0 0 0,8-7 1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6.2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540 98 6233 0 0,'-13'-16'778'0'0,"-30"-29"-1"0"0,39 41-244 0 0,0 1-1 0 0,-1-1 0 0 0,1 1 0 0 0,-1-1 0 0 0,0 1 1 0 0,0 1-1 0 0,0-1 0 0 0,-1 1 0 0 0,1 0 0 0 0,0 0 1 0 0,-1 0-1 0 0,-6-1 0 0 0,8 4-312 0 0,0-1-1 0 0,0 1 1 0 0,1 0 0 0 0,-1-1-1 0 0,0 2 1 0 0,1-1-1 0 0,-1 0 1 0 0,1 1 0 0 0,-1-1-1 0 0,1 1 1 0 0,0 0-1 0 0,-1 0 1 0 0,1 1 0 0 0,0-1-1 0 0,0 1 1 0 0,1-1-1 0 0,-1 1 1 0 0,1 0 0 0 0,-1 0-1 0 0,-3 6 1 0 0,-5 8 51 0 0,0 0 1 0 0,-12 28 0 0 0,22-42-219 0 0,-117 307 528 0 0,70-172-449 0 0,34-100-164 0 0,9-19-38 0 0,-2 0 0 0 0,0 0 0 0 0,-1-1 0 0 0,-1 0 0 0 0,-1 0 0 0 0,0-1 0 0 0,-24 29 0 0 0,30-41-534 0 0,0 0 0 0 0,0 1-1 0 0,1-1 1 0 0,0 1 0 0 0,-4 7-1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7.8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40 32 15203 0 0,'-4'-6'699'0'0,"-18"-18"3005"0"0,22 24-3664 0 0,0 0 1 0 0,0 0-1 0 0,-1 0 0 0 0,1-1 1 0 0,0 1-1 0 0,0 0 1 0 0,-1 0-1 0 0,1 0 1 0 0,0 0-1 0 0,0 0 0 0 0,-1 0 1 0 0,1 0-1 0 0,0 0 1 0 0,0 0-1 0 0,-1 0 0 0 0,1 0 1 0 0,0 0-1 0 0,-1 0 1 0 0,1 0-1 0 0,0 0 1 0 0,0 0-1 0 0,-1 0 0 0 0,1 0 1 0 0,0 0-1 0 0,0 0 1 0 0,-1 0-1 0 0,1 1 0 0 0,0-1 1 0 0,0 0-1 0 0,-1 0 1 0 0,1 0-1 0 0,0 0 1 0 0,-1 1-1 0 0,-4 18 223 0 0,9 260 189 0 0,1-153-581 0 0,20 249-217 0 0,-17-310-849 0 0,4-1-1 0 0,2 0 1 0 0,40 106-1 0 0,-41-138-815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8.1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3 121 11058 0 0,'-1'-6'319'0'0,"0"1"-1"0"0,1-1 1 0 0,-1 0-1 0 0,1 0 1 0 0,0 0-1 0 0,1 0 1 0 0,-1 0-1 0 0,1 1 1 0 0,0-1-1 0 0,4-11 1 0 0,-4 14-163 0 0,1 0 0 0 0,-1 1-1 0 0,1-1 1 0 0,-1 0 0 0 0,1 1 0 0 0,0-1 0 0 0,0 1 0 0 0,0-1 0 0 0,0 1 0 0 0,0 0 0 0 0,1 0 0 0 0,-1 0 0 0 0,1 0 0 0 0,-1 1 0 0 0,1-1-1 0 0,0 0 1 0 0,-1 1 0 0 0,1 0 0 0 0,0 0 0 0 0,0 0 0 0 0,0 0 0 0 0,4-1 0 0 0,-2 2-68 0 0,-1 0 1 0 0,0 0-1 0 0,0 1 0 0 0,1-1 1 0 0,-1 1-1 0 0,0 0 1 0 0,0 0-1 0 0,0 0 0 0 0,0 1 1 0 0,0-1-1 0 0,0 1 1 0 0,0 0-1 0 0,0 0 0 0 0,-1 0 1 0 0,1 1-1 0 0,-1-1 1 0 0,1 1-1 0 0,-1 0 0 0 0,3 3 1 0 0,9 10 49 0 0,0 1 1 0 0,18 26 0 0 0,-19-24-33 0 0,-2-3-76 0 0,151 181 81 0 0,-140-173-106 0 0,1-1-1 0 0,1-1 0 0 0,1-1 0 0 0,0-1 0 0 0,49 26 0 0 0,-71-44 73 0 0,1 1 0 0 0,-1-1 0 0 0,1-1 0 0 0,-1 1 0 0 0,1-1-1 0 0,-1 0 1 0 0,1 0 0 0 0,0 0 0 0 0,0-1 0 0 0,0 1 0 0 0,6-1-1 0 0,-10-1-31 0 0,1 1 0 0 0,-1 0 0 0 0,0 0 0 0 0,0-1 0 0 0,1 1-1 0 0,-1-1 1 0 0,0 1 0 0 0,0-1 0 0 0,0 0 0 0 0,0 1 0 0 0,0-1-1 0 0,1 0 1 0 0,-1 0 0 0 0,-1 0 0 0 0,1 0 0 0 0,0 0 0 0 0,2-1-1 0 0,-2 0-14 0 0,-1 0 0 0 0,1 0 0 0 0,0 0 0 0 0,0-1 0 0 0,-1 1-1 0 0,1 0 1 0 0,-1 0 0 0 0,0 0 0 0 0,0 0 0 0 0,1 0 0 0 0,-2-1-1 0 0,1 1 1 0 0,0 0 0 0 0,-1-3 0 0 0,-42-208 634 0 0,25 137-2400 0 0,2-2-3684 0 0,4 11-1587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8.4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173 246 8290 0 0,'6'7'142'0'0,"0"0"0"0"0,1-1-1 0 0,-1 0 1 0 0,1 0 0 0 0,12 7 0 0 0,-18-12-145 0 0,0-1 0 0 0,0 1 0 0 0,0-1 0 0 0,0 1 0 0 0,0-1 0 0 0,0 1 0 0 0,0-1 0 0 0,0 0 0 0 0,0 0 0 0 0,1 1 0 0 0,-1-1 1 0 0,0 0-1 0 0,0 0 0 0 0,0 0 0 0 0,0 0 0 0 0,1 0 0 0 0,-1-1 0 0 0,0 1 0 0 0,0 0 0 0 0,0 0 0 0 0,2-1 0 0 0,-2 0 41 0 0,0-1 1 0 0,0 1-1 0 0,0 0 0 0 0,0-1 1 0 0,0 1-1 0 0,0 0 1 0 0,0-1-1 0 0,0 1 0 0 0,-1-1 1 0 0,1 0-1 0 0,-1 1 0 0 0,1-1 1 0 0,-1 1-1 0 0,1-1 1 0 0,-1 0-1 0 0,0 1 0 0 0,0-1 1 0 0,0 0-1 0 0,0-3 0 0 0,0-8 391 0 0,-1-1-1 0 0,0 1 0 0 0,0 0 0 0 0,-2-1 1 0 0,1 1-1 0 0,-2 0 0 0 0,0 0 0 0 0,0 1 1 0 0,-1-1-1 0 0,-1 1 0 0 0,0 0 0 0 0,-1 0 0 0 0,0 1 1 0 0,-1 0-1 0 0,0 0 0 0 0,0 0 0 0 0,-1 2 1 0 0,-14-13-1 0 0,21 20-365 0 0,0 0 0 0 0,0 1 0 0 0,-1-1 0 0 0,1 0 0 0 0,-1 1 0 0 0,1 0 0 0 0,-1 0 0 0 0,0-1 0 0 0,0 1 0 0 0,1 1 0 0 0,-1-1 0 0 0,0 0 0 0 0,0 1 0 0 0,0-1 0 0 0,0 1 0 0 0,0 0 0 0 0,0 0 0 0 0,0 0 0 0 0,1 1 0 0 0,-6 0 0 0 0,4 0-3 0 0,0 1-1 0 0,1 0 1 0 0,-1 0-1 0 0,1 0 1 0 0,-1 0 0 0 0,1 1-1 0 0,0-1 1 0 0,0 1-1 0 0,0 0 1 0 0,0 0-1 0 0,1 0 1 0 0,-1 0 0 0 0,-2 5-1 0 0,-2 3-324 0 0,1 1-1 0 0,0 0 1 0 0,1 0-1 0 0,0 1 1 0 0,1-1-1 0 0,0 1 1 0 0,-3 26-1 0 0,5-6-946 0 0,3-1-18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8.8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272 319 9218 0 0,'-6'1'222'0'0,"0"1"1"0"0,0-1-1 0 0,0 2 1 0 0,0-1-1 0 0,0 1 1 0 0,1-1-1 0 0,-1 2 0 0 0,1-1 1 0 0,0 0-1 0 0,0 1 1 0 0,0 0-1 0 0,0 0 1 0 0,-5 7-1 0 0,-1 1 133 0 0,1 0 0 0 0,1 0-1 0 0,0 1 1 0 0,1 1 0 0 0,0-1 0 0 0,1 1-1 0 0,1 1 1 0 0,0-1 0 0 0,-5 21 0 0 0,9-29-265 0 0,0 1-1 0 0,0 0 1 0 0,1 0 0 0 0,0 0 0 0 0,1 0 0 0 0,-1 0 0 0 0,1 0-1 0 0,1 0 1 0 0,-1 0 0 0 0,1 0 0 0 0,1 0 0 0 0,-1 0 0 0 0,1 0-1 0 0,0 0 1 0 0,0-1 0 0 0,1 1 0 0 0,0-1 0 0 0,0 1 0 0 0,1-1 0 0 0,0 0-1 0 0,0 0 1 0 0,0-1 0 0 0,6 6 0 0 0,-8-8-67 0 0,1-1-1 0 0,-1 0 1 0 0,1 1-1 0 0,0-1 1 0 0,0 0 0 0 0,0-1-1 0 0,0 1 1 0 0,0 0 0 0 0,0-1-1 0 0,1 0 1 0 0,-1 1 0 0 0,0-1-1 0 0,1-1 1 0 0,-1 1 0 0 0,1 0-1 0 0,-1-1 1 0 0,1 0 0 0 0,-1 0-1 0 0,1 0 1 0 0,-1 0 0 0 0,1 0-1 0 0,-1-1 1 0 0,1 0-1 0 0,-1 1 1 0 0,1-1 0 0 0,-1 0-1 0 0,0-1 1 0 0,1 1 0 0 0,-1-1-1 0 0,0 1 1 0 0,5-5 0 0 0,-3 2-27 0 0,0 0 1 0 0,0-1 0 0 0,0 1-1 0 0,-1-1 1 0 0,1 0 0 0 0,-1 0-1 0 0,-1 0 1 0 0,1-1 0 0 0,-1 1-1 0 0,0-1 1 0 0,0 0 0 0 0,-1 0-1 0 0,1 0 1 0 0,-1 0 0 0 0,-1-1-1 0 0,2-8 1 0 0,-2 2-43 0 0,0-1 1 0 0,-2 0-1 0 0,0 1 1 0 0,0-1-1 0 0,-1 1 0 0 0,-1 0 1 0 0,0-1-1 0 0,-1 1 1 0 0,0 1-1 0 0,-7-15 0 0 0,-11-17 4 0 0,-38-61-1 0 0,31 58-17 0 0,-1-6 204 0 0,-31-49 1202 0 0,53 91-926 0 0,0 0 1 0 0,0 0 0 0 0,-1 2-1 0 0,-1-1 1 0 0,0 1 0 0 0,-16-12-1 0 0,32 35 164 0 0,0 0-1 0 0,17 25 0 0 0,18 23-686 0 0,71 84 0 0 0,-36-63-6635 0 0,-33-38-701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9.1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153 479 10594 0 0,'7'-8'737'0'0,"0"1"1"0"0,-1-1-1 0 0,0 0 0 0 0,-1-1 0 0 0,1 1 0 0 0,-1-1 0 0 0,-1 0 0 0 0,0 0 0 0 0,5-18 0 0 0,-6 14-345 0 0,0-1 0 0 0,-1 0 0 0 0,0 1 0 0 0,-1-1 0 0 0,-1 0-1 0 0,-2-21 1 0 0,-1 12-203 0 0,-1 1 0 0 0,-2 0 0 0 0,0 0 1 0 0,-1 1-1 0 0,0 0 0 0 0,-2 0 0 0 0,-1 1 0 0 0,-19-30 0 0 0,27 47-177 0 0,1 0 1 0 0,-1 0-1 0 0,0 1 0 0 0,0-1 0 0 0,0 1 1 0 0,0 0-1 0 0,-1-1 0 0 0,1 1 0 0 0,-1 0 1 0 0,1 1-1 0 0,-1-1 0 0 0,0 0 0 0 0,0 1 1 0 0,1-1-1 0 0,-1 1 0 0 0,0 0 0 0 0,-4-1 1 0 0,5 2-11 0 0,0 0 0 0 0,-1 0 0 0 0,1 0 1 0 0,0 1-1 0 0,-1-1 0 0 0,1 0 0 0 0,0 1 1 0 0,0 0-1 0 0,-1 0 0 0 0,1 0 0 0 0,0 0 1 0 0,0 0-1 0 0,0 0 0 0 0,0 0 1 0 0,0 0-1 0 0,0 1 0 0 0,1-1 0 0 0,-1 1 1 0 0,0 0-1 0 0,1-1 0 0 0,-1 1 0 0 0,1 0 1 0 0,-3 3-1 0 0,-2 5-9 0 0,1-1 1 0 0,0 0 0 0 0,0 1-1 0 0,1 0 1 0 0,0 0 0 0 0,1 0-1 0 0,0 1 1 0 0,1-1-1 0 0,0 1 1 0 0,0 0 0 0 0,1-1-1 0 0,1 1 1 0 0,0 0-1 0 0,2 15 1 0 0,-2-18-6 0 0,1 1-1 0 0,1-1 1 0 0,-1 0 0 0 0,1 0 0 0 0,1 0-1 0 0,0 0 1 0 0,0 0 0 0 0,0-1-1 0 0,1 1 1 0 0,0-1 0 0 0,1 0 0 0 0,-1 0-1 0 0,1-1 1 0 0,1 1 0 0 0,-1-1 0 0 0,1 0-1 0 0,0 0 1 0 0,0-1 0 0 0,9 6-1 0 0,2-2-4 0 0,1 0-1 0 0,1-2 1 0 0,0 0-1 0 0,0 0 0 0 0,29 4 1 0 0,101 10-875 0 0,-133-20 240 0 0,0 0 0 0 0,0-1 0 0 0,0-1 0 0 0,0-1 0 0 0,0 0 0 0 0,0-1 0 0 0,26-8 0 0 0,-11 0-915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9.3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46 34 3225 0 0,'-11'-7'733'0'0,"-24"-20"7513"0"0,58 44-2110 0 0,25 7-4870 0 0,-23-11-424 0 0,56 32 509 0 0,89 67-1 0 0,-52-37-3317 0 0,-98-60-5668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9.5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190 25 6913 0 0,'-19'-25'6583'0'0,"7"28"-1122"0"0,11-2-5251 0 0,-8 12 83 0 0,-5 22 773 0 0,2 1 0 0 0,-14 65-1 0 0,-3 79-885 0 0,18-108 76 0 0,-36 247-1808 0 0,38-237-6162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1.03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2178 14283 0 0,'40'-25'1592'0'0,"281"-139"-1990"0"0,29-17 116 0 0,161-141 202 0 0,104-16 312 0 0,-40 41-32 0 0,-536 278-227 0 0,459-241-231 0 0,-405 199 243 0 0,115-97 0 0 0,35-25 354 0 0,-176 137-167 0 0,-26 17 9 0 0,1 2 0 0 0,67-32 0 0 0,-105 57-69 0 0,0 1 0 0 0,0-1-1 0 0,0 1 1 0 0,0 0 0 0 0,0 0-1 0 0,0 1 1 0 0,0 0 0 0 0,1-1-1 0 0,-1 1 1 0 0,0 0 0 0 0,0 1-1 0 0,0-1 1 0 0,1 1 0 0 0,-1 0-1 0 0,0 0 1 0 0,0 0 0 0 0,0 1 0 0 0,0-1-1 0 0,-1 1 1 0 0,1 0 0 0 0,0 0-1 0 0,-1 0 1 0 0,1 1 0 0 0,-1-1-1 0 0,0 1 1 0 0,0 0 0 0 0,3 3-1 0 0,8 9 360 0 0,-1 2 0 0 0,0-1 0 0 0,-2 1 0 0 0,14 26 0 0 0,-7-13-385 0 0,140 222 195 0 0,224 402 557 0 0,-121-148-747 0 0,-217-418-16 0 0,54 152 0 0 0,-92-221-54 0 0,-1 0-1 0 0,-1 0 1 0 0,0 0-1 0 0,-2 1 1 0 0,0-1-1 0 0,-2 1 1 0 0,0-1-1 0 0,-1 1 1 0 0,-4 25-1 0 0,1-29-26 0 0,0 0 0 0 0,-1 0 1 0 0,0-1-1 0 0,-2 0 0 0 0,1 0 0 0 0,-2-1 0 0 0,0 1 0 0 0,-1-2 1 0 0,0 1-1 0 0,-1-1 0 0 0,-19 19 0 0 0,2-6 11 0 0,-2-2 0 0 0,-1 0 0 0 0,0-2-1 0 0,-41 22 1 0 0,-143 64 53 0 0,140-73-81 0 0,-368 145-244 0 0,214-94 331 0 0,-521 233-156 0 0,137-2-120 0 0,421-218 193 0 0,-10 6 75 0 0,-206 102-354 0 0,265-139-643 0 0,83-40-936 0 0,2-4-5310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1.3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8754 0 0,'76'181'2523'0'0,"-33"-86"-1929"0"0,457 1128 5457 0 0,-343-862-6114 0 0,-130-309-83 0 0,2-2 0 0 0,2-1 0 0 0,3-2 0 0 0,65 73 0 0 0,-29-51 133 0 0,-5-11 13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1.7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46 9674 0 0,'-1'-2'182'0'0,"1"1"0"0"0,-1 0 0 0 0,1 0 0 0 0,-1 0 0 0 0,1-1 0 0 0,0 1 1 0 0,-1 0-1 0 0,1-1 0 0 0,0 1 0 0 0,0 0 0 0 0,0 0 0 0 0,0-1 0 0 0,0 1 0 0 0,0 0 0 0 0,0-1 0 0 0,0 1 0 0 0,1 0 0 0 0,-1-1 0 0 0,1 1 0 0 0,-1 0 0 0 0,1 0 0 0 0,-1 0 1 0 0,1-1-1 0 0,-1 1 0 0 0,1 0 0 0 0,0 0 0 0 0,0 0 0 0 0,0 0 0 0 0,0 0 0 0 0,0 0 0 0 0,-1 0 0 0 0,2 0 0 0 0,-1 1 0 0 0,0-1 0 0 0,0 0 0 0 0,0 1 0 0 0,0-1 1 0 0,3 0-1 0 0,-2 0-37 0 0,1 1 0 0 0,-1-1 0 0 0,1 1 1 0 0,-1 0-1 0 0,1 0 0 0 0,-1 1 1 0 0,1-1-1 0 0,0 0 0 0 0,-1 1 0 0 0,1-1 1 0 0,-1 1-1 0 0,0 0 0 0 0,1 0 1 0 0,-1 0-1 0 0,0 0 0 0 0,1 0 0 0 0,-1 1 1 0 0,0-1-1 0 0,0 1 0 0 0,3 2 1 0 0,10 11 125 0 0,-1 1 1 0 0,0 1 0 0 0,-2 0 0 0 0,0 0 0 0 0,-1 1-1 0 0,0 0 1 0 0,7 22 0 0 0,50 145 456 0 0,-54-142-572 0 0,14 44 14 0 0,2 9-666 0 0,60 129 1 0 0,-69-184-588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2.0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283 0 5065 0 0,'-1'0'202'0'0,"-1"1"0"0"0,1-1 1 0 0,-1 0-1 0 0,1 1 0 0 0,-1-1 0 0 0,1 1 0 0 0,-1-1 0 0 0,1 1 0 0 0,-1 0 0 0 0,1 0 1 0 0,0 0-1 0 0,-1 0 0 0 0,1 0 0 0 0,0 0 0 0 0,0 0 0 0 0,0 0 0 0 0,-2 3 1 0 0,-17 27 4379 0 0,10-15-4637 0 0,-37 53 1296 0 0,3 2 1 0 0,3 2 0 0 0,-43 105-1 0 0,82-174-1069 0 0,1 1-1 0 0,-1 0 0 0 0,1 0 0 0 0,-1 1 1 0 0,1-1-1 0 0,1 0 0 0 0,-1 0 1 0 0,1 0-1 0 0,0 1 0 0 0,1 5 1 0 0,-1-9-106 0 0,1 0 0 0 0,-1 0 0 0 0,1 0 0 0 0,0 0 0 0 0,0 0 1 0 0,0-1-1 0 0,0 1 0 0 0,0 0 0 0 0,0-1 0 0 0,1 1 1 0 0,-1-1-1 0 0,0 1 0 0 0,1-1 0 0 0,-1 1 0 0 0,1-1 1 0 0,-1 0-1 0 0,1 0 0 0 0,0 0 0 0 0,0 0 0 0 0,-1 0 1 0 0,1 0-1 0 0,0-1 0 0 0,0 1 0 0 0,0 0 0 0 0,0-1 1 0 0,0 0-1 0 0,0 1 0 0 0,0-1 0 0 0,2 0 0 0 0,10 1 33 0 0,0-1 0 0 0,0 0 0 0 0,-1-1 0 0 0,1 0 0 0 0,15-4 0 0 0,72-21 20 0 0,-56 13 18 0 0,145-42-1015 0 0,-65 14-3757 0 0,-111 37 4536 0 0,-1-1 0 0 0,1-1 0 0 0,-1 0 0 0 0,0-1 0 0 0,22-15 0 0 0,-13 2-27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2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171 27 9674 0 0,'0'-2'153'0'0,"-1"0"1"0"0,0 1-1 0 0,0-1 1 0 0,0 1-1 0 0,0-1 0 0 0,0 1 1 0 0,0-1-1 0 0,-1 1 1 0 0,1 0-1 0 0,0-1 1 0 0,-1 1-1 0 0,1 0 0 0 0,-1 0 1 0 0,1 0-1 0 0,-1 0 1 0 0,1 0-1 0 0,-1 1 0 0 0,0-1 1 0 0,0 0-1 0 0,1 1 1 0 0,-1-1-1 0 0,0 1 0 0 0,0 0 1 0 0,1-1-1 0 0,-1 1 1 0 0,0 0-1 0 0,0 0 0 0 0,0 0 1 0 0,0 0-1 0 0,1 1 1 0 0,-1-1-1 0 0,0 0 0 0 0,-3 2 1 0 0,0-1 127 0 0,0 1-1 0 0,0-1 1 0 0,0 1 0 0 0,0 0-1 0 0,0 0 1 0 0,1 1 0 0 0,-1 0 0 0 0,1-1-1 0 0,-1 1 1 0 0,1 1 0 0 0,-4 3 0 0 0,1 2-121 0 0,1 1 0 0 0,-1 0 1 0 0,2 1-1 0 0,-1-1 1 0 0,2 1-1 0 0,-1 0 1 0 0,1 0-1 0 0,1 1 1 0 0,0-1-1 0 0,1 1 1 0 0,0-1-1 0 0,0 1 1 0 0,2 0-1 0 0,-1 0 1 0 0,1 0-1 0 0,1 0 0 0 0,0-1 1 0 0,1 1-1 0 0,0 0 1 0 0,1-1-1 0 0,0 1 1 0 0,6 12-1 0 0,-5-15-89 0 0,0 0-1 0 0,0-1 1 0 0,0 0-1 0 0,1 0 1 0 0,0 0-1 0 0,1 0 1 0 0,0-1-1 0 0,0 0 1 0 0,1 0-1 0 0,-1-1 1 0 0,2 0 0 0 0,11 8-1 0 0,-13-10-39 0 0,1 0 0 0 0,0-1-1 0 0,0 0 1 0 0,1 0 0 0 0,-1-1 0 0 0,0 0-1 0 0,1 0 1 0 0,0-1 0 0 0,-1 0 0 0 0,1 0-1 0 0,0-1 1 0 0,-1 0 0 0 0,1 0 0 0 0,0-1-1 0 0,0 0 1 0 0,13-3 0 0 0,-4-1-226 0 0,0 0 0 0 0,0-1 0 0 0,-1-1-1 0 0,30-16 1 0 0,-3-7-5793 0 0,-12 1-1083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2.7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64 48 6913 0 0,'-5'-7'184'0'0,"-21"-24"1366"0"0,25 30-1279 0 0,-1 0 0 0 0,1 0 0 0 0,0 0 0 0 0,0 0 1 0 0,-1 1-1 0 0,1-1 0 0 0,0 0 0 0 0,-1 1 0 0 0,1-1 0 0 0,-1 1 0 0 0,1 0 0 0 0,-1-1 1 0 0,-2 1-1 0 0,3 0-102 0 0,1 0-1 0 0,-1 1 1 0 0,1-1 0 0 0,-1 0 0 0 0,0 1 0 0 0,1-1 0 0 0,-1 0 0 0 0,1 1-1 0 0,-1-1 1 0 0,1 1 0 0 0,-1-1 0 0 0,1 1 0 0 0,0-1 0 0 0,-1 1 0 0 0,1 0-1 0 0,0-1 1 0 0,-1 1 0 0 0,1-1 0 0 0,0 1 0 0 0,0 0 0 0 0,-1-1 0 0 0,1 1-1 0 0,0 0 1 0 0,0-1 0 0 0,0 1 0 0 0,0 0 0 0 0,0-1 0 0 0,0 1 0 0 0,0 0-1 0 0,0-1 1 0 0,0 2 0 0 0,2 26 1093 0 0,-2-26-1067 0 0,13 67 898 0 0,2 1 0 0 0,26 69 0 0 0,-17-61-698 0 0,-12-38-253 0 0,3 0 0 0 0,1-1 0 0 0,41 72-1 0 0,-33-73-1525 0 0,50 61 0 0 0,-58-81-3765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2.9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1 322 5529 0 0,'11'-10'7114'0'0,"14"-20"-3676"0"0,-4 5-1571 0 0,111-118 3499 0 0,-86 96-6631 0 0,0 1-4003 0 0,-24 25-1943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4.7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22 235 5529 0 0,'-3'-10'554'0'0,"1"0"0"0"0,0 1-1 0 0,1-1 1 0 0,0 0 0 0 0,0 0-1 0 0,1 0 1 0 0,1 0-1 0 0,-1 0 1 0 0,2 0 0 0 0,1-10-1 0 0,2-21 1146 0 0,-4 25-758 0 0,-1 11-363 0 0,0-1-1 0 0,0 1 1 0 0,0 0-1 0 0,1 0 1 0 0,0-1 0 0 0,0 1-1 0 0,0 0 1 0 0,1 0-1 0 0,2-6 1 0 0,0 10 1076 0 0,-2 10-1053 0 0,-1 10-332 0 0,-20 166 309 0 0,-1 7-460 0 0,18-161-120 0 0,2 1 0 0 0,2-1 0 0 0,1 1 0 0 0,7 31 0 0 0,-9-55 23 0 0,1 1 0 0 0,1-1 0 0 0,0 0 0 0 0,0 0 0 0 0,0-1 0 0 0,1 1 0 0 0,0-1 0 0 0,1 1 0 0 0,10 11 0 0 0,-12-15-5 0 0,0-1 0 0 0,1 0-1 0 0,-1 0 1 0 0,1 0 0 0 0,0-1 0 0 0,0 1-1 0 0,0-1 1 0 0,0 0 0 0 0,0 0 0 0 0,0 0 0 0 0,1-1-1 0 0,-1 1 1 0 0,1-1 0 0 0,-1 0 0 0 0,1 0-1 0 0,0-1 1 0 0,-1 1 0 0 0,1-1 0 0 0,6-1-1 0 0,28-4 108 0 0,0-2 0 0 0,-1-2 0 0 0,67-25-1 0 0,2 0-361 0 0,-69 24-288 0 0,72-30-1 0 0,-52 7-6442 0 0,-37 17 79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4.9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67 0 5985 0 0,'-25'6'749'0'0,"22"-5"-150"0"0,1 0-1 0 0,-1 0 1 0 0,1 0-1 0 0,0 1 1 0 0,-1-1 0 0 0,1 0-1 0 0,0 1 1 0 0,0 0-1 0 0,-3 2 1 0 0,4-2-89 0 0,-1 0-1 0 0,1 0 1 0 0,-1 0 0 0 0,1 0-1 0 0,0 1 1 0 0,0-1-1 0 0,0 0 1 0 0,0 1 0 0 0,0-1-1 0 0,0 3 1 0 0,-2 22-437 0 0,4 19 1096 0 0,2 0 1 0 0,10 48 0 0 0,1 15-481 0 0,-11-69-680 0 0,25 231 803 0 0,-15-184-1975 0 0,25 92-1 0 0,-29-145-6420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5.24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48 8290 0 0,'2'-6'245'0'0,"18"-32"6404"0"0,-19 38-6307 0 0,0-1 0 0 0,0 1 1 0 0,0-1-1 0 0,0 1 0 0 0,-1 0 1 0 0,1-1-1 0 0,2 1 0 0 0,-2 0-201 0 0,-1 1-1 0 0,1-1 1 0 0,0 1-1 0 0,-1-1 0 0 0,1 1 1 0 0,0 0-1 0 0,-1-1 1 0 0,1 1-1 0 0,-1 0 0 0 0,1 0 1 0 0,-1-1-1 0 0,0 1 0 0 0,1 0 1 0 0,-1 0-1 0 0,0 0 1 0 0,1-1-1 0 0,-1 1 0 0 0,0 0 1 0 0,0 0-1 0 0,0 0 1 0 0,1 0-1 0 0,-1 1 0 0 0,1 26 397 0 0,-1-25-346 0 0,-6 212 1378 0 0,0-5-1200 0 0,7-173-395 0 0,2 1 1 0 0,1 0 0 0 0,14 54 0 0 0,-16-85-294 0 0,8 27 383 0 0,-9-33-308 0 0,-1 1 1 0 0,0-1 0 0 0,1 1-1 0 0,0-1 1 0 0,-1 0 0 0 0,1 0-1 0 0,0 1 1 0 0,0-1-1 0 0,-1 0 1 0 0,1 0 0 0 0,0 0-1 0 0,0 0 1 0 0,0 0 0 0 0,1 0-1 0 0,-1 0 1 0 0,0 0-1 0 0,0-1 1 0 0,0 1 0 0 0,2 1-1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5.4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4 195 7370 0 0,'-2'-23'672'0'0,"1"1"0"0"0,2-31 1 0 0,-1 47-245 0 0,1 0 1 0 0,-1 0 0 0 0,2 0-1 0 0,-1 0 1 0 0,1 0-1 0 0,-1 1 1 0 0,2-1 0 0 0,-1 0-1 0 0,1 1 1 0 0,-1-1-1 0 0,2 1 1 0 0,-1 0 0 0 0,7-8-1 0 0,-8 12-287 0 0,-1 0 0 0 0,1 0 0 0 0,-1 0 1 0 0,1 0-1 0 0,-1 0 0 0 0,1 0 0 0 0,0 1 0 0 0,0-1 0 0 0,-1 1 0 0 0,1-1 0 0 0,0 1 0 0 0,0 0 0 0 0,0 0 0 0 0,0 0 0 0 0,-1 0 0 0 0,1 0 0 0 0,0 0 0 0 0,0 0 0 0 0,0 0 0 0 0,0 1 0 0 0,-1-1 0 0 0,1 1 1 0 0,0-1-1 0 0,-1 1 0 0 0,1 0 0 0 0,0 0 0 0 0,-1 0 0 0 0,1 0 0 0 0,-1 0 0 0 0,1 0 0 0 0,-1 0 0 0 0,2 2 0 0 0,8 6 317 0 0,0 0 0 0 0,-1 1 0 0 0,10 12 0 0 0,-13-14-265 0 0,247 299 1969 0 0,-243-292-2299 0 0,4 5-627 0 0,-2 0-1 0 0,16 29 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5.6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9 258 12899 0 0,'0'0'35'0'0,"-1"0"-1"0"0,1 0 1 0 0,0 0 0 0 0,0 0 0 0 0,-1 0 0 0 0,1 0 0 0 0,0 0-1 0 0,-1 0 1 0 0,1 0 0 0 0,0 0 0 0 0,0 0 0 0 0,-1 0-1 0 0,1 0 1 0 0,0 0 0 0 0,-1 0 0 0 0,1-1 0 0 0,0 1 0 0 0,0 0-1 0 0,-1 0 1 0 0,1 0 0 0 0,0 0 0 0 0,0 0 0 0 0,0-1 0 0 0,-1 1-1 0 0,1 0 1 0 0,0 0 0 0 0,0 0 0 0 0,0-1 0 0 0,-1 1 0 0 0,1 0-1 0 0,0 0 1 0 0,0-1 0 0 0,0 1 0 0 0,0 0 0 0 0,0 0-1 0 0,-1-1 1 0 0,7-11 1003 0 0,20-14 275 0 0,-21 22-1129 0 0,45-47 1583 0 0,41-37-173 0 0,-77 76-2182 0 0,1 1-1 0 0,23-13 0 0 0,-31 20-125 0 0,1 1 0 0 0,0 0 0 0 0,-1 0 1 0 0,2 0-1 0 0,9-1 0 0 0,12-1-1501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5.8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 74 14283 0 0,'-1'0'34'0'0,"1"0"1"0"0,0 0-1 0 0,-1 0 0 0 0,1-1 0 0 0,0 1 1 0 0,0 0-1 0 0,-1 0 0 0 0,1-1 1 0 0,0 1-1 0 0,0 0 0 0 0,-1 0 0 0 0,1-1 1 0 0,0 1-1 0 0,0 0 0 0 0,0-1 1 0 0,0 1-1 0 0,-1 0 0 0 0,1-1 0 0 0,0 1 1 0 0,0 0-1 0 0,0-1 0 0 0,0 1 1 0 0,0 0-1 0 0,0-1 0 0 0,0 1 0 0 0,0 0 1 0 0,0-1-1 0 0,0 1 0 0 0,0 0 1 0 0,0-1-1 0 0,0 1 0 0 0,0 0 0 0 0,0-1 1 0 0,0 1-1 0 0,1 0 0 0 0,-1-1 1 0 0,0 0-1 0 0,12-20-31 0 0,18-15 1030 0 0,-29 36-1088 0 0,-1-1-1 0 0,1 1 0 0 0,-1-1 0 0 0,0 1 1 0 0,1 0-1 0 0,-1 0 0 0 0,1-1 1 0 0,-1 1-1 0 0,1 0 0 0 0,-1 0 0 0 0,1-1 1 0 0,-1 1-1 0 0,1 0 0 0 0,-1 0 1 0 0,1 0-1 0 0,-1 0 0 0 0,1 0 0 0 0,-1 0 1 0 0,1 0-1 0 0,-1 0 0 0 0,1 0 1 0 0,-1 0-1 0 0,1 0 0 0 0,-1 0 0 0 0,1 0 1 0 0,-1 0-1 0 0,1 1 0 0 0,-1-1 1 0 0,1 0-1 0 0,-1 0 0 0 0,1 1 0 0 0,-1-1 1 0 0,1 0-1 0 0,-1 1 0 0 0,1-1 1 0 0,-1 1-1 0 0,13 15-174 0 0,-9-6 230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93 14283 0 0,'1'1'108'0'0,"0"0"0"0"0,1 0 0 0 0,-1 0 1 0 0,1-1-1 0 0,-1 1 0 0 0,1 0 0 0 0,-1-1 0 0 0,1 1 0 0 0,0-1 0 0 0,-1 1 1 0 0,1-1-1 0 0,-1 0 0 0 0,1 0 0 0 0,0 0 0 0 0,-1 0 0 0 0,1 0 0 0 0,0 0 0 0 0,-1 0 1 0 0,1-1-1 0 0,0 1 0 0 0,-1 0 0 0 0,1-1 0 0 0,-1 0 0 0 0,1 1 0 0 0,-1-1 1 0 0,1 0-1 0 0,-1 0 0 0 0,2-1 0 0 0,44-25 1502 0 0,-28 14-447 0 0,21-14-2853 0 0,4 6-4072 0 0,-29 17 5193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3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 0 11522 0 0,'-3'3'143'0'0,"1"1"-1"0"0,0-1 1 0 0,0 0 0 0 0,0 1-1 0 0,0-1 1 0 0,1 1-1 0 0,-1-1 1 0 0,1 1-1 0 0,0 0 1 0 0,0 0-1 0 0,0-1 1 0 0,1 1-1 0 0,-1 0 1 0 0,1 0-1 0 0,0 0 1 0 0,0 0-1 0 0,1 6 1 0 0,2 9 390 0 0,0 1 0 0 0,7 22 0 0 0,-4-22-33 0 0,17 65 2189 0 0,52 126-1 0 0,53 74-1789 0 0,-108-243-1045 0 0,-3 1-1364 0 0,-13-26 43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5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0 152 14283 0 0,'4'-4'349'0'0,"1"-1"-1"0"0,0 1 1 0 0,0 0 0 0 0,0 0-1 0 0,0 0 1 0 0,0 1 0 0 0,1 0-1 0 0,10-5 1 0 0,7-5 305 0 0,29-27 1436 0 0,-38 28-1542 0 0,1 0 1 0 0,29-17-1 0 0,-43 28-640 0 0,1 0 1 0 0,0 0-1 0 0,0 1 1 0 0,0-1-1 0 0,-1 0 1 0 0,1 1-1 0 0,0-1 1 0 0,0 1-1 0 0,0 0 1 0 0,0 0-1 0 0,0-1 1 0 0,0 1-1 0 0,0 0 1 0 0,0 1-1 0 0,0-1 1 0 0,-1 0-1 0 0,1 1 1 0 0,0-1-1 0 0,0 1 1 0 0,0-1-1 0 0,0 1 1 0 0,1 1-1 0 0,1 0-145 0 0,-1 0 1 0 0,0 1-1 0 0,0 0 1 0 0,0-1-1 0 0,0 1 1 0 0,-1 0-1 0 0,1 0 1 0 0,-1 1-1 0 0,4 6 1 0 0,10 20-212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7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1 252 13363 0 0,'0'0'1184'0'0,"1"-2"-944"0"0,2 1-240 0 0,-1-2 0 0 0,1 0 832 0 0,1-3 129 0 0,3-4 15 0 0,5-7 8 0 0,5-4-400 0 0,-1-4-72 0 0,2 0-24 0 0,0 1 0 0 0,1 2-968 0 0,0 1-192 0 0,1 2-32 0 0,4 1-16 0 0,2 0 600 0 0,-3 1 120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9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40 1 2761 0 0,'-4'4'865'0'0,"0"1"1"0"0,1-1-1 0 0,0 1 1 0 0,-1 0 0 0 0,2 0-1 0 0,-1 1 1 0 0,0-1 0 0 0,1 1-1 0 0,0-1 1 0 0,1 1-1 0 0,-1 0 1 0 0,0 7 0 0 0,-1 9 3419 0 0,1 44 1 0 0,2-37-5266 0 0,0 6 1277 0 0,2 1 0 0 0,8 43 0 0 0,11 20-3031 0 0,-14-67-4433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7.2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1 103 16588 0 0,'0'1'28'0'0,"0"-1"0"0"0,0 0 0 0 0,0 0 0 0 0,0 0 0 0 0,0 0 0 0 0,0 0 0 0 0,0 0 0 0 0,0 0 0 0 0,0 0 0 0 0,0 1 0 0 0,0-1 0 0 0,0 0 0 0 0,0 0 0 0 0,0 0 0 0 0,0 0 0 0 0,0 0 0 0 0,0 0 0 0 0,0 1 0 0 0,0-1 1 0 0,0 0-1 0 0,0 0 0 0 0,0 0 0 0 0,0 0 0 0 0,0 0 0 0 0,0 0 0 0 0,0 0 0 0 0,0 1 0 0 0,0-1 0 0 0,0 0 0 0 0,0 0 0 0 0,0 0 0 0 0,0 0 0 0 0,0 0 0 0 0,0 0 0 0 0,1 0 0 0 0,-1 0 0 0 0,0 0 0 0 0,0 0 0 0 0,0 0 0 0 0,0 1 1 0 0,0-1-1 0 0,0 0 0 0 0,0 0 0 0 0,1 0 0 0 0,-1 0 0 0 0,0 0 0 0 0,0 0 0 0 0,0 0 0 0 0,0 0 0 0 0,0 0 0 0 0,0 0 0 0 0,0 0 0 0 0,1 0 0 0 0,-1 0 0 0 0,0 0 0 0 0,0 0 0 0 0,0 0 0 0 0,0 0 0 0 0,0 0 0 0 0,0 0 0 0 0,0 0 1 0 0,1-1-1 0 0,-1 1 0 0 0,0 0 0 0 0,0 0 0 0 0,0 0 0 0 0,0 0 0 0 0,0 0 0 0 0,0 0 0 0 0,20-2 699 0 0,21-6-206 0 0,-1-1-93 0 0,125-32 1740 0 0,-57 4-4359 0 0,-87 28-5090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7.4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0 17972 0 0,'-3'3'158'0'0,"0"0"1"0"0,0 0-1 0 0,1 1 0 0 0,-1-1 1 0 0,1 1-1 0 0,-1-1 0 0 0,1 1 1 0 0,0 0-1 0 0,1-1 0 0 0,-1 1 1 0 0,1 0-1 0 0,0 0 0 0 0,0 0 1 0 0,0 1-1 0 0,0-1 0 0 0,1 0 1 0 0,-1 0-1 0 0,1 0 0 0 0,1 6 1 0 0,-1 14 281 0 0,2 0 0 0 0,4 24 1 0 0,-5-44-316 0 0,18 98 503 0 0,52 164 0 0 0,-59-228-968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7.6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14747 0 0,'5'8'3503'0'0,"12"29"-1494"0"0,7 31-962 0 0,-3 0 0 0 0,-3 2 0 0 0,13 109-1 0 0,6 25-2090 0 0,-26-160-4594 0 0,-1-1-1980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7.8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2 185 13827 0 0,'-1'-1'73'0'0,"1"0"-1"0"0,0 0 1 0 0,0 0-1 0 0,0 0 1 0 0,-1 0 0 0 0,1 0-1 0 0,0-1 1 0 0,1 1 0 0 0,-1 0-1 0 0,0 0 1 0 0,0 0 0 0 0,0 0-1 0 0,1 0 1 0 0,-1 0-1 0 0,0 0 1 0 0,1 0 0 0 0,-1-1-1 0 0,1 1 1 0 0,0 1 0 0 0,-1-1-1 0 0,1 0 1 0 0,0 0 0 0 0,-1 0-1 0 0,1 0 1 0 0,0 0-1 0 0,1 0 1 0 0,29-28 750 0 0,-22 20-381 0 0,18-18 179 0 0,-18 16-351 0 0,1 0 0 0 0,1 1 0 0 0,0 0 0 0 0,1 1 0 0 0,-1 0 0 0 0,2 1 0 0 0,24-13 0 0 0,-35 20-404 0 0,0 1 1 0 0,0 0 0 0 0,0-1 0 0 0,0 1 0 0 0,0 0 0 0 0,-1 0 0 0 0,1 0 0 0 0,0 0-1 0 0,0 0 1 0 0,0 1 0 0 0,0-1 0 0 0,0 1 0 0 0,0-1 0 0 0,0 1 0 0 0,0 0 0 0 0,0-1 0 0 0,-1 1-1 0 0,1 0 1 0 0,0 0 0 0 0,-1 0 0 0 0,1 1 0 0 0,0-1 0 0 0,-1 0 0 0 0,0 1 0 0 0,1-1-1 0 0,-1 1 1 0 0,0-1 0 0 0,0 1 0 0 0,0-1 0 0 0,0 1 0 0 0,0 0 0 0 0,1 2 0 0 0,10 15-1497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8.0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1 149 7370 0 0,'0'2'320'0'0,"1"-4"80"0"0,1 1-320 0 0,1-2-80 0 0,0 0 0 0 0,0 0 0 0 0,4-3 408 0 0,1-5 64 0 0,5-5 8 0 0,5-5 8 0 0,1-1-392 0 0,1 0-96 0 0,-1 1 0 0 0,-3 1 0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8.3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 8754 0 0,'8'-3'649'0'0,"0"1"1"0"0,-1-1-1 0 0,1 2 1 0 0,0-1-1 0 0,0 1 1 0 0,0 0-1 0 0,1 1 1 0 0,9 0-1 0 0,-14 0-419 0 0,1 0 0 0 0,-1 0 1 0 0,0 0-1 0 0,0 1 0 0 0,0-1 0 0 0,0 1 0 0 0,0 0 0 0 0,0 0 0 0 0,0 1 0 0 0,0-1 1 0 0,-1 1-1 0 0,1 0 0 0 0,0 0 0 0 0,-1 0 0 0 0,1 0 0 0 0,-1 1 0 0 0,0-1 0 0 0,5 6 1 0 0,-5-4-119 0 0,0 1 0 0 0,0 0 1 0 0,0 0-1 0 0,-1 0 0 0 0,0 1 1 0 0,0-1-1 0 0,0 1 0 0 0,-1-1 1 0 0,1 1-1 0 0,-1-1 0 0 0,-1 1 1 0 0,1 0-1 0 0,-1 5 0 0 0,0 19 76 0 0,-2-1 0 0 0,-1 0 0 0 0,-8 35 0 0 0,5-32 27 0 0,1 0 0 0 0,-1 40 0 0 0,6-69-172 0 0,0 0 0 0 0,-1 0 0 0 0,2 0 1 0 0,-1-1-1 0 0,0 1 0 0 0,1 0 0 0 0,-1 0 0 0 0,1 0 1 0 0,0 0-1 0 0,0 0 0 0 0,0 0 0 0 0,0-1 1 0 0,0 1-1 0 0,1 0 0 0 0,-1-1 0 0 0,1 1 0 0 0,0-1 1 0 0,2 3-1 0 0,-2-4-20 0 0,0 0 0 0 0,0 0-1 0 0,1 0 1 0 0,-1 0 0 0 0,0-1 0 0 0,0 1 0 0 0,1-1 0 0 0,-1 1 0 0 0,1-1 0 0 0,-1 0-1 0 0,0 0 1 0 0,1 0 0 0 0,-1 0 0 0 0,1-1 0 0 0,-1 1 0 0 0,0-1 0 0 0,1 1-1 0 0,-1-1 1 0 0,0 0 0 0 0,0 0 0 0 0,0 1 0 0 0,4-4 0 0 0,19-9-122 0 0,-1-2-1 0 0,0 0 1 0 0,-2-1 0 0 0,0-2 0 0 0,0 0 0 0 0,31-37 0 0 0,36-29-3164 0 0,-58 59 1928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8.5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0 194 10594 0 0,'7'-1'274'0'0,"-1"0"0"0"0,0-1 0 0 0,0 1 0 0 0,0-2 0 0 0,0 1 0 0 0,-1 0 0 0 0,7-5 0 0 0,2 0 95 0 0,136-65 5680 0 0,-58 27-4257 0 0,1 3-3769 0 0,-74 34-4887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8.7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0 9674 0 0,'-6'4'4265'0'0,"6"-3"-4156"0"0,0 15 2523 0 0,8 25-40 0 0,-5-28-1516 0 0,8 54 749 0 0,16 69-113 0 0,-20-108-2453 0 0,1-1-1 0 0,22 49 1 0 0,-18-53-7045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9.0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0 7370 0 0,'-13'7'-1018'0'0,"11"-7"1628"0"0,-1 1-1 0 0,1 1 1 0 0,-1-1-1 0 0,1 0 1 0 0,0 0-1 0 0,-1 1 1 0 0,1-1-1 0 0,-3 4 1 0 0,4-4-297 0 0,1 0 0 0 0,-1 1 0 0 0,0-1 0 0 0,1 0 0 0 0,-1 0 0 0 0,1 1 0 0 0,0-1 0 0 0,-1 0-1 0 0,1 1 1 0 0,0-1 0 0 0,0 1 0 0 0,0-1 0 0 0,0 0 0 0 0,0 1 0 0 0,0-1 0 0 0,0 0 0 0 0,0 1 0 0 0,1-1 0 0 0,-1 0 0 0 0,1 1 0 0 0,0 1 0 0 0,15 42 2145 0 0,39 77 0 0 0,4 8-1612 0 0,33 161-261 0 0,-54-161-2435 0 0,3-3-3513 0 0,-33-105 2901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9.2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21 157 10594 0 0,'-1'0'75'0'0,"0"0"1"0"0,1 0-1 0 0,-1 0 0 0 0,0 0 0 0 0,0 0 0 0 0,1 0 0 0 0,-1 0 1 0 0,0 0-1 0 0,1 0 0 0 0,-1 0 0 0 0,0-1 0 0 0,0 1 0 0 0,1 0 1 0 0,-1 0-1 0 0,0-1 0 0 0,1 1 0 0 0,-1 0 0 0 0,1-1 1 0 0,-1 1-1 0 0,0-1 0 0 0,1 1 0 0 0,-1-1 0 0 0,1 1 0 0 0,-1-1 1 0 0,1 1-1 0 0,-1-1 0 0 0,1 0 0 0 0,-1 1 0 0 0,1-1 0 0 0,0 1 1 0 0,-1-1-1 0 0,1 0 0 0 0,0 0 0 0 0,0 1 0 0 0,0-1 0 0 0,-1 0 1 0 0,1 1-1 0 0,0-2 0 0 0,1-1 320 0 0,1 0 0 0 0,-1 0 0 0 0,0 0-1 0 0,1 0 1 0 0,0 0 0 0 0,0 1 0 0 0,0-1 0 0 0,4-3 0 0 0,4-6 2 0 0,0 1 0 0 0,1 0 1 0 0,0 1-1 0 0,1 1 1 0 0,0 0-1 0 0,24-13 0 0 0,-28 17-671 0 0,-1 1-1 0 0,2 1 0 0 0,-1 0 1 0 0,0 0-1 0 0,1 1 1 0 0,-1 0-1 0 0,1 0 0 0 0,-1 1 1 0 0,1 0-1 0 0,0 0 1 0 0,0 1-1 0 0,-1 0 0 0 0,11 2 1 0 0,16 6-1148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9.4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16 142 10594 0 0,'-15'15'924'0'0,"15"-15"-915"0"0,0 0 0 0 0,0 0 0 0 0,0 0 0 0 0,0 0-1 0 0,0 0 1 0 0,0 1 0 0 0,0-1 0 0 0,0 0 0 0 0,0 0 0 0 0,0 0 0 0 0,0 0 0 0 0,0 0 0 0 0,0 0 0 0 0,0 0-1 0 0,0 0 1 0 0,0 1 0 0 0,0-1 0 0 0,0 0 0 0 0,0 0 0 0 0,0 0 0 0 0,0 0 0 0 0,0 0 0 0 0,0 0 0 0 0,0 0-1 0 0,0 0 1 0 0,0 0 0 0 0,0 1 0 0 0,0-1 0 0 0,0 0 0 0 0,1 0 0 0 0,-1 0 0 0 0,0 0 0 0 0,0 0 0 0 0,0 0 0 0 0,0 0-1 0 0,0 0 1 0 0,0 0 0 0 0,0 0 0 0 0,0 0 0 0 0,0 0 0 0 0,1 0 0 0 0,-1 0 0 0 0,0 0 0 0 0,0 0 0 0 0,0 0-1 0 0,0 0 1 0 0,0 0 0 0 0,0 0 0 0 0,0 0 0 0 0,0 0 0 0 0,1 0 0 0 0,-1 0 0 0 0,0 0 0 0 0,0 0 0 0 0,0 0 0 0 0,0 0-1 0 0,0 0 1 0 0,0 0 0 0 0,0 0 0 0 0,0 0 0 0 0,0 0 0 0 0,1 0 0 0 0,-1-1 0 0 0,0 1 0 0 0,0 0 0 0 0,0 0-1 0 0,0 0 1 0 0,0 0 0 0 0,0 0 0 0 0,35-15 747 0 0,-20 8-461 0 0,138-73-847 0 0,-74 36-1562 0 0,-54 32 2022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9.8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5 456 0 0,'-4'4'9877'0'0,"18"-7"-4363"0"0,22-2-1685 0 0,-33 5-3718 0 0,0 1 0 0 0,0-1-1 0 0,0 1 1 0 0,0 0 0 0 0,0 0-1 0 0,0 0 1 0 0,0 0 0 0 0,-1 0 0 0 0,1 1-1 0 0,0 0 1 0 0,0-1 0 0 0,-1 1-1 0 0,0 0 1 0 0,1 0 0 0 0,-1 0 0 0 0,0 1-1 0 0,0-1 1 0 0,0 0 0 0 0,0 1-1 0 0,0-1 1 0 0,0 1 0 0 0,-1 0 0 0 0,0 0-1 0 0,1-1 1 0 0,-1 1 0 0 0,0 0-1 0 0,1 4 1 0 0,3 11-166 0 0,0 1-1 0 0,-1-1 1 0 0,2 25-1 0 0,-4-25 168 0 0,0 0-126 0 0,1 1 0 0 0,1-1 0 0 0,1 0 0 0 0,1 0 0 0 0,13 28-1 0 0,-15-37 11 0 0,1-1-1 0 0,0 1 0 0 0,1-1 0 0 0,0-1 0 0 0,0 1 0 0 0,1-1 0 0 0,0 0 0 0 0,0 0 0 0 0,1-1 0 0 0,-1 0 0 0 0,1-1 0 0 0,14 8 0 0 0,-17-10 6 0 0,3 0 16 0 0,0 1 1 0 0,-1 0-1 0 0,0 1 0 0 0,0 0 1 0 0,0 0-1 0 0,7 8 1 0 0,-12-11-14 0 0,0 0 1 0 0,-1 0-1 0 0,1 1 1 0 0,-1-1-1 0 0,0 1 1 0 0,0-1 0 0 0,1 1-1 0 0,-2-1 1 0 0,1 1-1 0 0,0 0 1 0 0,-1 0-1 0 0,1-1 1 0 0,-1 1-1 0 0,0 0 1 0 0,0 0-1 0 0,0-1 1 0 0,0 1 0 0 0,0 0-1 0 0,0 0 1 0 0,-1 0-1 0 0,0-1 1 0 0,1 1-1 0 0,-3 3 1 0 0,-4 11 9 0 0,-1 0 0 0 0,0-1-1 0 0,-2 0 1 0 0,0-1 0 0 0,0 1 0 0 0,-2-2 0 0 0,-24 25 0 0 0,-22 30-989 0 0,44-48 567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0.1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37 205 9674 0 0,'-17'0'-665'0'0,"-3"0"6202"0"0,39-7-448 0 0,30-7-3195 0 0,77-32 1 0 0,43-33-2175 0 0,-65 30-2380 0 0,-86 40 1604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0.3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1 17972 0 0,'-3'5'303'0'0,"0"1"0"0"0,0 0 1 0 0,0 0-1 0 0,1 0 0 0 0,0 1 1 0 0,0-1-1 0 0,1 0 0 0 0,-1 1 0 0 0,1 8 1 0 0,-2 66 1145 0 0,3-49-1042 0 0,-1-5-305 0 0,1-1 1 0 0,2 0 0 0 0,0 0-1 0 0,2 0 1 0 0,0 0-1 0 0,2 0 1 0 0,1-1 0 0 0,1 0-1 0 0,1-1 1 0 0,1 1-1 0 0,18 29 1 0 0,1-8-3392 0 0,-16-23 1338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0.8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24 137 14283 0 0,'-1'0'57'0'0,"0"0"-1"0"0,0 0 1 0 0,0 0 0 0 0,0 0-1 0 0,0 0 1 0 0,0 0 0 0 0,0 0-1 0 0,0-1 1 0 0,0 1 0 0 0,0 0 0 0 0,0-1-1 0 0,1 1 1 0 0,-1 0 0 0 0,0-1-1 0 0,0 1 1 0 0,0-1 0 0 0,0 0-1 0 0,1 1 1 0 0,-1-1 0 0 0,0 0-1 0 0,1 1 1 0 0,-1-1 0 0 0,1 0-1 0 0,-1 1 1 0 0,0-1 0 0 0,1 0-1 0 0,0 0 1 0 0,-1 0 0 0 0,1 0-1 0 0,-1-1 1 0 0,1 0 24 0 0,0-1 0 0 0,1 0 1 0 0,-1 1-1 0 0,1-1 0 0 0,-1 0 0 0 0,1 1 0 0 0,0-1 0 0 0,0 1 1 0 0,0-1-1 0 0,3-3 0 0 0,-1 0 151 0 0,2 0 1 0 0,-1 0-1 0 0,0 0 0 0 0,1 0 1 0 0,0 1-1 0 0,1 0 1 0 0,-1 0-1 0 0,1 1 0 0 0,0-1 1 0 0,0 1-1 0 0,0 0 0 0 0,0 1 1 0 0,1 0-1 0 0,0 0 1 0 0,-1 0-1 0 0,1 1 0 0 0,0-1 1 0 0,15-1-1 0 0,-10 2-68 0 0,0 0 0 0 0,0 1 0 0 0,0 1 0 0 0,0 0 0 0 0,1 0 1 0 0,-1 1-1 0 0,0 1 0 0 0,0 0 0 0 0,0 1 0 0 0,20 7 0 0 0,-26-7-144 0 0,1 0 0 0 0,-1 1 0 0 0,0 0 0 0 0,0 0 0 0 0,-1 0 0 0 0,1 1 0 0 0,-1 0 1 0 0,0 0-1 0 0,-1 0 0 0 0,1 1 0 0 0,-1-1 0 0 0,0 1 0 0 0,0 0 0 0 0,0 0 0 0 0,-1 1 0 0 0,0-1 0 0 0,-1 1 0 0 0,1 0 0 0 0,-1-1 0 0 0,0 1 0 0 0,-1 0 0 0 0,1 9 1 0 0,2 15 77 0 0,-2 0 1 0 0,-2 0-1 0 0,-5 53 1 0 0,4-70-95 0 0,1-9 0 0 0,-2 8 83 0 0,2 1 1 0 0,0 0-1 0 0,2 15 1 0 0,-2-26-64 0 0,1 0 0 0 0,-1 0-1 0 0,1 0 1 0 0,0 0 0 0 0,0 0 0 0 0,0 0 0 0 0,1 0 0 0 0,2 5 0 0 0,-3-7-20 0 0,-1-1 0 0 0,1 1 0 0 0,0 0 0 0 0,0 0 0 0 0,0 0 1 0 0,0 0-1 0 0,0-1 0 0 0,0 1 0 0 0,0 0 0 0 0,0-1 0 0 0,0 1 0 0 0,0-1 1 0 0,0 1-1 0 0,1-1 0 0 0,-1 0 0 0 0,0 1 0 0 0,0-1 0 0 0,0 0 1 0 0,1 0-1 0 0,-1 0 0 0 0,0 0 0 0 0,2 0 0 0 0,1-1-35 0 0,0 0-1 0 0,0 0 0 0 0,0-1 1 0 0,0 1-1 0 0,-1-1 0 0 0,1 0 1 0 0,-1 0-1 0 0,1 0 1 0 0,-1-1-1 0 0,0 1 0 0 0,5-5 1 0 0,34-36-586 0 0,-38 38 557 0 0,43-44-2979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1.0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0 10594 0 0,'-5'2'2795'0'0,"5"-2"-2723"0"0,-1 0-1 0 0,1 1 1 0 0,-2 12 1836 0 0,3 17 582 0 0,-1-28-2087 0 0,12 111 2950 0 0,2 62-1883 0 0,-14-87-1308 0 0,2 68 1122 0 0,8-80-3186 0 0,-6-59 57 0 0,1 1-1 0 0,8 19 1 0 0,-5-18-5565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1.2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8 6913 0 0,'6'-7'6143'0'0,"-6"7"-6033"0"0,15 12 4015 0 0,10 21-937 0 0,8 9-2028 0 0,1-1 0 0 0,58 51 0 0 0,-54-57-1876 0 0,-2 2 0 0 0,55 74 0 0 0,-77-91-7132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1.4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14 161 9674 0 0,'-14'-6'7018'0'0,"16"3"-5746"0"0,4-3-64 0 0,4 0-16 0 0,5-3 1 0 0,6-1-833 0 0,5-4-168 0 0,6-5-32 0 0,26-20-6082 0 0,1-10-1215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7.6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6913 0 0,'20'2'1012'0'0,"0"0"0"0"0,39 12 0 0 0,-50-11-744 0 0,-1 0 0 0 0,0 0 1 0 0,1 1-1 0 0,-1 0 0 0 0,-1 1 1 0 0,1 0-1 0 0,-1 0 0 0 0,0 0 1 0 0,0 1-1 0 0,11 12 0 0 0,3 6 310 0 0,31 47 1 0 0,5 6 219 0 0,-37-52-576 0 0,17 18 19 0 0,-35-40-72 0 0,1-1 1 0 0,0 1-1 0 0,0-1 1 0 0,0 0 0 0 0,0 0-1 0 0,0 0 1 0 0,0 0 0 0 0,1 0-1 0 0,-1-1 1 0 0,1 1-1 0 0,5 1 1 0 0,-7-4-46 0 0,-1 1 1 0 0,0 0-1 0 0,0-1 0 0 0,0 1 0 0 0,1 0 1 0 0,-1-1-1 0 0,0 0 0 0 0,0 1 1 0 0,0-1-1 0 0,0 0 0 0 0,0 1 0 0 0,0-1 1 0 0,0 0-1 0 0,0 0 0 0 0,0 0 0 0 0,-1 0 1 0 0,1 0-1 0 0,0 0 0 0 0,0 0 1 0 0,-1 0-1 0 0,1 0 0 0 0,-1 0 0 0 0,1-1 1 0 0,0 0-1 0 0,12-31 959 0 0,-5 8-719 0 0,36-93 471 0 0,-38 104-966 0 0,1 0 1 0 0,1 1 0 0 0,0 0 0 0 0,1 0 0 0 0,0 1 0 0 0,13-13 0 0 0,6 3-2718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0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42 105 4609 0 0,'-22'-53'4352'0'0,"2"2"4041"0"0,21 84-4669 0 0,14 26-3245 0 0,2 0-1 0 0,48 111 1 0 0,-5-18-1418 0 0,-48-118-21 0 0,1-1-259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0.3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5 282 6913 0 0,'0'-1'33'0'0,"-1"0"-1"0"0,0 0 1 0 0,1 0-1 0 0,-1-1 0 0 0,1 1 1 0 0,0 0-1 0 0,-1 0 1 0 0,1-1-1 0 0,0 1 0 0 0,0 0 1 0 0,0 0-1 0 0,0-1 1 0 0,0 1-1 0 0,0 0 0 0 0,0 0 1 0 0,0-1-1 0 0,0 1 1 0 0,1 0-1 0 0,-1 0 0 0 0,0-1 1 0 0,1 1-1 0 0,-1 0 1 0 0,1 0-1 0 0,-1 0 0 0 0,1 0 1 0 0,0 0-1 0 0,0 0 1 0 0,-1 0-1 0 0,3-2 0 0 0,32-32 269 0 0,-22 23-88 0 0,12-13 600 0 0,70-67 2321 0 0,-79 79-2967 0 0,1 0 1 0 0,0 1-1 0 0,1 1 0 0 0,23-12 1 0 0,-37 21-246 0 0,1 1 0 0 0,-1-1 1 0 0,0 1-1 0 0,0 0 0 0 0,1 0 0 0 0,-1 1 0 0 0,1-1 1 0 0,-1 1-1 0 0,0 0 0 0 0,1 0 0 0 0,-1 1 1 0 0,1-1-1 0 0,-1 1 0 0 0,0 0 0 0 0,1 0 1 0 0,-1 0-1 0 0,0 1 0 0 0,0 0 0 0 0,0-1 1 0 0,0 1-1 0 0,0 1 0 0 0,0-1 0 0 0,-1 1 0 0 0,1-1 1 0 0,-1 1-1 0 0,1 0 0 0 0,-1 0 0 0 0,3 4 1 0 0,5 6-1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0.6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1 286 3225 0 0,'-1'0'167'0'0,"1"-1"0"0"0,0 0 0 0 0,0 0 0 0 0,0 0 0 0 0,1 0 0 0 0,-1 1 0 0 0,0-1 0 0 0,0 0 0 0 0,0 0 0 0 0,0 1 0 0 0,1-1 0 0 0,-1 0 0 0 0,0 0 0 0 0,1 1 0 0 0,-1-1 0 0 0,1 0 0 0 0,-1 0 0 0 0,1 1 0 0 0,-1-1 0 0 0,1 1 0 0 0,1-2 0 0 0,17-20 3129 0 0,-13 16-3281 0 0,13-17 970 0 0,12-15-492 0 0,56-52-1 0 0,-76 80-1176 0 0,0 1 0 0 0,1 0-1 0 0,0 0 1 0 0,0 2 0 0 0,1-1-1 0 0,0 2 1 0 0,1 0 0 0 0,-1 0-1 0 0,26-6 1 0 0,-18 8 668 0 0,-4 1 16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0.89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6913 0 0,'6'11'4527'0'0,"14"20"-2936"0"0,0-1-1 0 0,34 38 0 0 0,-49-64-1642 0 0,-1 0 0 0 0,1 0 0 0 0,-1-1 0 0 0,1 1 0 0 0,0-1 0 0 0,0 0 0 0 0,1-1 0 0 0,-1 1 0 0 0,1-1 0 0 0,-1 0 0 0 0,9 2 0 0 0,-8-4-446 0 0,-1 1 0 0 0,1-1 0 0 0,-1 0 0 0 0,0-1 0 0 0,1 1 0 0 0,-1-1 0 0 0,0 0 0 0 0,1 0 1 0 0,-1-1-1 0 0,0 1 0 0 0,0-1 0 0 0,9-5 0 0 0,0-1-3063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1.1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0 6913 0 0,'-3'0'475'0'0,"0"0"-1"0"0,0 0 0 0 0,0 0 1 0 0,0 1-1 0 0,0-1 1 0 0,0 1-1 0 0,0 0 0 0 0,0-1 1 0 0,1 1-1 0 0,-1 1 0 0 0,0-1 1 0 0,0 0-1 0 0,-3 3 0 0 0,5-3-249 0 0,-1 1-1 0 0,1-1 0 0 0,0 1 1 0 0,0-1-1 0 0,0 1 0 0 0,0-1 1 0 0,0 1-1 0 0,0 0 1 0 0,1-1-1 0 0,-1 1 0 0 0,0 0 1 0 0,1 0-1 0 0,0 0 0 0 0,-1-1 1 0 0,1 1-1 0 0,0 0 0 0 0,0 0 1 0 0,0 0-1 0 0,0 0 1 0 0,0 0-1 0 0,0-1 0 0 0,1 4 1 0 0,36 175 3184 0 0,0-2-2819 0 0,-32-145-973 0 0,2-1 1 0 0,2 0-1 0 0,0-1 0 0 0,3 0 0 0 0,26 52 1 0 0,-17-43 184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58.6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297 25 4609 0 0,'-37'-8'1420'0'0,"-1"1"0"0"0,0 2 0 0 0,0 2-1 0 0,0 2 1 0 0,-39 3 0 0 0,75-2-1290 0 0,0 0-1 0 0,1 0 1 0 0,-1 0 0 0 0,0 0-1 0 0,0 0 1 0 0,0 1-1 0 0,0-1 1 0 0,0 1 0 0 0,1-1-1 0 0,-1 1 1 0 0,0 0-1 0 0,1 0 1 0 0,-3 1 0 0 0,4-2-80 0 0,-1 1 1 0 0,1-1 0 0 0,0 0 0 0 0,0 1-1 0 0,-1-1 1 0 0,1 1 0 0 0,0-1 0 0 0,0 1-1 0 0,-1-1 1 0 0,1 1 0 0 0,0-1 0 0 0,0 1-1 0 0,0-1 1 0 0,0 1 0 0 0,0-1 0 0 0,0 1-1 0 0,0-1 1 0 0,0 1 0 0 0,0-1 0 0 0,0 1-1 0 0,0-1 1 0 0,0 1 0 0 0,0-1 0 0 0,0 1-1 0 0,1-1 1 0 0,-1 1 0 0 0,0-1 0 0 0,0 1-1 0 0,1 0 1 0 0,3 5 187 0 0,0-1-1 0 0,1 1 1 0 0,-1-1-1 0 0,1 0 1 0 0,8 6-1 0 0,-2-1-403 0 0,443 467 942 0 0,6 2-270 0 0,-296-330-384 0 0,183 128 1 0 0,49-21 115 0 0,-113-80 205 0 0,-122-71-118 0 0,123 84 410 0 0,-197-125-465 0 0,92 88 1 0 0,-114-91-155 0 0,-3 3 1 0 0,-3 3-1 0 0,-3 2 0 0 0,-2 3 1 0 0,57 103-1 0 0,-86-130-533 0 0,43 79 971 0 0,-18-46-6896 0 0,-24-43-538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59.0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2724 114 17972 0 0,'-9'-3'306'0'0,"5"1"-168"0"0,-1 1-1 0 0,1-1 0 0 0,0 0 0 0 0,0 0 0 0 0,0 0 0 0 0,0 0 1 0 0,1-1-1 0 0,-1 1 0 0 0,1-1 0 0 0,-1 0 0 0 0,-3-5 0 0 0,5 2-163 0 0,1 0 0 0 0,0 0 0 0 0,0 0 0 0 0,0 0 0 0 0,1 0 0 0 0,0-1 0 0 0,1-10-1 0 0,0-2 26 0 0,-31 67 1493 0 0,-153 284-276 0 0,117-225-1177 0 0,-81 101 1 0 0,-147 175 224 0 0,-102 127 8 0 0,-287 315-197 0 0,112-170-105 0 0,373-412-2472 0 0,106-120-4963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1.0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1 233 456 0 0,'2'-31'358'0'0,"0"3"1368"0"0,1 0-1 0 0,1 0 1 0 0,1 0-1 0 0,13-40 1 0 0,-18 67-1480 0 0,1-1 1 0 0,0 1-1 0 0,-1-1 0 0 0,1 1 1 0 0,0 0-1 0 0,0-1 1 0 0,-1 1-1 0 0,1 0 0 0 0,0-1 1 0 0,1 1-1 0 0,-1 0 0 0 0,0 0 1 0 0,0 0-1 0 0,2-1 1 0 0,-3 2-147 0 0,1 0 1 0 0,0-1-1 0 0,-1 1 1 0 0,1 0 0 0 0,-1 0-1 0 0,1 0 1 0 0,0 0 0 0 0,-1 0-1 0 0,1 0 1 0 0,0 0 0 0 0,-1 0-1 0 0,1 0 1 0 0,-1 0 0 0 0,1 0-1 0 0,0 0 1 0 0,-1 0-1 0 0,1 0 1 0 0,-1 1 0 0 0,1-1-1 0 0,-1 0 1 0 0,1 1 0 0 0,0-1-1 0 0,-1 0 1 0 0,1 1 0 0 0,1 1 22 0 0,0 0 0 0 0,0 0 0 0 0,0 0 0 0 0,-1 1 0 0 0,1-1 0 0 0,-1 0 0 0 0,1 1 0 0 0,-1-1 0 0 0,0 1 0 0 0,0 0 0 0 0,0-1 1 0 0,0 1-1 0 0,-1 0 0 0 0,1 3 0 0 0,2 14 126 0 0,-2 1 0 0 0,0 0 1 0 0,-2-1-1 0 0,-5 39 0 0 0,-24 81 349 0 0,18-94-377 0 0,2 0 0 0 0,-4 48 0 0 0,14-90-169 0 0,-1-1 1 0 0,1 0 0 0 0,0 0-1 0 0,0 0 1 0 0,0 0-1 0 0,0 0 1 0 0,1 0-1 0 0,0 1 1 0 0,-1-1-1 0 0,1 0 1 0 0,0 0-1 0 0,0 0 1 0 0,1-1-1 0 0,-1 1 1 0 0,4 5-1 0 0,-4-6 2 0 0,1-1 0 0 0,0 1 0 0 0,1-1 0 0 0,-1 0 0 0 0,0 0 0 0 0,0 1 0 0 0,0-1 0 0 0,1-1 0 0 0,-1 1 0 0 0,1 0 0 0 0,-1-1 0 0 0,0 1 0 0 0,1-1 0 0 0,-1 1 0 0 0,1-1 0 0 0,-1 0 0 0 0,1 0 0 0 0,-1-1 0 0 0,1 1 0 0 0,2-1 0 0 0,145-24 419 0 0,-96 14-253 0 0,75-6 0 0 0,-111 16-936 0 0,-1 1 0 0 0,1 1 0 0 0,0 0 0 0 0,-1 1 0 0 0,1 1 0 0 0,-1 1 0 0 0,1 0 0 0 0,22 10 0 0 0,-23-7-1107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1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3 12443 0 0,'-1'-1'292'0'0,"1"1"-219"0"0,0 0 0 0 0,0 0 0 0 0,-1 0 0 0 0,1 0 0 0 0,0-1 0 0 0,0 1 0 0 0,0 0 0 0 0,-1 0 0 0 0,1 0 1 0 0,0 0-1 0 0,0 0 0 0 0,-1 0 0 0 0,1 0 0 0 0,0 0 0 0 0,0 0 0 0 0,0 0 0 0 0,-1 0 0 0 0,1 0 0 0 0,0 0 0 0 0,0 0 0 0 0,-1 0 0 0 0,1 0 0 0 0,0 0 0 0 0,0 0 0 0 0,0 0 1 0 0,-1 0-1 0 0,1 1 0 0 0,0-1 0 0 0,0 0 0 0 0,0 0 0 0 0,-1 1 292 0 0,1-1-292 0 0,-1 0 0 0 0,1 0 0 0 0,0 0 0 0 0,0 1 1 0 0,0-1-1 0 0,0 0 0 0 0,0 0 0 0 0,0 0 0 0 0,0 1 0 0 0,0-1 0 0 0,-1 0 0 0 0,1 0 0 0 0,0 0 0 0 0,0 1 0 0 0,2 22 2194 0 0,16 41-504 0 0,-12-45-1181 0 0,21 99 505 0 0,13 129 1 0 0,-26-142-1991 0 0,5 0 1 0 0,31 102-1 0 0,-42-183-6522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1.7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77 194 6913 0 0,'16'-97'2078'0'0,"-1"10"3617"0"0,-16 77-2756 0 0,-6 15-1203 0 0,-7 17-246 0 0,-1 18-1112 0 0,2 1 1 0 0,2 0-1 0 0,2 1 0 0 0,-4 46 0 0 0,10-69-323 0 0,-18 176 219 0 0,20-172-277 0 0,2 1-1 0 0,0-1 1 0 0,2 0 0 0 0,0 0-1 0 0,2 0 1 0 0,10 30 0 0 0,-5-34-817 0 0,1-14-2899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1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1 222 1376 0 0,'1'-20'575'0'0,"2"-1"-1"0"0,1 1 0 0 0,12-39 1 0 0,-14 52-52 0 0,1 0 1 0 0,0 1 0 0 0,0-1 0 0 0,1 1 0 0 0,0-1 0 0 0,0 1 0 0 0,0 0 0 0 0,1 1 0 0 0,0-1-1 0 0,0 1 1 0 0,0 0 0 0 0,0 0 0 0 0,1 0 0 0 0,10-5 0 0 0,-13 8-262 0 0,0 1 1 0 0,0 0 0 0 0,0 0-1 0 0,0 0 1 0 0,0 0 0 0 0,0 1-1 0 0,1-1 1 0 0,-1 1 0 0 0,0 0-1 0 0,0 0 1 0 0,1 0 0 0 0,-1 0-1 0 0,0 0 1 0 0,0 1 0 0 0,1-1-1 0 0,-1 1 1 0 0,0 0 0 0 0,0 0-1 0 0,0 0 1 0 0,0 1 0 0 0,0-1-1 0 0,0 1 1 0 0,0-1-1 0 0,-1 1 1 0 0,1 0 0 0 0,3 4-1 0 0,7 5 454 0 0,-1 1 0 0 0,0 1 0 0 0,18 26 0 0 0,-14-18-240 0 0,47 63-419 0 0,-3 2 0 0 0,57 113 0 0 0,-107-180-1571 0 0,-1-4-430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2.1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4 174 7370 0 0,'-3'-4'2297'0'0,"3"3"-2133"0"0,0 1 1 0 0,0 0-1 0 0,0-1 0 0 0,-1 1 0 0 0,1 0 0 0 0,0-1 0 0 0,0 1 0 0 0,0-1 0 0 0,0 1 1 0 0,0 0-1 0 0,0-1 0 0 0,2-2 1149 0 0,-2 2-1149 0 0,4-13 1290 0 0,2 5-1236 0 0,-1 1 1 0 0,1-1-1 0 0,1 1 0 0 0,-1 0 0 0 0,2 1 0 0 0,-1-1 0 0 0,1 1 0 0 0,0 1 0 0 0,17-12 0 0 0,-9 8-785 0 0,1 1 0 0 0,0 0 0 0 0,1 1 0 0 0,25-7 0 0 0,-14 7 536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2.5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42 8754 0 0,'1'3'2931'0'0,"10"-1"-1393"0"0,11-3 186 0 0,56-19 2132 0 0,-59 14-3591 0 0,1 0 0 0 0,0 2 0 0 0,0 0 0 0 0,0 1 0 0 0,0 1 0 0 0,25 1 0 0 0,-24 3-1760 0 0,-1 0-5385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2.9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92 5065 0 0,'-2'1'246'0'0,"1"-1"-1"0"0,-1 0 0 0 0,0 0 1 0 0,0-1-1 0 0,0 1 1 0 0,0 0-1 0 0,1-1 1 0 0,-1 1-1 0 0,0-1 0 0 0,0 1 1 0 0,1-1-1 0 0,-1 0 1 0 0,0 0-1 0 0,-2-2 1 0 0,4 3-69 0 0,-1-1 0 0 0,0 1 1 0 0,1-1-1 0 0,-1 0 1 0 0,1 0-1 0 0,0 1 0 0 0,-1-1 1 0 0,1 0-1 0 0,-1 0 0 0 0,1 0 1 0 0,0 1-1 0 0,0-1 1 0 0,-1 0-1 0 0,1 0 0 0 0,0 0 1 0 0,0 0-1 0 0,0 0 1 0 0,0 1-1 0 0,0-1 0 0 0,0 0 1 0 0,1-2-1 0 0,-1 0 141 0 0,1 0-1 0 0,1 0 1 0 0,-1 1-1 0 0,0-1 1 0 0,1 0-1 0 0,-1 0 1 0 0,1 1-1 0 0,0-1 1 0 0,0 0-1 0 0,0 1 1 0 0,0 0-1 0 0,0 0 1 0 0,1-1-1 0 0,3-1 1 0 0,-3 1-157 0 0,1 1 1 0 0,0-1-1 0 0,0 1 1 0 0,1 0-1 0 0,-1 0 0 0 0,0 0 1 0 0,1 0-1 0 0,-1 1 1 0 0,1 0-1 0 0,-1 0 1 0 0,1 0-1 0 0,0 0 1 0 0,0 1-1 0 0,-1 0 1 0 0,1 0-1 0 0,0 0 1 0 0,-1 1-1 0 0,1-1 1 0 0,0 1-1 0 0,-1 0 0 0 0,1 1 1 0 0,-1-1-1 0 0,7 4 1 0 0,-3-1-95 0 0,-1 1 0 0 0,1-1 0 0 0,-1 2 0 0 0,0-1 1 0 0,-1 1-1 0 0,0 0 0 0 0,0 0 0 0 0,0 1 0 0 0,0 0 0 0 0,-1 0 1 0 0,8 15-1 0 0,-3-2-13 0 0,0 0 1 0 0,-2 1 0 0 0,-1-1-1 0 0,0 1 1 0 0,3 23-1 0 0,11 106 311 0 0,-14-85-85 0 0,-7-64-245 0 0,0 1 0 0 0,0-1 0 0 0,0 0 0 0 0,0 1 0 0 0,1-1 0 0 0,-1 1 0 0 0,0-1 0 0 0,1 0 0 0 0,0 1 0 0 0,-1-1 0 0 0,1 0 0 0 0,0 0 0 0 0,-1 1 0 0 0,2 0 0 0 0,-1-2-18 0 0,-1 0 0 0 0,0 1 1 0 0,1-1-1 0 0,-1 0 0 0 0,1 0 0 0 0,-1 0 0 0 0,0 0 0 0 0,1 1 0 0 0,-1-1 1 0 0,1 0-1 0 0,-1 0 0 0 0,1 0 0 0 0,-1 0 0 0 0,0 0 0 0 0,1 0 1 0 0,-1 0-1 0 0,1 0 0 0 0,-1-1 0 0 0,1 1 0 0 0,-1 0 0 0 0,0 0 0 0 0,1 0 1 0 0,-1 0-1 0 0,1-1 0 0 0,-1 1 0 0 0,0 0 0 0 0,1 0 0 0 0,0-1 1 0 0,4-3 109 0 0,-1-1 0 0 0,1 1 0 0 0,-1-1 0 0 0,7-10 0 0 0,-2 3-101 0 0,4-5-276 0 0,0 0-1 0 0,2 1 1 0 0,0 0-1 0 0,0 2 1 0 0,2 0-1 0 0,-1 0 0 0 0,27-15 1 0 0,-18 16-7924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3.4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18 6913 0 0,'0'-1'316'0'0,"-1"0"0"0"0,1 0 0 0 0,-1-1 0 0 0,1 1 0 0 0,-1 0 0 0 0,1 1 0 0 0,-1-1 0 0 0,0 0 0 0 0,1 0 0 0 0,-1 0 0 0 0,0 0 0 0 0,0 0 0 0 0,0 1 0 0 0,1-1-1 0 0,-1 0 1 0 0,0 1 0 0 0,0-1 0 0 0,0 1 0 0 0,0-1 0 0 0,-1 0 0 0 0,1 1-143 0 0,0 0 0 0 0,1 1 0 0 0,-1-1 0 0 0,0 0 0 0 0,1 0 0 0 0,-1 1 0 0 0,0-1 0 0 0,1 0 0 0 0,-1 1 0 0 0,1-1 0 0 0,-1 0-1 0 0,1 1 1 0 0,-1-1 0 0 0,1 1 0 0 0,-1-1 0 0 0,1 1 0 0 0,-1-1 0 0 0,1 1 0 0 0,0-1 0 0 0,-1 1 0 0 0,1 0 0 0 0,0-1 0 0 0,-1 2 0 0 0,-1 4 253 0 0,0-1 0 0 0,0 1 1 0 0,0 0-1 0 0,1 0 0 0 0,-1 12 0 0 0,0 61 737 0 0,13 124 0 0 0,28 80-1410 0 0,-21-157-794 0 0,-16-112-153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3.67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68 6449 0 0,'1'-4'170'0'0,"0"0"0"0"0,0 0 0 0 0,1 0-1 0 0,-1 0 1 0 0,1 0 0 0 0,0 0 0 0 0,0 1-1 0 0,4-6 1 0 0,-5 7 180 0 0,1 0-1 0 0,0 0 1 0 0,0 0-1 0 0,1 0 1 0 0,-1 0-1 0 0,0 0 1 0 0,1 0-1 0 0,-1 0 1 0 0,1 1-1 0 0,-1 0 1 0 0,1-1-1 0 0,0 1 1 0 0,0 0-1 0 0,0 0 1 0 0,-1 1-1 0 0,1-1 1 0 0,0 0-1 0 0,0 1 1 0 0,0 0-1 0 0,0 0 1 0 0,0 0-1 0 0,0 0 1 0 0,0 0-1 0 0,0 0 1 0 0,0 1-1 0 0,0 0 1 0 0,0-1-1 0 0,0 1 1 0 0,0 0 0 0 0,4 2-1 0 0,3 3 158 0 0,0 0 0 0 0,0 0 0 0 0,0 1 0 0 0,-1 0 0 0 0,0 1 0 0 0,16 16-1 0 0,43 60-90 0 0,-50-59-310 0 0,13 16-120 0 0,40 71-1 0 0,-58-87-1223 0 0,-2 0-1 0 0,13 36 0 0 0,-16-32-5767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3.8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0 258 8754 0 0,'19'-14'2002'0'0,"39"-29"808"0"0,90-61 2000 0 0,-119 86-5045 0 0,49-21 0 0 0,-20 12-35 0 0,-28 15 270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72 13827 0 0,'21'-24'3429'0'0,"-16"18"-3467"0"0,1 0 1 0 0,0 0 0 0 0,0 1 0 0 0,0 0-1 0 0,8-5 1 0 0,-11 9-114 0 0,0-1 0 0 0,-1 1 0 0 0,1 0 1 0 0,0 0-1 0 0,0 0 0 0 0,0 0 0 0 0,0 1 0 0 0,0-1 0 0 0,0 1 0 0 0,-1-1 0 0 0,1 1 1 0 0,0 0-1 0 0,0 1 0 0 0,0-1 0 0 0,0 0 0 0 0,6 2 0 0 0,0 1 151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2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93 3681 0 0,'11'9'6933'0'0,"-10"-9"-6686"0"0,-1 0 1 0 0,1 0 0 0 0,-1 0-1 0 0,2 0 1 0 0,23-10 4122 0 0,18-22-1624 0 0,18-16-5612 0 0,-51 37 2839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5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2304 0 0,'3'83'13067'0'0,"5"5"-6440"0"0,4-2-4587 0 0,40 153-4358 0 0,-23-143 3843 0 0,16 28-1148 0 0,-25-69-1863 0 0,0-1-4563 0 0,-14-35-868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7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79 12443 0 0,'-1'0'55'0'0,"0"0"1"0"0,1-1-1 0 0,-1 1 1 0 0,1-1 0 0 0,-1 1-1 0 0,1-1 1 0 0,-1 1-1 0 0,1-1 1 0 0,-1 1 0 0 0,1-1-1 0 0,0 1 1 0 0,-1-1-1 0 0,1 0 1 0 0,0 1 0 0 0,-1-1-1 0 0,1 1 1 0 0,0-1-1 0 0,0 0 1 0 0,-1 1-1 0 0,1-1 1 0 0,0 0 0 0 0,0 0-1 0 0,0 1 1 0 0,0-1-1 0 0,0 0 1 0 0,0 1 0 0 0,0-1-1 0 0,0 0 1 0 0,1 1-1 0 0,-1-1 1 0 0,0 0 0 0 0,0 1-1 0 0,0-1 1 0 0,1 0-1 0 0,-1 1 1 0 0,1-2 0 0 0,1 0 94 0 0,0-1 0 0 0,0 0 1 0 0,1 1-1 0 0,-1 0 1 0 0,1 0-1 0 0,-1 0 1 0 0,1 0-1 0 0,5-3 1 0 0,3-1 128 0 0,0 1-1 0 0,0 0 1 0 0,24-7 0 0 0,-27 11-381 0 0,-1-1 0 0 0,1 1-1 0 0,0 1 1 0 0,0-1 0 0 0,0 1 0 0 0,-1 1 0 0 0,1 0-1 0 0,0 0 1 0 0,0 0 0 0 0,-1 1 0 0 0,1 0 0 0 0,-1 0-1 0 0,1 1 1 0 0,-1 0 0 0 0,0 0 0 0 0,0 1-1 0 0,0 0 1 0 0,-1 0 0 0 0,1 1 0 0 0,-1 0 0 0 0,11 10-1 0 0,0 7 50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9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1 247 10594 0 0,'3'0'515'0'0,"1"-1"-1"0"0,-1 1 0 0 0,1-1 1 0 0,-1 0-1 0 0,0 0 0 0 0,1-1 1 0 0,-1 1-1 0 0,6-4 0 0 0,36-22 2045 0 0,69-57-1 0 0,-73 52-4313 0 0,83-49 0 0 0,-105 70 1721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6.33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5 9218 0 0,'0'0'182'0'0,"-1"-1"-1"0"0,1 1 1 0 0,-1-1-1 0 0,1 1 1 0 0,-1 0 0 0 0,1-1-1 0 0,-1 1 1 0 0,1 0-1 0 0,-1 0 1 0 0,0-1 0 0 0,1 1-1 0 0,-1 0 1 0 0,1 0-1 0 0,-1 0 1 0 0,0 0 0 0 0,1 0-1 0 0,-1 0 1 0 0,0 0-1 0 0,1 0 1 0 0,-1 0 0 0 0,1 0-1 0 0,-1 0 1 0 0,0 0-1 0 0,1 0 1 0 0,-1 0 0 0 0,1 1-1 0 0,-1-1 1 0 0,0 0-1 0 0,1 0 1 0 0,-1 1 0 0 0,1-1-1 0 0,-1 0 1 0 0,0 2-1 0 0,0-1 52 0 0,0 1 0 0 0,1-1-1 0 0,-1 1 1 0 0,0 0-1 0 0,1-1 1 0 0,0 1 0 0 0,-1 0-1 0 0,1 0 1 0 0,0-1-1 0 0,0 1 1 0 0,0 0 0 0 0,0 2-1 0 0,9 62 1293 0 0,-8-58-1283 0 0,40 159 445 0 0,-18-98-6414 0 0,-8-29-782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6.5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85 10594 0 0,'14'-4'5294'0'0,"54"-23"-3221"0"0,13-7-1073 0 0,-46 21-6163 0 0,-16 7-761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6.7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0 14283 0 0,'-2'4'455'0'0,"0"1"-1"0"0,0-1 0 0 0,0 1 1 0 0,1-1-1 0 0,0 1 1 0 0,0-1-1 0 0,0 1 1 0 0,1 0-1 0 0,-1 0 1 0 0,1 6-1 0 0,5 52 1712 0 0,-4-55-2092 0 0,1 9-278 0 0,0 0 0 0 0,2-1 0 0 0,0 0 0 0 0,12 31 0 0 0,-6-26-7111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7.0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10138 0 0,'8'29'8171'0'0,"3"33"-4955"0"0,0 6-2402 0 0,4 3-887 0 0,39 151 1605 0 0,-41-183-5011 0 0,31 66 0 0 0,-32-82-3759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7.2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0 199 10594 0 0,'0'-4'108'0'0,"0"0"-1"0"0,1-1 1 0 0,-1 1 0 0 0,1-1-1 0 0,0 1 1 0 0,0 0-1 0 0,1 0 1 0 0,-1-1-1 0 0,1 1 1 0 0,0 0 0 0 0,0 0-1 0 0,0 1 1 0 0,1-1-1 0 0,-1 0 1 0 0,1 1-1 0 0,0-1 1 0 0,0 1 0 0 0,0 0-1 0 0,7-5 1 0 0,9-8 946 0 0,1 1-1 0 0,30-16 1 0 0,-31 19-28 0 0,-8 5-1078 0 0,-1 1-1 0 0,1 1 1 0 0,1-1 0 0 0,-1 2 0 0 0,18-5-1 0 0,-25 7 24 0 0,1 1 0 0 0,0 1 0 0 0,0-1 0 0 0,0 0-1 0 0,0 1 1 0 0,0 0 0 0 0,0 1 0 0 0,0-1 0 0 0,0 1 0 0 0,-1 0-1 0 0,1 0 1 0 0,0 0 0 0 0,0 1 0 0 0,-1-1 0 0 0,1 1 0 0 0,5 3-1 0 0,2 4 30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7.3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1 130 6913 0 0,'0'0'609'0'0,"1"-1"-481"0"0,1-1-128 0 0,-1 1 0 0 0,1-1 512 0 0,1-1 72 0 0,1-3 24 0 0,4-4 0 0 0,4-5-144 0 0,1-3-24 0 0,2 0-8 0 0,-2-1 1 0 0,1-1-337 0 0,-2 6-96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7.7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0,'8'-1'1507'0'0,"-1"1"1"0"0,1 1 0 0 0,0-1 0 0 0,-1 1 0 0 0,1 1 0 0 0,-1-1 0 0 0,11 5 0 0 0,-15-5-1347 0 0,0 1 1 0 0,0 0-1 0 0,0 0 1 0 0,0 0 0 0 0,-1 0-1 0 0,1 0 1 0 0,-1 1 0 0 0,1-1-1 0 0,-1 1 1 0 0,0 0-1 0 0,0-1 1 0 0,0 1 0 0 0,0 0-1 0 0,0 0 1 0 0,-1 0 0 0 0,0 1-1 0 0,1-1 1 0 0,1 7-1 0 0,2 12-82 0 0,0 1 0 0 0,-1 0 0 0 0,1 40 0 0 0,-6 74 279 0 0,-1-75-298 0 0,1-38-49 0 0,0-1 29 0 0,1-1 1 0 0,0 0-1 0 0,2 0 0 0 0,1 0 0 0 0,6 28 0 0 0,-9-48-39 0 0,1-1-1 0 0,-1 1 1 0 0,0-1 0 0 0,1 1-1 0 0,-1-1 1 0 0,1 1 0 0 0,0-1-1 0 0,-1 1 1 0 0,1-1 0 0 0,0 0-1 0 0,0 1 1 0 0,0-1 0 0 0,0 0 0 0 0,0 0-1 0 0,0 0 1 0 0,0 0 0 0 0,0 0-1 0 0,0 0 1 0 0,1 0 0 0 0,-1 0-1 0 0,0 0 1 0 0,1 0 0 0 0,-1-1-1 0 0,0 1 1 0 0,1 0 0 0 0,-1-1-1 0 0,1 0 1 0 0,-1 1 0 0 0,1-1-1 0 0,-1 0 1 0 0,1 0 0 0 0,0 1-1 0 0,-1-1 1 0 0,1 0 0 0 0,-1-1-1 0 0,1 1 1 0 0,-1 0 0 0 0,1 0-1 0 0,-1-1 1 0 0,1 1 0 0 0,-1-1-1 0 0,1 1 1 0 0,-1-1 0 0 0,1 0-1 0 0,-1 1 1 0 0,0-1 0 0 0,2-2-1 0 0,6-2-47 0 0,-1-1-1 0 0,0 0 0 0 0,0-1 0 0 0,-1 0 0 0 0,13-15 0 0 0,24-35-2047 0 0,-20 24-5521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0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0 228 14283 0 0,'12'-9'806'0'0,"0"0"0"0"0,1 0 0 0 0,13-6 0 0 0,14-10-22 0 0,-20 12-412 0 0,112-76 2028 0 0,-39 40-4487 0 0,-73 40-4750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2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1 10594 0 0,'-1'0'171'0'0,"0"1"-1"0"0,-1-1 1 0 0,1 1 0 0 0,0-1-1 0 0,-1 1 1 0 0,1 0-1 0 0,0 0 1 0 0,0 0 0 0 0,0 0-1 0 0,-1-1 1 0 0,1 2-1 0 0,0-1 1 0 0,0 0 0 0 0,1 0-1 0 0,-1 0 1 0 0,-1 2-1 0 0,1-1 178 0 0,1 1-1 0 0,0-1 1 0 0,-1 0-1 0 0,1 0 1 0 0,0 0-1 0 0,0 0 1 0 0,1 0-1 0 0,-1 0 0 0 0,0 1 1 0 0,1-1-1 0 0,1 3 1 0 0,62 188 3800 0 0,-36-119-3591 0 0,23 52-1930 0 0,-34-88-6108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4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20 4609 0 0,'0'-1'344'0'0,"1"0"-1"0"0,-1 0 1 0 0,0 0-1 0 0,1 0 1 0 0,-1 0-1 0 0,0 0 1 0 0,1 0 0 0 0,0 0-1 0 0,-1 0 1 0 0,1 0-1 0 0,2-2 1032 0 0,-2 3-1032 0 0,-1-1 1 0 0,1 0-1 0 0,0 1 1 0 0,0-1-1 0 0,0 1 1 0 0,0-1 0 0 0,0 1-1 0 0,0-1 1 0 0,0 1-1 0 0,0 0 1 0 0,2-1-1 0 0,-1 1 29 0 0,0 0-1 0 0,0 1 0 0 0,0-1 1 0 0,0 0-1 0 0,0 1 0 0 0,0 0 0 0 0,0-1 1 0 0,0 1-1 0 0,0 0 0 0 0,0 0 0 0 0,0 0 1 0 0,2 2-1 0 0,3 2 140 0 0,0 0 0 0 0,-1 1 1 0 0,0 0-1 0 0,0 0 0 0 0,10 13 0 0 0,2 10-111 0 0,-2 2 0 0 0,-1-1 0 0 0,-1 2 0 0 0,19 65 0 0 0,20 141-166 0 0,-42-180-217 0 0,0-6-1689 0 0,-2-3-6331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7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0 132 12899 0 0,'2'-3'273'0'0,"0"0"1"0"0,0 0 0 0 0,0 0-1 0 0,1 1 1 0 0,-1-1-1 0 0,1 1 1 0 0,-1 0 0 0 0,1-1-1 0 0,0 1 1 0 0,0 0-1 0 0,0 1 1 0 0,0-1 0 0 0,5-1-1 0 0,2-4 144 0 0,16-10 178 0 0,-1 1 0 0 0,56-24-1 0 0,-74 37-616 0 0,1 0-1 0 0,-1 0 0 0 0,1 1 1 0 0,0 0-1 0 0,-1 0 0 0 0,1 1 0 0 0,0 0 1 0 0,0 1-1 0 0,0 0 0 0 0,0 0 0 0 0,0 0 1 0 0,0 1-1 0 0,0 0 0 0 0,0 1 0 0 0,-1 0 1 0 0,14 5-1 0 0,2 7 11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89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19 189 14747 0 0,'-9'10'648'0'0,"4"-5"144"0"0,2-2-632 0 0,2-3-160 0 0,2-3 0 0 0,1-2 113 0 0,-1 0-9 0 0,4-6 0 0 0,1-4 0 0 0,4-3-288 0 0,4-1-57 0 0,2-2-15 0 0,3 0 0 0 0,5 1-1720 0 0,3-3-345 0 0,4-1-71 0 0,2 2-9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9.9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95 5529 0 0,'-1'0'149'0'0,"0"0"-1"0"0,0 0 0 0 0,0 0 1 0 0,0 0-1 0 0,0-1 1 0 0,0 1-1 0 0,0 0 0 0 0,1 0 1 0 0,-1-1-1 0 0,0 1 1 0 0,0 0-1 0 0,0-1 1 0 0,0 1-1 0 0,1-1 0 0 0,-1 1 1 0 0,0-1-1 0 0,1 0 1 0 0,-1 1-1 0 0,0-1 0 0 0,1 0 1 0 0,-1 1-1 0 0,1-1 1 0 0,-1 0-1 0 0,1 0 1 0 0,-1 1-1 0 0,1-1 0 0 0,-1 0 1 0 0,1 0-1 0 0,0 0 1 0 0,-1 0-1 0 0,1 1 0 0 0,0-1 1 0 0,0 0-1 0 0,0 0 1 0 0,0 0-1 0 0,0 0 1 0 0,0 0-1 0 0,0 0 0 0 0,0 0 1 0 0,0 0-1 0 0,0 0 1 0 0,0 1-1 0 0,1-1 0 0 0,-1 0 1 0 0,1-2-1 0 0,0 0 366 0 0,0 0-1 0 0,0-1 0 0 0,0 1 0 0 0,0 0 1 0 0,1 0-1 0 0,0 0 0 0 0,-1 0 1 0 0,1 0-1 0 0,0 0 0 0 0,0 0 1 0 0,5-4-1 0 0,-4 5-440 0 0,0-1-1 0 0,0 1 1 0 0,0 0 0 0 0,1 0-1 0 0,-1 0 1 0 0,1 1 0 0 0,-1-1 0 0 0,1 1-1 0 0,0-1 1 0 0,0 1 0 0 0,-1 0-1 0 0,1 1 1 0 0,0-1 0 0 0,0 1 0 0 0,0 0-1 0 0,0 0 1 0 0,0 0 0 0 0,0 0-1 0 0,0 0 1 0 0,0 1 0 0 0,-1 0-1 0 0,1 0 1 0 0,0 0 0 0 0,0 0 0 0 0,-1 1-1 0 0,1-1 1 0 0,-1 1 0 0 0,7 4-1 0 0,-4-1 27 0 0,-1-1 0 0 0,0 1 0 0 0,0 0-1 0 0,0 0 1 0 0,0 1 0 0 0,-1-1 0 0 0,0 1 0 0 0,0 0-1 0 0,-1 0 1 0 0,0 1 0 0 0,0-1 0 0 0,0 1-1 0 0,-1-1 1 0 0,0 1 0 0 0,2 9 0 0 0,-2-1-141 0 0,-1 1 0 0 0,-1 20 0 0 0,-1-26 16 0 0,1-1 0 0 0,0 1 1 0 0,0-1-1 0 0,1 1 0 0 0,0-1 0 0 0,1 0 0 0 0,0 1 0 0 0,0-1 1 0 0,7 14-1 0 0,-8-22 25 0 0,0 1 0 0 0,0-1 0 0 0,0 0 0 0 0,1 0-1 0 0,-1 0 1 0 0,0 1 0 0 0,1-1 0 0 0,-1 0 0 0 0,1-1 0 0 0,-1 1 0 0 0,1 0 0 0 0,-1 0 0 0 0,1-1 0 0 0,0 1 0 0 0,0-1 0 0 0,-1 1 0 0 0,1-1 0 0 0,0 0 0 0 0,0 0 0 0 0,-1 1 0 0 0,1-1 0 0 0,0-1 0 0 0,0 1 0 0 0,-1 0 0 0 0,1 0 0 0 0,0-1 0 0 0,3 0-1 0 0,6-2-7 0 0,1-1-1 0 0,-1 0 0 0 0,11-5 0 0 0,-10 4 7 0 0,-3 1-81 0 0,-1 1 0 0 0,1 0 1 0 0,0 0-1 0 0,0 1 0 0 0,14-2 1 0 0,-21 4 69 0 0,-1 0 1 0 0,1 0 0 0 0,-1 0-1 0 0,1 0 1 0 0,-1 0 0 0 0,0 0-1 0 0,1 1 1 0 0,-1-1 0 0 0,1 0-1 0 0,-1 1 1 0 0,0-1 0 0 0,1 1-1 0 0,-1 0 1 0 0,0-1 0 0 0,0 1-1 0 0,0 0 1 0 0,1 0 0 0 0,-1 0-1 0 0,0 0 1 0 0,0 0 0 0 0,0 0-1 0 0,0 0 1 0 0,0 0 0 0 0,-1 0-1 0 0,1 0 1 0 0,0 1 0 0 0,0-1 0 0 0,-1 0-1 0 0,1 1 1 0 0,-1-1 0 0 0,1 0-1 0 0,-1 1 1 0 0,0-1 0 0 0,1 0-1 0 0,-1 1 1 0 0,0-1 0 0 0,0 1-1 0 0,0-1 1 0 0,0 1 0 0 0,0-1-1 0 0,0 0 1 0 0,-1 1 0 0 0,0 2-1 0 0,-1 12-2 0 0,-1 0-1 0 0,0 0 0 0 0,-1 0 1 0 0,-1-1-1 0 0,-1 0 0 0 0,0 0 1 0 0,-15 25-1 0 0,-69 97 439 0 0,57-92-273 0 0,-10 16-1496 0 0,25-36-5697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1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0 113 12443 0 0,'1'0'92'0'0,"-1"0"0"0"0,0 0 0 0 0,1 0 0 0 0,-1 0 0 0 0,0 0 0 0 0,1 0 0 0 0,-1 0 0 0 0,0 0 0 0 0,1 0 1 0 0,-1 0-1 0 0,0 0 0 0 0,1 1 0 0 0,-1-1 0 0 0,0 0 0 0 0,1 0 0 0 0,-1 0 0 0 0,0 0 0 0 0,1 0 0 0 0,-1 1 0 0 0,0-1 1 0 0,0 0-1 0 0,1 0 0 0 0,-1 1 0 0 0,0-1 0 0 0,0 0 0 0 0,1 0 0 0 0,-1 1 0 0 0,0-1 0 0 0,0 0 0 0 0,0 1 0 0 0,1-1 1 0 0,-1 0-1 0 0,0 1 0 0 0,0-1 0 0 0,0 0 0 0 0,0 1 0 0 0,0-1 0 0 0,0 0 0 0 0,0 1 0 0 0,0-1 0 0 0,0 0 0 0 0,0 1 1 0 0,0-1-1 0 0,0 0 0 0 0,0 1 0 0 0,0-1 0 0 0,0 0 0 0 0,0 1 0 0 0,0-1 0 0 0,0 0 0 0 0,0 1 0 0 0,-1-1 0 0 0,1 0 1 0 0,0 1-1 0 0,0-1 0 0 0,0 0 0 0 0,-1 0 0 0 0,1 1 0 0 0,0-1 0 0 0,0 0 0 0 0,-1 0 0 0 0,1 1 0 0 0,0-1 0 0 0,0 0 1 0 0,-1 0-1 0 0,1 0 0 0 0,0 1 0 0 0,-1-1 0 0 0,1 0 0 0 0,26-2 2618 0 0,-10-5-2445 0 0,0 0-1 0 0,-1 0 0 0 0,0-2 0 0 0,15-10 1 0 0,2-2-253 0 0,33-21-2031 0 0,-44 27-5500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1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1 138 7370 0 0,'7'-10'483'0'0,"0"0"1"0"0,1 1-1 0 0,1 0 1 0 0,-1 0-1 0 0,1 1 1 0 0,1 0 0 0 0,19-12-1 0 0,-12 10 685 0 0,0 1 1 0 0,0 0-1 0 0,1 1 0 0 0,23-7 1 0 0,-38 15-1028 0 0,-1-1 1 0 0,1 0 0 0 0,-1 1 0 0 0,1-1 0 0 0,-1 1-1 0 0,1-1 1 0 0,-1 1 0 0 0,1 0 0 0 0,-1 0 0 0 0,1 1-1 0 0,-1-1 1 0 0,1 0 0 0 0,-1 1 0 0 0,1-1 0 0 0,-1 1 0 0 0,0 0-1 0 0,5 2 1 0 0,-6-2-88 0 0,1 1 0 0 0,-1-1 1 0 0,1 0-1 0 0,-1 1 0 0 0,0 0 0 0 0,0-1 0 0 0,0 1 1 0 0,0 0-1 0 0,0-1 0 0 0,0 1 0 0 0,-1 0 0 0 0,1 0 0 0 0,0 0 1 0 0,-1 0-1 0 0,1 0 0 0 0,-1 0 0 0 0,0 0 0 0 0,0 0 1 0 0,0 0-1 0 0,0 0 0 0 0,0-1 0 0 0,0 1 0 0 0,-1 4 0 0 0,-4 17 10 0 0,0 0-1 0 0,-2 0 0 0 0,0-1 0 0 0,-2 1 0 0 0,0-2 0 0 0,-16 28 0 0 0,12-25-60 0 0,1 0 0 0 0,1 1 0 0 0,1 1 0 0 0,-8 36 0 0 0,17-59 32 0 0,1-1 0 0 0,-1 1 1 0 0,1 0-1 0 0,-1 0 0 0 0,1 0 1 0 0,0 0-1 0 0,0 0 0 0 0,0-1 1 0 0,1 1-1 0 0,-1 0 0 0 0,1 0 1 0 0,0 0-1 0 0,-1-1 0 0 0,1 1 1 0 0,0 0-1 0 0,1 0 0 0 0,-1-1 1 0 0,0 1-1 0 0,1-1 1 0 0,-1 0-1 0 0,3 3 0 0 0,-2-3-5 0 0,1-1-1 0 0,-1 1 0 0 0,0-1 1 0 0,1 0-1 0 0,-1 0 1 0 0,1 0-1 0 0,-1 0 0 0 0,1 0 1 0 0,0 0-1 0 0,-1-1 1 0 0,1 1-1 0 0,0-1 0 0 0,-1 0 1 0 0,1 0-1 0 0,0 0 0 0 0,0 0 1 0 0,-1 0-1 0 0,1 0 1 0 0,0-1-1 0 0,-1 1 0 0 0,1-1 1 0 0,2-1-1 0 0,16-5 58 0 0,-1-1-1 0 0,0-1 0 0 0,-1 0 1 0 0,33-23-1 0 0,0-4-2446 0 0,-36 26 829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2.0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155 13 6913 0 0,'-2'-2'288'0'0,"-1"0"0"0"0,1 1 0 0 0,-1 0-1 0 0,0-1 1 0 0,0 1 0 0 0,0 0 0 0 0,0 1-1 0 0,0-1 1 0 0,0 0 0 0 0,0 1-1 0 0,0-1 1 0 0,0 1 0 0 0,0 0 0 0 0,0 0-1 0 0,0 0 1 0 0,0 1 0 0 0,0-1 0 0 0,0 1-1 0 0,0 0 1 0 0,0-1 0 0 0,0 1 0 0 0,0 0-1 0 0,1 1 1 0 0,-1-1 0 0 0,0 0-1 0 0,1 1 1 0 0,-1 0 0 0 0,1 0 0 0 0,-1-1-1 0 0,1 1 1 0 0,0 1 0 0 0,0-1 0 0 0,0 0-1 0 0,0 0 1 0 0,0 1 0 0 0,0-1-1 0 0,1 1 1 0 0,-1 0 0 0 0,1-1 0 0 0,0 1-1 0 0,0 0 1 0 0,0 0 0 0 0,-2 6 0 0 0,-3 18 453 0 0,0 0 0 0 0,1 0 0 0 0,-1 50 1 0 0,0-6-437 0 0,-9 101-187 0 0,14-97-6970 0 0,1-58-80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2.3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 6913 0 0,'6'-2'769'0'0,"0"-1"-1"0"0,0 1 0 0 0,0 1 1 0 0,0-1-1 0 0,0 1 0 0 0,1 0 0 0 0,-1 0 1 0 0,0 1-1 0 0,1 0 0 0 0,5 0 1 0 0,-5 1-417 0 0,-1-1 0 0 0,1 1 1 0 0,-1 0-1 0 0,1 1 0 0 0,-1-1 1 0 0,0 1-1 0 0,0 0 0 0 0,0 1 1 0 0,0 0-1 0 0,0 0 0 0 0,-1 0 1 0 0,1 0-1 0 0,-1 1 0 0 0,0 0 0 0 0,0 0 1 0 0,0 1-1 0 0,0-1 0 0 0,-1 1 1 0 0,0 0-1 0 0,5 8 0 0 0,2 3-818 0 0,-1 1 0 0 0,-1 1 0 0 0,-1 0 0 0 0,0 0 0 0 0,7 28 0 0 0,-10-30-6762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2.4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0 110 9218 0 0,'53'-28'3445'0'0,"60"-24"0"0"0,-62 30-3958 0 0,-48 21 325 0 0,1-1 0 0 0,0 1 0 0 0,0 0 0 0 0,0 0 0 0 0,0 1 0 0 0,0-1 0 0 0,4 0 0 0 0,-5 1 188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2.8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 26 5529 0 0,'-3'2'44'0'0,"-24"36"13505"0"0,47-41-11936 0 0,-17 2-1059 0 0,28-6-104 0 0,-1-2 0 0 0,41-17 1 0 0,-38 13-1200 0 0,-16 7-234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3.0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57 11979 0 0,'0'1'61'0'0,"0"-1"1"0"0,0 0 0 0 0,0 1 0 0 0,0-1 0 0 0,0 0 0 0 0,0 1 0 0 0,0-1 0 0 0,0 0 0 0 0,1 1 0 0 0,-1-1 0 0 0,0 0 0 0 0,0 1-1 0 0,0-1 1 0 0,0 0 0 0 0,1 0 0 0 0,-1 1 0 0 0,0-1 0 0 0,0 0 0 0 0,1 0 0 0 0,-1 1 0 0 0,0-1 0 0 0,1 0 0 0 0,-1 0-1 0 0,0 0 1 0 0,1 0 0 0 0,-1 1 0 0 0,0-1 0 0 0,0 0 0 0 0,1 0 0 0 0,-1 0 0 0 0,1 0 0 0 0,-1 0 0 0 0,0 0 0 0 0,1 0 0 0 0,-1 0-1 0 0,1 0 1 0 0,19-3 1553 0 0,19-11-55 0 0,30-11-1772 0 0,2 7-5979 0 0,-47 14 3912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3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1 105 6449 0 0,'0'-2'360'0'0,"0"0"-1"0"0,0 0 0 0 0,0 0 0 0 0,1 0 0 0 0,-1 0 1 0 0,1 0-1 0 0,-1 0 0 0 0,1 0 0 0 0,0 0 1 0 0,0 0-1 0 0,0 1 0 0 0,0-1 0 0 0,0 0 1 0 0,0 1-1 0 0,0-1 0 0 0,0 1 0 0 0,3-3 0 0 0,26-25 3065 0 0,-23 24-3049 0 0,-1 0 0 0 0,2 1 0 0 0,-1 0 0 0 0,1 0 0 0 0,-1 0 0 0 0,1 1 0 0 0,0 1 0 0 0,0-1 0 0 0,0 1 0 0 0,1 0-1 0 0,-1 1 1 0 0,9-1 0 0 0,-14 2-331 0 0,0 0-1 0 0,0 0 1 0 0,0 0-1 0 0,0 1 1 0 0,-1-1-1 0 0,1 1 1 0 0,0-1-1 0 0,0 1 1 0 0,0 0-1 0 0,0 0 1 0 0,-1 0-1 0 0,1 1 1 0 0,-1-1-1 0 0,1 1 1 0 0,-1-1-1 0 0,1 1 1 0 0,-1 0-1 0 0,0 0 1 0 0,0 0-1 0 0,0 0 1 0 0,0 0-1 0 0,0 0 1 0 0,0 1-1 0 0,0-1 1 0 0,-1 1-1 0 0,0-1 1 0 0,1 1-1 0 0,-1 0 1 0 0,0-1-1 0 0,0 1 1 0 0,0 0-1 0 0,-1 0 1 0 0,1 0-1 0 0,-1-1 1 0 0,1 1-1 0 0,-1 0 1 0 0,0 4-1 0 0,0 7-29 0 0,0 1 0 0 0,-1 0 0 0 0,0-1 0 0 0,-1 1-1 0 0,-8 25 1 0 0,-30 70-10 0 0,28-81-5 0 0,1-1 0 0 0,2 1 0 0 0,-10 46 0 0 0,19-71 1 0 0,-1 1-1 0 0,1-1 1 0 0,0 0 0 0 0,0 0 0 0 0,0 0-1 0 0,0 1 1 0 0,1-1 0 0 0,-1 0 0 0 0,1 0-1 0 0,0 0 1 0 0,1 0 0 0 0,1 5 0 0 0,-2-8 2 0 0,0 1 0 0 0,0-1 0 0 0,0 1 0 0 0,1-1 0 0 0,-1 0 0 0 0,0 0 0 0 0,0 0 0 0 0,1 0 1 0 0,-1 0-1 0 0,1 0 0 0 0,-1 0 0 0 0,1 0 0 0 0,-1 0 0 0 0,1-1 0 0 0,-1 1 0 0 0,1 0 0 0 0,0-1 0 0 0,-1 0 1 0 0,1 1-1 0 0,0-1 0 0 0,0 0 0 0 0,-1 0 0 0 0,1 0 0 0 0,0 0 0 0 0,-1 0 0 0 0,1 0 0 0 0,0 0 0 0 0,0-1 1 0 0,-1 1-1 0 0,1-1 0 0 0,2 0 0 0 0,18-7 129 0 0,0-2 0 0 0,-1 0 0 0 0,0 0 0 0 0,27-20 0 0 0,2 0-1758 0 0,2 4-4247 0 0,-26 16-1075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3.6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9 10138 0 0,'-21'-5'689'0'0,"20"4"-181"0"0,-1 1 1 0 0,1-1-1 0 0,-1 1 1 0 0,1-1-1 0 0,-1 1 1 0 0,0 0-1 0 0,1-1 1 0 0,-1 1-1 0 0,0 0 1 0 0,1 0-1 0 0,-1 0 1 0 0,0 0-1 0 0,-1 1 1 0 0,2 0-369 0 0,0 0 0 0 0,0 0 0 0 0,1 0 0 0 0,-1 0 0 0 0,1 0 0 0 0,-1 0 1 0 0,1 0-1 0 0,-1 0 0 0 0,1 1 0 0 0,-1-1 0 0 0,1 0 0 0 0,0 0 0 0 0,0 0 0 0 0,-1 1 0 0 0,1-1 1 0 0,0 0-1 0 0,0 0 0 0 0,1 1 0 0 0,-1-1 0 0 0,0 0 0 0 0,0 0 0 0 0,0 0 0 0 0,1 1 0 0 0,0 0 1 0 0,4 49 174 0 0,-2 0 1 0 0,-4 52-1 0 0,-15 104 858 0 0,5-86-896 0 0,11-115-280 0 0,-4 43-724 0 0,2 0 1 0 0,5 60-1 0 0,-1-91-611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3.9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17 188 456 0 0,'-2'-40'1363'0'0,"-11"-64"0"0"0,12 101-1040 0 0,1 1-1 0 0,0 0 1 0 0,0 0-1 0 0,0 0 1 0 0,0-1-1 0 0,0 1 1 0 0,0 0-1 0 0,0 0 1 0 0,1 0-1 0 0,-1-1 1 0 0,1 1-1 0 0,1-2 1 0 0,-2 3-3 0 0,0 0 0 0 0,1 1 0 0 0,3-5 1600 0 0,-3 4-1600 0 0,-1 1 0 0 0,1-1 0 0 0,0 1 1 0 0,0-1-1 0 0,0 1 0 0 0,0-1 0 0 0,-1 1 0 0 0,1 0 0 0 0,0-1 0 0 0,2 1 0 0 0,-1 0 177 0 0,0-1 0 0 0,1 1 0 0 0,-1 0 1 0 0,0 1-1 0 0,0-1 0 0 0,0 0 0 0 0,0 1 0 0 0,0-1 1 0 0,0 1-1 0 0,1-1 0 0 0,-1 1 0 0 0,2 1 0 0 0,17 12 726 0 0,-7 1-852 0 0,0 1 1 0 0,-1 0-1 0 0,0 1 1 0 0,-2 0-1 0 0,16 31 0 0 0,3 3-120 0 0,-20-35-623 0 0,68 117 1462 0 0,-57-86-3118 0 0,-6 2-3490 0 0,-10-28-1833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4.1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0 121 6449 0 0,'5'0'577'0'0,"-1"0"-465"0"0,1 0-112 0 0,2-1 1344 0 0,-1-1 240 0 0,3 1 48 0 0,8-2 17 0 0,5-2-193 0 0,3-2-40 0 0,5 0-7 0 0,0-4-1 0 0,-4 1-1032 0 0,3-2-216 0 0,-1 0-32 0 0,3-4-3617 0 0,-4-1-711 0 0,-6 1-153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65 5985 0 0,'-4'-6'724'0'0,"-1"0"1"0"0,0 0-1 0 0,0 0 0 0 0,0 0 0 0 0,-1 1 0 0 0,0 0 0 0 0,0 0 0 0 0,0 0 1 0 0,-8-4-1 0 0,13 8-584 0 0,-1 0 0 0 0,0 1 0 0 0,0-1 0 0 0,0 0 0 0 0,0 1 0 0 0,0-1 0 0 0,0 1 1 0 0,0-1-1 0 0,0 1 0 0 0,0 0 0 0 0,0 0 0 0 0,0 0 0 0 0,0 0 0 0 0,0 0 0 0 0,0 1 0 0 0,0-1 0 0 0,0 1 1 0 0,0-1-1 0 0,0 1 0 0 0,0 0 0 0 0,0 0 0 0 0,0-1 0 0 0,0 1 0 0 0,0 1 0 0 0,1-1 0 0 0,-1 0 0 0 0,0 0 1 0 0,1 1-1 0 0,-1-1 0 0 0,1 1 0 0 0,-1-1 0 0 0,1 1 0 0 0,0-1 0 0 0,0 1 0 0 0,0 0 0 0 0,0 0 0 0 0,0 0 1 0 0,0-1-1 0 0,-1 5 0 0 0,-3 7-15 0 0,0 0 0 0 0,0 1 0 0 0,1 0 0 0 0,1 0 0 0 0,0 0 0 0 0,-1 28 0 0 0,6 87 581 0 0,-1-94-718 0 0,2 0 0 0 0,2 0 0 0 0,1 0 0 0 0,2-1 0 0 0,21 59 0 0 0,-24-81 6 0 0,0 0 0 0 0,1-1 0 0 0,1 0-1 0 0,0 0 1 0 0,1-1 0 0 0,0 1 0 0 0,0-2-1 0 0,12 11 1 0 0,-12-13 3 0 0,0-1-1 0 0,0-1 1 0 0,0 1 0 0 0,1-1 0 0 0,0-1-1 0 0,0 0 1 0 0,0 0 0 0 0,0-1-1 0 0,1 0 1 0 0,-1 0 0 0 0,20 2-1 0 0,-17-4-13 0 0,1 0 0 0 0,-1-1 0 0 0,1-1 0 0 0,-1 0 1 0 0,1-1-1 0 0,-1 0 0 0 0,0 0 0 0 0,0-2 0 0 0,0 1 0 0 0,0-2 0 0 0,-1 1 0 0 0,1-2 0 0 0,20-12 0 0 0,-19 9 83 0 0,-1 0-1 0 0,0-1 1 0 0,-1 0 0 0 0,0 0 0 0 0,-1-1 0 0 0,0-1-1 0 0,0 0 1 0 0,-1 0 0 0 0,-1-1 0 0 0,0 0 0 0 0,7-17-1 0 0,-12 22 2 0 0,0 0-1 0 0,0 0 0 0 0,-1-1 0 0 0,0 1 0 0 0,0-1 0 0 0,-1 1 0 0 0,0-1 0 0 0,-1 1 1 0 0,0-1-1 0 0,0 0 0 0 0,-1 1 0 0 0,0-1 0 0 0,-3-9 0 0 0,3 14-34 0 0,0 0-1 0 0,-1 0 1 0 0,1 1-1 0 0,-1-1 1 0 0,0 0-1 0 0,0 1 1 0 0,0-1-1 0 0,0 1 1 0 0,0 0-1 0 0,-1 0 1 0 0,0 0-1 0 0,1 0 1 0 0,-1 0-1 0 0,0 1 1 0 0,-1-1-1 0 0,1 1 1 0 0,0 0-1 0 0,-1 0 1 0 0,1 0-1 0 0,-1 0 1 0 0,0 0-1 0 0,1 1 1 0 0,-1 0-1 0 0,0 0 1 0 0,0 0-1 0 0,0 0 1 0 0,0 0 0 0 0,0 1-1 0 0,-8 0 1 0 0,3 1-5 0 0,0 0 1 0 0,-1 1 0 0 0,1 0 0 0 0,0 0-1 0 0,0 1 1 0 0,1 0 0 0 0,-1 1 0 0 0,1 0 0 0 0,-1 0-1 0 0,1 1 1 0 0,1 0 0 0 0,-1 0 0 0 0,1 1 0 0 0,-13 12-1 0 0,-7 9 11 0 0,1 2-1 0 0,-26 37 1 0 0,47-60-26 0 0,2-2-206 0 0,-54 78-39 0 0,37-44-6111 0 0,13-18-724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28.99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86 353 4145 0 0,'-3'-20'574'0'0,"1"1"0"0"0,1-1 0 0 0,0 0 0 0 0,3-22 1 0 0,-1 0 229 0 0,1-19 680 0 0,-1 26 1688 0 0,-3-42-1 0 0,2 76-3008 0 0,0 0-1 0 0,0 0 0 0 0,0 0 0 0 0,0 0 0 0 0,0 0 0 0 0,-1 0 1 0 0,1 0-1 0 0,0 0 0 0 0,0 1 0 0 0,-1-1 0 0 0,1 0 0 0 0,-1 0 1 0 0,1 0-1 0 0,-1 0 0 0 0,1 0 0 0 0,-2 0 0 0 0,2 0-82 0 0,0 1-1 0 0,-1 0 0 0 0,1 0 1 0 0,0 0-1 0 0,-1 0 1 0 0,1 0-1 0 0,0 0 0 0 0,-1 0 1 0 0,1 0-1 0 0,0 0 0 0 0,-1 0 1 0 0,1 0-1 0 0,0 0 1 0 0,-1 0-1 0 0,1 1 0 0 0,0-1 1 0 0,-1 0-1 0 0,1 0 0 0 0,0 0 1 0 0,-1 0-1 0 0,1 0 0 0 0,0 1 1 0 0,0-1-1 0 0,-1 0 1 0 0,1 0-1 0 0,0 1 0 0 0,0-1 1 0 0,-1 0-1 0 0,1 1 0 0 0,-2 1 104 0 0,0 1-1 0 0,0 0 0 0 0,0 0 0 0 0,0 0 1 0 0,0 0-1 0 0,1 0 0 0 0,-2 5 0 0 0,-9 41 73 0 0,2-1 0 0 0,-5 69-1 0 0,5 99-117 0 0,8-146-28 0 0,0 205 119 0 0,41 342 0 0 0,-29-497-415 0 0,5 46 1215 0 0,1-84-3087 0 0,8-4-3588 0 0,-17-61-1595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29.63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946 253 4609 0 0,'-10'-26'1147'0'0,"-2"1"1"0"0,0 1-1 0 0,-2 0 1 0 0,0 0-1 0 0,-34-38 1 0 0,43 55-896 0 0,-1 1 0 0 0,0 1 0 0 0,0-1 0 0 0,-1 1 0 0 0,0 0 0 0 0,0 1 0 0 0,0-1 0 0 0,0 1 0 0 0,-1 1 0 0 0,1 0-1 0 0,-1 0 1 0 0,0 0 0 0 0,0 1 0 0 0,0 0 0 0 0,0 0 0 0 0,-1 1 0 0 0,1 0 0 0 0,0 1 0 0 0,0 0 0 0 0,-1 0 0 0 0,1 0 0 0 0,0 1 0 0 0,-13 4 0 0 0,-4 1 75 0 0,0 2 1 0 0,1 0-1 0 0,0 2 0 0 0,1 1 0 0 0,0 0 0 0 0,0 2 1 0 0,1 1-1 0 0,-21 17 0 0 0,16-8-138 0 0,2 0 1 0 0,0 2-1 0 0,2 1 0 0 0,0 0 0 0 0,-25 42 1 0 0,14-11-137 0 0,2 3 1 0 0,3 0-1 0 0,3 2 1 0 0,2 1 0 0 0,-27 115-1 0 0,36-113-11 0 0,4 1-1 0 0,-6 94 0 0 0,16-119-15 0 0,1 0-1 0 0,3-1 1 0 0,0 1 0 0 0,3-1-1 0 0,13 48 1 0 0,-11-61-58 0 0,2-1 1 0 0,1 0-1 0 0,1 0 1 0 0,2-1-1 0 0,0-1 0 0 0,1 0 1 0 0,2-1-1 0 0,0 0 1 0 0,2-2-1 0 0,0 0 1 0 0,1-1-1 0 0,1-1 0 0 0,1-1 1 0 0,0-1-1 0 0,2-1 1 0 0,0-1-1 0 0,28 14 1 0 0,20 4-286 0 0,1-3 1 0 0,1-3-1 0 0,1-3 1 0 0,97 18 0 0 0,-114-32 207 0 0,1-2 0 0 0,0-3 1 0 0,0-3-1 0 0,1-2 1 0 0,-1-2-1 0 0,77-14 1 0 0,-108 10 267 0 0,-1-1 1 0 0,0-2-1 0 0,0 0 1 0 0,-1-2-1 0 0,0 0 1 0 0,-1-2-1 0 0,0-1 1 0 0,-1-1-1 0 0,-1-1 1 0 0,0-1-1 0 0,-1-1 1 0 0,-1-1 0 0 0,-1-1-1 0 0,-1-1 1 0 0,17-23-1 0 0,-14 14-108 0 0,-2-1 0 0 0,-1-2 0 0 0,-1 1 0 0 0,-2-2 0 0 0,-1 0 0 0 0,-2-1 0 0 0,-1-1 0 0 0,-2 0 0 0 0,-1 0 0 0 0,7-71-1 0 0,-12 37-17 0 0,-2 0 0 0 0,-4-1 0 0 0,-3 1 0 0 0,-2 0 0 0 0,-4 0 0 0 0,-3 1 0 0 0,-2 1 0 0 0,-4 0 0 0 0,-30-69 0 0 0,36 110-12 0 0,-1 0-1 0 0,0 1 1 0 0,-2 0 0 0 0,-2 2 0 0 0,0 0-1 0 0,-1 1 1 0 0,-1 1 0 0 0,-28-22 0 0 0,2 6-295 0 0,-1 2 0 0 0,-3 2-1 0 0,-61-30 1 0 0,102 58-38 0 0,-1 0 0 0 0,0 1-1 0 0,0 1 1 0 0,-1 0-1 0 0,-15-4 1 0 0,22 8-635 0 0,1-1 0 0 0,-1 1 0 0 0,0 0 0 0 0,0 0 0 0 0,-8 1 0 0 0,-11 6-5210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0.03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 90 8754 0 0,'-3'-4'297'0'0,"1"0"0"0"0,0 0 0 0 0,1 0 0 0 0,-1 0 0 0 0,1-1 1 0 0,-1 1-1 0 0,1-1 0 0 0,0 1 0 0 0,0-6 0 0 0,0-24 4595 0 0,1 26-3284 0 0,3 116 2149 0 0,8 55-3197 0 0,-1-22-457 0 0,1 10-330 0 0,32 159 0 0 0,-30-234-3957 0 0,-11-58-2477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0.33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26 17 6913 0 0,'-26'-4'6724'0'0,"33"16"-4298"0"0,15 15-996 0 0,1 0 0 0 0,2-2 0 0 0,52 42 0 0 0,-59-54-1244 0 0,0-1-1 0 0,1-1 1 0 0,0-1 0 0 0,0 0 0 0 0,1-1-1 0 0,1-2 1 0 0,32 9 0 0 0,-33-10-37 0 0,-16-5-79 0 0,1 1 1 0 0,0-1-1 0 0,0 0 0 0 0,0 0 0 0 0,0 0 0 0 0,7-1 0 0 0,-10 0-57 0 0,0 0 0 0 0,-1-1-1 0 0,1 1 1 0 0,0-1 0 0 0,-1 1-1 0 0,1-1 1 0 0,-1 0 0 0 0,1 0-1 0 0,-1 1 1 0 0,1-1 0 0 0,-1 0-1 0 0,1 0 1 0 0,-1 0 0 0 0,0-1-1 0 0,1 1 1 0 0,-1 0 0 0 0,0 0-1 0 0,0-1 1 0 0,0 1 0 0 0,0-1-1 0 0,0 1 1 0 0,0-1 0 0 0,0-1-1 0 0,9-20-35 0 0,-2-1 0 0 0,0 0 0 0 0,-2 0 0 0 0,4-27 0 0 0,3-9-1908 0 0,-4 19-6033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1.16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57 216 8754 0 0,'-3'-1'213'0'0,"0"1"-1"0"0,1-1 1 0 0,-1 0 0 0 0,0 0 0 0 0,0 0-1 0 0,1-1 1 0 0,-1 1 0 0 0,0-1 0 0 0,1 1-1 0 0,-1-1 1 0 0,1 0 0 0 0,0 0 0 0 0,0 0-1 0 0,0 0 1 0 0,0-1 0 0 0,0 1 0 0 0,0 0-1 0 0,0-1 1 0 0,1 1 0 0 0,-1-1 0 0 0,1 0-1 0 0,0 1 1 0 0,0-1 0 0 0,0 0 0 0 0,0 0-1 0 0,0 0 1 0 0,1 0 0 0 0,-1 0 0 0 0,1 0-1 0 0,0 0 1 0 0,0 0 0 0 0,0 0 0 0 0,0-3-1 0 0,3-3 44 0 0,1 1 0 0 0,-1 0-1 0 0,1 0 1 0 0,1 0 0 0 0,-1 1-1 0 0,1-1 1 0 0,1 1 0 0 0,-1 0-1 0 0,12-10 1 0 0,-11 11-76 0 0,-1 1 1 0 0,1 0-1 0 0,0 1 0 0 0,0-1 1 0 0,0 1-1 0 0,1 0 1 0 0,-1 1-1 0 0,1-1 0 0 0,0 1 1 0 0,0 1-1 0 0,13-4 0 0 0,-17 6-154 0 0,0 0 0 0 0,0 0 0 0 0,0 0 0 0 0,-1 1-1 0 0,1-1 1 0 0,0 1 0 0 0,0 0 0 0 0,-1-1 0 0 0,1 1 0 0 0,0 1-1 0 0,-1-1 1 0 0,1 0 0 0 0,-1 1 0 0 0,1-1 0 0 0,-1 1-1 0 0,0 0 1 0 0,0-1 0 0 0,0 1 0 0 0,0 0 0 0 0,0 1-1 0 0,0-1 1 0 0,0 0 0 0 0,-1 0 0 0 0,1 1 0 0 0,-1-1-1 0 0,0 1 1 0 0,2 3 0 0 0,4 9 21 0 0,-1 0 1 0 0,-1 1-1 0 0,6 22 0 0 0,-9-30-22 0 0,21 107 44 0 0,-18-82-40 0 0,1 1 1 0 0,2-1 0 0 0,1 0-1 0 0,2-1 1 0 0,14 32-1 0 0,-24-62-5 0 0,0 0 0 0 0,0-1 0 0 0,0 1-1 0 0,0 0 1 0 0,0-1 0 0 0,0 1-1 0 0,1 0 1 0 0,-1-1 0 0 0,0 0 0 0 0,1 1-1 0 0,-1-1 1 0 0,1 0 0 0 0,0 0-1 0 0,-1 0 1 0 0,1 0 0 0 0,0 0 0 0 0,2 1-1 0 0,-3-2-8 0 0,1 0-1 0 0,-1 0 1 0 0,1 1-1 0 0,0-1 0 0 0,-1-1 1 0 0,1 1-1 0 0,-1 0 0 0 0,1 0 1 0 0,-1-1-1 0 0,1 1 1 0 0,-1-1-1 0 0,1 1 0 0 0,-1-1 1 0 0,0 1-1 0 0,1-1 0 0 0,-1 0 1 0 0,2-1-1 0 0,5-5 13 0 0,0 0-1 0 0,-1-1 0 0 0,0 1 1 0 0,0-2-1 0 0,7-10 1 0 0,-3 4-38 0 0,115-129-2688 0 0,-37 53-3799 0 0,-63 66 4300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1.45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39 99 7834 0 0,'-4'-4'349'0'0,"0"0"1"0"0,1-1 0 0 0,-1 1 0 0 0,1-1 0 0 0,0 0 0 0 0,1 0-1 0 0,-4-8 1 0 0,4 7 691 0 0,0 0 0 0 0,0 0 0 0 0,1-1 0 0 0,0 1 0 0 0,0-1 0 0 0,3-8 2962 0 0,-2 15-3960 0 0,8 9 963 0 0,6 11-646 0 0,10 34 33 0 0,-3 1 0 0 0,17 71 0 0 0,-19-60-609 0 0,31 73 0 0 0,-1-39-1083 0 0,-27-60-5534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1.67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 92 5529 0 0,'-1'-2'146'0'0,"0"1"0"0"0,0-1 0 0 0,0 0 0 0 0,0 0 0 0 0,0 0 0 0 0,0 0 0 0 0,0 0 0 0 0,1 0 0 0 0,-1 0 0 0 0,1 0 0 0 0,0 0-1 0 0,-1 0 1 0 0,1 0 0 0 0,0-1 0 0 0,0 1 0 0 0,0 0 0 0 0,1 0 0 0 0,-1 0 0 0 0,0 0 0 0 0,1 0 0 0 0,-1 0 0 0 0,1 0 0 0 0,0 0 0 0 0,0 0 0 0 0,0 0 0 0 0,0 0 0 0 0,0 0 0 0 0,0 1-1 0 0,0-1 1 0 0,3-2 0 0 0,-3 2 186 0 0,2-1-1 0 0,-1 1 0 0 0,0 0 0 0 0,0 0 0 0 0,1 0 1 0 0,-1 0-1 0 0,1 0 0 0 0,0 0 0 0 0,-1 1 1 0 0,1-1-1 0 0,0 1 0 0 0,0 0 0 0 0,0 0 0 0 0,0 0 1 0 0,0 0-1 0 0,0 1 0 0 0,0-1 0 0 0,0 1 1 0 0,0-1-1 0 0,4 1 0 0 0,3 2 32 0 0,1 1 0 0 0,-1 0 0 0 0,0 0 0 0 0,0 1 0 0 0,0 0 0 0 0,-1 1 0 0 0,0 0 1 0 0,0 0-1 0 0,0 1 0 0 0,0 0 0 0 0,-1 1 0 0 0,9 8 0 0 0,13 15-811 0 0,42 55 0 0 0,-61-72 45 0 0,7 10-4582 0 0,-2 0-1650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1.87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17 138 12899 0 0,'-6'3'576'0'0,"3"-3"112"0"0,2 0-552 0 0,-1 0-136 0 0,1 0 0 0 0,-1-2 384 0 0,2-2 40 0 0,-1-2 16 0 0,1-5 0 0 0,1-1-280 0 0,1-2-64 0 0,4 0 0 0 0,0-1-7 0 0,1 0-1474 0 0,1 1-295 0 0,1-3-57 0 0,-2 1-15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3.09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187 182 3225 0 0,'-7'0'74'0'0,"-85"-5"1994"0"0,83 5-1290 0 0,0 1 1 0 0,0 0-1 0 0,0 0 0 0 0,0 1 0 0 0,0 0 1 0 0,0 1-1 0 0,-16 10 2125 0 0,26-13-2864 0 0,-1 0 0 0 0,0 0 1 0 0,0 0-1 0 0,0 0 0 0 0,0 0 1 0 0,0 0-1 0 0,0 0 0 0 0,12 5 780 0 0,13 2-347 0 0,33-1 365 0 0,-1-2 0 0 0,114-8 0 0 0,-137 2-659 0 0,483-33 958 0 0,106 9-232 0 0,-77 4-508 0 0,-143 4 210 0 0,-301 14-384 0 0,366-16 718 0 0,-2-27-610 0 0,-313 26-108 0 0,210-1-1 0 0,-371 34-2374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4.19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54 262 2304 0 0,'-11'-25'1034'0'0,"2"-1"0"0"0,1 0 0 0 0,1-1 0 0 0,1 1 0 0 0,-5-49 0 0 0,11 72-1260 0 0,-2-51 9513 0 0,8 77-7548 0 0,93 764 1447 0 0,-65-417-2958 0 0,-10-207-164 0 0,2 20 320 0 0,-22-145-385 0 0,-3-1 0 0 0,-6 73 1 0 0,-9-48-1421 0 0,5-36 871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5.7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84 1690 920 0 0,'-33'5'1759'0'0,"29"-5"-821"0"0,-1 1-1 0 0,0-1 0 0 0,0 1 0 0 0,1-1 1 0 0,-1-1-1 0 0,0 1 0 0 0,1-1 0 0 0,-9-2 0 0 0,14 2-469 0 0,1-1-1 0 0,0 0 0 0 0,0 1 1 0 0,0 0-1 0 0,0-1 0 0 0,0 1 0 0 0,0 0 1 0 0,0 0-1 0 0,4-1 0 0 0,38-13 974 0 0,0 3 0 0 0,82-13 0 0 0,-2 1-340 0 0,78-33-347 0 0,-202 57-754 0 0,0 0 0 0 0,1 0 0 0 0,-1 0 0 0 0,0 0 0 0 0,1 0 0 0 0,-1 0 0 0 0,0 0 0 0 0,0 0 0 0 0,1-1 0 0 0,-1 1 0 0 0,0 0 0 0 0,1 0 0 0 0,-1 0 0 0 0,0-1 0 0 0,0 1 0 0 0,0 0 0 0 0,1 0 0 0 0,-1 0 0 0 0,0-1 0 0 0,0 1 0 0 0,0 0 0 0 0,1-1 0 0 0,-1 1 0 0 0,0 0 0 0 0,0 0 0 0 0,0-1 0 0 0,0 1 0 0 0,0 0 0 0 0,0-1 0 0 0,0 1 0 0 0,0 0 0 0 0,0-1 0 0 0,0 1 0 0 0,0 0 0 0 0,0 0 0 0 0,0-1 0 0 0,0 1 0 0 0,-8-16 0 0 0,-22-15 0 0 0,24 25 0 0 0,-45-43-14 0 0,11 11-351 0 0,-52-65 0 0 0,87 96 407 0 0,0-1 1 0 0,1 1 0 0 0,0-1-1 0 0,1 0 1 0 0,-5-13 0 0 0,6 16-24 0 0,1 1 1 0 0,0 0 0 0 0,0 0-1 0 0,0-1 1 0 0,1 1 0 0 0,0 0-1 0 0,-1-1 1 0 0,1 1 0 0 0,1-1 0 0 0,-1 1-1 0 0,1 0 1 0 0,2-9 0 0 0,-2 10-19 0 0,1 1-1 0 0,0-1 1 0 0,0 0 0 0 0,1 1 0 0 0,-1 0 0 0 0,0-1 0 0 0,1 1 0 0 0,-1 0 0 0 0,1 0 0 0 0,0 0 0 0 0,0 1-1 0 0,0-1 1 0 0,0 1 0 0 0,0-1 0 0 0,6 0 0 0 0,55-15 28 0 0,-47 14-19 0 0,-17 2-10 0 0,12-1 75 0 0,-1 0-1 0 0,1-2 1 0 0,-1 1 0 0 0,0-2-1 0 0,0 1 1 0 0,10-7 0 0 0,-21 10-75 0 0,0 1 0 0 0,0-1 0 0 0,0 1 0 0 0,0-1 0 0 0,0 1 0 0 0,0-1 0 0 0,0 1 0 0 0,0-1 0 0 0,0 1 0 0 0,0-1 0 0 0,-1 1 0 0 0,1-1 0 0 0,0 1 0 0 0,0-1 0 0 0,-1 1 0 0 0,1 0 0 0 0,0-1 0 0 0,0 1 0 0 0,-1-1 0 0 0,1 1 0 0 0,-1 0 0 0 0,1-1 0 0 0,0 1 0 0 0,-1 0 0 0 0,1-1 0 0 0,-1 1 0 0 0,1 0 0 0 0,-1 0 0 0 0,1-1 0 0 0,-1 1 0 0 0,0 0 0 0 0,-16-12 0 0 0,17 12 0 0 0,-37-22 15 0 0,20 13-1 0 0,0-1 1 0 0,1-1-1 0 0,0 0 0 0 0,1-2 1 0 0,-23-22-1 0 0,27 23-23 0 0,6 8 8 0 0,1 0 0 0 0,1 0 0 0 0,-1-1 0 0 0,1 0 0 0 0,0 1 0 0 0,-4-7 0 0 0,7 9 1 0 0,-1 0 0 0 0,1 0 0 0 0,-1 1 0 0 0,1-1 0 0 0,0 0 0 0 0,0 0 1 0 0,0 0-1 0 0,0 0 0 0 0,0 0 0 0 0,0 0 0 0 0,0 1 0 0 0,0-1 0 0 0,1 0 0 0 0,-1 0 1 0 0,1 0-1 0 0,0 1 0 0 0,-1-1 0 0 0,1 0 0 0 0,0 0 0 0 0,0 1 0 0 0,0-1 1 0 0,0 1-1 0 0,2-2 0 0 0,24-33-4 0 0,3 2 0 0 0,1 1 0 0 0,39-32 0 0 0,-68 59 9 0 0,-11 3 9 0 0,-24 3 18 0 0,12-1-19 0 0,19 1-13 0 0,-1 0 0 0 0,1-1 0 0 0,0 1 0 0 0,-1-1 0 0 0,1 0 0 0 0,-1 0 0 0 0,1 0 0 0 0,0 0 0 0 0,0 0 0 0 0,-1-1 0 0 0,1 1 0 0 0,0-1 0 0 0,0 1 0 0 0,1-1 0 0 0,-1 0 0 0 0,0 1 0 0 0,0-1 0 0 0,1 0 0 0 0,-1 0 0 0 0,-1-3 0 0 0,1 1 0 0 0,1-1 0 0 0,-1 1 0 0 0,1-1 0 0 0,-1 1 0 0 0,1-1 0 0 0,1 0 0 0 0,-1 1 0 0 0,1-1 0 0 0,-1 0 0 0 0,2-5-1 0 0,0-6-2 0 0,1 1-1 0 0,1 0 0 0 0,0 0 1 0 0,1 0-1 0 0,10-24 0 0 0,-10 27 2 0 0,0 1 0 0 0,-1-1 1 0 0,-1 1-1 0 0,0-1 0 0 0,0 0 0 0 0,-1 0 0 0 0,-1 0 0 0 0,0 0 1 0 0,0 0-1 0 0,-3-14 0 0 0,-5-16-18 0 0,-19-63 0 0 0,9 39-12 0 0,14 50-205 0 0,-14-47-48 0 0,2 23-3175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6.4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15 7 5529 0 0,'-7'-7'10347'0'0,"-1"41"-7555"0"0,19 333 495 0 0,3 54-2542 0 0,82 503 0 0 0,-89-871-504 0 0,-2 0 1 0 0,-3 89-1 0 0,-6-131-750 0 0,1-11-26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7.09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49 176 2304 0 0,'-15'-68'4413'0'0,"13"56"-3287"0"0,0 0 0 0 0,0 0-1 0 0,-1 0 1 0 0,-1 0 0 0 0,0 0 0 0 0,-1 1 0 0 0,-7-14-1 0 0,20 46 2970 0 0,-2 24-3562 0 0,-4-22-154 0 0,62 422 1076 0 0,56 363-1206 0 0,-102-704-254 0 0,46 373 116 0 0,-61-422-9 0 0,-3-1 0 0 0,-2 0 0 0 0,-2 1-1 0 0,-3-1 1 0 0,-2-1 0 0 0,-28 93 0 0 0,25-114 37 0 0,7-19-114 0 0,0 0-1 0 0,0 1 1 0 0,1 0-1 0 0,1 0 1 0 0,-3 24 0 0 0,6-37-98 0 0,1 0 0 0 0,-1-1 0 0 0,0 1 0 0 0,0 0 0 0 0,0 0 0 0 0,1 0 1 0 0,-1 0-1 0 0,0-1 0 0 0,1 1 0 0 0,-1 0 0 0 0,1 0 0 0 0,-1-1 0 0 0,1 1 0 0 0,-1 0 0 0 0,1-1 1 0 0,-1 1-1 0 0,1 0 0 0 0,0-1 0 0 0,-1 1 0 0 0,1-1 0 0 0,0 1 0 0 0,0-1 0 0 0,-1 0 1 0 0,1 1-1 0 0,0-1 0 0 0,0 0 0 0 0,0 1 0 0 0,-1-1 0 0 0,1 0 0 0 0,0 0 0 0 0,0 0 1 0 0,0 0-1 0 0,0 1 0 0 0,0-1 0 0 0,0 0 0 0 0,1-1 0 0 0,7 1-806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7.4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16 303 6913 0 0,'-15'14'1100'0'0,"25"-13"1038"0"0,34-14 314 0 0,-40 12-2712 0 0,117-41 1454 0 0,-56 18-47 0 0,1 3 0 0 0,1 2 0 0 0,88-12 0 0 0,415-4 1411 0 0,-319 26-2495 0 0,90-2 814 0 0,363 36-1 0 0,-536-12-795 0 0,0-7-1 0 0,1-8 1 0 0,250-33-1 0 0,-347 24 32 0 0,-2 1-8 0 0,-1-2 0 0 0,83-27 0 0 0,-152 39-108 0 0,35-15 83 0 0,-34 15-103 0 0,-1-1 0 0 0,1 1-1 0 0,0 0 1 0 0,-1 0 0 0 0,1-1 0 0 0,-1 1 0 0 0,1 0-1 0 0,0-1 1 0 0,-1 1 0 0 0,1 0 0 0 0,-1-1 0 0 0,1 1-1 0 0,-1-1 1 0 0,1 1 0 0 0,-1-1 0 0 0,1 1-1 0 0,-1-1 1 0 0,1 0 0 0 0,-1 1 0 0 0,0-1 0 0 0,1 1-1 0 0,-1-1 1 0 0,0 0 0 0 0,0 1 0 0 0,1-1-1 0 0,-1 0 1 0 0,0 0 0 0 0,0 1 0 0 0,0-1 0 0 0,0 0-1 0 0,0 1 1 0 0,0-1 0 0 0,0 0 0 0 0,0 1-1 0 0,0-1 1 0 0,0 0 0 0 0,-1 0 0 0 0,1 1 0 0 0,0-1-1 0 0,0 0 1 0 0,-1 1 0 0 0,1-1 0 0 0,0 1-1 0 0,-1-1 1 0 0,0-1 0 0 0,-3-2-889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8.70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28 292 4145 0 0,'-3'0'-268'0'0,"-21"-4"5041"0"0,38-3-3576 0 0,54-12-457 0 0,2 2-1 0 0,0 3 1 0 0,72-4-1 0 0,428-40 1781 0 0,1179-83 3486 0 0,-1685 135-5764 0 0,-35 3-130 0 0,0 0 0 0 0,0 1 0 0 0,0 2 0 0 0,0 1 0 0 0,0 2 0 0 0,29 5 0 0 0,-57-8-97 0 0,1 0-1 0 0,-1 0 1 0 0,0 1 0 0 0,0-1 0 0 0,1 0 0 0 0,-1 0-1 0 0,0 1 1 0 0,0-1 0 0 0,0 1 0 0 0,1-1 0 0 0,-1 1-1 0 0,0-1 1 0 0,0 1 0 0 0,0 0 0 0 0,0-1 0 0 0,0 1-1 0 0,0 0 1 0 0,0 0 0 0 0,0 0 0 0 0,-1 0 0 0 0,1 0-1 0 0,0 0 1 0 0,0 0 0 0 0,-1 0 0 0 0,1 0 0 0 0,-1 0-1 0 0,1 2 1 0 0,-1 0-177 0 0,-1-1-1 0 0,0 1 1 0 0,-1 0 0 0 0,1-1-1 0 0,0 1 1 0 0,-1-1-1 0 0,1 1 1 0 0,-1-1-1 0 0,0 1 1 0 0,-4 2-1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39.80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186 639 3681 0 0,'-5'1'109'0'0,"0"0"-1"0"0,0-1 1 0 0,0 1 0 0 0,0-1 0 0 0,0 0 0 0 0,-1 0 0 0 0,1-1-1 0 0,0 0 1 0 0,0 0 0 0 0,0 0 0 0 0,0 0 0 0 0,-6-3 0 0 0,0 0 151 0 0,1 0 0 0 0,0-1 1 0 0,0 0-1 0 0,-15-11 0 0 0,20 12 52 0 0,-1-1 0 0 0,1 1-1 0 0,0-1 1 0 0,0 0-1 0 0,1 0 1 0 0,-7-9 0 0 0,10 13-194 0 0,0 0 0 0 0,1-1 0 0 0,-1 1 0 0 0,0-1 0 0 0,1 1 0 0 0,-1-1 0 0 0,1 1 0 0 0,-1-1 0 0 0,1 1 0 0 0,0-1 0 0 0,0 1 0 0 0,-1-1 0 0 0,1 1 1 0 0,0-1-1 0 0,1 0 0 0 0,-1 1 0 0 0,0-1 0 0 0,0 1 0 0 0,1-1 0 0 0,-1 1 0 0 0,1-1 0 0 0,-1 1 0 0 0,1-1 0 0 0,-1 1 0 0 0,1-1 0 0 0,0 1 0 0 0,0 0 0 0 0,0-1 0 0 0,0 1 0 0 0,0 0 1 0 0,0 0-1 0 0,2-2 0 0 0,45-37 1679 0 0,1 2 1 0 0,68-40 0 0 0,-86 60-1602 0 0,2 2 1 0 0,0 1 0 0 0,0 2-1 0 0,62-16 1 0 0,-25 13 508 0 0,99-9-1 0 0,48 13 426 0 0,39-4-245 0 0,-154-3-479 0 0,150-49-1 0 0,-19 4-107 0 0,-183 54-259 0 0,1 1 0 0 0,86-3 0 0 0,1 7-40 0 0,139 1-58 0 0,-182 12-2914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0.31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63 895 5233 0 0,'7'-20'9000'0'0,"-1"-17"-6076"0"0,1-42-2151 0 0,-7 73-211 0 0,6-77-153 0 0,-3 0 0 0 0,-5-1 1 0 0,-3 1-1 0 0,-4 0 0 0 0,-3 1 0 0 0,-31-109 1 0 0,22 128-3889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1.40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465 1533 4145 0 0,'9'-8'1541'0'0,"0"-1"1"0"0,-1 0-1 0 0,0-1 0 0 0,0 0 1 0 0,-1 0-1 0 0,-1 0 0 0 0,4-19 4437 0 0,-34 13-6046 0 0,23 16 91 0 0,1-1 0 0 0,-1 1 0 0 0,1 0 0 0 0,-1 0 0 0 0,1 0 0 0 0,-1-1 0 0 0,1 1 0 0 0,-1 0 0 0 0,1-1 0 0 0,-1 1 0 0 0,1 0 0 0 0,-1-1 0 0 0,1 1 0 0 0,0-1 0 0 0,-1 1 0 0 0,1-1 0 0 0,0 1 0 0 0,-1-1 0 0 0,1 1 0 0 0,0-1 0 0 0,-1 1 0 0 0,1-1 0 0 0,0 1 0 0 0,0-1 0 0 0,0 1 0 0 0,0-1 0 0 0,-1 0 0 0 0,1 1 0 0 0,0-1 0 0 0,0 1 0 0 0,0-1 0 0 0,0 1 0 0 0,0-1 0 0 0,0 0 0 0 0,1 1 0 0 0,-1-1 0 0 0,0 1 0 0 0,0-1 0 0 0,0 1 0 0 0,0-1 0 0 0,1 0 0 0 0,-1-24 836 0 0,-4 24-806 0 0,-49-23 97 0 0,-84-49 0 0 0,43 21 97 0 0,83 47-221 0 0,-97-58 316 0 0,99 57-330 0 0,0-1 0 0 0,1 0 1 0 0,-1 0-1 0 0,1-1 0 0 0,1 0 1 0 0,0 0-1 0 0,0-1 0 0 0,0 1 0 0 0,-5-12 1 0 0,10 17-8 0 0,1-1-1 0 0,0 1 1 0 0,0 0 0 0 0,1 0 0 0 0,-1-1 0 0 0,1 1 0 0 0,0-1-1 0 0,-1 1 1 0 0,1 0 0 0 0,1-1 0 0 0,-1 1 0 0 0,0 0 0 0 0,1-1-1 0 0,0 1 1 0 0,0 0 0 0 0,0-1 0 0 0,0 1 0 0 0,0 0-1 0 0,1 0 1 0 0,-1 0 0 0 0,1 0 0 0 0,0 0 0 0 0,0 1 0 0 0,0-1-1 0 0,0 0 1 0 0,1 1 0 0 0,-1 0 0 0 0,4-3 0 0 0,1-2-5 0 0,1 0-1 0 0,1 1 1 0 0,-1 0 0 0 0,1 0 0 0 0,0 1 0 0 0,0 0 0 0 0,0 1 0 0 0,12-4-1 0 0,20-3-16 0 0,43-5-1 0 0,-60 13 12 0 0,0-1 0 0 0,0-1 0 0 0,0-2 0 0 0,0 0 0 0 0,-1-1 0 0 0,41-21 0 0 0,-62 28 7 0 0,-1 0 1 0 0,1 0-1 0 0,-1 0 1 0 0,0 0-1 0 0,1 0 1 0 0,-1 0-1 0 0,0 0 0 0 0,0-1 1 0 0,0 1-1 0 0,0 0 1 0 0,0-1-1 0 0,0 1 0 0 0,1-2 1 0 0,-2 2 0 0 0,0 0 0 0 0,0 0 0 0 0,0 1 1 0 0,0-1-1 0 0,0 0 0 0 0,1 0 0 0 0,-1 0 0 0 0,-1 1 1 0 0,1-1-1 0 0,0 0 0 0 0,0 0 0 0 0,0 1 0 0 0,0-1 1 0 0,0 0-1 0 0,-1 0 0 0 0,1 1 0 0 0,0-1 0 0 0,-1 0 1 0 0,0-1-1 0 0,-2-2 8 0 0,-1 1 0 0 0,0-1 0 0 0,0 0 0 0 0,0 1 0 0 0,0 0 0 0 0,-8-4 0 0 0,3 1-12 0 0,-218-135-66 0 0,220 138 63 0 0,2-1 0 0 0,-1 1 0 0 0,0-1 1 0 0,1-1-1 0 0,0 1 0 0 0,0-1 0 0 0,0 0 0 0 0,-7-9 0 0 0,11 12 5 0 0,0 1-1 0 0,0-1 1 0 0,0 0-1 0 0,1 1 0 0 0,-1-1 1 0 0,0 0-1 0 0,1 0 1 0 0,0 1-1 0 0,-1-1 1 0 0,1 0-1 0 0,0 0 1 0 0,0 0-1 0 0,0 1 1 0 0,0-1-1 0 0,0 0 1 0 0,0 0-1 0 0,1 0 1 0 0,-1 0-1 0 0,1 1 1 0 0,-1-1-1 0 0,1 0 0 0 0,0 1 1 0 0,-1-1-1 0 0,1 0 1 0 0,0 1-1 0 0,0-1 1 0 0,0 1-1 0 0,0-1 1 0 0,1 1-1 0 0,-1 0 1 0 0,0-1-1 0 0,0 1 1 0 0,1 0-1 0 0,-1 0 1 0 0,1 0-1 0 0,-1 0 1 0 0,3-1-1 0 0,15-10-8 0 0,1 0-1 0 0,0 2 1 0 0,38-14-1 0 0,-31 13-3 0 0,38-21 0 0 0,-57 28-6 0 0,-5 3 6 0 0,0 0-1 0 0,0-1 1 0 0,0 1 0 0 0,-1 0-1 0 0,1-1 1 0 0,-1 0 0 0 0,1 0-1 0 0,-1 0 1 0 0,1 0 0 0 0,-1 0 0 0 0,0 0-1 0 0,0 0 1 0 0,0-1 0 0 0,2-2-1 0 0,-7 3 7 0 0,1 0 0 0 0,0 1 0 0 0,-1-1 0 0 0,1 1-1 0 0,-1 0 1 0 0,0 0 0 0 0,1 0 0 0 0,-1 0 0 0 0,0 0-1 0 0,0 0 1 0 0,-3 0 0 0 0,-2-1 0 0 0,-31-11 7 0 0,-63-30 0 0 0,90 37-9 0 0,1-1-1 0 0,0 0 0 0 0,0 0 1 0 0,0-1-1 0 0,1-1 1 0 0,0 0-1 0 0,0 0 0 0 0,1-1 1 0 0,-11-15-1 0 0,18 22 10 0 0,0-1 1 0 0,0 0-1 0 0,0 0 1 0 0,1 1-1 0 0,-1-1 1 0 0,1 0-1 0 0,0-1 1 0 0,0 1-1 0 0,0 0 0 0 0,1 0 1 0 0,0 0-1 0 0,0 0 1 0 0,0-1-1 0 0,0 1 1 0 0,0 0-1 0 0,1 0 1 0 0,0 0-1 0 0,0 0 1 0 0,0 0-1 0 0,0 0 0 0 0,1 0 1 0 0,-1 0-1 0 0,1 0 1 0 0,4-6-1 0 0,3-3-31 0 0,0 0 0 0 0,1 0 0 0 0,0 1-1 0 0,1 0 1 0 0,13-10 0 0 0,-21 19-83 0 0,0 2-1 0 0,0-1 1 0 0,0 0-1 0 0,0 1 1 0 0,0-1-1 0 0,0 1 1 0 0,0 0-1 0 0,1 0 1 0 0,-1 0 0 0 0,5 0-1 0 0,21-3-4292 0 0,-24 4 3038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1.79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99 2773 3681 0 0,'4'-24'1551'0'0,"-3"20"-803"0"0,0-1 0 0 0,-1 1 0 0 0,1 0 0 0 0,-1-1 0 0 0,0 1 0 0 0,-1-9 0 0 0,-10-98 7712 0 0,7-2-5881 0 0,-6-77-1771 0 0,8 180-776 0 0,-70-729 1353 0 0,67 550-1425 0 0,8-1 1 0 0,36-254-1 0 0,3-186-256 0 0,-42 610 222 0 0,-1 12-59 0 0,1 0 1 0 0,0 0-1 0 0,1 1 0 0 0,-1-1 1 0 0,2 0-1 0 0,-1 1 1 0 0,4-12-1 0 0,11 45-6520 0 0,-8-15 6143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2.32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 57 7370 0 0,'-1'-1'136'0'0,"0"0"1"0"0,0 0-1 0 0,0 0 0 0 0,0-1 1 0 0,0 1-1 0 0,1 0 1 0 0,-1 0-1 0 0,0-1 1 0 0,1 1-1 0 0,-1 0 1 0 0,1-1-1 0 0,0 1 1 0 0,-1 0-1 0 0,1-1 1 0 0,0 1-1 0 0,0 0 1 0 0,0-1-1 0 0,-1 1 1 0 0,2-1-1 0 0,-1 1 1 0 0,0-1-1 0 0,0 1 0 0 0,0 0 1 0 0,1-1-1 0 0,-1 1 1 0 0,1 0-1 0 0,-1-1 1 0 0,1 1-1 0 0,-1 0 1 0 0,1-1-1 0 0,0 1 1 0 0,-1 0-1 0 0,1 0 1 0 0,0 0-1 0 0,0 0 1 0 0,0 0-1 0 0,0 0 1 0 0,0 0-1 0 0,0 0 1 0 0,0 0-1 0 0,1 0 0 0 0,-1 1 1 0 0,0-1-1 0 0,0 0 1 0 0,1 1-1 0 0,-1-1 1 0 0,0 1-1 0 0,1-1 1 0 0,-1 1-1 0 0,1 0 1 0 0,-1 0-1 0 0,0 0 1 0 0,2-1-1 0 0,11 2 294 0 0,1 0 0 0 0,-1 1 0 0 0,0 1 0 0 0,0 0 0 0 0,-1 0 0 0 0,1 2 0 0 0,21 9 0 0 0,-7-4-108 0 0,58 20 10 0 0,135 28 0 0 0,-177-51-172 0 0,0-1 0 0 0,1-2 0 0 0,-1-2 0 0 0,1-2 1 0 0,52-7-1 0 0,196-41 787 0 0,-9 0-311 0 0,-211 39-524 0 0,139 3 0 0 0,-182 8-111 0 0,0 2 1 0 0,0 1-1 0 0,-1 1 1 0 0,1 1-1 0 0,-2 2 1 0 0,48 21-1 0 0,-65-26 38 0 0,0 0 0 0 0,0 0-1 0 0,1-1 1 0 0,-1 0-1 0 0,1-1 1 0 0,0-1-1 0 0,0 0 1 0 0,-1 0 0 0 0,1-1-1 0 0,0-1 1 0 0,0 0-1 0 0,18-3 1 0 0,-29 3-58 0 0,0 1-392 0 0,1 0 0 0 0,-1-1 1 0 0,0 1-1 0 0,0 0 0 0 0,1 0 1 0 0,-1 0-1 0 0,0 0 1 0 0,0 0-1 0 0,1 0 0 0 0,-1 0 1 0 0,0 0-1 0 0,0 0 0 0 0,1 1 1 0 0,0 0-1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2.82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42 2304 0 0,'33'-26'1956'0'0,"-30"24"-1470"0"0,-1 0 1 0 0,0 0-1 0 0,1 1 1 0 0,-1 0-1 0 0,1-1 0 0 0,0 1 1 0 0,-1 0-1 0 0,1 0 1 0 0,0 1-1 0 0,0-1 1 0 0,-1 0-1 0 0,6 1 1 0 0,-7 0-263 0 0,0 1 0 0 0,0-1 0 0 0,-1 1 0 0 0,1 0 0 0 0,0-1 0 0 0,0 1 0 0 0,0 0 0 0 0,0 0 0 0 0,-1-1 0 0 0,1 1 0 0 0,0 0 1 0 0,-1 0-1 0 0,1 0 0 0 0,0 0 0 0 0,-1 0 0 0 0,0 0 0 0 0,1 0 0 0 0,-1 0 0 0 0,1 0 0 0 0,-1 2 0 0 0,8 27 1193 0 0,-7-22-825 0 0,10 46 375 0 0,-3 0-1 0 0,2 69 0 0 0,-9 113-559 0 0,-2-119-159 0 0,5 64-157 0 0,7 0 0 0 0,46 230 0 0 0,36 191-91 0 0,-79-499-666 0 0,5-1 1 0 0,37 113-1 0 0,-50-194-6211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4.12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1441 2304 0 0,'1'0'176'0'0,"-1"0"0"0"0,1 0-1 0 0,-1 0 1 0 0,1 0 0 0 0,-1 0-1 0 0,1 0 1 0 0,-1 0 0 0 0,1 0-1 0 0,-1 0 1 0 0,7-5 2810 0 0,-7 5-2811 0 0,0 0 1 0 0,1-1 0 0 0,14-13 1420 0 0,18-22 2888 0 0,77-61 0 0 0,-88 81-3743 0 0,1 1 0 0 0,45-23 1 0 0,-53 32-704 0 0,11-6-4 0 0,45-28-1 0 0,-65 36-33 0 0,0 0-1 0 0,0 0 1 0 0,-1-1-1 0 0,0 0 1 0 0,0 0-1 0 0,0 0 1 0 0,0-1-1 0 0,-1 1 0 0 0,0-1 1 0 0,0 0-1 0 0,0-1 1 0 0,4-11-1 0 0,-7 16 1 0 0,0-1 0 0 0,-1 1 0 0 0,0 0 0 0 0,1 0 0 0 0,-1-1 0 0 0,0 1 0 0 0,0 0 0 0 0,0-1 0 0 0,0 1 0 0 0,-1 0 0 0 0,1 0 0 0 0,-1-1 0 0 0,1 1 0 0 0,-1 0 0 0 0,0 0 0 0 0,0 0 0 0 0,-1-3 0 0 0,-1 0 0 0 0,0 0 0 0 0,-1 1 0 0 0,1 0 0 0 0,-1 0 0 0 0,0 0 0 0 0,-9-7 0 0 0,-3-1 0 0 0,-1 1 0 0 0,-35-16 0 0 0,51 26 0 0 0,-36-15 0 0 0,-1 2 0 0 0,-1 2 0 0 0,0 1 0 0 0,0 2 0 0 0,-57-5 0 0 0,92 13 7 0 0,-1 1-1 0 0,0-1 0 0 0,1 0 1 0 0,-1-1-1 0 0,1 1 0 0 0,-8-4 0 0 0,11 5-5 0 0,1-1 0 0 0,0 1 1 0 0,-1 0-1 0 0,1 0 0 0 0,0-1 0 0 0,-1 1 0 0 0,1 0 0 0 0,0 0 0 0 0,-1-1 0 0 0,1 1 0 0 0,0 0 0 0 0,0-1 0 0 0,-1 1 0 0 0,1-1 0 0 0,0 1 0 0 0,0 0 0 0 0,0-1 0 0 0,0 1 0 0 0,0 0 0 0 0,-1-1 0 0 0,1 1 0 0 0,0-1 0 0 0,0 1 0 0 0,0-1 0 0 0,0 1 0 0 0,0 0 1 0 0,0-1-1 0 0,1 0 0 0 0,-1 0 0 0 0,1-1 0 0 0,0 1 0 0 0,0 0 0 0 0,-1 0 0 0 0,1 0 0 0 0,0-1 0 0 0,0 1 0 0 0,1 0 0 0 0,-1 0 0 0 0,0 0 0 0 0,0 1 0 0 0,3-3 0 0 0,78-48-1 0 0,35-24 0 0 0,-53 32-80 0 0,-67 40 80 0 0,-1-1 0 0 0,0 1 0 0 0,-1-1 0 0 0,1 1 0 0 0,-1 1 0 0 0,-5-4 0 0 0,6 3 0 0 0,-4-2 3 0 0,0-1 0 0 0,0 0-1 0 0,1 0 1 0 0,0-1 0 0 0,0 0-1 0 0,0 0 1 0 0,1 0 0 0 0,1-1-1 0 0,-1 0 1 0 0,1 0 0 0 0,-7-15-1 0 0,10 18 0 0 0,0 0-1 0 0,1 0 0 0 0,0 0 1 0 0,-1 0-1 0 0,1 0 0 0 0,1 0 1 0 0,-1 0-1 0 0,1 0 0 0 0,0 0 1 0 0,0-1-1 0 0,1 1 0 0 0,-1 0 1 0 0,1 0-1 0 0,0 0 0 0 0,0 0 1 0 0,1 0-1 0 0,0 0 0 0 0,0 0 1 0 0,0 1-1 0 0,0-1 0 0 0,1 0 1 0 0,0 1-1 0 0,3-5 0 0 0,15-18 6 0 0,-9 13-10 0 0,0-1-1 0 0,-2 0 0 0 0,16-28 1 0 0,-23 37 8 0 0,-1 0 0 0 0,0 0 1 0 0,0 0-1 0 0,0 0 0 0 0,-1-1 0 0 0,0 1 0 0 0,0 0 1 0 0,-1-1-1 0 0,0 1 0 0 0,0 0 0 0 0,0-1 1 0 0,-1 1-1 0 0,0 0 0 0 0,0-1 0 0 0,-2-5 0 0 0,-25-64 236 0 0,18 54-1139 0 0,2 0 1 0 0,-10-40-1 0 0,15 47-5696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4.65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 1 8754 0 0,'-2'4'470'0'0,"1"0"0"0"0,0 0 0 0 0,0 0 0 0 0,0 0 0 0 0,0 0 0 0 0,1 0 0 0 0,0 0 0 0 0,0 0 0 0 0,0 0 0 0 0,1 7 0 0 0,-1 2 306 0 0,-2 216 3774 0 0,13 115-2865 0 0,44 435 290 0 0,-41-683-1591 0 0,31 109 0 0 0,-29-137-313 0 0,-8-36-9088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5.11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2189 67 7370 0 0,'31'-18'10075'0'0,"-48"20"-8556"0"0,-9 6-463 0 0,0 0-641 0 0,-1-1 1 0 0,1-2-1 0 0,-1 0 1 0 0,0-2-1 0 0,-31 1 1 0 0,-16-6-395 0 0,-49-3 94 0 0,-209 20 1 0 0,-94 17-52 0 0,-4-31-64 0 0,325 0-5 0 0,44 1-10 0 0,-84-10 0 0 0,124 6 10 0 0,0-2 0 0 0,1 0 1 0 0,0-2-1 0 0,0 0 0 0 0,0-1 0 0 0,0-1 0 0 0,-34-21 1 0 0,-39-32-2738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6.081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103 402 1840 0 0,'-2'0'41'0'0,"-10"0"152"0"0,0 0 1 0 0,1-1 0 0 0,-16-2-1 0 0,25 2-42 0 0,1 1-1 0 0,-1 0 1 0 0,0-1-1 0 0,0 1 1 0 0,0-1 0 0 0,1 1-1 0 0,-1-1 1 0 0,0 0-1 0 0,1 0 1 0 0,-1 0-1 0 0,1 0 1 0 0,-1 0-1 0 0,1 0 1 0 0,-1 0 0 0 0,1 0-1 0 0,0-1 1 0 0,0 1-1 0 0,0 0 1 0 0,-1-1-1 0 0,1 1 1 0 0,0-1-1 0 0,1 0 1 0 0,-1 1 0 0 0,0-1-1 0 0,0 0 1 0 0,1 1-1 0 0,-1-1 1 0 0,1 0-1 0 0,-1 0 1 0 0,1 1-1 0 0,0-1 1 0 0,0 0-1 0 0,0 0 1 0 0,0 0 0 0 0,0 1-1 0 0,0-1 1 0 0,0 0-1 0 0,1 0 1 0 0,-1 0-1 0 0,1 1 1 0 0,0-3-1 0 0,1-1 11 0 0,0 0 0 0 0,0 1 0 0 0,0-1 0 0 0,1 1 0 0 0,0-1 0 0 0,0 1-1 0 0,0 0 1 0 0,0 0 0 0 0,1 1 0 0 0,-1-1 0 0 0,1 1 0 0 0,0-1 0 0 0,6-3-1 0 0,10-2 206 0 0,0 0 0 0 0,1 2 0 0 0,-1 0 0 0 0,1 2 0 0 0,36-6 0 0 0,-2 0 118 0 0,43-8 673 0 0,145-9 0 0 0,101 15 217 0 0,-182 10-611 0 0,414-46 733 0 0,-3-38-817 0 0,-561 85-671 0 0,7-1-3 0 0,102-12 3 0 0,-108 14-8 0 0,-1 1 0 0 0,1 1 0 0 0,0 0 0 0 0,0 0 0 0 0,-1 1 0 0 0,1 1 0 0 0,15 5-1 0 0,-23-6-123 0 0,0 1 0 0 0,0 0-1 0 0,-1 0 1 0 0,1 0-1 0 0,-1 0 1 0 0,0 1 0 0 0,0-1-1 0 0,0 1 1 0 0,0 0-1 0 0,-1 0 1 0 0,0 1 0 0 0,0-1-1 0 0,0 1 1 0 0,0-1 0 0 0,-1 1-1 0 0,1 0 1 0 0,-1 0-1 0 0,0 0 1 0 0,-1 0 0 0 0,0 0-1 0 0,2 6 1 0 0,3 20-6350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6.45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33 4 5529 0 0,'-5'-2'2420'0'0,"4"1"-1936"0"0,0 1 0 0 0,-1 0-1 0 0,1 0 1 0 0,0-1 0 0 0,0 1 0 0 0,0 0 0 0 0,0 0 0 0 0,-1 0 0 0 0,1 0 0 0 0,0 1 0 0 0,0-1 0 0 0,0 0-1 0 0,-2 1 969 0 0,0 0-968 0 0,-2 13 4825 0 0,3 1-6158 0 0,3 307 1800 0 0,2-184-772 0 0,0-43-23 0 0,23 131 0 0 0,36 90 99 0 0,-56-288-238 0 0,22 135-221 0 0,12 247 0 0 0,-39-385-1007 0 0,2-1-3860 0 0,0-1-1666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7.15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685 176 2304 0 0,'-21'3'1074'0'0,"1"0"-1"0"0,0 2 0 0 0,1 0 0 0 0,-25 10 0 0 0,-73 36 3617 0 0,105-45-4881 0 0,-9 4 490 0 0,0 1-1 0 0,0 1 0 0 0,1 1 0 0 0,1 1 1 0 0,0 1-1 0 0,1 0 0 0 0,1 2 0 0 0,0 0 1 0 0,1 1-1 0 0,1 0 0 0 0,1 1 0 0 0,1 1 1 0 0,-22 42-1 0 0,6-4-231 0 0,3 1 1 0 0,3 1-1 0 0,2 1 0 0 0,3 1 1 0 0,2 0-1 0 0,4 1 0 0 0,-8 98 1 0 0,20-146-68 0 0,0 0 0 0 0,1 0 0 0 0,0 0 0 0 0,1 0 0 0 0,1-1 0 0 0,0 1 0 0 0,1 0 0 0 0,7 16 0 0 0,-6-20 0 0 0,0-1 0 0 0,1 0 0 0 0,0-1 0 0 0,1 1 0 0 0,0-1 0 0 0,0 0 0 0 0,1-1 0 0 0,0 1 0 0 0,1-2 0 0 0,-1 1 0 0 0,14 7 0 0 0,9 5-74 0 0,1-2 0 0 0,1-2 0 0 0,1 0 1 0 0,46 13-1 0 0,147 31-348 0 0,-148-41 374 0 0,-14-3-121 0 0,1-4 1 0 0,122 9-1 0 0,-158-20 117 0 0,-1-2 1 0 0,0 0-1 0 0,0-2 1 0 0,0-1-1 0 0,0-1 1 0 0,-1-2-1 0 0,1 0 1 0 0,52-24-1 0 0,-67 24 116 0 0,0 0 1 0 0,-1-1-1 0 0,0-1 0 0 0,-1 0 0 0 0,0-1 0 0 0,0 0 0 0 0,-1-1 0 0 0,0 0 1 0 0,-1-1-1 0 0,12-18 0 0 0,-11 13 134 0 0,-1 0-1 0 0,-2-1 1 0 0,1-1 0 0 0,-2 1-1 0 0,-1-1 1 0 0,0-1-1 0 0,3-21 1 0 0,-2 0 353 0 0,-3 0 0 0 0,0-68 0 0 0,-14-79 368 0 0,9 177-905 0 0,-33-304 1326 0 0,27 272-1248 0 0,-3 1-1 0 0,-1 1 0 0 0,-2-1 1 0 0,-1 2-1 0 0,-27-52 1 0 0,33 78-90 0 0,0 1 0 0 0,-1 0 0 0 0,0 1 1 0 0,-1 0-1 0 0,0 0 0 0 0,-1 1 0 0 0,0 0 0 0 0,-25-17 1 0 0,16 15-4 0 0,-1 1 0 0 0,-1 1 1 0 0,0 1-1 0 0,0 0 0 0 0,-24-5 1 0 0,34 11-4 0 0,-29-9-406 0 0,-78-14 0 0 0,108 25 194 0 0,0 0 0 0 0,-1 1 0 0 0,1 1 0 0 0,-1 0 1 0 0,1 1-1 0 0,-1 0 0 0 0,1 0 0 0 0,-1 1 0 0 0,1 1 0 0 0,0 0 0 0 0,0 0 0 0 0,-11 6 1 0 0,1 3-6422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8.13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1910 0 9674 0 0,'-7'16'5974'0'0,"5"16"-4444"0"0,2-20-732 0 0,-6 90 358 0 0,5 0 0 0 0,5 1 1 0 0,17 100-1 0 0,70 303-728 0 0,-47-286 76 0 0,91 374 330 0 0,-105-475-772 0 0,7 77 10 0 0,-31-161-57 0 0,-5-25 203 0 0,-5-14-167 0 0,3 4-51 0 0,1-1-1 0 0,-1 0 1 0 0,1 1-1 0 0,-1-1 1 0 0,0 0-1 0 0,1 1 1 0 0,-1-1-1 0 0,0 1 0 0 0,1-1 1 0 0,-1 1-1 0 0,0-1 1 0 0,0 1-1 0 0,0-1 1 0 0,1 1-1 0 0,-1 0 1 0 0,0-1-1 0 0,0 1 1 0 0,0 0-1 0 0,0 0 0 0 0,0 0 1 0 0,-1 0-1 0 0,-5 0 1 0 0,-1 1 0 0 0,1-1 0 0 0,0-1 0 0 0,-1 1 0 0 0,1-1 0 0 0,0-1 0 0 0,-1 1 0 0 0,1-1 0 0 0,-11-5 0 0 0,-32-6 0 0 0,28 11 0 0 0,0 0 0 0 0,-1 2 0 0 0,1 0 0 0 0,0 2 0 0 0,-31 6 0 0 0,-107 34 0 0 0,150-39 0 0 0,-141 40-26 0 0,-1-6-1 0 0,-223 24 0 0 0,64-6 27 0 0,209-34 0 0 0,67-15 0 0 0,0-2 0 0 0,-1-1 0 0 0,-55-3 0 0 0,-105-19 0 0 0,152 14 0 0 0,32 3 57 0 0,1 2-204 0 0,-1-1 0 0 0,1-1 0 0 0,0 1 0 0 0,0-2 0 0 0,0 0 0 0 0,1 0 0 0 0,-1-1 0 0 0,1 0 0 0 0,-1 0-1 0 0,1-2 1 0 0,0 1 0 0 0,-12-10 0 0 0,-5-1-288 0 0,23 15 383 0 0,0-1 0 0 0,1 0 0 0 0,-1 0 0 0 0,1 0 1 0 0,-1 0-1 0 0,1 0 0 0 0,-1-1 0 0 0,1 1 0 0 0,0-1 1 0 0,0 0-1 0 0,1 0 0 0 0,-1 0 0 0 0,1 0 1 0 0,-1-1-1 0 0,-2-4 0 0 0,4 1-614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9.44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3 101 4609 0 0,'-1'-10'1074'0'0,"0"0"1"0"0,1 0-1 0 0,0 0 0 0 0,2-11 0 0 0,4-18 6970 0 0,4 53-6760 0 0,6 24-709 0 0,-3 12-106 0 0,-2 0 1 0 0,-3 0-1 0 0,3 59 1 0 0,-4-37-261 0 0,-1-23-353 0 0,26 192 708 0 0,-22-191-2227 0 0,19 57-1 0 0,-26-100-623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49.82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272 0 3889 0 0,'-5'2'185'0'0,"0"1"0"0"0,0 0 0 0 0,0-1-1 0 0,0 2 1 0 0,0-1 0 0 0,1 0 0 0 0,0 1 0 0 0,-7 7 0 0 0,-30 39 1888 0 0,24-29-896 0 0,-4 5 97 0 0,-2 4 113 0 0,-2-2 1 0 0,0-1-1 0 0,-46 39 0 0 0,111-130 239 0 0,-22 38-1338 0 0,2 2 0 0 0,0 0 0 0 0,1 2-1 0 0,1 0 1 0 0,41-31 0 0 0,-56 48-163 0 0,1 0 0 0 0,-1 0 0 0 0,1 1 0 0 0,-1 0 0 0 0,1 1 0 0 0,1 0 0 0 0,-1 0 0 0 0,0 0 0 0 0,1 1 0 0 0,-1 0 0 0 0,1 1 0 0 0,-1 0 0 0 0,1 0 0 0 0,0 1 0 0 0,-1 0 0 0 0,1 1 0 0 0,0 0 0 0 0,-1 0 0 0 0,1 1 0 0 0,-1 0 0 0 0,1 0 0 0 0,-1 1-1 0 0,0 0 1 0 0,14 7 0 0 0,33 24-2800 0 0,-43-26-688 0 0,12 7-3540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0.58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17 40 4145 0 0,'0'-3'969'0'0,"1"0"0"0"0,0-1-1 0 0,1 1 1 0 0,-1 0 0 0 0,1-1 0 0 0,-1 1 0 0 0,1 0-1 0 0,0 0 1 0 0,0 0 0 0 0,4-4 0 0 0,-8 30 2884 0 0,0-6-3248 0 0,-26 177 2201 0 0,25-156-2658 0 0,2 0-1 0 0,1-1 1 0 0,7 47 0 0 0,-6-77-144 0 0,0-1 0 0 0,1 1 0 0 0,-1 0 1 0 0,1 0-1 0 0,1 0 0 0 0,0-1 0 0 0,-1 0 0 0 0,2 1 0 0 0,-1-1 1 0 0,1 0-1 0 0,6 7 0 0 0,-8-11 1 0 0,0 0 0 0 0,0 1 0 0 0,1-1 0 0 0,-1-1 0 0 0,1 1-1 0 0,0 0 1 0 0,0-1 0 0 0,-1 1 0 0 0,1-1 0 0 0,0 0 0 0 0,0 0 0 0 0,0 0 0 0 0,0 0 0 0 0,0 0 0 0 0,0-1 0 0 0,1 0 0 0 0,-1 1 0 0 0,0-1 0 0 0,0 0-1 0 0,0-1 1 0 0,0 1 0 0 0,0 0 0 0 0,1-1 0 0 0,-1 0 0 0 0,0 0 0 0 0,0 1 0 0 0,3-3 0 0 0,10-5 51 0 0,0 0 0 0 0,-1-1 0 0 0,0-1 0 0 0,-1 0 0 0 0,0-1 0 0 0,-1-1 0 0 0,17-17 0 0 0,-10 9-95 0 0,42-30-1 0 0,78-45-3440 0 0,-123 82 1942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0.85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16 27 2304 0 0,'-15'-26'18677'0'0,"15"25"-18518"0"0,14 15 1411 0 0,2 13-1251 0 0,-1 1 1 0 0,-1 1-1 0 0,-2 0 0 0 0,-1 0 0 0 0,13 52 1 0 0,-14-45-502 0 0,1 0 1 0 0,2 0 0 0 0,23 44 0 0 0,-21-57-1645 0 0,1-1-6118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1.42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 33 3681 0 0,'-4'-6'293'0'0,"8"-20"10439"0"0,-4 26-10554 0 0,1 0-1 0 0,-1 0 1 0 0,1 0-1 0 0,-1-1 1 0 0,1 1 0 0 0,-1 0-1 0 0,0 0 1 0 0,1 0 0 0 0,-1 0-1 0 0,1 0 1 0 0,-1 0-1 0 0,1 0 1 0 0,-1 0 0 0 0,1 1-1 0 0,1-1-33 0 0,-1 1 0 0 0,0 0-1 0 0,1 0 1 0 0,-1 0 0 0 0,0 0 0 0 0,0 0-1 0 0,0 0 1 0 0,0 0 0 0 0,0 0-1 0 0,0 1 1 0 0,0-1 0 0 0,0 0 0 0 0,0 0-1 0 0,0 1 1 0 0,-1-1 0 0 0,1 1-1 0 0,-1-1 1 0 0,1 1 0 0 0,-1-1-1 0 0,1 3 1 0 0,7 35 338 0 0,-7-32-285 0 0,12 116 527 0 0,-10-81-616 0 0,1 0-1 0 0,3 0 0 0 0,16 57 1 0 0,-19-89-107 0 0,0-1 0 0 0,1-1 0 0 0,9 15 0 0 0,-10-16-11 0 0,1 0-1 0 0,-1 0 0 0 0,0 0 0 0 0,-1 1 1 0 0,4 10-1 0 0,-24-22-2569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1.89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1 112 3681 0 0,'-1'-1'85'0'0,"1"-1"0"0"0,0 0 0 0 0,0 1 1 0 0,1-1-1 0 0,-1 0 0 0 0,0 1 0 0 0,1-1 0 0 0,-1 0 1 0 0,1 1-1 0 0,-1-1 0 0 0,1 1 0 0 0,0-1 0 0 0,-1 1 1 0 0,1-1-1 0 0,0 1 0 0 0,0-1 0 0 0,2-1 0 0 0,24-28 2766 0 0,-18 21-2121 0 0,-5 5-42 0 0,0 1-1 0 0,0-1 0 0 0,1 1 0 0 0,-1 0 1 0 0,10-6-1 0 0,-12 9-138 0 0,0 0 1 0 0,1 0-1 0 0,-1 0 1 0 0,1 0-1 0 0,-1 0 1 0 0,1 0-1 0 0,-1 1 0 0 0,1-1 1 0 0,5 1 2601 0 0,-4 1-3001 0 0,12 6 5 0 0,0 1 0 0 0,0 0 0 0 0,-1 1 1 0 0,-1 1-1 0 0,0 0 0 0 0,26 24 1 0 0,24 17-11 0 0,-9-12-137 0 0,-22-14 16 0 0,1-2 0 0 0,53 27 0 0 0,-86-49-163 0 0,1 0 0 0 0,0-1 1 0 0,0 1-1 0 0,0 0 0 0 0,0 0 1 0 0,0-1-1 0 0,0 1 0 0 0,0-1 1 0 0,0 0-1 0 0,0 0 0 0 0,3 0 0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2.13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20 233 8754 0 0,'-15'4'2200'0'0,"10"-8"-366"0"0,6 2-1594 0 0,-1 1 0 0 0,1-1 0 0 0,-1 0 0 0 0,1 0 0 0 0,0 1 0 0 0,-1-1-1 0 0,1 0 1 0 0,0 1 0 0 0,0-1 0 0 0,3-2 0 0 0,35-42 1389 0 0,33-21-1837 0 0,-27 28-1894 0 0,-4-4-3459 0 0,-28 27 3129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4.24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35 267 3225 0 0,'0'-2'637'0'0,"-1"0"1"0"0,0 0 0 0 0,0 0 0 0 0,0 0 0 0 0,0 1-1 0 0,0-1 1 0 0,0 0 0 0 0,0 0 0 0 0,-1 1 0 0 0,1-1-1 0 0,-3-2 1 0 0,1 1-182 0 0,1 1 0 0 0,0-1-1 0 0,0 1 1 0 0,0-1 0 0 0,0 0-1 0 0,0 0 1 0 0,1 0 0 0 0,-2-3-1 0 0,3 2-329 0 0,-1-1 0 0 0,1 1 0 0 0,0-1 0 0 0,1 1 0 0 0,-1 0 0 0 0,1-1 0 0 0,0 1 0 0 0,0-1 0 0 0,0 1 0 0 0,1 0 0 0 0,0 0 1 0 0,-1 0-1 0 0,2 0 0 0 0,-1 0 0 0 0,0 0 0 0 0,1 1 0 0 0,-1-1 0 0 0,6-5 0 0 0,2-3 425 0 0,1 1 1 0 0,0 0 0 0 0,25-18-1 0 0,-25 21-543 0 0,53-34 141 0 0,-60 39-140 0 0,0 1 0 0 0,1 0 0 0 0,-1 0-1 0 0,1 0 1 0 0,-1 1 0 0 0,1-1 0 0 0,0 1 0 0 0,0 0 0 0 0,0 0 0 0 0,-1 1 0 0 0,1 0-1 0 0,8 0 1 0 0,-11 1 4 0 0,-1 0 1 0 0,1-1-1 0 0,0 1 0 0 0,0 1 0 0 0,0-1 0 0 0,-1 0 0 0 0,1 0 0 0 0,0 1 0 0 0,-1-1 1 0 0,1 1-1 0 0,-1-1 0 0 0,1 1 0 0 0,-1-1 0 0 0,0 1 0 0 0,0 0 0 0 0,0 0 1 0 0,0 0-1 0 0,0 0 0 0 0,0-1 0 0 0,-1 1 0 0 0,1 0 0 0 0,0 1 0 0 0,-1-1 1 0 0,0 0-1 0 0,1 0 0 0 0,-1 0 0 0 0,0 0 0 0 0,0 0 0 0 0,-1 2 0 0 0,2 11 124 0 0,-1-1 1 0 0,-4 26-1 0 0,4-40-137 0 0,-17 70 55 0 0,12-59-45 0 0,2 0 0 0 0,0 1 0 0 0,0 0 0 0 0,1 0 1 0 0,1 0-1 0 0,-1 0 0 0 0,2 0 0 0 0,1 13 0 0 0,-1-23-9 0 0,1 0 0 0 0,0 1 0 0 0,0-1 0 0 0,0 0 0 0 0,0 0-1 0 0,0 0 1 0 0,0 0 0 0 0,0 0 0 0 0,1 0 0 0 0,-1 0 0 0 0,1-1 0 0 0,0 1-1 0 0,-1 0 1 0 0,1-1 0 0 0,0 1 0 0 0,0-1 0 0 0,0 0 0 0 0,0 1-1 0 0,0-1 1 0 0,0 0 0 0 0,0 0 0 0 0,0-1 0 0 0,1 1 0 0 0,-1 0-1 0 0,4 0 1 0 0,8 2 8 0 0,1-1 0 0 0,-1 0-1 0 0,18-1 1 0 0,2 1-2 0 0,-27-1 3 0 0,1 0 0 0 0,-1 1 0 0 0,0-1 0 0 0,1 1 0 0 0,-1 1 0 0 0,0 0-1 0 0,0-1 1 0 0,-1 2 0 0 0,1-1 0 0 0,10 9 0 0 0,-14-10-5 0 0,-1 0 1 0 0,0 1-1 0 0,0-1 0 0 0,0 1 1 0 0,0 0-1 0 0,0 0 1 0 0,0 0-1 0 0,-1 0 1 0 0,1 0-1 0 0,-1 0 0 0 0,0 0 1 0 0,0 0-1 0 0,0 0 1 0 0,0 1-1 0 0,-1-1 1 0 0,1 0-1 0 0,-1 0 0 0 0,0 1 1 0 0,0-1-1 0 0,0 1 1 0 0,-1-1-1 0 0,1 0 1 0 0,-1 0-1 0 0,1 1 0 0 0,-1-1 1 0 0,-2 5-1 0 0,0 0 96 0 0,0 1 0 0 0,-1-1-1 0 0,0 0 1 0 0,0 0 0 0 0,-1 0 0 0 0,0-1 0 0 0,0 1-1 0 0,-1-1 1 0 0,0-1 0 0 0,0 1 0 0 0,-1-1-1 0 0,0 0 1 0 0,-11 8 0 0 0,9-8-385 0 0,-1 0 1 0 0,1-1 0 0 0,-1 0-1 0 0,-1-1 1 0 0,1 0-1 0 0,-17 4 1 0 0,8-5-7096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5.1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113 422 4145 0 0,'-26'-38'3058'0'0,"11"18"-1398"0"0,0-2 0 0 0,2 0 0 0 0,-16-33-1 0 0,27 48-1382 0 0,-1 0 1 0 0,1-1-1 0 0,0 1 0 0 0,0 0 0 0 0,1-1 0 0 0,0 1 0 0 0,0-1 0 0 0,1 0 0 0 0,0 1 1 0 0,0-1-1 0 0,1 1 0 0 0,0-1 0 0 0,0 1 0 0 0,1-1 0 0 0,0 1 0 0 0,3-9 0 0 0,0 7-106 0 0,-1 0-1 0 0,2 0 0 0 0,-1 0 1 0 0,1 0-1 0 0,0 1 0 0 0,1 0 1 0 0,0 1-1 0 0,0 0 0 0 0,16-13 1 0 0,-18 16-156 0 0,1 0 1 0 0,-1 1 0 0 0,1-1 0 0 0,0 1-1 0 0,0 0 1 0 0,0 0 0 0 0,0 1 0 0 0,1 0-1 0 0,-1 0 1 0 0,1 1 0 0 0,-1-1 0 0 0,1 1-1 0 0,-1 1 1 0 0,1-1 0 0 0,0 1 0 0 0,8 1-1 0 0,-11 0-11 0 0,0 1-1 0 0,0-1 0 0 0,0 1 0 0 0,0 0 1 0 0,0 0-1 0 0,0 0 0 0 0,0 1 0 0 0,-1-1 1 0 0,0 1-1 0 0,1 0 0 0 0,-1 0 0 0 0,0 0 0 0 0,0 0 1 0 0,0 0-1 0 0,-1 1 0 0 0,1-1 0 0 0,-1 1 1 0 0,0 0-1 0 0,0 0 0 0 0,0 0 0 0 0,-1 0 1 0 0,1 0-1 0 0,0 6 0 0 0,4 13-25 0 0,0-1 0 0 0,-2 1 0 0 0,1 25 0 0 0,-4-38-4 0 0,7 112-204 0 0,6 48-327 0 0,-10-144 495 0 0,1 0-1 0 0,1 0 0 0 0,1-1 1 0 0,15 34-1 0 0,-20-55 63 0 0,0 0 0 0 0,0 0 0 0 0,0 1 0 0 0,1-2 0 0 0,-1 1 0 0 0,1 0 0 0 0,0 0 0 0 0,0-1 0 0 0,1 0 0 0 0,-1 1 0 0 0,1-1 0 0 0,-1-1 0 0 0,1 1 0 0 0,0 0 0 0 0,0-1 0 0 0,0 0 0 0 0,9 3 0 0 0,-9-4 0 0 0,0 0 0 0 0,0 0 0 0 0,0-1 0 0 0,0 0 0 0 0,0 0 0 0 0,0 0 0 0 0,1 0 0 0 0,-1 0 0 0 0,0-1 0 0 0,0 0 0 0 0,0 0 0 0 0,0 0 0 0 0,0 0 0 0 0,0-1 0 0 0,-1 1 0 0 0,1-1 0 0 0,0 0 0 0 0,-1 0 0 0 0,1-1 0 0 0,3-2 0 0 0,0-1 87 0 0,-1 1 0 0 0,0-1-1 0 0,0 0 1 0 0,-1 0 0 0 0,0-1 0 0 0,0 1 0 0 0,0-1-1 0 0,-1 0 1 0 0,0-1 0 0 0,0 1 0 0 0,-1-1-1 0 0,0 1 1 0 0,0-1 0 0 0,-1 0 0 0 0,0 0 0 0 0,0-1-1 0 0,-1 1 1 0 0,1-11 0 0 0,-2 12-18 0 0,0 1 0 0 0,-1-1 0 0 0,0 1 0 0 0,0 0 0 0 0,0-1 0 0 0,0 1 0 0 0,-1 0 0 0 0,0 0 0 0 0,-1 0 1 0 0,1 0-1 0 0,-1 0 0 0 0,-1 0 0 0 0,1 1 0 0 0,-1-1 0 0 0,1 1 0 0 0,-1 0 0 0 0,-1 0 0 0 0,1 1 0 0 0,-1-1 0 0 0,0 1 0 0 0,0 0 0 0 0,0 0 0 0 0,-1 1 0 0 0,-5-4 1 0 0,-10-2 45 0 0,-1 1 1 0 0,0 0 0 0 0,0 2 0 0 0,-1 0-1 0 0,-43-4 1 0 0,36 6-298 0 0,1-1 1 0 0,-55-17-1 0 0,57 10-390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4:56.76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118 168 14283 0 0,'-14'-54'-658'0'0,"-3"-11"-1408"0"0,15 60 2532 0 0,0 1 1 0 0,0-1 0 0 0,-1 1 0 0 0,0-1 0 0 0,0 1 0 0 0,-3-4 0 0 0,5 7-398 0 0,1 0 0 0 0,-1 0-1 0 0,0 0 1 0 0,1 0 0 0 0,-1 0-1 0 0,0 1 1 0 0,0-1 0 0 0,0 0 0 0 0,0 0-1 0 0,1 1 1 0 0,-1-1 0 0 0,0 1-1 0 0,0-1 1 0 0,0 1 0 0 0,0-1-1 0 0,-1 1 1 0 0,1 0 0 0 0,0-1 0 0 0,0 1-1 0 0,0 0 1 0 0,0 0 0 0 0,0 0-1 0 0,0 0 1 0 0,0 0 0 0 0,0 0 0 0 0,-1 0-1 0 0,1 0 1 0 0,0 0 0 0 0,0 1-1 0 0,0-1 1 0 0,0 0 0 0 0,0 1-1 0 0,0-1 1 0 0,0 1 0 0 0,0-1 0 0 0,0 1-1 0 0,0 0 1 0 0,0-1 0 0 0,0 1-1 0 0,1 0 1 0 0,-1-1 0 0 0,0 1 0 0 0,0 0-1 0 0,1 0 1 0 0,-1 0 0 0 0,0 1-1 0 0,-2 2 62 0 0,1 0 0 0 0,-1 0 0 0 0,1 0 0 0 0,0 0 0 0 0,0 0 0 0 0,1 1 0 0 0,-1-1 0 0 0,1 1 0 0 0,-1 7 0 0 0,1 15-15 0 0,1-1 0 0 0,1 1 0 0 0,2 0 0 0 0,9 42 0 0 0,34 104-52 0 0,-44-169-61 0 0,8 30 21 0 0,2-1 0 0 0,1 0 0 0 0,2 0 0 0 0,1-2-1 0 0,20 31 1 0 0,-28-51-37 0 0,0 0 0 0 0,1 0 0 0 0,0-1 0 0 0,1-1 0 0 0,0 0 0 0 0,1 0 0 0 0,11 8 0 0 0,-14-13-41 0 0,-1 0-1 0 0,1 0 1 0 0,0 0 0 0 0,0-1-1 0 0,0 0 1 0 0,1-1-1 0 0,-1 0 1 0 0,1 0-1 0 0,-1-1 1 0 0,1 0-1 0 0,0 0 1 0 0,9-1-1 0 0,-15 0 15 0 0,1 0 1 0 0,0-1-1 0 0,0 1 0 0 0,-1-1 1 0 0,1 0-1 0 0,-1 0 0 0 0,1 0 1 0 0,-1 0-1 0 0,1-1 0 0 0,-1 1 1 0 0,1-1-1 0 0,-1 0 0 0 0,0 0 0 0 0,0 0 1 0 0,0-1-1 0 0,0 1 0 0 0,4-5 1 0 0,-4 2 85 0 0,0 0 0 0 0,0 1 1 0 0,0-1-1 0 0,-1 0 0 0 0,1-1 0 0 0,-1 1 1 0 0,0 0-1 0 0,-1-1 0 0 0,1 1 1 0 0,0-10-1 0 0,0-2 282 0 0,-2 0 0 0 0,0 0 0 0 0,-1 0 0 0 0,0 0 0 0 0,-1 0 0 0 0,-8-27 0 0 0,7 35-267 0 0,0 0 1 0 0,-1 1-1 0 0,0-1 0 0 0,0 1 0 0 0,-1 0 1 0 0,0 0-1 0 0,0 1 0 0 0,-1-1 0 0 0,0 1 1 0 0,-1 1-1 0 0,1-1 0 0 0,-1 1 0 0 0,0 0 1 0 0,-1 0-1 0 0,-8-4 0 0 0,13 8-36 0 0,-1 0 0 0 0,0 0-1 0 0,0 0 1 0 0,0 0 0 0 0,0 1-1 0 0,0-1 1 0 0,0 1 0 0 0,0 0-1 0 0,0 1 1 0 0,0-1 0 0 0,-1 1 0 0 0,1 0-1 0 0,0 0 1 0 0,0 0 0 0 0,-1 0-1 0 0,1 1 1 0 0,0-1 0 0 0,0 1 0 0 0,0 0-1 0 0,0 1 1 0 0,0-1 0 0 0,0 1-1 0 0,0-1 1 0 0,0 1 0 0 0,0 1 0 0 0,1-1-1 0 0,-1 0 1 0 0,1 1 0 0 0,-1 0-1 0 0,1-1 1 0 0,0 1 0 0 0,0 1 0 0 0,1-1-1 0 0,-4 5 1 0 0,-2 4-191 0 0,0 1-1 0 0,2 0 1 0 0,0 0-1 0 0,0 1 1 0 0,1-1-1 0 0,1 1 1 0 0,0 0 0 0 0,1 1-1 0 0,0-1 1 0 0,-1 22-1 0 0,1-1-7480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1.75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22 121 9218 0 0,'-1'0'313'0'0,"-1"1"0"0"0,1 0 1 0 0,0-1-1 0 0,-1 1 0 0 0,1 0 0 0 0,0-1 1 0 0,0 1-1 0 0,-1 0 0 0 0,1 0 0 0 0,0 0 1 0 0,0 0-1 0 0,0 0 0 0 0,0 0 0 0 0,0 1 1 0 0,0-1-1 0 0,1 0 0 0 0,-1 0 0 0 0,-1 2 1 0 0,2-2-207 0 0,1 0 1 0 0,-1-1-1 0 0,0 1 1 0 0,0-1-1 0 0,0 1 1 0 0,1 0-1 0 0,-1-1 1 0 0,0 1-1 0 0,1-1 1 0 0,-1 1-1 0 0,0 0 1 0 0,1-1-1 0 0,-1 1 1 0 0,1-1-1 0 0,-1 0 1 0 0,1 1-1 0 0,-1-1 1 0 0,1 1-1 0 0,-1-1 1 0 0,1 0-1 0 0,-1 1 1 0 0,1-1-1 0 0,0 0 1 0 0,-1 1-1 0 0,1-1 1 0 0,1 0-1 0 0,4 2 80 0 0,1 0 0 0 0,-1 0-1 0 0,1-1 1 0 0,0 0-1 0 0,0 0 1 0 0,8-1 0 0 0,21-2 112 0 0,0-2-1 0 0,-1-2 1 0 0,60-17 0 0 0,103-46-707 0 0,-155 53-64 0 0,30-15-2388 0 0,-50 21 1805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2.05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0 114 4609 0 0,'1'-8'640'0'0,"1"-1"-1"0"0,-1 1 1 0 0,1 0-1 0 0,1 0 1 0 0,-1 0 0 0 0,1 0-1 0 0,1 0 1 0 0,0 1 0 0 0,5-10-1 0 0,8-7 7116 0 0,-17 24-7673 0 0,3 12 1616 0 0,-1 18-948 0 0,-3 61-287 0 0,3 125 1311 0 0,7-109-3470 0 0,11 0-3761 0 0,-7-60-1579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2.53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84 11522 0 0,'0'0'36'0'0,"0"0"0"0"0,-1 0-1 0 0,1 1 1 0 0,0-1-1 0 0,0 0 1 0 0,0 0 0 0 0,0 1-1 0 0,0-1 1 0 0,-1 0-1 0 0,1 0 1 0 0,0 1 0 0 0,0-1-1 0 0,0 0 1 0 0,0 0-1 0 0,0 1 1 0 0,0-1 0 0 0,0 0-1 0 0,0 0 1 0 0,0 1-1 0 0,0-1 1 0 0,0 0 0 0 0,0 1-1 0 0,0-1 1 0 0,0 0-1 0 0,0 0 1 0 0,0 1 0 0 0,0-1-1 0 0,1 0 1 0 0,-1 0-1 0 0,0 1 1 0 0,0-1 0 0 0,0 0-1 0 0,0 0 1 0 0,1 1-1 0 0,-1-1 1 0 0,0 0 0 0 0,0 0-1 0 0,0 0 1 0 0,1 0-1 0 0,-1 1 1 0 0,0-1 0 0 0,0 0-1 0 0,1 0 1 0 0,18 4 953 0 0,25-7 349 0 0,-41 3-1163 0 0,27-5 662 0 0,0-1 0 0 0,-1-2 0 0 0,50-19-1 0 0,-56 17-1171 0 0,1 2 1 0 0,-1 0-1 0 0,1 2 0 0 0,1 0 0 0 0,-1 2 0 0 0,42-2 0 0 0,1 10 245 0 0,-33 2 78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3.16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7 179 8754 0 0,'0'0'55'0'0,"0"0"0"0"0,0 0 1 0 0,0 0-1 0 0,-1 0 0 0 0,1 0 0 0 0,0 0 1 0 0,0 0-1 0 0,-1 0 0 0 0,1 0 0 0 0,0 0 0 0 0,0 0 1 0 0,0 0-1 0 0,-1 0 0 0 0,1 0 0 0 0,0 0 1 0 0,0 0-1 0 0,0 1 0 0 0,-1-1 0 0 0,1 0 1 0 0,0 0-1 0 0,0 0 0 0 0,0 0 0 0 0,-1 0 1 0 0,1 0-1 0 0,0 1 0 0 0,0-1 0 0 0,0 0 0 0 0,0 0 1 0 0,0 0-1 0 0,0 0 0 0 0,-1 1 0 0 0,1-1 1 0 0,0 0-1 0 0,0 0 0 0 0,0 0 0 0 0,0 1 1 0 0,0-1-1 0 0,0 0 0 0 0,0 0 0 0 0,0 1 0 0 0,0-1 1 0 0,0 0-1 0 0,0 1 0 0 0,6 11 716 0 0,11 8 189 0 0,-2-2-62 0 0,-1 1 0 0 0,-1 0 0 0 0,0 1 0 0 0,-2 1 0 0 0,16 39 1 0 0,2-1-311 0 0,-19-39-480 0 0,-3-4-78 0 0,1-1 0 0 0,1 0 0 0 0,0 0 0 0 0,1-1 0 0 0,13 15 0 0 0,-23-29-25 0 0,0 1 0 0 0,1-1 0 0 0,-1 1 0 0 0,0-1 0 0 0,1 0-1 0 0,-1 1 1 0 0,1-1 0 0 0,-1 1 0 0 0,1-1 0 0 0,-1 0 0 0 0,1 0 0 0 0,-1 1 0 0 0,1-1 0 0 0,-1 0-1 0 0,1 0 1 0 0,0 1 0 0 0,-1-1 0 0 0,1 0 0 0 0,-1 0 0 0 0,1 0 0 0 0,-1 0 0 0 0,1 0 0 0 0,0 0 0 0 0,-1 0-1 0 0,1 0 1 0 0,-1 0 0 0 0,1 0 0 0 0,0 0 0 0 0,-1 0 0 0 0,1-1 0 0 0,-1 1 0 0 0,1 0 0 0 0,-1 0-1 0 0,1 0 1 0 0,0-1 0 0 0,0-1 33 0 0,1 1-1 0 0,-1-1 0 0 0,0 1 0 0 0,0-1 1 0 0,0 0-1 0 0,0 1 0 0 0,0-1 1 0 0,0 0-1 0 0,0 0 0 0 0,0-3 1 0 0,8-48 898 0 0,-2-70 266 0 0,4-53-838 0 0,-7 145-1290 0 0,1 0 0 0 0,2 0 0 0 0,16-46 0 0 0,-16 61-139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23.48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 1 3225 0 0,'-1'0'127'0'0,"0"0"1"0"0,0 0-1 0 0,1 0 1 0 0,-1 0-1 0 0,0 1 1 0 0,0-1-1 0 0,1 0 1 0 0,-1 0 0 0 0,0 1-1 0 0,0-1 1 0 0,1 0-1 0 0,-1 1 1 0 0,1-1-1 0 0,-1 1 1 0 0,0-1-1 0 0,1 1 1 0 0,-1-1-1 0 0,1 1 1 0 0,-1 0-1 0 0,1-1 1 0 0,-1 1-1 0 0,1-1 1 0 0,0 1 0 0 0,-1 0-1 0 0,1 0 1 0 0,0-1-1 0 0,-1 1 1 0 0,1 0-1 0 0,0-1 1 0 0,0 1-1 0 0,0 0 1 0 0,-1 0-1 0 0,1 0 1 0 0,0-1-1 0 0,0 1 1 0 0,0 0 0 0 0,1 1-1 0 0,-2 5-116 0 0,-1 8 487 0 0,1 1-1 0 0,1-1 1 0 0,1 0 0 0 0,0 0 0 0 0,1 0 0 0 0,0 0 0 0 0,6 16 0 0 0,-6-23-246 0 0,0 0 1 0 0,1 0-1 0 0,0-1 0 0 0,0 1 1 0 0,1-1-1 0 0,0 0 1 0 0,0 0-1 0 0,1 0 1 0 0,0-1-1 0 0,0 0 1 0 0,0 1-1 0 0,1-2 0 0 0,0 1 1 0 0,12 8-1 0 0,-16-13-166 0 0,0 0-1 0 0,0 0 1 0 0,-1 0-1 0 0,1 0 0 0 0,0 0 1 0 0,0-1-1 0 0,0 1 1 0 0,0-1-1 0 0,0 0 0 0 0,0 1 1 0 0,0-1-1 0 0,0 0 0 0 0,0 0 1 0 0,0 0-1 0 0,0 0 1 0 0,0-1-1 0 0,0 1 0 0 0,0 0 1 0 0,0-1-1 0 0,0 0 1 0 0,0 1-1 0 0,0-1 0 0 0,-1 0 1 0 0,1 0-1 0 0,0 0 1 0 0,0 0-1 0 0,-1 0 0 0 0,1 0 1 0 0,-1-1-1 0 0,1 1 1 0 0,-1-1-1 0 0,1 1 0 0 0,-1-1 1 0 0,0 1-1 0 0,0-1 0 0 0,0 0 1 0 0,1-2-1 0 0,1 0 87 0 0,0-1-1 0 0,0-1 0 0 0,-1 1 0 0 0,0 0 1 0 0,0 0-1 0 0,-1-1 0 0 0,1 1 1 0 0,-1-1-1 0 0,0 0 0 0 0,-1 1 1 0 0,1-1-1 0 0,-1-8 0 0 0,-1 7-214 0 0,-1 0-1 0 0,1 0 1 0 0,-1 0-1 0 0,0 0 1 0 0,-1 0-1 0 0,0 0 0 0 0,0 0 1 0 0,0 1-1 0 0,-1-1 1 0 0,0 1-1 0 0,0 0 1 0 0,0 0-1 0 0,-1 1 1 0 0,0-1-1 0 0,0 1 1 0 0,-1 0-1 0 0,1 0 0 0 0,-1 1 1 0 0,0 0-1 0 0,0 0 1 0 0,-1 0-1 0 0,-12-5 1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32.1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201 1546 5065 0 0,'14'-68'11284'0'0,"-16"66"-11039"0"0,-5-2 39 0 0,1 1 0 0 0,-1-2-1 0 0,1 1 1 0 0,0-1 0 0 0,0 0-1 0 0,1 0 1 0 0,0-1 0 0 0,0 0-1 0 0,0 0 1 0 0,0 0 0 0 0,1 0-1 0 0,0-1 1 0 0,0 1 0 0 0,1-1-1 0 0,0 0 1 0 0,0 0 0 0 0,1-1-1 0 0,-3-10 1 0 0,-1-12-172 0 0,2 0 0 0 0,1-1 0 0 0,1-42 0 0 0,-1-10 114 0 0,-45-279 281 0 0,10 100-118 0 0,29 51-222 0 0,4 46-155 0 0,4 147-13 0 0,0 10 0 0 0,0 1 0 0 0,0-1 0 0 0,1 1 0 0 0,0-1 0 0 0,1 1 0 0 0,0-1 0 0 0,0 1-1 0 0,4-11 1 0 0,-7 7-9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33.0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1664 1 920 0 0,'0'11'12656'0'0,"-5"-6"-12287"0"0,1-1-1 0 0,-1 1 0 0 0,0-1 1 0 0,0 0-1 0 0,-1 0 0 0 0,0-1 1 0 0,1 1-1 0 0,-1-1 0 0 0,0-1 1 0 0,0 1-1 0 0,-1-1 0 0 0,1 0 1 0 0,-12 2-1 0 0,-13 1 702 0 0,-57 2-1 0 0,-4 1-1067 0 0,-216 53 1062 0 0,-17-22-861 0 0,68-26 389 0 0,203-12-298 0 0,-92-11 1 0 0,135 9-276 0 0,-21-2-9 0 0,-1 2 0 0 0,1 1 0 0 0,-63 8 0 0 0,77-6-14 0 0,14-2-4 0 0,0 0 1 0 0,0 0 0 0 0,1 0-1 0 0,-1 0 1 0 0,0 1 0 0 0,0 0 0 0 0,0 0-1 0 0,1 0 1 0 0,-1 0 0 0 0,0 0-1 0 0,-6 5 1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39.9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63 373 920 0 0,'-5'-2'285'0'0,"0"0"0"0"0,1 0-1 0 0,-1-1 1 0 0,1 0 0 0 0,0 0 0 0 0,0 0-1 0 0,0 0 1 0 0,0-1 0 0 0,1 0-1 0 0,-5-5 1 0 0,7 8-42 0 0,0 0 0 0 0,-1-1 0 0 0,1 1 0 0 0,0 0 0 0 0,0-1 0 0 0,1 1 1 0 0,-1-1-1 0 0,0 0 0 0 0,0 1 0 0 0,1-1 0 0 0,-1 1 0 0 0,1-1 0 0 0,-1 0 0 0 0,1 0 0 0 0,0 1 0 0 0,0-1 0 0 0,-1 0 0 0 0,1 0 0 0 0,1 1 0 0 0,-1-1 0 0 0,0 0 0 0 0,0 1 0 0 0,1-1 0 0 0,-1 0 0 0 0,0 0 1 0 0,1 1-1 0 0,0-1 0 0 0,-1 1 0 0 0,1-1 0 0 0,0 1 0 0 0,0-1 0 0 0,0 1 0 0 0,1-2 0 0 0,1 1 102 0 0,-1 1 1 0 0,0 0-1 0 0,1 0 1 0 0,-1 0-1 0 0,1 0 1 0 0,-1 0 0 0 0,1 0-1 0 0,-1 1 1 0 0,1-1-1 0 0,0 1 1 0 0,-1 0-1 0 0,1-1 1 0 0,0 1-1 0 0,-1 1 1 0 0,1-1-1 0 0,-1 0 1 0 0,1 1-1 0 0,0-1 1 0 0,-1 1-1 0 0,5 2 1 0 0,55 21 460 0 0,-59-23-665 0 0,57 32 44 0 0,-1 1 1 0 0,-2 4-1 0 0,98 83 1 0 0,-154-120-171 0 0,0 0 0 0 0,0-1 0 0 0,0 1 1 0 0,1-1-1 0 0,-1 1 0 0 0,0-1 1 0 0,0 0-1 0 0,0 1 0 0 0,0-1 0 0 0,0 0 1 0 0,1 0-1 0 0,-1 0 0 0 0,0 0 1 0 0,0 0-1 0 0,0 0 0 0 0,1 0 0 0 0,-1 0 1 0 0,0 0-1 0 0,0 0 0 0 0,0-1 0 0 0,0 1 1 0 0,1 0-1 0 0,-1-1 0 0 0,0 1 1 0 0,0-1-1 0 0,0 0 0 0 0,0 1 0 0 0,0-1 1 0 0,0 0-1 0 0,0 0 0 0 0,0 1 1 0 0,-1-1-1 0 0,1 0 0 0 0,1-2 0 0 0,28-37 698 0 0,-26 33-666 0 0,63-99 337 0 0,-33 48-321 0 0,2 1 0 0 0,83-96 0 0 0,-93 123-302 0 0,-19 21-255 0 0,-1 1 0 0 0,2 0 0 0 0,-1 0 0 0 0,1 1 0 0 0,0 0 0 0 0,16-10 0 0 0,-23 16 218 0 0,0 1 1 0 0,0-1 0 0 0,0 1-1 0 0,0 0 1 0 0,0-1 0 0 0,0 1-1 0 0,0 0 1 0 0,0 0 0 0 0,0 0-1 0 0,0 0 1 0 0,0 0 0 0 0,0 0-1 0 0,0 0 1 0 0,0 0 0 0 0,0 0-1 0 0,0 0 1 0 0,0 1 0 0 0,0-1-1 0 0,0 0 1 0 0,0 1 0 0 0,0-1-1 0 0,0 1 1 0 0,0-1 0 0 0,0 1-1 0 0,0-1 1 0 0,-1 1 0 0 0,2 1-1 0 0,3 6-2547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1.2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25 70 2761 0 0,'-24'-70'19204'0'0,"37"117"-19121"0"0,2-2 0 0 0,43 86 0 0 0,-33-77-92 0 0,31 91 1 0 0,-44-91-843 0 0,-12-17-5237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1.5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0,'10'2'16135'0'0,"-5"2"-17710"0"0,-1 1 1644 0 0,-1 1 0 0 0,0-1-1 0 0,0 1 1 0 0,0 0 0 0 0,-1 0 0 0 0,0 0-1 0 0,0 0 1 0 0,-1 0 0 0 0,0 0 0 0 0,1 13-1 0 0,2 2-18 0 0,7 35-143 0 0,11 50 2 0 0,-2-36-3030 0 0,-14-54-3947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2.5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69 157 1840 0 0,'-15'-7'1632'0'0,"-19"-10"1696"0"0,14 1 5107 0 0,24 17-8192 0 0,0-1 0 0 0,0 1-1 0 0,0 1 1 0 0,-1-1-1 0 0,1 1 1 0 0,0-1 0 0 0,-1 1-1 0 0,1 0 1 0 0,-1 0 0 0 0,0 0-1 0 0,5 5 1 0 0,8 4-31 0 0,61 41 51 0 0,33 19 362 0 0,-94-63-567 0 0,0 0 0 0 0,0 0 0 0 0,1-2 1 0 0,0 0-1 0 0,21 4 0 0 0,-34-9 11 0 0,0 0 0 0 0,1 0-1 0 0,-1-1 1 0 0,1 1 0 0 0,-1-1 0 0 0,1 0-1 0 0,-1 0 1 0 0,1-1 0 0 0,-1 0-1 0 0,1 1 1 0 0,-1-2 0 0 0,0 1 0 0 0,0 0-1 0 0,1-1 1 0 0,-1 0 0 0 0,7-3-1 0 0,-6 1 37 0 0,-1 0 0 0 0,1-1 0 0 0,-1 1-1 0 0,0-1 1 0 0,0 0 0 0 0,0 0-1 0 0,-1 0 1 0 0,0 0 0 0 0,0-1-1 0 0,0 1 1 0 0,3-10 0 0 0,21-74 310 0 0,-22 70-655 0 0,0 0 1 0 0,1 1-1 0 0,1-1 0 0 0,0 1 1 0 0,14-22-1 0 0,-10 22-962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3.0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49 5985 0 0,'-1'0'370'0'0,"-9"-26"4579"0"0,9 25-4767 0 0,1 0 0 0 0,0 1-1 0 0,-1-1 1 0 0,1 0 0 0 0,0 1-1 0 0,0-1 1 0 0,-1 0 0 0 0,1 1-1 0 0,0-1 1 0 0,0 0 0 0 0,0 1-1 0 0,0-1 1 0 0,0 0 0 0 0,0 0-1 0 0,0 1 1 0 0,0-1 0 0 0,0 0 0 0 0,0 1-1 0 0,1-1 1 0 0,-1 0 0 0 0,0 1-1 0 0,0-1 1 0 0,1 0 0 0 0,-1 1-1 0 0,0-1 1 0 0,1 1 0 0 0,-1-1-1 0 0,1 0 1 0 0,-1 1 0 0 0,1-1-1 0 0,-1 1 1 0 0,2-1 0 0 0,-2 1-102 0 0,1 0 0 0 0,0 0 0 0 0,-1 0 0 0 0,1 1 0 0 0,0-1 1 0 0,-1 0-1 0 0,1 0 0 0 0,0 1 0 0 0,-1-1 0 0 0,1 1 0 0 0,-1-1 0 0 0,1 1 1 0 0,-1-1-1 0 0,1 1 0 0 0,-1-1 0 0 0,1 1 0 0 0,-1-1 0 0 0,1 1 0 0 0,-1-1 1 0 0,0 1-1 0 0,1 0 0 0 0,-1-1 0 0 0,0 1 0 0 0,0 0 0 0 0,1-1 0 0 0,-1 1 1 0 0,0 0-1 0 0,0-1 0 0 0,0 1 0 0 0,0 1 0 0 0,7 29 269 0 0,-6-26-175 0 0,56 229 981 0 0,-15-121-2283 0 0,-28-82-1148 0 0,28 44 0 0 0,-31-58-3600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3.3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3 180 4145 0 0,'-1'-2'368'0'0,"1"-1"-1"0"0,-1 0 1 0 0,1 1 0 0 0,0-1-1 0 0,0 0 1 0 0,0 0 0 0 0,0 1 0 0 0,0-1-1 0 0,0 0 1 0 0,1 1 0 0 0,-1-1-1 0 0,1 0 1 0 0,0 1 0 0 0,0-1 0 0 0,0 1-1 0 0,2-5 1 0 0,1-1 622 0 0,0 1 0 0 0,0-1 0 0 0,11-13 0 0 0,-8 13-689 0 0,1 1 0 0 0,0-1 0 0 0,0 2 0 0 0,1-1 0 0 0,0 1 0 0 0,0 0 0 0 0,0 1-1 0 0,1 0 1 0 0,-1 1 0 0 0,12-4 0 0 0,-10 4-1257 0 0,1 1 0 0 0,1 0 0 0 0,-1 0 1 0 0,23 0-1 0 0,-15 2-3905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3.5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8 109 3225 0 0,'-1'-1'62'0'0,"1"1"1"0"0,-1-1-1 0 0,1 1 1 0 0,-1-1-1 0 0,1 1 1 0 0,-1-1-1 0 0,1 1 1 0 0,-1-1-1 0 0,1 0 1 0 0,-1 1 0 0 0,1-1-1 0 0,0 0 1 0 0,0 1-1 0 0,-1-1 1 0 0,1 0-1 0 0,0 1 1 0 0,0-1-1 0 0,0 0 1 0 0,-1 0-1 0 0,1 1 1 0 0,0-1-1 0 0,0 0 1 0 0,0 0-1 0 0,0 1 1 0 0,1-1 0 0 0,-1-1-1 0 0,11-22 2614 0 0,-7 18-1938 0 0,1 0 0 0 0,0 0 0 0 0,0 1-1 0 0,0 0 1 0 0,7-6 0 0 0,-5 7-686 0 0,1 0 0 0 0,-1 1 0 0 0,0 0 0 0 0,1 0-1 0 0,0 1 1 0 0,-1 0 0 0 0,1 0 0 0 0,0 1 0 0 0,0 0 0 0 0,0 0 0 0 0,0 1 0 0 0,14 1 0 0 0,-11 0-52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3.9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26 7834 0 0,'-1'-1'121'0'0,"1"0"0"0"0,0 0 0 0 0,0 0 1 0 0,1 0-1 0 0,-1 0 0 0 0,0 0 0 0 0,0 0 1 0 0,0 0-1 0 0,1 0 0 0 0,-1 0 0 0 0,0 0 1 0 0,1 0-1 0 0,-1 0 0 0 0,1 1 0 0 0,-1-1 0 0 0,1 0 1 0 0,-1 0-1 0 0,1 0 0 0 0,0 1 0 0 0,0-1 1 0 0,-1 0-1 0 0,1 1 0 0 0,0-1 0 0 0,0 0 1 0 0,0 1-1 0 0,-1-1 0 0 0,1 1 0 0 0,0-1 1 0 0,0 1-1 0 0,0 0 0 0 0,0-1 0 0 0,0 1 0 0 0,0 0 1 0 0,0 0-1 0 0,0 0 0 0 0,0 0 0 0 0,1-1 1 0 0,0 2 55 0 0,-1-1 0 0 0,1 0 1 0 0,0 0-1 0 0,-1 0 1 0 0,1 1-1 0 0,-1-1 0 0 0,1 1 1 0 0,-1-1-1 0 0,0 1 1 0 0,1 0-1 0 0,-1-1 0 0 0,1 1 1 0 0,-1 0-1 0 0,0 0 1 0 0,0 0-1 0 0,0 0 0 0 0,1 0 1 0 0,-1 0-1 0 0,0 1 1 0 0,0-1-1 0 0,0 0 0 0 0,-1 0 1 0 0,1 1-1 0 0,1 1 1 0 0,1 7 49 0 0,0 0 0 0 0,-1-1 1 0 0,0 1-1 0 0,-1 0 1 0 0,0 0-1 0 0,-1 14 0 0 0,0-14 70 0 0,1 0 0 0 0,0 0 0 0 0,0 0 1 0 0,1 0-1 0 0,5 19 0 0 0,-7-29-248 0 0,1 0 0 0 0,-1 1 1 0 0,0-1-1 0 0,1 0 0 0 0,-1 1 1 0 0,0-1-1 0 0,1 0 0 0 0,-1 0 1 0 0,1 1-1 0 0,-1-1 0 0 0,1 0 1 0 0,-1 0-1 0 0,1 0 0 0 0,-1 1 1 0 0,0-1-1 0 0,1 0 0 0 0,-1 0 1 0 0,1 0-1 0 0,-1 0 0 0 0,1 0 1 0 0,-1 0-1 0 0,1 0 0 0 0,-1 0 1 0 0,1 0-1 0 0,-1 0 0 0 0,1-1 1 0 0,-1 1-1 0 0,1 0 0 0 0,-1 0 1 0 0,1 0-1 0 0,-1 0 0 0 0,1-1 1 0 0,-1 1-1 0 0,0 0 0 0 0,1-1 1 0 0,-1 1-1 0 0,0 0 0 0 0,1-1 1 0 0,21-15-37 0 0,-19 14 101 0 0,74-58-2301 0 0,-55 43-5068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4.9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39 226 1840 0 0,'-10'-8'1433'0'0,"-12"-11"457"0"0,22 19-1716 0 0,0-1 0 0 0,-1 1 0 0 0,1 0-1 0 0,-1-1 1 0 0,0 1 174 0 0,1-1-174 0 0,0 1 0 0 0,-1-1 0 0 0,1 1 0 0 0,0-1 0 0 0,-1 1 0 0 0,1-1 0 0 0,0 1 0 0 0,0-1-1 0 0,-1 1 1 0 0,1-1 0 0 0,0 1 0 0 0,0-1 0 0 0,0 1 0 0 0,0-1 0 0 0,0 0 0 0 0,0 1 0 0 0,0-1 0 0 0,0 1 0 0 0,0-1 0 0 0,0 1-1 0 0,0-1 1 0 0,0 1 0 0 0,1-2 0 0 0,0 2-7 0 0,0 0-1 0 0,0-1 0 0 0,0 1 1 0 0,0 0-1 0 0,0 0 0 0 0,0 0 1 0 0,0 0-1 0 0,0 0 0 0 0,0 0 1 0 0,0 0-1 0 0,0 0 0 0 0,0 0 1 0 0,0 1-1 0 0,0-1 0 0 0,0 0 1 0 0,0 1-1 0 0,0-1 0 0 0,0 1 1 0 0,0-1-1 0 0,0 1 0 0 0,0-1 1 0 0,1 2-1 0 0,21 13 765 0 0,47 40 79 0 0,-43-31-794 0 0,1-2 1 0 0,1-1 0 0 0,39 21-1 0 0,-59-37-96 0 0,0-1 0 0 0,0 0 0 0 0,1-1 0 0 0,-1 0 0 0 0,1 0 0 0 0,0-1 0 0 0,0 0 1 0 0,0-1-1 0 0,0 0 0 0 0,0 0 0 0 0,0-1 0 0 0,0-1 0 0 0,0 1 0 0 0,0-2 0 0 0,0 1 0 0 0,10-4 0 0 0,-13 2-48 0 0,0 0-1 0 0,-1 0 1 0 0,1 0-1 0 0,-1-1 1 0 0,0 0 0 0 0,0 0-1 0 0,-1 0 1 0 0,1-1-1 0 0,-1 0 1 0 0,0 0 0 0 0,0 0-1 0 0,0-1 1 0 0,-1 1-1 0 0,5-9 1 0 0,5-11 456 0 0,-1 0-1 0 0,13-38 1 0 0,9-14-8 0 0,-25 58-1062 0 0,2 0 0 0 0,0 1 1 0 0,1 1-1 0 0,15-17 0 0 0,-11 17-6591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5.5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33 2761 0 0,'6'-24'2422'0'0,"-2"16"-505"0"0,-2 18 704 0 0,0 0-2030 0 0,-1 1 1 0 0,2 0 0 0 0,-1-1 0 0 0,2 0-1 0 0,-1 1 1 0 0,1-1 0 0 0,11 18 0 0 0,11 31 588 0 0,-14-12-608 0 0,-3 0-1 0 0,7 70 0 0 0,-12-72-1386 0 0,2 0 1 0 0,3-1-1 0 0,13 45 0 0 0,-14-66-4369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5.7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18 255 3225 0 0,'-1'0'144'0'0,"0"-1"0"0"0,0 0 1 0 0,-1 0-1 0 0,1 0 1 0 0,0 1-1 0 0,0-1 0 0 0,0 0 1 0 0,0-1-1 0 0,0 1 0 0 0,0 0 1 0 0,1 0-1 0 0,-1 0 1 0 0,0 0-1 0 0,1-1 0 0 0,-1 1 1 0 0,0 0-1 0 0,1-1 0 0 0,-1 1 1 0 0,1 0-1 0 0,0-1 1 0 0,0 1-1 0 0,-1-3 0 0 0,2 1 378 0 0,0-1-1 0 0,0 1 0 0 0,0-1 0 0 0,0 1 1 0 0,1 0-1 0 0,-1-1 0 0 0,5-4 0 0 0,-3 1-762 0 0,9-13 1394 0 0,0 0 0 0 0,1 1 1 0 0,28-31-1 0 0,-34 42-1431 0 0,1 0 1 0 0,1 0 0 0 0,0 1-1 0 0,0 0 1 0 0,0 1 0 0 0,1 0-1 0 0,0 0 1 0 0,0 1 0 0 0,18-7-1 0 0,-8 7-4289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5.9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0 255 6449 0 0,'49'-38'6518'0'0,"1"-8"-3542"0"0,51-43-3198 0 0,-87 79-109 0 0,0 0 1 0 0,1 1 0 0 0,0 1-1 0 0,0 0 1 0 0,31-11 0 0 0,-1 7 410 0 0,-25 6-64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6.5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 70 5985 0 0,'-1'0'170'0'0,"0"-1"-1"0"0,0 1 0 0 0,0-1 1 0 0,0 1-1 0 0,0-1 0 0 0,0 1 1 0 0,1-1-1 0 0,-1 0 0 0 0,0 1 1 0 0,0-1-1 0 0,0 0 0 0 0,0 0 1 0 0,1 1-1 0 0,-1-1 0 0 0,0 0 1 0 0,1 0-1 0 0,-1 0 1 0 0,1 0-1 0 0,-1 0 0 0 0,1 0 1 0 0,-1 0-1 0 0,1 0 0 0 0,0 0 1 0 0,0 0-1 0 0,-1-1 0 0 0,1 1 1 0 0,0 0-1 0 0,0 0 0 0 0,0 0 1 0 0,0 0-1 0 0,0 0 0 0 0,0 0 1 0 0,1 0-1 0 0,-1 0 0 0 0,0 0 1 0 0,0-1-1 0 0,1 1 0 0 0,-1 0 1 0 0,1 0-1 0 0,-1 0 1 0 0,1 0-1 0 0,-1 0 0 0 0,1 1 1 0 0,1-3-1 0 0,0 1 54 0 0,-1 0-1 0 0,2 0 1 0 0,-1 0-1 0 0,0 0 1 0 0,0 0 0 0 0,1 0-1 0 0,-1 0 1 0 0,0 1-1 0 0,1-1 1 0 0,0 1 0 0 0,-1 0-1 0 0,1-1 1 0 0,0 1-1 0 0,0 1 1 0 0,5-2 0 0 0,-4 1-149 0 0,0 1 0 0 0,0 0 0 0 0,-1 0-1 0 0,1 0 1 0 0,0 0 0 0 0,0 1 0 0 0,-1-1 0 0 0,1 1 0 0 0,-1 0 0 0 0,1 0 0 0 0,0 1 0 0 0,-1-1 0 0 0,0 1 0 0 0,1-1 0 0 0,-1 1 0 0 0,5 4 0 0 0,-5-4-20 0 0,-1 1 1 0 0,0 0-1 0 0,0-1 1 0 0,0 1-1 0 0,-1 0 1 0 0,1 0-1 0 0,-1 0 1 0 0,1 0-1 0 0,-1 0 1 0 0,0 1-1 0 0,0-1 1 0 0,0 0-1 0 0,-1 0 1 0 0,1 1-1 0 0,-1-1 1 0 0,0 0-1 0 0,0 1 1 0 0,0 4-1 0 0,-2 8-57 0 0,0 0-1 0 0,-7 23 1 0 0,5-28 5 0 0,2-1 1 0 0,-1 1 0 0 0,1-1 0 0 0,1 1 0 0 0,0 0 0 0 0,1 0-1 0 0,1 18 1 0 0,-1-27-5 0 0,1 0 0 0 0,-1-1 0 0 0,0 1-1 0 0,1 0 1 0 0,0-1 0 0 0,-1 1 0 0 0,1 0-1 0 0,0-1 1 0 0,0 1 0 0 0,0-1 0 0 0,0 1 0 0 0,0-1-1 0 0,0 0 1 0 0,0 1 0 0 0,1-1 0 0 0,-1 0 0 0 0,0 0-1 0 0,1 0 1 0 0,-1 0 0 0 0,1 0 0 0 0,-1 0-1 0 0,1 0 1 0 0,-1 0 0 0 0,3 0 0 0 0,2 0-25 0 0,1 0 0 0 0,-1 0 0 0 0,1 0 0 0 0,-1-1 0 0 0,10 0 0 0 0,-12-1 16 0 0,0 1 0 0 0,0 0 0 0 0,1 0 0 0 0,-1 0 0 0 0,0 1 0 0 0,0-1 1 0 0,0 1-1 0 0,1 0 0 0 0,-1 0 0 0 0,0 1 0 0 0,6 2 0 0 0,-9-3 39 0 0,1 1 0 0 0,-1 0 0 0 0,1 0 0 0 0,-1-1 0 0 0,0 1 1 0 0,0 0-1 0 0,0 0 0 0 0,0 0 0 0 0,0 0 0 0 0,-1 1 0 0 0,1-1 0 0 0,0 0 0 0 0,-1 0 0 0 0,0 0 0 0 0,1 0 0 0 0,-1 1 0 0 0,0-1 0 0 0,0 0 1 0 0,0 0-1 0 0,-1 1 0 0 0,1-1 0 0 0,0 0 0 0 0,-1 0 0 0 0,-1 4 0 0 0,-2 7 252 0 0,0 0-1 0 0,-10 20 1 0 0,13-31-271 0 0,-11 24-91 0 0,-22 36 1 0 0,22-45-594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3.3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101 134 920 0 0,'-11'3'669'0'0,"1"2"0"0"0,0-1-1 0 0,0 1 1 0 0,1 0 0 0 0,0 1-1 0 0,-10 7 1 0 0,19-13-597 0 0,0 1 0 0 0,0-1 0 0 0,0 0 0 0 0,-1 0 0 0 0,1 0 0 0 0,0 1 0 0 0,0-1 0 0 0,0 0 0 0 0,0 0 0 0 0,-1 1-1 0 0,1-1 1 0 0,0 0 0 0 0,0 0 0 0 0,0 1 0 0 0,0-1 0 0 0,0 0 0 0 0,0 0 0 0 0,0 1 0 0 0,0-1 0 0 0,0 0 0 0 0,0 1 0 0 0,0-1 0 0 0,0 0 0 0 0,0 0 0 0 0,0 1 0 0 0,0-1-1 0 0,0 0 1 0 0,0 1 0 0 0,0-1 0 0 0,0 0 0 0 0,0 0 0 0 0,1 1 0 0 0,-1-1 0 0 0,0 0 0 0 0,0 0 0 0 0,0 1 0 0 0,1-1 0 0 0,12 8 1427 0 0,14 0-17 0 0,-24-8-1420 0 0,-1 1-1 0 0,1-1 1 0 0,-1 1 0 0 0,1-1 0 0 0,-1 0 0 0 0,1 0-1 0 0,-1 0 1 0 0,1-1 0 0 0,-1 1 0 0 0,1-1 0 0 0,-1 1-1 0 0,0-1 1 0 0,1 0 0 0 0,-1 0 0 0 0,0 0 0 0 0,1 0-1 0 0,-1 0 1 0 0,0 0 0 0 0,0-1 0 0 0,0 1 0 0 0,3-4-1 0 0,-2 2 69 0 0,0-1-1 0 0,0 1 0 0 0,-1-1 1 0 0,0 0-1 0 0,1 0 0 0 0,-2 0 1 0 0,1-1-1 0 0,0 1 0 0 0,-1 0 0 0 0,0-1 1 0 0,1-6-1 0 0,-1 4-25 0 0,-1 1 0 0 0,0 0 0 0 0,0 0 0 0 0,-1 0-1 0 0,0 0 1 0 0,0 0 0 0 0,0 0 0 0 0,-1 0 0 0 0,0 0 0 0 0,-5-10 0 0 0,5 12-28 0 0,1 1-1 0 0,-1-1 1 0 0,0 1 0 0 0,0-1 0 0 0,0 1 0 0 0,0 0 0 0 0,-1 0 0 0 0,1 0 0 0 0,-1 0 0 0 0,0 1-1 0 0,0-1 1 0 0,0 1 0 0 0,0 0 0 0 0,0-1 0 0 0,0 1 0 0 0,-1 1 0 0 0,1-1 0 0 0,-6-2 0 0 0,7 4-57 0 0,0 1 0 0 0,0-1 0 0 0,0 0 0 0 0,0 0 0 0 0,0 1 1 0 0,0-1-1 0 0,0 1 0 0 0,0 0 0 0 0,1-1 0 0 0,-1 1 1 0 0,0 0-1 0 0,0 0 0 0 0,1 0 0 0 0,-1 0 0 0 0,1 1 0 0 0,-1-1 1 0 0,1 0-1 0 0,-1 1 0 0 0,1-1 0 0 0,0 1 0 0 0,-1-1 0 0 0,1 1 1 0 0,0 0-1 0 0,0-1 0 0 0,0 1 0 0 0,0 2 0 0 0,-4 6-179 0 0,0 0 0 0 0,1 0 0 0 0,-5 14 0 0 0,8-19 139 0 0,-1 1 1 0 0,1 0-1 0 0,0-1 0 0 0,0 1 1 0 0,0 0-1 0 0,1 0 0 0 0,0 0 1 0 0,0-1-1 0 0,0 1 1 0 0,1 0-1 0 0,0 0 0 0 0,0 0 1 0 0,1-1-1 0 0,0 1 0 0 0,-1-1 1 0 0,2 1-1 0 0,-1-1 1 0 0,1 0-1 0 0,0 0 0 0 0,0 0 1 0 0,0 0-1 0 0,1 0 0 0 0,-1-1 1 0 0,1 1-1 0 0,0-1 0 0 0,1 0 1 0 0,-1 0-1 0 0,1-1 1 0 0,-1 1-1 0 0,1-1 0 0 0,0 0 1 0 0,0-1-1 0 0,7 4 0 0 0,-8-5 15 0 0,0 0-1 0 0,0 0 0 0 0,-1 0 0 0 0,1 0 0 0 0,1 0 0 0 0,-1-1 0 0 0,0 0 0 0 0,0 0 1 0 0,0 0-1 0 0,0 0 0 0 0,0-1 0 0 0,0 1 0 0 0,0-1 0 0 0,0 0 0 0 0,0 0 0 0 0,0-1 1 0 0,-1 1-1 0 0,1-1 0 0 0,0 0 0 0 0,4-2 0 0 0,-2-1-54 0 0,-1 1 1 0 0,1 0-1 0 0,-1-1 1 0 0,0 0-1 0 0,0 0 1 0 0,0-1-1 0 0,-1 1 0 0 0,1-1 1 0 0,-2 0-1 0 0,1 0 1 0 0,4-9-1 0 0,-6 9 41 0 0,0 1 0 0 0,0 0-1 0 0,0-1 1 0 0,-1 1 0 0 0,0-1 0 0 0,0 0-1 0 0,0 1 1 0 0,0-1 0 0 0,-1 0 0 0 0,0 0-1 0 0,0 1 1 0 0,-1-1 0 0 0,-2-10 0 0 0,2 12 71 0 0,0 1 1 0 0,-1-1-1 0 0,0 1 1 0 0,1-1-1 0 0,-1 1 1 0 0,0 0-1 0 0,-1 0 1 0 0,1 0 0 0 0,0 0-1 0 0,-1 0 1 0 0,0 1-1 0 0,0-1 1 0 0,0 1-1 0 0,0-1 1 0 0,0 1-1 0 0,0 0 1 0 0,0 0-1 0 0,-1 1 1 0 0,1-1-1 0 0,-1 1 1 0 0,1 0 0 0 0,-7-2-1 0 0,5 2-33 0 0,1 0 0 0 0,0 0 0 0 0,-1 1 0 0 0,1 0 0 0 0,-1 0 0 0 0,1 0 0 0 0,-1 0 0 0 0,1 1 0 0 0,-1-1 0 0 0,1 1 0 0 0,0 0 0 0 0,0 1-1 0 0,-1-1 1 0 0,1 1 0 0 0,0 0 0 0 0,0 0 0 0 0,0 0 0 0 0,0 0 0 0 0,1 1 0 0 0,-1-1 0 0 0,-4 6 0 0 0,5-6-51 0 0,0 1 1 0 0,1 0-1 0 0,0 0 0 0 0,-1 0 1 0 0,1 0-1 0 0,0 0 0 0 0,1 1 1 0 0,-1-1-1 0 0,0 1 0 0 0,1-1 1 0 0,0 1-1 0 0,0-1 0 0 0,0 1 0 0 0,0 0 1 0 0,1-1-1 0 0,-1 1 0 0 0,1 0 1 0 0,0 0-1 0 0,0 0 0 0 0,0-1 1 0 0,1 1-1 0 0,0 0 0 0 0,-1-1 1 0 0,1 1-1 0 0,2 4 0 0 0,1 1 13 0 0,0-1 0 0 0,0 1-1 0 0,1-1 1 0 0,0 0-1 0 0,0-1 1 0 0,1 1 0 0 0,0-1-1 0 0,1 0 1 0 0,-1 0 0 0 0,1-1-1 0 0,8 6 1 0 0,-13-11 22 0 0,0 1 1 0 0,1-1-1 0 0,-1 1 0 0 0,1-1 1 0 0,-1 0-1 0 0,1 1 1 0 0,-1-1-1 0 0,1-1 0 0 0,-1 1 1 0 0,1 0-1 0 0,0-1 1 0 0,-1 1-1 0 0,1-1 0 0 0,0 0 1 0 0,0 0-1 0 0,-1 0 1 0 0,1 0-1 0 0,0 0 0 0 0,0-1 1 0 0,-1 1-1 0 0,1-1 0 0 0,0 1 1 0 0,-1-1-1 0 0,1 0 1 0 0,-1 0-1 0 0,1-1 0 0 0,-1 1 1 0 0,1 0-1 0 0,-1-1 1 0 0,0 0-1 0 0,0 1 0 0 0,0-1 1 0 0,0 0-1 0 0,0 0 1 0 0,0 0-1 0 0,0 0 0 0 0,0 0 1 0 0,-1-1-1 0 0,1 1 1 0 0,-1-1-1 0 0,1-2 0 0 0,1 0 81 0 0,-1-1 0 0 0,1 0 0 0 0,-1 1 0 0 0,-1-1 0 0 0,1 0-1 0 0,-1 0 1 0 0,0 0 0 0 0,-1-1 0 0 0,1 1 0 0 0,-1 0 0 0 0,0 0 0 0 0,-1 0 0 0 0,1 0-1 0 0,-1 0 1 0 0,-3-8 0 0 0,3 8 15 0 0,0 1 1 0 0,-1-1-1 0 0,0 1 1 0 0,0 0-1 0 0,0 0 0 0 0,-1 0 1 0 0,0 0-1 0 0,0 1 1 0 0,0-1-1 0 0,0 1 0 0 0,-1-1 1 0 0,0 1-1 0 0,0 0 0 0 0,0 1 1 0 0,0-1-1 0 0,-1 1 1 0 0,-5-4-1 0 0,8 6-63 0 0,-1 0 1 0 0,1 1-1 0 0,0 0 0 0 0,-1-1 1 0 0,1 1-1 0 0,0 0 1 0 0,-1 0-1 0 0,1 0 0 0 0,0 0 1 0 0,-1 1-1 0 0,1-1 0 0 0,0 1 1 0 0,-1-1-1 0 0,1 1 0 0 0,0 0 1 0 0,0 0-1 0 0,0 0 1 0 0,-1 0-1 0 0,1 0 0 0 0,0 0 1 0 0,1 1-1 0 0,-1-1 0 0 0,0 1 1 0 0,0-1-1 0 0,1 1 1 0 0,-1 0-1 0 0,0 0 0 0 0,-2 3 1 0 0,-4 5-32 0 0,1 1 0 0 0,0-1 1 0 0,-11 23-1 0 0,17-31-100 0 0,-17 44-507 0 0,15-24-4366 0 0,4-6-1008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5.3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291 24 2761 0 0,'7'-24'10782'0'0,"-21"56"-9205"0"0,8-2 5929 0 0,6-26-7501 0 0,0 0-1 0 0,-1 0 0 0 0,1 0 1 0 0,-1 0-1 0 0,0-1 1 0 0,0 1-1 0 0,0 0 0 0 0,0 0 1 0 0,-1 0-1 0 0,1-1 0 0 0,-1 1 1 0 0,0-1-1 0 0,0 1 1 0 0,-1-1-1 0 0,1 0 0 0 0,-6 5 1 0 0,7-6-5 0 0,-43 49 72 0 0,2 2 0 0 0,3 2 0 0 0,-36 65 0 0 0,69-107-72 0 0,-4 5 0 0 0,-14 37 0 0 0,22-49 0 0 0,0 1 0 0 0,1 0 0 0 0,0-1 0 0 0,0 1 0 0 0,0 0 0 0 0,1-1 0 0 0,0 1 0 0 0,0 0 0 0 0,2 12 0 0 0,-2-17 5 0 0,1-1 1 0 0,-1 0 0 0 0,0 1-1 0 0,0-1 1 0 0,1 0-1 0 0,-1 0 1 0 0,1 1-1 0 0,0-1 1 0 0,-1 0-1 0 0,1 0 1 0 0,0 0 0 0 0,-1 0-1 0 0,1 0 1 0 0,0 0-1 0 0,0 0 1 0 0,0 0-1 0 0,0 0 1 0 0,0 0-1 0 0,0 0 1 0 0,0-1-1 0 0,0 1 1 0 0,1 0 0 0 0,-1-1-1 0 0,0 1 1 0 0,0-1-1 0 0,0 1 1 0 0,1-1-1 0 0,-1 0 1 0 0,0 1-1 0 0,1-1 1 0 0,2 0 0 0 0,-2 1-3 0 0,31 8 56 0 0,-20-7-57 0 0,0 2-1 0 0,-1-1 1 0 0,1 2 0 0 0,-1-1 0 0 0,0 2 0 0 0,0 0-1 0 0,-1 0 1 0 0,22 16 0 0 0,-29-18 6 0 0,35 29 44 0 0,56 36-1 0 0,-82-61-13 0 0,0-1-1 0 0,0 0 1 0 0,0-1-1 0 0,1 0 0 0 0,0-1 1 0 0,0 0-1 0 0,0-1 1 0 0,1-1-1 0 0,18 2 0 0 0,14-9 1038 0 0,-47 5-1660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5.4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348 108 2937 0 0,'-22'1'187'0'0,"18"0"-7"0"0,-1 0 0 0 0,1-1 0 0 0,0 0-1 0 0,-1 0 1 0 0,1 0 0 0 0,-1 0 0 0 0,-6-2-1 0 0,11 2-154 0 0,-1 0 0 0 0,1 0 0 0 0,0 0 0 0 0,0 0 0 0 0,0 0 0 0 0,0 0 0 0 0,0 0 0 0 0,-1 0 0 0 0,1 0 0 0 0,0 0 0 0 0,0 0 0 0 0,0 0 0 0 0,0-1 0 0 0,0 1 0 0 0,0 0 1 0 0,-1 0-1 0 0,1 0 0 0 0,0 0 0 0 0,0 0 0 0 0,0 0 0 0 0,0 0 0 0 0,0 0 0 0 0,0-1 0 0 0,0 1 0 0 0,0 0 0 0 0,-1 0 0 0 0,1 0 0 0 0,0 0 0 0 0,0 0 0 0 0,0-1 0 0 0,0 1 0 0 0,0 0 0 0 0,0 0 0 0 0,0 0 0 0 0,0 0 0 0 0,0-1 0 0 0,0 1 0 0 0,0 0 0 0 0,0 0 0 0 0,0 0 0 0 0,0 0 0 0 0,0 0 0 0 0,0-1 0 0 0,0 1 0 0 0,0 0 0 0 0,1 0 0 0 0,-1 0 0 0 0,0 0 0 0 0,0-1 0 0 0,9-5 994 0 0,12-1 677 0 0,-19 7-1587 0 0,0 1-1 0 0,0-1 1 0 0,0 0-1 0 0,0 1 1 0 0,0-1-1 0 0,0 1 1 0 0,0 0-1 0 0,0-1 0 0 0,0 1 1 0 0,-1 0-1 0 0,1 0 1 0 0,0 0-1 0 0,-1 0 1 0 0,1 1-1 0 0,0-1 1 0 0,-1 0-1 0 0,0 1 0 0 0,1-1 1 0 0,-1 1-1 0 0,0-1 1 0 0,0 1-1 0 0,0 0 1 0 0,0 0-1 0 0,0-1 0 0 0,0 1 1 0 0,0 0-1 0 0,0 3 1 0 0,1-2 33 0 0,-1 0 0 0 0,1 0 0 0 0,-1 0 0 0 0,1-1 0 0 0,0 1 0 0 0,0 0 0 0 0,0-1 0 0 0,4 4 0 0 0,-5-5-141 0 0,0-1-1 0 0,-1 0 1 0 0,1 0 0 0 0,0 0 0 0 0,-1 0 0 0 0,1 0 0 0 0,0-1-1 0 0,-1 1 1 0 0,1 0 0 0 0,0 0 0 0 0,-1 0 0 0 0,1-1-1 0 0,0 1 1 0 0,-1 0 0 0 0,1 0 0 0 0,-1-1 0 0 0,1 1 0 0 0,0-1-1 0 0,-1 1 1 0 0,1-1 0 0 0,-1 1 0 0 0,1 0 0 0 0,-1-1 0 0 0,0 0-1 0 0,1 1 1 0 0,-1-1 0 0 0,1 1 0 0 0,-1-1 0 0 0,0 1-1 0 0,0-1 1 0 0,1 0 0 0 0,-1 1 0 0 0,0-2 0 0 0,12-23 163 0 0,-11 22-84 0 0,0-1 1 0 0,0 0 0 0 0,0 1-1 0 0,-1-1 1 0 0,1 0 0 0 0,-1 1-1 0 0,0-1 1 0 0,0 0 0 0 0,0 0-1 0 0,-1 1 1 0 0,1-1 0 0 0,-1 0 0 0 0,0 1-1 0 0,0-1 1 0 0,0 0 0 0 0,-1 1-1 0 0,1-1 1 0 0,-1 1 0 0 0,1 0-1 0 0,-1 0 1 0 0,-1-1 0 0 0,1 1-1 0 0,0 0 1 0 0,-1 1 0 0 0,1-1-1 0 0,-1 0 1 0 0,0 1 0 0 0,0 0-1 0 0,0-1 1 0 0,0 1 0 0 0,0 0-1 0 0,0 0 1 0 0,-1 1 0 0 0,1-1-1 0 0,-1 1 1 0 0,1 0 0 0 0,-1 0-1 0 0,1 0 1 0 0,-1 0 0 0 0,0 0-1 0 0,0 1 1 0 0,1 0 0 0 0,-1 0-1 0 0,0 0 1 0 0,0 0 0 0 0,1 0-1 0 0,-1 1 1 0 0,-4 1 0 0 0,-7 2 67 0 0,0 0 0 0 0,1 2 0 0 0,0 0 0 0 0,0 0 0 0 0,-17 11 0 0 0,25-13-151 0 0,0 0 0 0 0,0 0 0 0 0,0 1 0 0 0,0-1 0 0 0,1 2 0 0 0,0-1 0 0 0,0 0-1 0 0,0 1 1 0 0,1 0 0 0 0,0 0 0 0 0,0 0 0 0 0,-6 14 0 0 0,9-19-4 0 0,0 1 0 0 0,1-1 1 0 0,-1 0-1 0 0,1 1 0 0 0,-1-1 0 0 0,1 1 1 0 0,-1-1-1 0 0,1 1 0 0 0,0-1 1 0 0,0 1-1 0 0,-1-1 0 0 0,1 1 0 0 0,0-1 1 0 0,1 1-1 0 0,-1-1 0 0 0,0 1 1 0 0,0-1-1 0 0,1 1 0 0 0,-1-1 0 0 0,1 0 1 0 0,-1 1-1 0 0,1-1 0 0 0,-1 1 1 0 0,1-1-1 0 0,0 0 0 0 0,0 0 0 0 0,0 1 1 0 0,0-1-1 0 0,0 0 0 0 0,0 0 1 0 0,0 0-1 0 0,0 0 0 0 0,0 0 0 0 0,0 0 1 0 0,0 0-1 0 0,1-1 0 0 0,-1 1 1 0 0,0 0-1 0 0,1-1 0 0 0,-1 1 0 0 0,1-1 1 0 0,-1 1-1 0 0,0-1 0 0 0,1 0 0 0 0,2 1 1 0 0,1-1 4 0 0,0 1 1 0 0,1-1-1 0 0,-1 0 0 0 0,0-1 1 0 0,0 1-1 0 0,0-1 1 0 0,0 0-1 0 0,0 0 1 0 0,0-1-1 0 0,0 0 1 0 0,0 0-1 0 0,6-3 0 0 0,-6 2 24 0 0,-1 0-1 0 0,1 0 1 0 0,-1 0-1 0 0,0-1 1 0 0,0 1-1 0 0,0-1 1 0 0,0 0-1 0 0,-1 0 0 0 0,5-7 1 0 0,-8 10 4 0 0,1-1 0 0 0,0 1 0 0 0,-1-1 0 0 0,1 0 0 0 0,-1 1 0 0 0,1-1 0 0 0,-1 1 0 0 0,0-1 0 0 0,1 0 0 0 0,-1 1 0 0 0,0-1 0 0 0,0 0-1 0 0,0 1 1 0 0,-1-1 0 0 0,1 0 0 0 0,0 1 0 0 0,-1-1 0 0 0,1 0 0 0 0,-1 1 0 0 0,1-1 0 0 0,-1 1 0 0 0,0-1 0 0 0,0 1 0 0 0,0-1 0 0 0,1 1 0 0 0,-1 0 0 0 0,-1-1 0 0 0,1 1 0 0 0,0 0 0 0 0,0 0 0 0 0,0-1 0 0 0,-1 1 0 0 0,-1-1 0 0 0,-3-2 27 0 0,0-1 0 0 0,-1 1 0 0 0,0 0 0 0 0,0 0 0 0 0,0 1 0 0 0,0 0 0 0 0,0 0 0 0 0,-1 1 0 0 0,1 0 0 0 0,-1 0 0 0 0,0 1 0 0 0,0 0 0 0 0,1 0 0 0 0,-1 1 0 0 0,0 0 0 0 0,0 0 0 0 0,0 1 0 0 0,1 0 0 0 0,-1 0 0 0 0,0 1 0 0 0,1 0 0 0 0,-1 1 0 0 0,1-1 0 0 0,0 1 0 0 0,-1 1 0 0 0,2-1 0 0 0,-1 1 0 0 0,0 0 0 0 0,1 1 0 0 0,0 0 0 0 0,-11 9 0 0 0,16-13-55 0 0,0 0-1 0 0,0 1 0 0 0,0-1 0 0 0,0 0 0 0 0,0 0 1 0 0,0 1-1 0 0,0-1 0 0 0,0 0 0 0 0,1 1 1 0 0,-1-1-1 0 0,0 1 0 0 0,1-1 0 0 0,-1 1 0 0 0,1-1 1 0 0,0 1-1 0 0,-1 0 0 0 0,1-1 0 0 0,0 1 1 0 0,0-1-1 0 0,0 1 0 0 0,0 0 0 0 0,0-1 0 0 0,0 1 1 0 0,1-1-1 0 0,-1 1 0 0 0,0-1 0 0 0,1 1 1 0 0,-1 0-1 0 0,1-1 0 0 0,0 0 0 0 0,0 1 0 0 0,-1-1 1 0 0,1 1-1 0 0,0-1 0 0 0,2 2 0 0 0,-1-1-3 0 0,0 0 0 0 0,0 0 0 0 0,0-1 0 0 0,1 1-1 0 0,-1-1 1 0 0,1 1 0 0 0,-1-1 0 0 0,1 0 0 0 0,0 0-1 0 0,-1 0 1 0 0,1 0 0 0 0,0 0 0 0 0,0-1 0 0 0,-1 1-1 0 0,1-1 1 0 0,0 0 0 0 0,0 0 0 0 0,0 0-1 0 0,4-1 1 0 0,1 0-5 0 0,0-1-1 0 0,1 0 1 0 0,-1-1-1 0 0,0 0 1 0 0,0 0-1 0 0,0-1 1 0 0,-1 0-1 0 0,1 0 1 0 0,-1-1-1 0 0,0 1 1 0 0,0-2-1 0 0,-1 1 1 0 0,1-1-1 0 0,-1 0 1 0 0,7-9-1 0 0,-12 14 24 0 0,-1 0-1 0 0,1 0 1 0 0,-1 0-1 0 0,0 0 0 0 0,1 0 1 0 0,-1 0-1 0 0,0 0 1 0 0,1 0-1 0 0,-1-1 1 0 0,0 1-1 0 0,0 0 1 0 0,0 0-1 0 0,0 0 0 0 0,0 0 1 0 0,0 0-1 0 0,0 0 1 0 0,-1 0-1 0 0,1 0 1 0 0,0 0-1 0 0,0 0 1 0 0,-1-1-1 0 0,1 1 0 0 0,-1 0 1 0 0,1 1-1 0 0,-1-1 1 0 0,1 0-1 0 0,-1 0 1 0 0,0 0-1 0 0,0 0 1 0 0,1 0-1 0 0,-1 1 0 0 0,0-1 1 0 0,0 0-1 0 0,0 0 1 0 0,0 1-1 0 0,0-1 1 0 0,1 1-1 0 0,-1-1 1 0 0,0 1-1 0 0,0-1 0 0 0,-1 1 1 0 0,0-1-1 0 0,-1 0 25 0 0,1 0 0 0 0,-1 0 0 0 0,0 0-1 0 0,0 0 1 0 0,0 0 0 0 0,0 0 0 0 0,0 1-1 0 0,0-1 1 0 0,0 1 0 0 0,0 0 0 0 0,0 0-1 0 0,0 0 1 0 0,0 1 0 0 0,0-1 0 0 0,-3 1-1 0 0,4 0-78 0 0,0 0-1 0 0,0 0 1 0 0,0 0-1 0 0,0 0 1 0 0,1 0-1 0 0,-1 0 1 0 0,0 0-1 0 0,1 0 0 0 0,-1 1 1 0 0,1-1-1 0 0,0 0 1 0 0,-1 1-1 0 0,1 0 1 0 0,0-1-1 0 0,0 1 0 0 0,0 0 1 0 0,0-1-1 0 0,0 1 1 0 0,0 0-1 0 0,0 0 1 0 0,1 0-1 0 0,-1 0 0 0 0,1 0 1 0 0,-1 0-1 0 0,1 0 1 0 0,0 0-1 0 0,0 0 1 0 0,0 0-1 0 0,0 0 1 0 0,0 0-1 0 0,0 0 0 0 0,1 0 1 0 0,-1 0-1 0 0,1 0 1 0 0,-1 0-1 0 0,1 0 1 0 0,0-1-1 0 0,1 4 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5.8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45 12899 0 0,'0'0'89'0'0,"-1"-1"0"0"0,0 1 0 0 0,1-1 0 0 0,-1 0 0 0 0,1 1 1 0 0,-1-1-1 0 0,1 0 0 0 0,-1 0 0 0 0,1 1 0 0 0,-1-1 0 0 0,1 0 1 0 0,-1 0-1 0 0,1 0 0 0 0,0 1 0 0 0,0-1 0 0 0,0 0 0 0 0,-1 0 0 0 0,1 0 1 0 0,0 0-1 0 0,0 0 0 0 0,0 0 0 0 0,0 1 0 0 0,0-1 0 0 0,0 0 0 0 0,1 0 1 0 0,-1 0-1 0 0,0 0 0 0 0,0 0 0 0 0,1 0 0 0 0,-1 1 0 0 0,0-1 0 0 0,1 0 1 0 0,-1 0-1 0 0,1 1 0 0 0,-1-1 0 0 0,1 0 0 0 0,-1 0 0 0 0,1 1 1 0 0,-1-1-1 0 0,1 1 0 0 0,1-2 0 0 0,1 1 250 0 0,0-1 0 0 0,0 1 0 0 0,0-1 0 0 0,1 1 0 0 0,-1 0 0 0 0,0 0-1 0 0,1 0 1 0 0,-1 1 0 0 0,8-1 0 0 0,-1 1-97 0 0,0 1 1 0 0,0 0-1 0 0,0 0 0 0 0,0 1 0 0 0,0 0 0 0 0,0 1 0 0 0,0 0 0 0 0,-1 1 0 0 0,15 7 0 0 0,10 8-101 0 0,37 26-1 0 0,-48-30-14 0 0,154 113 185 0 0,80 50-205 0 0,-246-172-71 0 0,1 0 0 0 0,0 0 0 0 0,0-1-1 0 0,0-1 1 0 0,1 0 0 0 0,-1-1 0 0 0,1 0 0 0 0,14 1 0 0 0,-19-4-254 0 0,-1 0 1 0 0,0 0 0 0 0,0-1-1 0 0,1 1 1 0 0,-1-2 0 0 0,13-3-1 0 0,-15 3-553 0 0,1 0-1 0 0,0 0 0 0 0,-1-1 1 0 0,0 0-1 0 0,1 0 1 0 0,-1-1-1 0 0,0 0 0 0 0,8-7 1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6.2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540 98 6233 0 0,'-13'-16'778'0'0,"-30"-29"-1"0"0,39 41-244 0 0,0 1-1 0 0,-1-1 0 0 0,1 1 0 0 0,-1-1 0 0 0,0 1 1 0 0,0 1-1 0 0,0-1 0 0 0,-1 1 0 0 0,1 0 0 0 0,0 0 1 0 0,-1 0-1 0 0,-6-1 0 0 0,8 4-312 0 0,0-1-1 0 0,0 1 1 0 0,1 0 0 0 0,-1-1-1 0 0,0 2 1 0 0,1-1-1 0 0,-1 0 1 0 0,1 1 0 0 0,-1-1-1 0 0,1 1 1 0 0,0 0-1 0 0,-1 0 1 0 0,1 1 0 0 0,0-1-1 0 0,0 1 1 0 0,1-1-1 0 0,-1 1 1 0 0,1 0 0 0 0,-1 0-1 0 0,-3 6 1 0 0,-5 8 51 0 0,0 0 1 0 0,-12 28 0 0 0,22-42-219 0 0,-117 307 528 0 0,70-172-449 0 0,34-100-164 0 0,9-19-38 0 0,-2 0 0 0 0,0 0 0 0 0,-1-1 0 0 0,-1 0 0 0 0,-1 0 0 0 0,0-1 0 0 0,-24 29 0 0 0,30-41-534 0 0,0 0 0 0 0,0 1-1 0 0,1-1 1 0 0,0 1 0 0 0,-4 7-1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7.8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40 32 15203 0 0,'-4'-6'699'0'0,"-18"-18"3005"0"0,22 24-3664 0 0,0 0 1 0 0,0 0-1 0 0,-1 0 0 0 0,1-1 1 0 0,0 1-1 0 0,0 0 1 0 0,-1 0-1 0 0,1 0 1 0 0,0 0-1 0 0,0 0 0 0 0,-1 0 1 0 0,1 0-1 0 0,0 0 1 0 0,0 0-1 0 0,-1 0 0 0 0,1 0 1 0 0,0 0-1 0 0,-1 0 1 0 0,1 0-1 0 0,0 0 1 0 0,0 0-1 0 0,-1 0 0 0 0,1 0 1 0 0,0 0-1 0 0,0 0 1 0 0,-1 0-1 0 0,1 1 0 0 0,0-1 1 0 0,0 0-1 0 0,-1 0 1 0 0,1 0-1 0 0,0 0 1 0 0,-1 1-1 0 0,-4 18 223 0 0,9 260 189 0 0,1-153-581 0 0,20 249-217 0 0,-17-310-849 0 0,4-1-1 0 0,2 0 1 0 0,40 106-1 0 0,-41-138-815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8.1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3 121 11058 0 0,'-1'-6'319'0'0,"0"1"-1"0"0,1-1 1 0 0,-1 0-1 0 0,1 0 1 0 0,0 0-1 0 0,1 0 1 0 0,-1 0-1 0 0,1 1 1 0 0,0-1-1 0 0,4-11 1 0 0,-4 14-163 0 0,1 0 0 0 0,-1 1-1 0 0,1-1 1 0 0,-1 0 0 0 0,1 1 0 0 0,0-1 0 0 0,0 1 0 0 0,0-1 0 0 0,0 1 0 0 0,0 0 0 0 0,1 0 0 0 0,-1 0 0 0 0,1 0 0 0 0,-1 1 0 0 0,1-1-1 0 0,0 0 1 0 0,-1 1 0 0 0,1 0 0 0 0,0 0 0 0 0,0 0 0 0 0,0 0 0 0 0,4-1 0 0 0,-2 2-68 0 0,-1 0 1 0 0,0 0-1 0 0,0 1 0 0 0,1-1 1 0 0,-1 1-1 0 0,0 0 1 0 0,0 0-1 0 0,0 0 0 0 0,0 1 1 0 0,0-1-1 0 0,0 1 1 0 0,0 0-1 0 0,0 0 0 0 0,-1 0 1 0 0,1 1-1 0 0,-1-1 1 0 0,1 1-1 0 0,-1 0 0 0 0,3 3 1 0 0,9 10 49 0 0,0 1 1 0 0,18 26 0 0 0,-19-24-33 0 0,-2-3-76 0 0,151 181 81 0 0,-140-173-106 0 0,1-1-1 0 0,1-1 0 0 0,1-1 0 0 0,0-1 0 0 0,49 26 0 0 0,-71-44 73 0 0,1 1 0 0 0,-1-1 0 0 0,1-1 0 0 0,-1 1 0 0 0,1-1-1 0 0,-1 0 1 0 0,1 0 0 0 0,0 0 0 0 0,0-1 0 0 0,0 1 0 0 0,6-1-1 0 0,-10-1-31 0 0,1 1 0 0 0,-1 0 0 0 0,0 0 0 0 0,0-1 0 0 0,1 1-1 0 0,-1-1 1 0 0,0 1 0 0 0,0-1 0 0 0,0 0 0 0 0,0 1 0 0 0,0-1-1 0 0,1 0 1 0 0,-1 0 0 0 0,-1 0 0 0 0,1 0 0 0 0,0 0 0 0 0,2-1-1 0 0,-2 0-14 0 0,-1 0 0 0 0,1 0 0 0 0,0 0 0 0 0,0-1 0 0 0,-1 1-1 0 0,1 0 1 0 0,-1 0 0 0 0,0 0 0 0 0,0 0 0 0 0,1 0 0 0 0,-2-1-1 0 0,1 1 1 0 0,0 0 0 0 0,-1-3 0 0 0,-42-208 634 0 0,25 137-2400 0 0,2-2-3684 0 0,4 11-1587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8.4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173 246 8290 0 0,'6'7'142'0'0,"0"0"0"0"0,1-1-1 0 0,-1 0 1 0 0,1 0 0 0 0,12 7 0 0 0,-18-12-145 0 0,0-1 0 0 0,0 1 0 0 0,0-1 0 0 0,0 1 0 0 0,0-1 0 0 0,0 1 0 0 0,0-1 0 0 0,0 0 0 0 0,0 0 0 0 0,1 1 0 0 0,-1-1 1 0 0,0 0-1 0 0,0 0 0 0 0,0 0 0 0 0,0 0 0 0 0,1 0 0 0 0,-1-1 0 0 0,0 1 0 0 0,0 0 0 0 0,0 0 0 0 0,2-1 0 0 0,-2 0 41 0 0,0-1 1 0 0,0 1-1 0 0,0 0 0 0 0,0-1 1 0 0,0 1-1 0 0,0 0 1 0 0,0-1-1 0 0,0 1 0 0 0,-1-1 1 0 0,1 0-1 0 0,-1 1 0 0 0,1-1 1 0 0,-1 1-1 0 0,1-1 1 0 0,-1 0-1 0 0,0 1 0 0 0,0-1 1 0 0,0 0-1 0 0,0-3 0 0 0,0-8 391 0 0,-1-1-1 0 0,0 1 0 0 0,0 0 0 0 0,-2-1 1 0 0,1 1-1 0 0,-2 0 0 0 0,0 0 0 0 0,0 1 1 0 0,-1-1-1 0 0,-1 1 0 0 0,0 0 0 0 0,-1 0 0 0 0,0 1 1 0 0,-1 0-1 0 0,0 0 0 0 0,0 0 0 0 0,-1 2 1 0 0,-14-13-1 0 0,21 20-365 0 0,0 0 0 0 0,0 1 0 0 0,-1-1 0 0 0,1 0 0 0 0,-1 1 0 0 0,1 0 0 0 0,-1 0 0 0 0,0-1 0 0 0,0 1 0 0 0,1 1 0 0 0,-1-1 0 0 0,0 0 0 0 0,0 1 0 0 0,0-1 0 0 0,0 1 0 0 0,0 0 0 0 0,0 0 0 0 0,0 0 0 0 0,1 1 0 0 0,-6 0 0 0 0,4 0-3 0 0,0 1-1 0 0,1 0 1 0 0,-1 0-1 0 0,1 0 1 0 0,-1 0 0 0 0,1 1-1 0 0,0-1 1 0 0,0 1-1 0 0,0 0 1 0 0,0 0-1 0 0,1 0 1 0 0,-1 0 0 0 0,-2 5-1 0 0,-2 3-324 0 0,1 1-1 0 0,0 0 1 0 0,1 0-1 0 0,0 1 1 0 0,1-1-1 0 0,0 1 1 0 0,-3 26-1 0 0,5-6-946 0 0,3-1-18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8.8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272 319 9218 0 0,'-6'1'222'0'0,"0"1"1"0"0,0-1-1 0 0,0 2 1 0 0,0-1-1 0 0,0 1 1 0 0,1-1-1 0 0,-1 2 0 0 0,1-1 1 0 0,0 0-1 0 0,0 1 1 0 0,0 0-1 0 0,0 0 1 0 0,-5 7-1 0 0,-1 1 133 0 0,1 0 0 0 0,1 0-1 0 0,0 1 1 0 0,1 1 0 0 0,0-1 0 0 0,1 1-1 0 0,1 1 1 0 0,0-1 0 0 0,-5 21 0 0 0,9-29-265 0 0,0 1-1 0 0,0 0 1 0 0,1 0 0 0 0,0 0 0 0 0,1 0 0 0 0,-1 0 0 0 0,1 0-1 0 0,1 0 1 0 0,-1 0 0 0 0,1 0 0 0 0,1 0 0 0 0,-1 0 0 0 0,1 0-1 0 0,0 0 1 0 0,0-1 0 0 0,1 1 0 0 0,0-1 0 0 0,0 1 0 0 0,1-1 0 0 0,0 0-1 0 0,0 0 1 0 0,0-1 0 0 0,6 6 0 0 0,-8-8-67 0 0,1-1-1 0 0,-1 0 1 0 0,1 1-1 0 0,0-1 1 0 0,0 0 0 0 0,0-1-1 0 0,0 1 1 0 0,0 0 0 0 0,0-1-1 0 0,1 0 1 0 0,-1 1 0 0 0,0-1-1 0 0,1-1 1 0 0,-1 1 0 0 0,1 0-1 0 0,-1-1 1 0 0,1 0 0 0 0,-1 0-1 0 0,1 0 1 0 0,-1 0 0 0 0,1 0-1 0 0,-1-1 1 0 0,1 0-1 0 0,-1 1 1 0 0,1-1 0 0 0,-1 0-1 0 0,0-1 1 0 0,1 1 0 0 0,-1-1-1 0 0,0 1 1 0 0,5-5 0 0 0,-3 2-27 0 0,0 0 1 0 0,0-1 0 0 0,0 1-1 0 0,-1-1 1 0 0,1 0 0 0 0,-1 0-1 0 0,-1 0 1 0 0,1-1 0 0 0,-1 1-1 0 0,0-1 1 0 0,0 0 0 0 0,-1 0-1 0 0,1 0 1 0 0,-1 0 0 0 0,-1-1-1 0 0,2-8 1 0 0,-2 2-43 0 0,0-1 1 0 0,-2 0-1 0 0,0 1 1 0 0,0-1-1 0 0,-1 1 0 0 0,-1 0 1 0 0,0-1-1 0 0,-1 1 1 0 0,0 1-1 0 0,-7-15 0 0 0,-11-17 4 0 0,-38-61-1 0 0,31 58-17 0 0,-1-6 204 0 0,-31-49 1202 0 0,53 91-926 0 0,0 0 1 0 0,0 0 0 0 0,-1 2-1 0 0,-1-1 1 0 0,0 1 0 0 0,-16-12-1 0 0,32 35 164 0 0,0 0-1 0 0,17 25 0 0 0,18 23-686 0 0,71 84 0 0 0,-36-63-6635 0 0,-33-38-701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9.1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153 479 10594 0 0,'7'-8'737'0'0,"0"1"1"0"0,-1-1-1 0 0,0 0 0 0 0,-1-1 0 0 0,1 1 0 0 0,-1-1 0 0 0,-1 0 0 0 0,0 0 0 0 0,5-18 0 0 0,-6 14-345 0 0,0-1 0 0 0,-1 0 0 0 0,0 1 0 0 0,-1-1 0 0 0,-1 0-1 0 0,-2-21 1 0 0,-1 12-203 0 0,-1 1 0 0 0,-2 0 0 0 0,0 0 1 0 0,-1 1-1 0 0,0 0 0 0 0,-2 0 0 0 0,-1 1 0 0 0,-19-30 0 0 0,27 47-177 0 0,1 0 1 0 0,-1 0-1 0 0,0 1 0 0 0,0-1 0 0 0,0 1 1 0 0,0 0-1 0 0,-1-1 0 0 0,1 1 0 0 0,-1 0 1 0 0,1 1-1 0 0,-1-1 0 0 0,0 0 0 0 0,0 1 1 0 0,1-1-1 0 0,-1 1 0 0 0,0 0 0 0 0,-4-1 1 0 0,5 2-11 0 0,0 0 0 0 0,-1 0 0 0 0,1 0 1 0 0,0 1-1 0 0,-1-1 0 0 0,1 0 0 0 0,0 1 1 0 0,0 0-1 0 0,-1 0 0 0 0,1 0 0 0 0,0 0 1 0 0,0 0-1 0 0,0 0 0 0 0,0 0 1 0 0,0 0-1 0 0,0 1 0 0 0,1-1 0 0 0,-1 1 1 0 0,0 0-1 0 0,1-1 0 0 0,-1 1 0 0 0,1 0 1 0 0,-3 3-1 0 0,-2 5-9 0 0,1-1 1 0 0,0 0 0 0 0,0 1-1 0 0,1 0 1 0 0,0 0 0 0 0,1 0-1 0 0,0 1 1 0 0,1-1-1 0 0,0 1 1 0 0,0 0 0 0 0,1-1-1 0 0,1 1 1 0 0,0 0-1 0 0,2 15 1 0 0,-2-18-6 0 0,1 1-1 0 0,1-1 1 0 0,-1 0 0 0 0,1 0 0 0 0,1 0-1 0 0,0 0 1 0 0,0 0 0 0 0,0-1-1 0 0,1 1 1 0 0,0-1 0 0 0,1 0 0 0 0,-1 0-1 0 0,1-1 1 0 0,1 1 0 0 0,-1-1 0 0 0,1 0-1 0 0,0 0 1 0 0,0-1 0 0 0,9 6-1 0 0,2-2-4 0 0,1 0-1 0 0,1-2 1 0 0,0 0-1 0 0,0 0 0 0 0,29 4 1 0 0,101 10-875 0 0,-133-20 240 0 0,0 0 0 0 0,0-1 0 0 0,0-1 0 0 0,0-1 0 0 0,0 0 0 0 0,0-1 0 0 0,26-8 0 0 0,-11 0-915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9.3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46 34 3225 0 0,'-11'-7'733'0'0,"-24"-20"7513"0"0,58 44-2110 0 0,25 7-4870 0 0,-23-11-424 0 0,56 32 509 0 0,89 67-1 0 0,-52-37-3317 0 0,-98-60-5668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09.5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190 25 6913 0 0,'-19'-25'6583'0'0,"7"28"-1122"0"0,11-2-5251 0 0,-8 12 83 0 0,-5 22 773 0 0,2 1 0 0 0,-14 65-1 0 0,-3 79-885 0 0,18-108 76 0 0,-36 247-1808 0 0,38-237-6162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1.03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2178 14283 0 0,'40'-25'1592'0'0,"281"-139"-1990"0"0,29-17 116 0 0,161-141 202 0 0,104-16 312 0 0,-40 41-32 0 0,-536 278-227 0 0,459-241-231 0 0,-405 199 243 0 0,115-97 0 0 0,35-25 354 0 0,-176 137-167 0 0,-26 17 9 0 0,1 2 0 0 0,67-32 0 0 0,-105 57-69 0 0,0 1 0 0 0,0-1-1 0 0,0 1 1 0 0,0 0 0 0 0,0 0-1 0 0,0 1 1 0 0,0 0 0 0 0,1-1-1 0 0,-1 1 1 0 0,0 0 0 0 0,0 1-1 0 0,0-1 1 0 0,1 1 0 0 0,-1 0-1 0 0,0 0 1 0 0,0 0 0 0 0,0 1 0 0 0,0-1-1 0 0,-1 1 1 0 0,1 0 0 0 0,0 0-1 0 0,-1 0 1 0 0,1 1 0 0 0,-1-1-1 0 0,0 1 1 0 0,0 0 0 0 0,3 3-1 0 0,8 9 360 0 0,-1 2 0 0 0,0-1 0 0 0,-2 1 0 0 0,14 26 0 0 0,-7-13-385 0 0,140 222 195 0 0,224 402 557 0 0,-121-148-747 0 0,-217-418-16 0 0,54 152 0 0 0,-92-221-54 0 0,-1 0-1 0 0,-1 0 1 0 0,0 0-1 0 0,-2 1 1 0 0,0-1-1 0 0,-2 1 1 0 0,0-1-1 0 0,-1 1 1 0 0,-4 25-1 0 0,1-29-26 0 0,0 0 0 0 0,-1 0 1 0 0,0-1-1 0 0,-2 0 0 0 0,1 0 0 0 0,-2-1 0 0 0,0 1 0 0 0,-1-2 1 0 0,0 1-1 0 0,-1-1 0 0 0,-19 19 0 0 0,2-6 11 0 0,-2-2 0 0 0,-1 0 0 0 0,0-2-1 0 0,-41 22 1 0 0,-143 64 53 0 0,140-73-81 0 0,-368 145-244 0 0,214-94 331 0 0,-521 233-156 0 0,137-2-120 0 0,421-218 193 0 0,-10 6 75 0 0,-206 102-354 0 0,265-139-643 0 0,83-40-936 0 0,2-4-5310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1.3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8754 0 0,'76'181'2523'0'0,"-33"-86"-1929"0"0,457 1128 5457 0 0,-343-862-6114 0 0,-130-309-83 0 0,2-2 0 0 0,2-1 0 0 0,3-2 0 0 0,65 73 0 0 0,-29-51 133 0 0,-5-11 13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1.7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46 9674 0 0,'-1'-2'182'0'0,"1"1"0"0"0,-1 0 0 0 0,1 0 0 0 0,-1 0 0 0 0,1-1 0 0 0,0 1 1 0 0,-1 0-1 0 0,1-1 0 0 0,0 1 0 0 0,0 0 0 0 0,0 0 0 0 0,0-1 0 0 0,0 1 0 0 0,0 0 0 0 0,0-1 0 0 0,0 1 0 0 0,1 0 0 0 0,-1-1 0 0 0,1 1 0 0 0,-1 0 0 0 0,1 0 0 0 0,-1 0 1 0 0,1-1-1 0 0,-1 1 0 0 0,1 0 0 0 0,0 0 0 0 0,0 0 0 0 0,0 0 0 0 0,0 0 0 0 0,0 0 0 0 0,-1 0 0 0 0,2 0 0 0 0,-1 1 0 0 0,0-1 0 0 0,0 0 0 0 0,0 1 0 0 0,0-1 1 0 0,3 0-1 0 0,-2 0-37 0 0,1 1 0 0 0,-1-1 0 0 0,1 1 1 0 0,-1 0-1 0 0,1 0 0 0 0,-1 1 1 0 0,1-1-1 0 0,0 0 0 0 0,-1 1 0 0 0,1-1 1 0 0,-1 1-1 0 0,0 0 0 0 0,1 0 1 0 0,-1 0-1 0 0,0 0 0 0 0,1 0 0 0 0,-1 1 1 0 0,0-1-1 0 0,0 1 0 0 0,3 2 1 0 0,10 11 125 0 0,-1 1 1 0 0,0 1 0 0 0,-2 0 0 0 0,0 0 0 0 0,-1 1-1 0 0,0 0 1 0 0,7 22 0 0 0,50 145 456 0 0,-54-142-572 0 0,14 44 14 0 0,2 9-666 0 0,60 129 1 0 0,-69-184-588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2.0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283 0 5065 0 0,'-1'0'202'0'0,"-1"1"0"0"0,1-1 1 0 0,-1 0-1 0 0,1 1 0 0 0,-1-1 0 0 0,1 1 0 0 0,-1-1 0 0 0,1 1 0 0 0,-1 0 0 0 0,1 0 1 0 0,0 0-1 0 0,-1 0 0 0 0,1 0 0 0 0,0 0 0 0 0,0 0 0 0 0,0 0 0 0 0,-2 3 1 0 0,-17 27 4379 0 0,10-15-4637 0 0,-37 53 1296 0 0,3 2 1 0 0,3 2 0 0 0,-43 105-1 0 0,82-174-1069 0 0,1 1-1 0 0,-1 0 0 0 0,1 0 0 0 0,-1 1 1 0 0,1-1-1 0 0,1 0 0 0 0,-1 0 1 0 0,1 0-1 0 0,0 1 0 0 0,1 5 1 0 0,-1-9-106 0 0,1 0 0 0 0,-1 0 0 0 0,1 0 0 0 0,0 0 0 0 0,0 0 1 0 0,0-1-1 0 0,0 1 0 0 0,0 0 0 0 0,0-1 0 0 0,1 1 1 0 0,-1-1-1 0 0,0 1 0 0 0,1-1 0 0 0,-1 1 0 0 0,1-1 1 0 0,-1 0-1 0 0,1 0 0 0 0,0 0 0 0 0,0 0 0 0 0,-1 0 1 0 0,1 0-1 0 0,0-1 0 0 0,0 1 0 0 0,0 0 0 0 0,0-1 1 0 0,0 0-1 0 0,0 1 0 0 0,0-1 0 0 0,2 0 0 0 0,10 1 33 0 0,0-1 0 0 0,0 0 0 0 0,-1-1 0 0 0,1 0 0 0 0,15-4 0 0 0,72-21 20 0 0,-56 13 18 0 0,145-42-1015 0 0,-65 14-3757 0 0,-111 37 4536 0 0,-1-1 0 0 0,1-1 0 0 0,-1 0 0 0 0,0-1 0 0 0,22-15 0 0 0,-13 2-27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2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171 27 9674 0 0,'0'-2'153'0'0,"-1"0"1"0"0,0 1-1 0 0,0-1 1 0 0,0 1-1 0 0,0-1 0 0 0,0 1 1 0 0,0-1-1 0 0,-1 1 1 0 0,1 0-1 0 0,0-1 1 0 0,-1 1-1 0 0,1 0 0 0 0,-1 0 1 0 0,1 0-1 0 0,-1 0 1 0 0,1 0-1 0 0,-1 1 0 0 0,0-1 1 0 0,0 0-1 0 0,1 1 1 0 0,-1-1-1 0 0,0 1 0 0 0,0 0 1 0 0,1-1-1 0 0,-1 1 1 0 0,0 0-1 0 0,0 0 0 0 0,0 0 1 0 0,0 0-1 0 0,1 1 1 0 0,-1-1-1 0 0,0 0 0 0 0,-3 2 1 0 0,0-1 127 0 0,0 1-1 0 0,0-1 1 0 0,0 1 0 0 0,0 0-1 0 0,0 0 1 0 0,1 1 0 0 0,-1 0 0 0 0,1-1-1 0 0,-1 1 1 0 0,1 1 0 0 0,-4 3 0 0 0,1 2-121 0 0,1 1 0 0 0,-1 0 1 0 0,2 1-1 0 0,-1-1 1 0 0,2 1-1 0 0,-1 0 1 0 0,1 0-1 0 0,1 1 1 0 0,0-1-1 0 0,1 1 1 0 0,0-1-1 0 0,0 1 1 0 0,2 0-1 0 0,-1 0 1 0 0,1 0-1 0 0,1 0 0 0 0,0-1 1 0 0,1 1-1 0 0,0 0 1 0 0,1-1-1 0 0,0 1 1 0 0,6 12-1 0 0,-5-15-89 0 0,0 0-1 0 0,0-1 1 0 0,0 0-1 0 0,1 0 1 0 0,0 0-1 0 0,1 0 1 0 0,0-1-1 0 0,0 0 1 0 0,1 0-1 0 0,-1-1 1 0 0,2 0 0 0 0,11 8-1 0 0,-13-10-39 0 0,1 0 0 0 0,0-1-1 0 0,0 0 1 0 0,1 0 0 0 0,-1-1 0 0 0,0 0-1 0 0,1 0 1 0 0,0-1 0 0 0,-1 0 0 0 0,1 0-1 0 0,0-1 1 0 0,-1 0 0 0 0,1 0 0 0 0,0-1-1 0 0,0 0 1 0 0,13-3 0 0 0,-4-1-226 0 0,0 0 0 0 0,0-1 0 0 0,-1-1-1 0 0,30-16 1 0 0,-3-7-5793 0 0,-12 1-1083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2.7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64 48 6913 0 0,'-5'-7'184'0'0,"-21"-24"1366"0"0,25 30-1279 0 0,-1 0 0 0 0,1 0 0 0 0,0 0 0 0 0,0 0 1 0 0,-1 1-1 0 0,1-1 0 0 0,0 0 0 0 0,-1 1 0 0 0,1-1 0 0 0,-1 1 0 0 0,1 0 0 0 0,-1-1 1 0 0,-2 1-1 0 0,3 0-102 0 0,1 0-1 0 0,-1 1 1 0 0,1-1 0 0 0,-1 0 0 0 0,0 1 0 0 0,1-1 0 0 0,-1 0 0 0 0,1 1-1 0 0,-1-1 1 0 0,1 1 0 0 0,-1-1 0 0 0,1 1 0 0 0,0-1 0 0 0,-1 1 0 0 0,1 0-1 0 0,0-1 1 0 0,-1 1 0 0 0,1-1 0 0 0,0 1 0 0 0,0 0 0 0 0,-1-1 0 0 0,1 1-1 0 0,0 0 1 0 0,0-1 0 0 0,0 1 0 0 0,0 0 0 0 0,0-1 0 0 0,0 1 0 0 0,0 0-1 0 0,0-1 1 0 0,0 2 0 0 0,2 26 1093 0 0,-2-26-1067 0 0,13 67 898 0 0,2 1 0 0 0,26 69 0 0 0,-17-61-698 0 0,-12-38-253 0 0,3 0 0 0 0,1-1 0 0 0,41 72-1 0 0,-33-73-1525 0 0,50 61 0 0 0,-58-81-3765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2.9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1 322 5529 0 0,'11'-10'7114'0'0,"14"-20"-3676"0"0,-4 5-1571 0 0,111-118 3499 0 0,-86 96-6631 0 0,0 1-4003 0 0,-24 25-1943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4.7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22 235 5529 0 0,'-3'-10'554'0'0,"1"0"0"0"0,0 1-1 0 0,1-1 1 0 0,0 0 0 0 0,0 0-1 0 0,1 0 1 0 0,1 0-1 0 0,-1 0 1 0 0,2 0 0 0 0,1-10-1 0 0,2-21 1146 0 0,-4 25-758 0 0,-1 11-363 0 0,0-1-1 0 0,0 1 1 0 0,0 0-1 0 0,1 0 1 0 0,0-1 0 0 0,0 1-1 0 0,0 0 1 0 0,1 0-1 0 0,2-6 1 0 0,0 10 1076 0 0,-2 10-1053 0 0,-1 10-332 0 0,-20 166 309 0 0,-1 7-460 0 0,18-161-120 0 0,2 1 0 0 0,2-1 0 0 0,1 1 0 0 0,7 31 0 0 0,-9-55 23 0 0,1 1 0 0 0,1-1 0 0 0,0 0 0 0 0,0 0 0 0 0,0-1 0 0 0,1 1 0 0 0,0-1 0 0 0,1 1 0 0 0,10 11 0 0 0,-12-15-5 0 0,0-1 0 0 0,1 0-1 0 0,-1 0 1 0 0,1 0 0 0 0,0-1 0 0 0,0 1-1 0 0,0-1 1 0 0,0 0 0 0 0,0 0 0 0 0,0 0 0 0 0,1-1-1 0 0,-1 1 1 0 0,1-1 0 0 0,-1 0 0 0 0,1 0-1 0 0,0-1 1 0 0,-1 1 0 0 0,1-1 0 0 0,6-1-1 0 0,28-4 108 0 0,0-2 0 0 0,-1-2 0 0 0,67-25-1 0 0,2 0-361 0 0,-69 24-288 0 0,72-30-1 0 0,-52 7-6442 0 0,-37 17 79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4.9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67 0 5985 0 0,'-25'6'749'0'0,"22"-5"-150"0"0,1 0-1 0 0,-1 0 1 0 0,1 0-1 0 0,0 1 1 0 0,-1-1 0 0 0,1 0-1 0 0,0 1 1 0 0,0 0-1 0 0,-3 2 1 0 0,4-2-89 0 0,-1 0-1 0 0,1 0 1 0 0,-1 0 0 0 0,1 0-1 0 0,0 1 1 0 0,0-1-1 0 0,0 0 1 0 0,0 1 0 0 0,0-1-1 0 0,0 3 1 0 0,-2 22-437 0 0,4 19 1096 0 0,2 0 1 0 0,10 48 0 0 0,1 15-481 0 0,-11-69-680 0 0,25 231 803 0 0,-15-184-1975 0 0,25 92-1 0 0,-29-145-6420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5.24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48 8290 0 0,'2'-6'245'0'0,"18"-32"6404"0"0,-19 38-6307 0 0,0-1 0 0 0,0 1 1 0 0,0-1-1 0 0,0 1 0 0 0,-1 0 1 0 0,1-1-1 0 0,2 1 0 0 0,-2 0-201 0 0,-1 1-1 0 0,1-1 1 0 0,0 1-1 0 0,-1-1 0 0 0,1 1 1 0 0,0 0-1 0 0,-1-1 1 0 0,1 1-1 0 0,-1 0 0 0 0,1 0 1 0 0,-1-1-1 0 0,0 1 0 0 0,1 0 1 0 0,-1 0-1 0 0,0 0 1 0 0,1-1-1 0 0,-1 1 0 0 0,0 0 1 0 0,0 0-1 0 0,0 0 1 0 0,1 0-1 0 0,-1 1 0 0 0,1 26 397 0 0,-1-25-346 0 0,-6 212 1378 0 0,0-5-1200 0 0,7-173-395 0 0,2 1 1 0 0,1 0 0 0 0,14 54 0 0 0,-16-85-294 0 0,8 27 383 0 0,-9-33-308 0 0,-1 1 1 0 0,0-1 0 0 0,1 1-1 0 0,0-1 1 0 0,-1 0 0 0 0,1 0-1 0 0,0 1 1 0 0,0-1-1 0 0,-1 0 1 0 0,1 0 0 0 0,0 0-1 0 0,0 0 1 0 0,0 0 0 0 0,1 0-1 0 0,-1 0 1 0 0,0 0-1 0 0,0-1 1 0 0,0 1 0 0 0,2 1-1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5.4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4 195 7370 0 0,'-2'-23'672'0'0,"1"1"0"0"0,2-31 1 0 0,-1 47-245 0 0,1 0 1 0 0,-1 0 0 0 0,2 0-1 0 0,-1 0 1 0 0,1 0-1 0 0,-1 1 1 0 0,2-1 0 0 0,-1 0-1 0 0,1 1 1 0 0,-1-1-1 0 0,2 1 1 0 0,-1 0 0 0 0,7-8-1 0 0,-8 12-287 0 0,-1 0 0 0 0,1 0 0 0 0,-1 0 1 0 0,1 0-1 0 0,-1 0 0 0 0,1 0 0 0 0,0 1 0 0 0,0-1 0 0 0,-1 1 0 0 0,1-1 0 0 0,0 1 0 0 0,0 0 0 0 0,0 0 0 0 0,0 0 0 0 0,-1 0 0 0 0,1 0 0 0 0,0 0 0 0 0,0 0 0 0 0,0 0 0 0 0,0 1 0 0 0,-1-1 0 0 0,1 1 1 0 0,0-1-1 0 0,-1 1 0 0 0,1 0 0 0 0,0 0 0 0 0,-1 0 0 0 0,1 0 0 0 0,-1 0 0 0 0,1 0 0 0 0,-1 0 0 0 0,2 2 0 0 0,8 6 317 0 0,0 0 0 0 0,-1 1 0 0 0,10 12 0 0 0,-13-14-265 0 0,247 299 1969 0 0,-243-292-2299 0 0,4 5-627 0 0,-2 0-1 0 0,16 29 1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5.6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9 258 12899 0 0,'0'0'35'0'0,"-1"0"-1"0"0,1 0 1 0 0,0 0 0 0 0,0 0 0 0 0,-1 0 0 0 0,1 0 0 0 0,0 0-1 0 0,-1 0 1 0 0,1 0 0 0 0,0 0 0 0 0,0 0 0 0 0,-1 0-1 0 0,1 0 1 0 0,0 0 0 0 0,-1 0 0 0 0,1-1 0 0 0,0 1 0 0 0,0 0-1 0 0,-1 0 1 0 0,1 0 0 0 0,0 0 0 0 0,0 0 0 0 0,0-1 0 0 0,-1 1-1 0 0,1 0 1 0 0,0 0 0 0 0,0 0 0 0 0,0-1 0 0 0,-1 1 0 0 0,1 0-1 0 0,0 0 1 0 0,0-1 0 0 0,0 1 0 0 0,0 0 0 0 0,0 0-1 0 0,-1-1 1 0 0,7-11 1003 0 0,20-14 275 0 0,-21 22-1129 0 0,45-47 1583 0 0,41-37-173 0 0,-77 76-2182 0 0,1 1-1 0 0,23-13 0 0 0,-31 20-125 0 0,1 1 0 0 0,0 0 0 0 0,-1 0 1 0 0,2 0-1 0 0,9-1 0 0 0,12-1-1501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5.8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 74 14283 0 0,'-1'0'34'0'0,"1"0"1"0"0,0 0-1 0 0,-1 0 0 0 0,1-1 0 0 0,0 1 1 0 0,0 0-1 0 0,-1 0 0 0 0,1-1 1 0 0,0 1-1 0 0,0 0 0 0 0,-1 0 0 0 0,1-1 1 0 0,0 1-1 0 0,0 0 0 0 0,0-1 1 0 0,0 1-1 0 0,-1 0 0 0 0,1-1 0 0 0,0 1 1 0 0,0 0-1 0 0,0-1 0 0 0,0 1 1 0 0,0 0-1 0 0,0-1 0 0 0,0 1 0 0 0,0 0 1 0 0,0-1-1 0 0,0 1 0 0 0,0 0 1 0 0,0-1-1 0 0,0 1 0 0 0,0 0 0 0 0,0-1 1 0 0,0 1-1 0 0,1 0 0 0 0,-1-1 1 0 0,0 0-1 0 0,12-20-31 0 0,18-15 1030 0 0,-29 36-1088 0 0,-1-1-1 0 0,1 1 0 0 0,-1-1 0 0 0,0 1 1 0 0,1 0-1 0 0,-1 0 0 0 0,1-1 1 0 0,-1 1-1 0 0,1 0 0 0 0,-1 0 0 0 0,1-1 1 0 0,-1 1-1 0 0,1 0 0 0 0,-1 0 1 0 0,1 0-1 0 0,-1 0 0 0 0,1 0 0 0 0,-1 0 1 0 0,1 0-1 0 0,-1 0 0 0 0,1 0 1 0 0,-1 0-1 0 0,1 0 0 0 0,-1 0 0 0 0,1 0 1 0 0,-1 0-1 0 0,1 1 0 0 0,-1-1 1 0 0,1 0-1 0 0,-1 0 0 0 0,1 1 0 0 0,-1-1 1 0 0,1 0-1 0 0,-1 1 0 0 0,1-1 1 0 0,-1 1-1 0 0,13 15-174 0 0,-9-6 230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93 14283 0 0,'1'1'108'0'0,"0"0"0"0"0,1 0 0 0 0,-1 0 1 0 0,1-1-1 0 0,-1 1 0 0 0,1 0 0 0 0,-1-1 0 0 0,1 1 0 0 0,0-1 0 0 0,-1 1 1 0 0,1-1-1 0 0,-1 0 0 0 0,1 0 0 0 0,0 0 0 0 0,-1 0 0 0 0,1 0 0 0 0,0 0 0 0 0,-1 0 1 0 0,1-1-1 0 0,0 1 0 0 0,-1 0 0 0 0,1-1 0 0 0,-1 0 0 0 0,1 1 0 0 0,-1-1 1 0 0,1 0-1 0 0,-1 0 0 0 0,2-1 0 0 0,44-25 1502 0 0,-28 14-447 0 0,21-14-2853 0 0,4 6-4072 0 0,-29 17 5193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3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 0 11522 0 0,'-3'3'143'0'0,"1"1"-1"0"0,0-1 1 0 0,0 0 0 0 0,0 1-1 0 0,0-1 1 0 0,1 1-1 0 0,-1-1 1 0 0,1 1-1 0 0,0 0 1 0 0,0 0-1 0 0,0-1 1 0 0,1 1-1 0 0,-1 0 1 0 0,1 0-1 0 0,0 0 1 0 0,0 0-1 0 0,1 6 1 0 0,2 9 390 0 0,0 1 0 0 0,7 22 0 0 0,-4-22-33 0 0,17 65 2189 0 0,52 126-1 0 0,53 74-1789 0 0,-108-243-1045 0 0,-3 1-1364 0 0,-13-26 43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5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0 152 14283 0 0,'4'-4'349'0'0,"1"-1"-1"0"0,0 1 1 0 0,0 0 0 0 0,0 0-1 0 0,0 0 1 0 0,0 1 0 0 0,1 0-1 0 0,10-5 1 0 0,7-5 305 0 0,29-27 1436 0 0,-38 28-1542 0 0,1 0 1 0 0,29-17-1 0 0,-43 28-640 0 0,1 0 1 0 0,0 0-1 0 0,0 1 1 0 0,0-1-1 0 0,-1 0 1 0 0,1 1-1 0 0,0-1 1 0 0,0 1-1 0 0,0 0 1 0 0,0 0-1 0 0,0-1 1 0 0,0 1-1 0 0,0 0 1 0 0,0 1-1 0 0,0-1 1 0 0,-1 0-1 0 0,1 1 1 0 0,0-1-1 0 0,0 1 1 0 0,0-1-1 0 0,0 1 1 0 0,1 1-1 0 0,1 0-145 0 0,-1 0 1 0 0,0 1-1 0 0,0 0 1 0 0,0-1-1 0 0,0 1 1 0 0,-1 0-1 0 0,1 0 1 0 0,-1 1-1 0 0,4 6 1 0 0,10 20-212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7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1 252 13363 0 0,'0'0'1184'0'0,"1"-2"-944"0"0,2 1-240 0 0,-1-2 0 0 0,1 0 832 0 0,1-3 129 0 0,3-4 15 0 0,5-7 8 0 0,5-4-400 0 0,-1-4-72 0 0,2 0-24 0 0,0 1 0 0 0,1 2-968 0 0,0 1-192 0 0,1 2-32 0 0,4 1-16 0 0,2 0 600 0 0,-3 1 120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6.9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40 1 2761 0 0,'-4'4'865'0'0,"0"1"1"0"0,1-1-1 0 0,0 1 1 0 0,-1 0 0 0 0,2 0-1 0 0,-1 1 1 0 0,0-1 0 0 0,1 1-1 0 0,0-1 1 0 0,1 1-1 0 0,-1 0 1 0 0,0 7 0 0 0,-1 9 3419 0 0,1 44 1 0 0,2-37-5266 0 0,0 6 1277 0 0,2 1 0 0 0,8 43 0 0 0,11 20-3031 0 0,-14-67-4433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7.2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1 103 16588 0 0,'0'1'28'0'0,"0"-1"0"0"0,0 0 0 0 0,0 0 0 0 0,0 0 0 0 0,0 0 0 0 0,0 0 0 0 0,0 0 0 0 0,0 0 0 0 0,0 0 0 0 0,0 1 0 0 0,0-1 0 0 0,0 0 0 0 0,0 0 0 0 0,0 0 0 0 0,0 0 0 0 0,0 0 0 0 0,0 0 0 0 0,0 1 0 0 0,0-1 1 0 0,0 0-1 0 0,0 0 0 0 0,0 0 0 0 0,0 0 0 0 0,0 0 0 0 0,0 0 0 0 0,0 0 0 0 0,0 1 0 0 0,0-1 0 0 0,0 0 0 0 0,0 0 0 0 0,0 0 0 0 0,0 0 0 0 0,0 0 0 0 0,0 0 0 0 0,1 0 0 0 0,-1 0 0 0 0,0 0 0 0 0,0 0 0 0 0,0 0 0 0 0,0 1 1 0 0,0-1-1 0 0,0 0 0 0 0,0 0 0 0 0,1 0 0 0 0,-1 0 0 0 0,0 0 0 0 0,0 0 0 0 0,0 0 0 0 0,0 0 0 0 0,0 0 0 0 0,0 0 0 0 0,0 0 0 0 0,1 0 0 0 0,-1 0 0 0 0,0 0 0 0 0,0 0 0 0 0,0 0 0 0 0,0 0 0 0 0,0 0 0 0 0,0 0 0 0 0,0 0 1 0 0,1-1-1 0 0,-1 1 0 0 0,0 0 0 0 0,0 0 0 0 0,0 0 0 0 0,0 0 0 0 0,0 0 0 0 0,0 0 0 0 0,20-2 699 0 0,21-6-206 0 0,-1-1-93 0 0,125-32 1740 0 0,-57 4-4359 0 0,-87 28-5090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7.4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0 17972 0 0,'-3'3'158'0'0,"0"0"1"0"0,0 0-1 0 0,1 1 0 0 0,-1-1 1 0 0,1 1-1 0 0,-1-1 0 0 0,1 1 1 0 0,0 0-1 0 0,1-1 0 0 0,-1 1 1 0 0,1 0-1 0 0,0 0 0 0 0,0 0 1 0 0,0 1-1 0 0,0-1 0 0 0,1 0 1 0 0,-1 0-1 0 0,1 0 0 0 0,1 6 1 0 0,-1 14 281 0 0,2 0 0 0 0,4 24 1 0 0,-5-44-316 0 0,18 98 503 0 0,52 164 0 0 0,-59-228-968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7.6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14747 0 0,'5'8'3503'0'0,"12"29"-1494"0"0,7 31-962 0 0,-3 0 0 0 0,-3 2 0 0 0,13 109-1 0 0,6 25-2090 0 0,-26-160-4594 0 0,-1-1-1980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7.8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2 185 13827 0 0,'-1'-1'73'0'0,"1"0"-1"0"0,0 0 1 0 0,0 0-1 0 0,0 0 1 0 0,-1 0 0 0 0,1 0-1 0 0,0-1 1 0 0,1 1 0 0 0,-1 0-1 0 0,0 0 1 0 0,0 0 0 0 0,0 0-1 0 0,1 0 1 0 0,-1 0-1 0 0,0 0 1 0 0,1 0 0 0 0,-1-1-1 0 0,1 1 1 0 0,0 1 0 0 0,-1-1-1 0 0,1 0 1 0 0,0 0 0 0 0,-1 0-1 0 0,1 0 1 0 0,0 0-1 0 0,1 0 1 0 0,29-28 750 0 0,-22 20-381 0 0,18-18 179 0 0,-18 16-351 0 0,1 0 0 0 0,1 1 0 0 0,0 0 0 0 0,1 1 0 0 0,-1 0 0 0 0,2 1 0 0 0,24-13 0 0 0,-35 20-404 0 0,0 1 1 0 0,0 0 0 0 0,0-1 0 0 0,0 1 0 0 0,0 0 0 0 0,-1 0 0 0 0,1 0 0 0 0,0 0-1 0 0,0 0 1 0 0,0 1 0 0 0,0-1 0 0 0,0 1 0 0 0,0-1 0 0 0,0 1 0 0 0,0 0 0 0 0,0-1 0 0 0,-1 1-1 0 0,1 0 1 0 0,0 0 0 0 0,-1 0 0 0 0,1 1 0 0 0,0-1 0 0 0,-1 0 0 0 0,0 1 0 0 0,1-1-1 0 0,-1 1 1 0 0,0-1 0 0 0,0 1 0 0 0,0-1 0 0 0,0 1 0 0 0,0 0 0 0 0,1 2 0 0 0,10 15-1497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8.0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1 149 7370 0 0,'0'2'320'0'0,"1"-4"80"0"0,1 1-320 0 0,1-2-80 0 0,0 0 0 0 0,0 0 0 0 0,4-3 408 0 0,1-5 64 0 0,5-5 8 0 0,5-5 8 0 0,1-1-392 0 0,1 0-96 0 0,-1 1 0 0 0,-3 1 0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8.3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 8754 0 0,'8'-3'649'0'0,"0"1"1"0"0,-1-1-1 0 0,1 2 1 0 0,0-1-1 0 0,0 1 1 0 0,0 0-1 0 0,1 1 1 0 0,9 0-1 0 0,-14 0-419 0 0,1 0 0 0 0,-1 0 1 0 0,0 0-1 0 0,0 1 0 0 0,0-1 0 0 0,0 1 0 0 0,0 0 0 0 0,0 0 0 0 0,0 1 0 0 0,0-1 1 0 0,-1 1-1 0 0,1 0 0 0 0,0 0 0 0 0,-1 0 0 0 0,1 0 0 0 0,-1 1 0 0 0,0-1 0 0 0,5 6 1 0 0,-5-4-119 0 0,0 1 0 0 0,0 0 1 0 0,0 0-1 0 0,-1 0 0 0 0,0 1 1 0 0,0-1-1 0 0,0 1 0 0 0,-1-1 1 0 0,1 1-1 0 0,-1-1 0 0 0,-1 1 1 0 0,1 0-1 0 0,-1 5 0 0 0,0 19 76 0 0,-2-1 0 0 0,-1 0 0 0 0,-8 35 0 0 0,5-32 27 0 0,1 0 0 0 0,-1 40 0 0 0,6-69-172 0 0,0 0 0 0 0,-1 0 0 0 0,2 0 1 0 0,-1-1-1 0 0,0 1 0 0 0,1 0 0 0 0,-1 0 0 0 0,1 0 1 0 0,0 0-1 0 0,0 0 0 0 0,0 0 0 0 0,0-1 1 0 0,0 1-1 0 0,1 0 0 0 0,-1-1 0 0 0,1 1 0 0 0,0-1 1 0 0,2 3-1 0 0,-2-4-20 0 0,0 0 0 0 0,0 0-1 0 0,1 0 1 0 0,-1 0 0 0 0,0-1 0 0 0,0 1 0 0 0,1-1 0 0 0,-1 1 0 0 0,1-1 0 0 0,-1 0-1 0 0,0 0 1 0 0,1 0 0 0 0,-1 0 0 0 0,1-1 0 0 0,-1 1 0 0 0,0-1 0 0 0,1 1-1 0 0,-1-1 1 0 0,0 0 0 0 0,0 0 0 0 0,0 1 0 0 0,4-4 0 0 0,19-9-122 0 0,-1-2-1 0 0,0 0 1 0 0,-2-1 0 0 0,0-2 0 0 0,0 0 0 0 0,31-37 0 0 0,36-29-3164 0 0,-58 59 1928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8.5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0 194 10594 0 0,'7'-1'274'0'0,"-1"0"0"0"0,0-1 0 0 0,0 1 0 0 0,0-2 0 0 0,0 1 0 0 0,-1 0 0 0 0,7-5 0 0 0,2 0 95 0 0,136-65 5680 0 0,-58 27-4257 0 0,1 3-3769 0 0,-74 34-4887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8.7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0 9674 0 0,'-6'4'4265'0'0,"6"-3"-4156"0"0,0 15 2523 0 0,8 25-40 0 0,-5-28-1516 0 0,8 54 749 0 0,16 69-113 0 0,-20-108-2453 0 0,1-1-1 0 0,22 49 1 0 0,-18-53-7045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9.0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0 7370 0 0,'-13'7'-1018'0'0,"11"-7"1628"0"0,-1 1-1 0 0,1 1 1 0 0,-1-1-1 0 0,1 0 1 0 0,0 0-1 0 0,-1 1 1 0 0,1-1-1 0 0,-3 4 1 0 0,4-4-297 0 0,1 0 0 0 0,-1 1 0 0 0,0-1 0 0 0,1 0 0 0 0,-1 0 0 0 0,1 1 0 0 0,0-1 0 0 0,-1 0-1 0 0,1 1 1 0 0,0-1 0 0 0,0 1 0 0 0,0-1 0 0 0,0 0 0 0 0,0 1 0 0 0,0-1 0 0 0,0 0 0 0 0,0 1 0 0 0,1-1 0 0 0,-1 0 0 0 0,1 1 0 0 0,0 1 0 0 0,15 42 2145 0 0,39 77 0 0 0,4 8-1612 0 0,33 161-261 0 0,-54-161-2435 0 0,3-3-3513 0 0,-33-105 2901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9.2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21 157 10594 0 0,'-1'0'75'0'0,"0"0"1"0"0,1 0-1 0 0,-1 0 0 0 0,0 0 0 0 0,0 0 0 0 0,1 0 0 0 0,-1 0 1 0 0,0 0-1 0 0,1 0 0 0 0,-1 0 0 0 0,0-1 0 0 0,0 1 0 0 0,1 0 1 0 0,-1 0-1 0 0,0-1 0 0 0,1 1 0 0 0,-1 0 0 0 0,1-1 1 0 0,-1 1-1 0 0,0-1 0 0 0,1 1 0 0 0,-1-1 0 0 0,1 1 0 0 0,-1-1 1 0 0,1 1-1 0 0,-1-1 0 0 0,1 0 0 0 0,-1 1 0 0 0,1-1 0 0 0,0 1 1 0 0,-1-1-1 0 0,1 0 0 0 0,0 0 0 0 0,0 1 0 0 0,0-1 0 0 0,-1 0 1 0 0,1 1-1 0 0,0-2 0 0 0,1-1 320 0 0,1 0 0 0 0,-1 0 0 0 0,0 0-1 0 0,1 0 1 0 0,0 0 0 0 0,0 1 0 0 0,0-1 0 0 0,4-3 0 0 0,4-6 2 0 0,0 1 0 0 0,1 0 1 0 0,0 1-1 0 0,1 1 1 0 0,0 0-1 0 0,24-13 0 0 0,-28 17-671 0 0,-1 1-1 0 0,2 1 0 0 0,-1 0 1 0 0,0 0-1 0 0,1 1 1 0 0,-1 0-1 0 0,1 0 0 0 0,-1 1 1 0 0,1 0-1 0 0,0 0 1 0 0,0 1-1 0 0,-1 0 0 0 0,11 2 1 0 0,16 6-1148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9.4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16 142 10594 0 0,'-15'15'924'0'0,"15"-15"-915"0"0,0 0 0 0 0,0 0 0 0 0,0 0 0 0 0,0 0-1 0 0,0 0 1 0 0,0 1 0 0 0,0-1 0 0 0,0 0 0 0 0,0 0 0 0 0,0 0 0 0 0,0 0 0 0 0,0 0 0 0 0,0 0 0 0 0,0 0-1 0 0,0 0 1 0 0,0 1 0 0 0,0-1 0 0 0,0 0 0 0 0,0 0 0 0 0,0 0 0 0 0,0 0 0 0 0,0 0 0 0 0,0 0 0 0 0,0 0-1 0 0,0 0 1 0 0,0 0 0 0 0,0 1 0 0 0,0-1 0 0 0,0 0 0 0 0,1 0 0 0 0,-1 0 0 0 0,0 0 0 0 0,0 0 0 0 0,0 0 0 0 0,0 0-1 0 0,0 0 1 0 0,0 0 0 0 0,0 0 0 0 0,0 0 0 0 0,0 0 0 0 0,1 0 0 0 0,-1 0 0 0 0,0 0 0 0 0,0 0 0 0 0,0 0-1 0 0,0 0 1 0 0,0 0 0 0 0,0 0 0 0 0,0 0 0 0 0,0 0 0 0 0,1 0 0 0 0,-1 0 0 0 0,0 0 0 0 0,0 0 0 0 0,0 0 0 0 0,0 0-1 0 0,0 0 1 0 0,0 0 0 0 0,0 0 0 0 0,0 0 0 0 0,0 0 0 0 0,1 0 0 0 0,-1-1 0 0 0,0 1 0 0 0,0 0 0 0 0,0 0-1 0 0,0 0 1 0 0,0 0 0 0 0,0 0 0 0 0,35-15 747 0 0,-20 8-461 0 0,138-73-847 0 0,-74 36-1562 0 0,-54 32 2022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19.8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5 456 0 0,'-4'4'9877'0'0,"18"-7"-4363"0"0,22-2-1685 0 0,-33 5-3718 0 0,0 1 0 0 0,0-1-1 0 0,0 1 1 0 0,0 0 0 0 0,0 0-1 0 0,0 0 1 0 0,0 0 0 0 0,-1 0 0 0 0,1 1-1 0 0,0 0 1 0 0,0-1 0 0 0,-1 1-1 0 0,0 0 1 0 0,1 0 0 0 0,-1 0 0 0 0,0 1-1 0 0,0-1 1 0 0,0 0 0 0 0,0 1-1 0 0,0-1 1 0 0,0 1 0 0 0,-1 0 0 0 0,0 0-1 0 0,1-1 1 0 0,-1 1 0 0 0,0 0-1 0 0,1 4 1 0 0,3 11-166 0 0,0 1-1 0 0,-1-1 1 0 0,2 25-1 0 0,-4-25 168 0 0,0 0-126 0 0,1 1 0 0 0,1-1 0 0 0,1 0 0 0 0,1 0 0 0 0,13 28-1 0 0,-15-37 11 0 0,1-1-1 0 0,0 1 0 0 0,1-1 0 0 0,0-1 0 0 0,0 1 0 0 0,1-1 0 0 0,0 0 0 0 0,0 0 0 0 0,1-1 0 0 0,-1 0 0 0 0,1-1 0 0 0,14 8 0 0 0,-17-10 6 0 0,3 0 16 0 0,0 1 1 0 0,-1 0-1 0 0,0 1 0 0 0,0 0 1 0 0,0 0-1 0 0,7 8 1 0 0,-12-11-14 0 0,0 0 1 0 0,-1 0-1 0 0,1 1 1 0 0,-1-1-1 0 0,0 1 1 0 0,0-1 0 0 0,1 1-1 0 0,-2-1 1 0 0,1 1-1 0 0,0 0 1 0 0,-1 0-1 0 0,1-1 1 0 0,-1 1-1 0 0,0 0 1 0 0,0 0-1 0 0,0-1 1 0 0,0 1 0 0 0,0 0-1 0 0,0 0 1 0 0,-1 0-1 0 0,0-1 1 0 0,1 1-1 0 0,-3 3 1 0 0,-4 11 9 0 0,-1 0 0 0 0,0-1-1 0 0,-2 0 1 0 0,0-1 0 0 0,0 1 0 0 0,-2-2 0 0 0,-24 25 0 0 0,-22 30-989 0 0,44-48 567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0.1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37 205 9674 0 0,'-17'0'-665'0'0,"-3"0"6202"0"0,39-7-448 0 0,30-7-3195 0 0,77-32 1 0 0,43-33-2175 0 0,-65 30-2380 0 0,-86 40 1604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0.3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1 17972 0 0,'-3'5'303'0'0,"0"1"0"0"0,0 0 1 0 0,0 0-1 0 0,1 0 0 0 0,0 1 1 0 0,0-1-1 0 0,1 0 0 0 0,-1 1 0 0 0,1 8 1 0 0,-2 66 1145 0 0,3-49-1042 0 0,-1-5-305 0 0,1-1 1 0 0,2 0 0 0 0,0 0-1 0 0,2 0 1 0 0,0 0-1 0 0,2 0 1 0 0,1-1 0 0 0,1 0-1 0 0,1-1 1 0 0,1 1-1 0 0,18 29 1 0 0,1-8-3392 0 0,-16-23 1338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0.8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24 137 14283 0 0,'-1'0'57'0'0,"0"0"-1"0"0,0 0 1 0 0,0 0 0 0 0,0 0-1 0 0,0 0 1 0 0,0 0 0 0 0,0 0-1 0 0,0-1 1 0 0,0 1 0 0 0,0 0 0 0 0,0-1-1 0 0,1 1 1 0 0,-1 0 0 0 0,0-1-1 0 0,0 1 1 0 0,0-1 0 0 0,0 0-1 0 0,1 1 1 0 0,-1-1 0 0 0,0 0-1 0 0,1 1 1 0 0,-1-1 0 0 0,1 0-1 0 0,-1 1 1 0 0,0-1 0 0 0,1 0-1 0 0,0 0 1 0 0,-1 0 0 0 0,1 0-1 0 0,-1-1 1 0 0,1 0 24 0 0,0-1 0 0 0,1 0 1 0 0,-1 1-1 0 0,1-1 0 0 0,-1 0 0 0 0,1 1 0 0 0,0-1 0 0 0,0 1 1 0 0,0-1-1 0 0,3-3 0 0 0,-1 0 151 0 0,2 0 1 0 0,-1 0-1 0 0,0 0 0 0 0,1 0 1 0 0,0 1-1 0 0,1 0 1 0 0,-1 0-1 0 0,1 1 0 0 0,0-1 1 0 0,0 1-1 0 0,0 0 0 0 0,0 1 1 0 0,1 0-1 0 0,0 0 1 0 0,-1 0-1 0 0,1 1 0 0 0,0-1 1 0 0,15-1-1 0 0,-10 2-68 0 0,0 0 0 0 0,0 1 0 0 0,0 1 0 0 0,0 0 0 0 0,1 0 1 0 0,-1 1-1 0 0,0 1 0 0 0,0 0 0 0 0,0 1 0 0 0,20 7 0 0 0,-26-7-144 0 0,1 0 0 0 0,-1 1 0 0 0,0 0 0 0 0,0 0 0 0 0,-1 0 0 0 0,1 1 0 0 0,-1 0 1 0 0,0 0-1 0 0,-1 0 0 0 0,1 1 0 0 0,-1-1 0 0 0,0 1 0 0 0,0 0 0 0 0,0 0 0 0 0,-1 1 0 0 0,0-1 0 0 0,-1 1 0 0 0,1 0 0 0 0,-1-1 0 0 0,0 1 0 0 0,-1 0 0 0 0,1 9 1 0 0,2 15 77 0 0,-2 0 1 0 0,-2 0-1 0 0,-5 53 1 0 0,4-70-95 0 0,1-9 0 0 0,-2 8 83 0 0,2 1 1 0 0,0 0-1 0 0,2 15 1 0 0,-2-26-64 0 0,1 0 0 0 0,-1 0-1 0 0,1 0 1 0 0,0 0 0 0 0,0 0 0 0 0,0 0 0 0 0,1 0 0 0 0,2 5 0 0 0,-3-7-20 0 0,-1-1 0 0 0,1 1 0 0 0,0 0 0 0 0,0 0 0 0 0,0 0 1 0 0,0 0-1 0 0,0-1 0 0 0,0 1 0 0 0,0 0 0 0 0,0-1 0 0 0,0 1 0 0 0,0-1 1 0 0,0 1-1 0 0,1-1 0 0 0,-1 0 0 0 0,0 1 0 0 0,0-1 0 0 0,0 0 1 0 0,1 0-1 0 0,-1 0 0 0 0,0 0 0 0 0,2 0 0 0 0,1-1-35 0 0,0 0-1 0 0,0 0 0 0 0,0-1 1 0 0,0 1-1 0 0,-1-1 0 0 0,1 0 1 0 0,-1 0-1 0 0,1 0 1 0 0,-1-1-1 0 0,0 1 0 0 0,5-5 1 0 0,34-36-586 0 0,-38 38 557 0 0,43-44-2979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1.0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0 10594 0 0,'-5'2'2795'0'0,"5"-2"-2723"0"0,-1 0-1 0 0,1 1 1 0 0,-2 12 1836 0 0,3 17 582 0 0,-1-28-2087 0 0,12 111 2950 0 0,2 62-1883 0 0,-14-87-1308 0 0,2 68 1122 0 0,8-80-3186 0 0,-6-59 57 0 0,1 1-1 0 0,8 19 1 0 0,-5-18-5565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1.2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8 6913 0 0,'6'-7'6143'0'0,"-6"7"-6033"0"0,15 12 4015 0 0,10 21-937 0 0,8 9-2028 0 0,1-1 0 0 0,58 51 0 0 0,-54-57-1876 0 0,-2 2 0 0 0,55 74 0 0 0,-77-91-7132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21.4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14 161 9674 0 0,'-14'-6'7018'0'0,"16"3"-5746"0"0,4-3-64 0 0,4 0-16 0 0,5-3 1 0 0,6-1-833 0 0,5-4-168 0 0,6-5-32 0 0,26-20-6082 0 0,1-10-1215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47.6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6913 0 0,'20'2'1012'0'0,"0"0"0"0"0,39 12 0 0 0,-50-11-744 0 0,-1 0 0 0 0,0 0 1 0 0,1 1-1 0 0,-1 0 0 0 0,-1 1 1 0 0,1 0-1 0 0,-1 0 0 0 0,0 0 1 0 0,0 1-1 0 0,11 12 0 0 0,3 6 310 0 0,31 47 1 0 0,5 6 219 0 0,-37-52-576 0 0,17 18 19 0 0,-35-40-72 0 0,1-1 1 0 0,0 1-1 0 0,0-1 1 0 0,0 0 0 0 0,0 0-1 0 0,0 0 1 0 0,0 0 0 0 0,1 0-1 0 0,-1-1 1 0 0,1 1-1 0 0,5 1 1 0 0,-7-4-46 0 0,-1 1 1 0 0,0 0-1 0 0,0-1 0 0 0,0 1 0 0 0,1 0 1 0 0,-1-1-1 0 0,0 0 0 0 0,0 1 1 0 0,0-1-1 0 0,0 0 0 0 0,0 1 0 0 0,0-1 1 0 0,0 0-1 0 0,0 0 0 0 0,0 0 0 0 0,-1 0 1 0 0,1 0-1 0 0,0 0 0 0 0,0 0 1 0 0,-1 0-1 0 0,1 0 0 0 0,-1 0 0 0 0,1-1 1 0 0,0 0-1 0 0,12-31 959 0 0,-5 8-719 0 0,36-93 471 0 0,-38 104-966 0 0,1 0 1 0 0,1 1 0 0 0,0 0 0 0 0,1 0 0 0 0,0 1 0 0 0,13-13 0 0 0,6 3-2718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0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42 105 4609 0 0,'-22'-53'4352'0'0,"2"2"4041"0"0,21 84-4669 0 0,14 26-3245 0 0,2 0-1 0 0,48 111 1 0 0,-5-18-1418 0 0,-48-118-21 0 0,1-1-259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0.3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5 282 6913 0 0,'0'-1'33'0'0,"-1"0"-1"0"0,0 0 1 0 0,1 0-1 0 0,-1-1 0 0 0,1 1 1 0 0,0 0-1 0 0,-1 0 1 0 0,1-1-1 0 0,0 1 0 0 0,0 0 1 0 0,0 0-1 0 0,0-1 1 0 0,0 1-1 0 0,0 0 0 0 0,0 0 1 0 0,0-1-1 0 0,0 1 1 0 0,1 0-1 0 0,-1 0 0 0 0,0-1 1 0 0,1 1-1 0 0,-1 0 1 0 0,1 0-1 0 0,-1 0 0 0 0,1 0 1 0 0,0 0-1 0 0,0 0 1 0 0,-1 0-1 0 0,3-2 0 0 0,32-32 269 0 0,-22 23-88 0 0,12-13 600 0 0,70-67 2321 0 0,-79 79-2967 0 0,1 0 1 0 0,0 1-1 0 0,1 1 0 0 0,23-12 1 0 0,-37 21-246 0 0,1 1 0 0 0,-1-1 1 0 0,0 1-1 0 0,0 0 0 0 0,1 0 0 0 0,-1 1 0 0 0,1-1 1 0 0,-1 1-1 0 0,0 0 0 0 0,1 0 0 0 0,-1 1 1 0 0,1-1-1 0 0,-1 1 0 0 0,0 0 0 0 0,1 0 1 0 0,-1 0-1 0 0,0 1 0 0 0,0 0 0 0 0,0-1 1 0 0,0 1-1 0 0,0 1 0 0 0,0-1 0 0 0,-1 1 0 0 0,1-1 1 0 0,-1 1-1 0 0,1 0 0 0 0,-1 0 0 0 0,3 4 1 0 0,5 6-1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0.6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1 286 3225 0 0,'-1'0'167'0'0,"1"-1"0"0"0,0 0 0 0 0,0 0 0 0 0,0 0 0 0 0,1 0 0 0 0,-1 1 0 0 0,0-1 0 0 0,0 0 0 0 0,0 0 0 0 0,0 1 0 0 0,1-1 0 0 0,-1 0 0 0 0,0 0 0 0 0,1 1 0 0 0,-1-1 0 0 0,1 0 0 0 0,-1 0 0 0 0,1 1 0 0 0,-1-1 0 0 0,1 1 0 0 0,1-2 0 0 0,17-20 3129 0 0,-13 16-3281 0 0,13-17 970 0 0,12-15-492 0 0,56-52-1 0 0,-76 80-1176 0 0,0 1 0 0 0,1 0-1 0 0,0 0 1 0 0,0 2 0 0 0,1-1-1 0 0,0 2 1 0 0,1 0 0 0 0,-1 0-1 0 0,26-6 1 0 0,-18 8 668 0 0,-4 1 16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0.89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6913 0 0,'6'11'4527'0'0,"14"20"-2936"0"0,0-1-1 0 0,34 38 0 0 0,-49-64-1642 0 0,-1 0 0 0 0,1 0 0 0 0,-1-1 0 0 0,1 1 0 0 0,0-1 0 0 0,0 0 0 0 0,1-1 0 0 0,-1 1 0 0 0,1-1 0 0 0,-1 0 0 0 0,9 2 0 0 0,-8-4-446 0 0,-1 1 0 0 0,1-1 0 0 0,-1 0 0 0 0,0-1 0 0 0,1 1 0 0 0,-1-1 0 0 0,0 0 0 0 0,1 0 1 0 0,-1-1-1 0 0,0 1 0 0 0,0-1 0 0 0,9-5 0 0 0,0-1-3063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5:51.1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0 6913 0 0,'-3'0'475'0'0,"0"0"-1"0"0,0 0 0 0 0,0 0 1 0 0,0 1-1 0 0,0-1 1 0 0,0 1-1 0 0,0 0 0 0 0,0-1 1 0 0,1 1-1 0 0,-1 1 0 0 0,0-1 1 0 0,0 0-1 0 0,-3 3 0 0 0,5-3-249 0 0,-1 1-1 0 0,1-1 0 0 0,0 1 1 0 0,0-1-1 0 0,0 1 0 0 0,0-1 1 0 0,0 1-1 0 0,0 0 1 0 0,1-1-1 0 0,-1 1 0 0 0,0 0 1 0 0,1 0-1 0 0,0 0 0 0 0,-1-1 1 0 0,1 1-1 0 0,0 0 0 0 0,0 0 1 0 0,0 0-1 0 0,0 0 1 0 0,0 0-1 0 0,0-1 0 0 0,1 4 1 0 0,36 175 3184 0 0,0-2-2819 0 0,-32-145-973 0 0,2-1 1 0 0,2 0-1 0 0,0-1 0 0 0,3 0 0 0 0,26 52 1 0 0,-17-43 184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58.6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297 25 4609 0 0,'-37'-8'1420'0'0,"-1"1"0"0"0,0 2 0 0 0,0 2-1 0 0,0 2 1 0 0,-39 3 0 0 0,75-2-1290 0 0,0 0-1 0 0,1 0 1 0 0,-1 0 0 0 0,0 0-1 0 0,0 0 1 0 0,0 1-1 0 0,0-1 1 0 0,0 1 0 0 0,1-1-1 0 0,-1 1 1 0 0,0 0-1 0 0,1 0 1 0 0,-3 1 0 0 0,4-2-80 0 0,-1 1 1 0 0,1-1 0 0 0,0 0 0 0 0,0 1-1 0 0,-1-1 1 0 0,1 1 0 0 0,0-1 0 0 0,0 1-1 0 0,-1-1 1 0 0,1 1 0 0 0,0-1 0 0 0,0 1-1 0 0,0-1 1 0 0,0 1 0 0 0,0-1 0 0 0,0 1-1 0 0,0-1 1 0 0,0 1 0 0 0,0-1 0 0 0,0 1-1 0 0,0-1 1 0 0,0 1 0 0 0,0-1 0 0 0,0 1-1 0 0,1-1 1 0 0,-1 1 0 0 0,0-1 0 0 0,0 1-1 0 0,1 0 1 0 0,3 5 187 0 0,0-1-1 0 0,1 1 1 0 0,-1-1-1 0 0,1 0 1 0 0,8 6-1 0 0,-2-1-403 0 0,443 467 942 0 0,6 2-270 0 0,-296-330-384 0 0,183 128 1 0 0,49-21 115 0 0,-113-80 205 0 0,-122-71-118 0 0,123 84 410 0 0,-197-125-465 0 0,92 88 1 0 0,-114-91-155 0 0,-3 3 1 0 0,-3 3-1 0 0,-3 2 0 0 0,-2 3 1 0 0,57 103-1 0 0,-86-130-533 0 0,43 79 971 0 0,-18-46-6896 0 0,-24-43-538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6:59.0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2724 114 17972 0 0,'-9'-3'306'0'0,"5"1"-168"0"0,-1 1-1 0 0,1-1 0 0 0,0 0 0 0 0,0 0 0 0 0,0 0 0 0 0,0 0 1 0 0,1-1-1 0 0,-1 1 0 0 0,1-1 0 0 0,-1 0 0 0 0,-3-5 0 0 0,5 2-163 0 0,1 0 0 0 0,0 0 0 0 0,0 0 0 0 0,0 0 0 0 0,1 0 0 0 0,0-1 0 0 0,1-10-1 0 0,0-2 26 0 0,-31 67 1493 0 0,-153 284-276 0 0,117-225-1177 0 0,-81 101 1 0 0,-147 175 224 0 0,-102 127 8 0 0,-287 315-197 0 0,112-170-105 0 0,373-412-2472 0 0,106-120-4963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1.0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1 233 456 0 0,'2'-31'358'0'0,"0"3"1368"0"0,1 0-1 0 0,1 0 1 0 0,1 0-1 0 0,13-40 1 0 0,-18 67-1480 0 0,1-1 1 0 0,0 1-1 0 0,-1-1 0 0 0,1 1 1 0 0,0 0-1 0 0,0-1 1 0 0,-1 1-1 0 0,1 0 0 0 0,0-1 1 0 0,1 1-1 0 0,-1 0 0 0 0,0 0 1 0 0,0 0-1 0 0,2-1 1 0 0,-3 2-147 0 0,1 0 1 0 0,0-1-1 0 0,-1 1 1 0 0,1 0 0 0 0,-1 0-1 0 0,1 0 1 0 0,0 0 0 0 0,-1 0-1 0 0,1 0 1 0 0,0 0 0 0 0,-1 0-1 0 0,1 0 1 0 0,-1 0 0 0 0,1 0-1 0 0,0 0 1 0 0,-1 0-1 0 0,1 0 1 0 0,-1 1 0 0 0,1-1-1 0 0,-1 0 1 0 0,1 1 0 0 0,0-1-1 0 0,-1 0 1 0 0,1 1 0 0 0,1 1 22 0 0,0 0 0 0 0,0 0 0 0 0,0 0 0 0 0,-1 1 0 0 0,1-1 0 0 0,-1 0 0 0 0,1 1 0 0 0,-1-1 0 0 0,0 1 0 0 0,0 0 0 0 0,0-1 1 0 0,0 1-1 0 0,-1 0 0 0 0,1 3 0 0 0,2 14 126 0 0,-2 1 0 0 0,0 0 1 0 0,-2-1-1 0 0,-5 39 0 0 0,-24 81 349 0 0,18-94-377 0 0,2 0 0 0 0,-4 48 0 0 0,14-90-169 0 0,-1-1 1 0 0,1 0 0 0 0,0 0-1 0 0,0 0 1 0 0,0 0-1 0 0,0 0 1 0 0,1 0-1 0 0,0 1 1 0 0,-1-1-1 0 0,1 0 1 0 0,0 0-1 0 0,0 0 1 0 0,1-1-1 0 0,-1 1 1 0 0,4 5-1 0 0,-4-6 2 0 0,1-1 0 0 0,0 1 0 0 0,1-1 0 0 0,-1 0 0 0 0,0 0 0 0 0,0 1 0 0 0,0-1 0 0 0,1-1 0 0 0,-1 1 0 0 0,1 0 0 0 0,-1-1 0 0 0,0 1 0 0 0,1-1 0 0 0,-1 1 0 0 0,1-1 0 0 0,-1 0 0 0 0,1 0 0 0 0,-1-1 0 0 0,1 1 0 0 0,2-1 0 0 0,145-24 419 0 0,-96 14-253 0 0,75-6 0 0 0,-111 16-936 0 0,-1 1 0 0 0,1 1 0 0 0,0 0 0 0 0,-1 1 0 0 0,1 1 0 0 0,-1 1 0 0 0,1 0 0 0 0,22 10 0 0 0,-23-7-1107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1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3 12443 0 0,'-1'-1'292'0'0,"1"1"-219"0"0,0 0 0 0 0,0 0 0 0 0,-1 0 0 0 0,1 0 0 0 0,0-1 0 0 0,0 1 0 0 0,0 0 0 0 0,-1 0 0 0 0,1 0 1 0 0,0 0-1 0 0,0 0 0 0 0,-1 0 0 0 0,1 0 0 0 0,0 0 0 0 0,0 0 0 0 0,0 0 0 0 0,-1 0 0 0 0,1 0 0 0 0,0 0 0 0 0,0 0 0 0 0,-1 0 0 0 0,1 0 0 0 0,0 0 0 0 0,0 0 0 0 0,0 0 1 0 0,-1 0-1 0 0,1 1 0 0 0,0-1 0 0 0,0 0 0 0 0,0 0 0 0 0,-1 1 292 0 0,1-1-292 0 0,-1 0 0 0 0,1 0 0 0 0,0 0 0 0 0,0 1 1 0 0,0-1-1 0 0,0 0 0 0 0,0 0 0 0 0,0 0 0 0 0,0 1 0 0 0,0-1 0 0 0,-1 0 0 0 0,1 0 0 0 0,0 0 0 0 0,0 1 0 0 0,2 22 2194 0 0,16 41-504 0 0,-12-45-1181 0 0,21 99 505 0 0,13 129 1 0 0,-26-142-1991 0 0,5 0 1 0 0,31 102-1 0 0,-42-183-6522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1.7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77 194 6913 0 0,'16'-97'2078'0'0,"-1"10"3617"0"0,-16 77-2756 0 0,-6 15-1203 0 0,-7 17-246 0 0,-1 18-1112 0 0,2 1 1 0 0,2 0-1 0 0,2 1 0 0 0,-4 46 0 0 0,10-69-323 0 0,-18 176 219 0 0,20-172-277 0 0,2 1-1 0 0,0-1 1 0 0,2 0 0 0 0,0 0-1 0 0,2 0 1 0 0,10 30 0 0 0,-5-34-817 0 0,1-14-2899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1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1 222 1376 0 0,'1'-20'575'0'0,"2"-1"-1"0"0,1 1 0 0 0,12-39 1 0 0,-14 52-52 0 0,1 0 1 0 0,0 1 0 0 0,0-1 0 0 0,1 1 0 0 0,0-1 0 0 0,0 1 0 0 0,0 0 0 0 0,1 1 0 0 0,0-1-1 0 0,0 1 1 0 0,0 0 0 0 0,0 0 0 0 0,1 0 0 0 0,10-5 0 0 0,-13 8-262 0 0,0 1 1 0 0,0 0 0 0 0,0 0-1 0 0,0 0 1 0 0,0 0 0 0 0,0 1-1 0 0,1-1 1 0 0,-1 1 0 0 0,0 0-1 0 0,0 0 1 0 0,1 0 0 0 0,-1 0-1 0 0,0 0 1 0 0,0 1 0 0 0,1-1-1 0 0,-1 1 1 0 0,0 0 0 0 0,0 0-1 0 0,0 0 1 0 0,0 1 0 0 0,0-1-1 0 0,0 1 1 0 0,0-1-1 0 0,-1 1 1 0 0,1 0 0 0 0,3 4-1 0 0,7 5 454 0 0,-1 1 0 0 0,0 1 0 0 0,18 26 0 0 0,-14-18-240 0 0,47 63-419 0 0,-3 2 0 0 0,57 113 0 0 0,-107-180-1571 0 0,-1-4-430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2.1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4 174 7370 0 0,'-3'-4'2297'0'0,"3"3"-2133"0"0,0 1 1 0 0,0 0-1 0 0,0-1 0 0 0,-1 1 0 0 0,1 0 0 0 0,0-1 0 0 0,0 1 0 0 0,0-1 0 0 0,0 1 1 0 0,0 0-1 0 0,0-1 0 0 0,2-2 1149 0 0,-2 2-1149 0 0,4-13 1290 0 0,2 5-1236 0 0,-1 1 1 0 0,1-1-1 0 0,1 1 0 0 0,-1 0 0 0 0,2 1 0 0 0,-1-1 0 0 0,1 1 0 0 0,0 1 0 0 0,17-12 0 0 0,-9 8-785 0 0,1 1 0 0 0,0 0 0 0 0,1 1 0 0 0,25-7 0 0 0,-14 7 536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2.5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42 8754 0 0,'1'3'2931'0'0,"10"-1"-1393"0"0,11-3 186 0 0,56-19 2132 0 0,-59 14-3591 0 0,1 0 0 0 0,0 2 0 0 0,0 0 0 0 0,0 1 0 0 0,0 1 0 0 0,25 1 0 0 0,-24 3-1760 0 0,-1 0-5385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2.9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92 5065 0 0,'-2'1'246'0'0,"1"-1"-1"0"0,-1 0 0 0 0,0 0 1 0 0,0-1-1 0 0,0 1 1 0 0,0 0-1 0 0,1-1 1 0 0,-1 1-1 0 0,0-1 0 0 0,0 1 1 0 0,1-1-1 0 0,-1 0 1 0 0,0 0-1 0 0,-2-2 1 0 0,4 3-69 0 0,-1-1 0 0 0,0 1 1 0 0,1-1-1 0 0,-1 0 1 0 0,1 0-1 0 0,0 1 0 0 0,-1-1 1 0 0,1 0-1 0 0,-1 0 0 0 0,1 0 1 0 0,0 1-1 0 0,0-1 1 0 0,-1 0-1 0 0,1 0 0 0 0,0 0 1 0 0,0 0-1 0 0,0 0 1 0 0,0 1-1 0 0,0-1 0 0 0,0 0 1 0 0,1-2-1 0 0,-1 0 141 0 0,1 0-1 0 0,1 0 1 0 0,-1 1-1 0 0,0-1 1 0 0,1 0-1 0 0,-1 0 1 0 0,1 1-1 0 0,0-1 1 0 0,0 0-1 0 0,0 1 1 0 0,0 0-1 0 0,0 0 1 0 0,1-1-1 0 0,3-1 1 0 0,-3 1-157 0 0,1 1 1 0 0,0-1-1 0 0,0 1 1 0 0,1 0-1 0 0,-1 0 0 0 0,0 0 1 0 0,1 0-1 0 0,-1 1 1 0 0,1 0-1 0 0,-1 0 1 0 0,1 0-1 0 0,0 0 1 0 0,0 1-1 0 0,-1 0 1 0 0,1 0-1 0 0,0 0 1 0 0,-1 1-1 0 0,1-1 1 0 0,0 1-1 0 0,-1 0 0 0 0,1 1 1 0 0,-1-1-1 0 0,7 4 1 0 0,-3-1-95 0 0,-1 1 0 0 0,1-1 0 0 0,-1 2 0 0 0,0-1 1 0 0,-1 1-1 0 0,0 0 0 0 0,0 0 0 0 0,0 1 0 0 0,0 0 0 0 0,-1 0 1 0 0,8 15-1 0 0,-3-2-13 0 0,0 0 1 0 0,-2 1 0 0 0,-1-1-1 0 0,0 1 1 0 0,3 23-1 0 0,11 106 311 0 0,-14-85-85 0 0,-7-64-245 0 0,0 1 0 0 0,0-1 0 0 0,0 0 0 0 0,0 1 0 0 0,1-1 0 0 0,-1 1 0 0 0,0-1 0 0 0,1 0 0 0 0,0 1 0 0 0,-1-1 0 0 0,1 0 0 0 0,0 0 0 0 0,-1 1 0 0 0,2 0 0 0 0,-1-2-18 0 0,-1 0 0 0 0,0 1 1 0 0,1-1-1 0 0,-1 0 0 0 0,1 0 0 0 0,-1 0 0 0 0,0 0 0 0 0,1 1 0 0 0,-1-1 1 0 0,1 0-1 0 0,-1 0 0 0 0,1 0 0 0 0,-1 0 0 0 0,0 0 0 0 0,1 0 1 0 0,-1 0-1 0 0,1 0 0 0 0,-1-1 0 0 0,1 1 0 0 0,-1 0 0 0 0,0 0 0 0 0,1 0 1 0 0,-1 0-1 0 0,1-1 0 0 0,-1 1 0 0 0,0 0 0 0 0,1 0 0 0 0,0-1 1 0 0,4-3 109 0 0,-1-1 0 0 0,1 1 0 0 0,-1-1 0 0 0,7-10 0 0 0,-2 3-101 0 0,4-5-276 0 0,0 0-1 0 0,2 1 1 0 0,0 0-1 0 0,0 2 1 0 0,2 0-1 0 0,-1 0 0 0 0,27-15 1 0 0,-18 16-7924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3.4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18 6913 0 0,'0'-1'316'0'0,"-1"0"0"0"0,1 0 0 0 0,-1-1 0 0 0,1 1 0 0 0,-1 0 0 0 0,1 1 0 0 0,-1-1 0 0 0,0 0 0 0 0,1 0 0 0 0,-1 0 0 0 0,0 0 0 0 0,0 0 0 0 0,0 1 0 0 0,1-1-1 0 0,-1 0 1 0 0,0 1 0 0 0,0-1 0 0 0,0 1 0 0 0,0-1 0 0 0,-1 0 0 0 0,1 1-143 0 0,0 0 0 0 0,1 1 0 0 0,-1-1 0 0 0,0 0 0 0 0,1 0 0 0 0,-1 1 0 0 0,0-1 0 0 0,1 0 0 0 0,-1 1 0 0 0,1-1 0 0 0,-1 0-1 0 0,1 1 1 0 0,-1-1 0 0 0,1 1 0 0 0,-1-1 0 0 0,1 1 0 0 0,-1-1 0 0 0,1 1 0 0 0,0-1 0 0 0,-1 1 0 0 0,1 0 0 0 0,0-1 0 0 0,-1 2 0 0 0,-1 4 253 0 0,0-1 0 0 0,0 1 1 0 0,0 0-1 0 0,1 0 0 0 0,-1 12 0 0 0,0 61 737 0 0,13 124 0 0 0,28 80-1410 0 0,-21-157-794 0 0,-16-112-153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3.67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68 6449 0 0,'1'-4'170'0'0,"0"0"0"0"0,0 0 0 0 0,1 0-1 0 0,-1 0 1 0 0,1 0 0 0 0,0 0 0 0 0,0 1-1 0 0,4-6 1 0 0,-5 7 180 0 0,1 0-1 0 0,0 0 1 0 0,0 0-1 0 0,1 0 1 0 0,-1 0-1 0 0,0 0 1 0 0,1 0-1 0 0,-1 0 1 0 0,1 1-1 0 0,-1 0 1 0 0,1-1-1 0 0,0 1 1 0 0,0 0-1 0 0,0 0 1 0 0,-1 1-1 0 0,1-1 1 0 0,0 0-1 0 0,0 1 1 0 0,0 0-1 0 0,0 0 1 0 0,0 0-1 0 0,0 0 1 0 0,0 0-1 0 0,0 0 1 0 0,0 1-1 0 0,0 0 1 0 0,0-1-1 0 0,0 1 1 0 0,0 0 0 0 0,4 2-1 0 0,3 3 158 0 0,0 0 0 0 0,0 0 0 0 0,0 1 0 0 0,-1 0 0 0 0,0 1 0 0 0,16 16-1 0 0,43 60-90 0 0,-50-59-310 0 0,13 16-120 0 0,40 71-1 0 0,-58-87-1223 0 0,-2 0-1 0 0,13 36 0 0 0,-16-32-5767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3.8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0 258 8754 0 0,'19'-14'2002'0'0,"39"-29"808"0"0,90-61 2000 0 0,-119 86-5045 0 0,49-21 0 0 0,-20 12-35 0 0,-28 15 270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72 13827 0 0,'21'-24'3429'0'0,"-16"18"-3467"0"0,1 0 1 0 0,0 0 0 0 0,0 1 0 0 0,0 0-1 0 0,8-5 1 0 0,-11 9-114 0 0,0-1 0 0 0,-1 1 0 0 0,1 0 1 0 0,0 0-1 0 0,0 0 0 0 0,0 0 0 0 0,0 1 0 0 0,0-1 0 0 0,0 1 0 0 0,-1-1 0 0 0,1 1 1 0 0,0 0-1 0 0,0 1 0 0 0,0-1 0 0 0,0 0 0 0 0,6 2 0 0 0,0 1 151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2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93 3681 0 0,'11'9'6933'0'0,"-10"-9"-6686"0"0,-1 0 1 0 0,1 0 0 0 0,-1 0-1 0 0,2 0 1 0 0,23-10 4122 0 0,18-22-1624 0 0,18-16-5612 0 0,-51 37 2839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5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2304 0 0,'3'83'13067'0'0,"5"5"-6440"0"0,4-2-4587 0 0,40 153-4358 0 0,-23-143 3843 0 0,16 28-1148 0 0,-25-69-1863 0 0,0-1-4563 0 0,-14-35-868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7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79 12443 0 0,'-1'0'55'0'0,"0"0"1"0"0,1-1-1 0 0,-1 1 1 0 0,1-1 0 0 0,-1 1-1 0 0,1-1 1 0 0,-1 1-1 0 0,1-1 1 0 0,-1 1 0 0 0,1-1-1 0 0,0 1 1 0 0,-1-1-1 0 0,1 0 1 0 0,0 1 0 0 0,-1-1-1 0 0,1 1 1 0 0,0-1-1 0 0,0 0 1 0 0,-1 1-1 0 0,1-1 1 0 0,0 0 0 0 0,0 0-1 0 0,0 1 1 0 0,0-1-1 0 0,0 0 1 0 0,0 1 0 0 0,0-1-1 0 0,0 0 1 0 0,1 1-1 0 0,-1-1 1 0 0,0 0 0 0 0,0 1-1 0 0,0-1 1 0 0,1 0-1 0 0,-1 1 1 0 0,1-2 0 0 0,1 0 94 0 0,0-1 0 0 0,0 0 1 0 0,1 1-1 0 0,-1 0 1 0 0,1 0-1 0 0,-1 0 1 0 0,1 0-1 0 0,5-3 1 0 0,3-1 128 0 0,0 1-1 0 0,0 0 1 0 0,24-7 0 0 0,-27 11-381 0 0,-1-1 0 0 0,1 1-1 0 0,0 1 1 0 0,0-1 0 0 0,0 1 0 0 0,-1 1 0 0 0,1 0-1 0 0,0 0 1 0 0,0 0 0 0 0,-1 1 0 0 0,1 0 0 0 0,-1 0-1 0 0,1 1 1 0 0,-1 0 0 0 0,0 0 0 0 0,0 1-1 0 0,0 0 1 0 0,-1 0 0 0 0,1 1 0 0 0,-1 0 0 0 0,11 10-1 0 0,0 7 50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4.9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1 247 10594 0 0,'3'0'515'0'0,"1"-1"-1"0"0,-1 1 0 0 0,1-1 1 0 0,-1 0-1 0 0,0 0 0 0 0,1-1 1 0 0,-1 1-1 0 0,6-4 0 0 0,36-22 2045 0 0,69-57-1 0 0,-73 52-4313 0 0,83-49 0 0 0,-105 70 1721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6.33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5 9218 0 0,'0'0'182'0'0,"-1"-1"-1"0"0,1 1 1 0 0,-1-1-1 0 0,1 1 1 0 0,-1 0 0 0 0,1-1-1 0 0,-1 1 1 0 0,1 0-1 0 0,-1 0 1 0 0,0-1 0 0 0,1 1-1 0 0,-1 0 1 0 0,1 0-1 0 0,-1 0 1 0 0,0 0 0 0 0,1 0-1 0 0,-1 0 1 0 0,0 0-1 0 0,1 0 1 0 0,-1 0 0 0 0,1 0-1 0 0,-1 0 1 0 0,0 0-1 0 0,1 0 1 0 0,-1 0 0 0 0,1 1-1 0 0,-1-1 1 0 0,0 0-1 0 0,1 0 1 0 0,-1 1 0 0 0,1-1-1 0 0,-1 0 1 0 0,0 2-1 0 0,0-1 52 0 0,0 1 0 0 0,1-1-1 0 0,-1 1 1 0 0,0 0-1 0 0,1-1 1 0 0,0 1 0 0 0,-1 0-1 0 0,1 0 1 0 0,0-1-1 0 0,0 1 1 0 0,0 0 0 0 0,0 2-1 0 0,9 62 1293 0 0,-8-58-1283 0 0,40 159 445 0 0,-18-98-6414 0 0,-8-29-782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6.5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85 10594 0 0,'14'-4'5294'0'0,"54"-23"-3221"0"0,13-7-1073 0 0,-46 21-6163 0 0,-16 7-761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6.7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0 14283 0 0,'-2'4'455'0'0,"0"1"-1"0"0,0-1 0 0 0,0 1 1 0 0,1-1-1 0 0,0 1 1 0 0,0-1-1 0 0,0 1 1 0 0,1 0-1 0 0,-1 0 1 0 0,1 6-1 0 0,5 52 1712 0 0,-4-55-2092 0 0,1 9-278 0 0,0 0 0 0 0,2-1 0 0 0,0 0 0 0 0,12 31 0 0 0,-6-26-7111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7.0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10138 0 0,'8'29'8171'0'0,"3"33"-4955"0"0,0 6-2402 0 0,4 3-887 0 0,39 151 1605 0 0,-41-183-5011 0 0,31 66 0 0 0,-32-82-3759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7.2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0 199 10594 0 0,'0'-4'108'0'0,"0"0"-1"0"0,1-1 1 0 0,-1 1 0 0 0,1-1-1 0 0,0 1 1 0 0,0 0-1 0 0,1 0 1 0 0,-1-1-1 0 0,1 1 1 0 0,0 0 0 0 0,0 0-1 0 0,0 1 1 0 0,1-1-1 0 0,-1 0 1 0 0,1 1-1 0 0,0-1 1 0 0,0 1 0 0 0,0 0-1 0 0,7-5 1 0 0,9-8 946 0 0,1 1-1 0 0,30-16 1 0 0,-31 19-28 0 0,-8 5-1078 0 0,-1 1-1 0 0,1 1 1 0 0,1-1 0 0 0,-1 2 0 0 0,18-5-1 0 0,-25 7 24 0 0,1 1 0 0 0,0 1 0 0 0,0-1 0 0 0,0 0-1 0 0,0 1 1 0 0,0 0 0 0 0,0 1 0 0 0,0-1 0 0 0,0 1 0 0 0,-1 0-1 0 0,1 0 1 0 0,0 0 0 0 0,0 1 0 0 0,-1-1 0 0 0,1 1 0 0 0,5 3-1 0 0,2 4 30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7.3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1 130 6913 0 0,'0'0'609'0'0,"1"-1"-481"0"0,1-1-128 0 0,-1 1 0 0 0,1-1 512 0 0,1-1 72 0 0,1-3 24 0 0,4-4 0 0 0,4-5-144 0 0,1-3-24 0 0,2 0-8 0 0,-2-1 1 0 0,1-1-337 0 0,-2 6-96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7.7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0,'8'-1'1507'0'0,"-1"1"1"0"0,1 1 0 0 0,0-1 0 0 0,-1 1 0 0 0,1 1 0 0 0,-1-1 0 0 0,11 5 0 0 0,-15-5-1347 0 0,0 1 1 0 0,0 0-1 0 0,0 0 1 0 0,0 0 0 0 0,-1 0-1 0 0,1 0 1 0 0,-1 1 0 0 0,1-1-1 0 0,-1 1 1 0 0,0 0-1 0 0,0-1 1 0 0,0 1 0 0 0,0 0-1 0 0,0 0 1 0 0,-1 0 0 0 0,0 1-1 0 0,1-1 1 0 0,1 7-1 0 0,2 12-82 0 0,0 1 0 0 0,-1 0 0 0 0,1 40 0 0 0,-6 74 279 0 0,-1-75-298 0 0,1-38-49 0 0,0-1 29 0 0,1-1 1 0 0,0 0-1 0 0,2 0 0 0 0,1 0 0 0 0,6 28 0 0 0,-9-48-39 0 0,1-1-1 0 0,-1 1 1 0 0,0-1 0 0 0,1 1-1 0 0,-1-1 1 0 0,1 1 0 0 0,0-1-1 0 0,-1 1 1 0 0,1-1 0 0 0,0 0-1 0 0,0 1 1 0 0,0-1 0 0 0,0 0 0 0 0,0 0-1 0 0,0 0 1 0 0,0 0 0 0 0,0 0-1 0 0,0 0 1 0 0,1 0 0 0 0,-1 0-1 0 0,0 0 1 0 0,1 0 0 0 0,-1-1-1 0 0,0 1 1 0 0,1 0 0 0 0,-1-1-1 0 0,1 0 1 0 0,-1 1 0 0 0,1-1-1 0 0,-1 0 1 0 0,1 0 0 0 0,0 1-1 0 0,-1-1 1 0 0,1 0 0 0 0,-1-1-1 0 0,1 1 1 0 0,-1 0 0 0 0,1 0-1 0 0,-1-1 1 0 0,1 1 0 0 0,-1-1-1 0 0,1 1 1 0 0,-1-1 0 0 0,1 0-1 0 0,-1 1 1 0 0,0-1 0 0 0,2-2-1 0 0,6-2-47 0 0,-1-1-1 0 0,0 0 0 0 0,0-1 0 0 0,-1 0 0 0 0,13-15 0 0 0,24-35-2047 0 0,-20 24-5521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0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0 228 14283 0 0,'12'-9'806'0'0,"0"0"0"0"0,1 0 0 0 0,13-6 0 0 0,14-10-22 0 0,-20 12-412 0 0,112-76 2028 0 0,-39 40-4487 0 0,-73 40-4750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2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1 10594 0 0,'-1'0'171'0'0,"0"1"-1"0"0,-1-1 1 0 0,1 1 0 0 0,0-1-1 0 0,-1 1 1 0 0,1 0-1 0 0,0 0 1 0 0,0 0 0 0 0,0 0-1 0 0,-1-1 1 0 0,1 2-1 0 0,0-1 1 0 0,0 0 0 0 0,1 0-1 0 0,-1 0 1 0 0,-1 2-1 0 0,1-1 178 0 0,1 1-1 0 0,0-1 1 0 0,-1 0-1 0 0,1 0 1 0 0,0 0-1 0 0,0 0 1 0 0,1 0-1 0 0,-1 0 0 0 0,0 1 1 0 0,1-1-1 0 0,1 3 1 0 0,62 188 3800 0 0,-36-119-3591 0 0,23 52-1930 0 0,-34-88-6108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4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20 4609 0 0,'0'-1'344'0'0,"1"0"-1"0"0,-1 0 1 0 0,0 0-1 0 0,1 0 1 0 0,-1 0-1 0 0,0 0 1 0 0,1 0 0 0 0,0 0-1 0 0,-1 0 1 0 0,1 0-1 0 0,2-2 1032 0 0,-2 3-1032 0 0,-1-1 1 0 0,1 0-1 0 0,0 1 1 0 0,0-1-1 0 0,0 1 1 0 0,0-1 0 0 0,0 1-1 0 0,0-1 1 0 0,0 1-1 0 0,0 0 1 0 0,2-1-1 0 0,-1 1 29 0 0,0 0-1 0 0,0 1 0 0 0,0-1 1 0 0,0 0-1 0 0,0 1 0 0 0,0 0 0 0 0,0-1 1 0 0,0 1-1 0 0,0 0 0 0 0,0 0 0 0 0,0 0 1 0 0,2 2-1 0 0,3 2 140 0 0,0 0 0 0 0,-1 1 1 0 0,0 0-1 0 0,0 0 0 0 0,10 13 0 0 0,2 10-111 0 0,-2 2 0 0 0,-1-1 0 0 0,-1 2 0 0 0,19 65 0 0 0,20 141-166 0 0,-42-180-217 0 0,0-6-1689 0 0,-2-3-6331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7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0 132 12899 0 0,'2'-3'273'0'0,"0"0"1"0"0,0 0 0 0 0,0 0-1 0 0,1 1 1 0 0,-1-1-1 0 0,1 1 1 0 0,-1 0 0 0 0,1-1-1 0 0,0 1 1 0 0,0 0-1 0 0,0 1 1 0 0,0-1 0 0 0,5-1-1 0 0,2-4 144 0 0,16-10 178 0 0,-1 1 0 0 0,56-24-1 0 0,-74 37-616 0 0,1 0-1 0 0,-1 0 0 0 0,1 1 1 0 0,0 0-1 0 0,-1 0 0 0 0,1 1 0 0 0,0 0 1 0 0,0 1-1 0 0,0 0 0 0 0,0 0 0 0 0,0 0 1 0 0,0 1-1 0 0,0 0 0 0 0,0 1 0 0 0,-1 0 1 0 0,14 5-1 0 0,2 7 11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8.89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19 189 14747 0 0,'-9'10'648'0'0,"4"-5"144"0"0,2-2-632 0 0,2-3-160 0 0,2-3 0 0 0,1-2 113 0 0,-1 0-9 0 0,4-6 0 0 0,1-4 0 0 0,4-3-288 0 0,4-1-57 0 0,2-2-15 0 0,3 0 0 0 0,5 1-1720 0 0,3-3-345 0 0,4-1-71 0 0,2 2-9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09.9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95 5529 0 0,'-1'0'149'0'0,"0"0"-1"0"0,0 0 0 0 0,0 0 1 0 0,0 0-1 0 0,0-1 1 0 0,0 1-1 0 0,0 0 0 0 0,1 0 1 0 0,-1-1-1 0 0,0 1 1 0 0,0 0-1 0 0,0-1 1 0 0,0 1-1 0 0,1-1 0 0 0,-1 1 1 0 0,0-1-1 0 0,1 0 1 0 0,-1 1-1 0 0,0-1 0 0 0,1 0 1 0 0,-1 1-1 0 0,1-1 1 0 0,-1 0-1 0 0,1 0 1 0 0,-1 1-1 0 0,1-1 0 0 0,-1 0 1 0 0,1 0-1 0 0,0 0 1 0 0,-1 0-1 0 0,1 1 0 0 0,0-1 1 0 0,0 0-1 0 0,0 0 1 0 0,0 0-1 0 0,0 0 1 0 0,0 0-1 0 0,0 0 0 0 0,0 0 1 0 0,0 0-1 0 0,0 0 1 0 0,0 1-1 0 0,1-1 0 0 0,-1 0 1 0 0,1-2-1 0 0,0 0 366 0 0,0 0-1 0 0,0-1 0 0 0,0 1 0 0 0,0 0 1 0 0,1 0-1 0 0,0 0 0 0 0,-1 0 1 0 0,1 0-1 0 0,0 0 0 0 0,0 0 1 0 0,5-4-1 0 0,-4 5-440 0 0,0-1-1 0 0,0 1 1 0 0,0 0 0 0 0,1 0-1 0 0,-1 0 1 0 0,1 1 0 0 0,-1-1 0 0 0,1 1-1 0 0,0-1 1 0 0,0 1 0 0 0,-1 0-1 0 0,1 1 1 0 0,0-1 0 0 0,0 1 0 0 0,0 0-1 0 0,0 0 1 0 0,0 0 0 0 0,0 0-1 0 0,0 0 1 0 0,0 1 0 0 0,-1 0-1 0 0,1 0 1 0 0,0 0 0 0 0,0 0 0 0 0,-1 1-1 0 0,1-1 1 0 0,-1 1 0 0 0,7 4-1 0 0,-4-1 27 0 0,-1-1 0 0 0,0 1 0 0 0,0 0-1 0 0,0 0 1 0 0,0 1 0 0 0,-1-1 0 0 0,0 1 0 0 0,0 0-1 0 0,-1 0 1 0 0,0 1 0 0 0,0-1 0 0 0,0 1-1 0 0,-1-1 1 0 0,0 1 0 0 0,2 9 0 0 0,-2-1-141 0 0,-1 1 0 0 0,-1 20 0 0 0,-1-26 16 0 0,1-1 0 0 0,0 1 1 0 0,0-1-1 0 0,1 1 0 0 0,0-1 0 0 0,1 0 0 0 0,0 1 0 0 0,0-1 1 0 0,7 14-1 0 0,-8-22 25 0 0,0 1 0 0 0,0-1 0 0 0,0 0 0 0 0,1 0-1 0 0,-1 0 1 0 0,0 1 0 0 0,1-1 0 0 0,-1 0 0 0 0,1-1 0 0 0,-1 1 0 0 0,1 0 0 0 0,-1 0 0 0 0,1-1 0 0 0,0 1 0 0 0,0-1 0 0 0,-1 1 0 0 0,1-1 0 0 0,0 0 0 0 0,0 0 0 0 0,-1 1 0 0 0,1-1 0 0 0,0-1 0 0 0,0 1 0 0 0,-1 0 0 0 0,1 0 0 0 0,0-1 0 0 0,3 0-1 0 0,6-2-7 0 0,1-1-1 0 0,-1 0 0 0 0,11-5 0 0 0,-10 4 7 0 0,-3 1-81 0 0,-1 1 0 0 0,1 0 1 0 0,0 0-1 0 0,0 1 0 0 0,14-2 1 0 0,-21 4 69 0 0,-1 0 1 0 0,1 0 0 0 0,-1 0-1 0 0,1 0 1 0 0,-1 0 0 0 0,0 0-1 0 0,1 1 1 0 0,-1-1 0 0 0,1 0-1 0 0,-1 1 1 0 0,0-1 0 0 0,1 1-1 0 0,-1 0 1 0 0,0-1 0 0 0,0 1-1 0 0,0 0 1 0 0,1 0 0 0 0,-1 0-1 0 0,0 0 1 0 0,0 0 0 0 0,0 0-1 0 0,0 0 1 0 0,0 0 0 0 0,-1 0-1 0 0,1 0 1 0 0,0 1 0 0 0,0-1 0 0 0,-1 0-1 0 0,1 1 1 0 0,-1-1 0 0 0,1 0-1 0 0,-1 1 1 0 0,0-1 0 0 0,1 0-1 0 0,-1 1 1 0 0,0-1 0 0 0,0 1-1 0 0,0-1 1 0 0,0 1 0 0 0,0-1-1 0 0,0 0 1 0 0,-1 1 0 0 0,0 2-1 0 0,-1 12-2 0 0,-1 0-1 0 0,0 0 0 0 0,-1 0 1 0 0,-1-1-1 0 0,-1 0 0 0 0,0 0 1 0 0,-15 25-1 0 0,-69 97 439 0 0,57-92-273 0 0,-10 16-1496 0 0,25-36-5697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1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0 113 12443 0 0,'1'0'92'0'0,"-1"0"0"0"0,0 0 0 0 0,1 0 0 0 0,-1 0 0 0 0,0 0 0 0 0,1 0 0 0 0,-1 0 0 0 0,0 0 0 0 0,1 0 1 0 0,-1 0-1 0 0,0 0 0 0 0,1 1 0 0 0,-1-1 0 0 0,0 0 0 0 0,1 0 0 0 0,-1 0 0 0 0,0 0 0 0 0,1 0 0 0 0,-1 1 0 0 0,0-1 1 0 0,0 0-1 0 0,1 0 0 0 0,-1 1 0 0 0,0-1 0 0 0,0 0 0 0 0,1 0 0 0 0,-1 1 0 0 0,0-1 0 0 0,0 0 0 0 0,0 1 0 0 0,1-1 1 0 0,-1 0-1 0 0,0 1 0 0 0,0-1 0 0 0,0 0 0 0 0,0 1 0 0 0,0-1 0 0 0,0 0 0 0 0,0 1 0 0 0,0-1 0 0 0,0 0 0 0 0,0 1 1 0 0,0-1-1 0 0,0 0 0 0 0,0 1 0 0 0,0-1 0 0 0,0 0 0 0 0,0 1 0 0 0,0-1 0 0 0,0 0 0 0 0,0 1 0 0 0,-1-1 0 0 0,1 0 1 0 0,0 1-1 0 0,0-1 0 0 0,0 0 0 0 0,-1 0 0 0 0,1 1 0 0 0,0-1 0 0 0,0 0 0 0 0,-1 0 0 0 0,1 1 0 0 0,0-1 0 0 0,0 0 1 0 0,-1 0-1 0 0,1 0 0 0 0,0 1 0 0 0,-1-1 0 0 0,1 0 0 0 0,26-2 2618 0 0,-10-5-2445 0 0,0 0-1 0 0,-1 0 0 0 0,0-2 0 0 0,15-10 1 0 0,2-2-253 0 0,33-21-2031 0 0,-44 27-5500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1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1 138 7370 0 0,'7'-10'483'0'0,"0"0"1"0"0,1 1-1 0 0,1 0 1 0 0,-1 0-1 0 0,1 1 1 0 0,1 0 0 0 0,19-12-1 0 0,-12 10 685 0 0,0 1 1 0 0,0 0-1 0 0,1 1 0 0 0,23-7 1 0 0,-38 15-1028 0 0,-1-1 1 0 0,1 0 0 0 0,-1 1 0 0 0,1-1 0 0 0,-1 1-1 0 0,1-1 1 0 0,-1 1 0 0 0,1 0 0 0 0,-1 0 0 0 0,1 1-1 0 0,-1-1 1 0 0,1 0 0 0 0,-1 1 0 0 0,1-1 0 0 0,-1 1 0 0 0,0 0-1 0 0,5 2 1 0 0,-6-2-88 0 0,1 1 0 0 0,-1-1 1 0 0,1 0-1 0 0,-1 1 0 0 0,0 0 0 0 0,0-1 0 0 0,0 1 1 0 0,0 0-1 0 0,0-1 0 0 0,0 1 0 0 0,-1 0 0 0 0,1 0 0 0 0,0 0 1 0 0,-1 0-1 0 0,1 0 0 0 0,-1 0 0 0 0,0 0 0 0 0,0 0 1 0 0,0 0-1 0 0,0 0 0 0 0,0-1 0 0 0,0 1 0 0 0,-1 4 0 0 0,-4 17 10 0 0,0 0-1 0 0,-2 0 0 0 0,0-1 0 0 0,-2 1 0 0 0,0-2 0 0 0,-16 28 0 0 0,12-25-60 0 0,1 0 0 0 0,1 1 0 0 0,1 1 0 0 0,-8 36 0 0 0,17-59 32 0 0,1-1 0 0 0,-1 1 1 0 0,1 0-1 0 0,-1 0 0 0 0,1 0 1 0 0,0 0-1 0 0,0 0 0 0 0,0-1 1 0 0,1 1-1 0 0,-1 0 0 0 0,1 0 1 0 0,0 0-1 0 0,-1-1 0 0 0,1 1 1 0 0,0 0-1 0 0,1 0 0 0 0,-1-1 1 0 0,0 1-1 0 0,1-1 1 0 0,-1 0-1 0 0,3 3 0 0 0,-2-3-5 0 0,1-1-1 0 0,-1 1 0 0 0,0-1 1 0 0,1 0-1 0 0,-1 0 1 0 0,1 0-1 0 0,-1 0 0 0 0,1 0 1 0 0,0 0-1 0 0,-1-1 1 0 0,1 1-1 0 0,0-1 0 0 0,-1 0 1 0 0,1 0-1 0 0,0 0 0 0 0,0 0 1 0 0,-1 0-1 0 0,1 0 1 0 0,0-1-1 0 0,-1 1 0 0 0,1-1 1 0 0,2-1-1 0 0,16-5 58 0 0,-1-1-1 0 0,0-1 0 0 0,-1 0 1 0 0,33-23-1 0 0,0-4-2446 0 0,-36 26 829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2.0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155 13 6913 0 0,'-2'-2'288'0'0,"-1"0"0"0"0,1 1 0 0 0,-1 0-1 0 0,0-1 1 0 0,0 1 0 0 0,0 0 0 0 0,0 1-1 0 0,0-1 1 0 0,0 0 0 0 0,0 1-1 0 0,0-1 1 0 0,0 1 0 0 0,0 0 0 0 0,0 0-1 0 0,0 0 1 0 0,0 1 0 0 0,0-1 0 0 0,0 1-1 0 0,0 0 1 0 0,0-1 0 0 0,0 1 0 0 0,0 0-1 0 0,1 1 1 0 0,-1-1 0 0 0,0 0-1 0 0,1 1 1 0 0,-1 0 0 0 0,1 0 0 0 0,-1-1-1 0 0,1 1 1 0 0,0 1 0 0 0,0-1 0 0 0,0 0-1 0 0,0 0 1 0 0,0 1 0 0 0,0-1-1 0 0,1 1 1 0 0,-1 0 0 0 0,1-1 0 0 0,0 1-1 0 0,0 0 1 0 0,0 0 0 0 0,-2 6 0 0 0,-3 18 453 0 0,0 0 0 0 0,1 0 0 0 0,-1 50 1 0 0,0-6-437 0 0,-9 101-187 0 0,14-97-6970 0 0,1-58-80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2.3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 6913 0 0,'6'-2'769'0'0,"0"-1"-1"0"0,0 1 0 0 0,0 1 1 0 0,0-1-1 0 0,0 1 0 0 0,1 0 0 0 0,-1 0 1 0 0,0 1-1 0 0,1 0 0 0 0,5 0 1 0 0,-5 1-417 0 0,-1-1 0 0 0,1 1 1 0 0,-1 0-1 0 0,1 1 0 0 0,-1-1 1 0 0,0 1-1 0 0,0 0 0 0 0,0 1 1 0 0,0 0-1 0 0,0 0 0 0 0,-1 0 1 0 0,1 0-1 0 0,-1 1 0 0 0,0 0 0 0 0,0 0 1 0 0,0 1-1 0 0,0-1 0 0 0,-1 1 1 0 0,0 0-1 0 0,5 8 0 0 0,2 3-818 0 0,-1 1 0 0 0,-1 1 0 0 0,-1 0 0 0 0,0 0 0 0 0,7 28 0 0 0,-10-30-6762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2.4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0 110 9218 0 0,'53'-28'3445'0'0,"60"-24"0"0"0,-62 30-3958 0 0,-48 21 325 0 0,1-1 0 0 0,0 1 0 0 0,0 0 0 0 0,0 0 0 0 0,0 1 0 0 0,0-1 0 0 0,4 0 0 0 0,-5 1 188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2.8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 26 5529 0 0,'-3'2'44'0'0,"-24"36"13505"0"0,47-41-11936 0 0,-17 2-1059 0 0,28-6-104 0 0,-1-2 0 0 0,41-17 1 0 0,-38 13-1200 0 0,-16 7-234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3.0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57 11979 0 0,'0'1'61'0'0,"0"-1"1"0"0,0 0 0 0 0,0 1 0 0 0,0-1 0 0 0,0 0 0 0 0,0 1 0 0 0,0-1 0 0 0,0 0 0 0 0,1 1 0 0 0,-1-1 0 0 0,0 0 0 0 0,0 1-1 0 0,0-1 1 0 0,0 0 0 0 0,1 0 0 0 0,-1 1 0 0 0,0-1 0 0 0,0 0 0 0 0,1 0 0 0 0,-1 1 0 0 0,0-1 0 0 0,1 0 0 0 0,-1 0-1 0 0,0 0 1 0 0,1 0 0 0 0,-1 1 0 0 0,0-1 0 0 0,0 0 0 0 0,1 0 0 0 0,-1 0 0 0 0,1 0 0 0 0,-1 0 0 0 0,0 0 0 0 0,1 0 0 0 0,-1 0-1 0 0,1 0 1 0 0,19-3 1553 0 0,19-11-55 0 0,30-11-1772 0 0,2 7-5979 0 0,-47 14 3912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3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1 105 6449 0 0,'0'-2'360'0'0,"0"0"-1"0"0,0 0 0 0 0,0 0 0 0 0,1 0 0 0 0,-1 0 1 0 0,1 0-1 0 0,-1 0 0 0 0,1 0 0 0 0,0 0 1 0 0,0 0-1 0 0,0 1 0 0 0,0-1 0 0 0,0 0 1 0 0,0 1-1 0 0,0-1 0 0 0,0 1 0 0 0,3-3 0 0 0,26-25 3065 0 0,-23 24-3049 0 0,-1 0 0 0 0,2 1 0 0 0,-1 0 0 0 0,1 0 0 0 0,-1 0 0 0 0,1 1 0 0 0,0 1 0 0 0,0-1 0 0 0,0 1 0 0 0,1 0-1 0 0,-1 1 1 0 0,9-1 0 0 0,-14 2-331 0 0,0 0-1 0 0,0 0 1 0 0,0 0-1 0 0,0 1 1 0 0,-1-1-1 0 0,1 1 1 0 0,0-1-1 0 0,0 1 1 0 0,0 0-1 0 0,0 0 1 0 0,-1 0-1 0 0,1 1 1 0 0,-1-1-1 0 0,1 1 1 0 0,-1-1-1 0 0,1 1 1 0 0,-1 0-1 0 0,0 0 1 0 0,0 0-1 0 0,0 0 1 0 0,0 0-1 0 0,0 0 1 0 0,0 1-1 0 0,0-1 1 0 0,-1 1-1 0 0,0-1 1 0 0,1 1-1 0 0,-1 0 1 0 0,0-1-1 0 0,0 1 1 0 0,0 0-1 0 0,-1 0 1 0 0,1 0-1 0 0,-1-1 1 0 0,1 1-1 0 0,-1 0 1 0 0,0 4-1 0 0,0 7-29 0 0,0 1 0 0 0,-1 0 0 0 0,0-1 0 0 0,-1 1-1 0 0,-8 25 1 0 0,-30 70-10 0 0,28-81-5 0 0,1-1 0 0 0,2 1 0 0 0,-10 46 0 0 0,19-71 1 0 0,-1 1-1 0 0,1-1 1 0 0,0 0 0 0 0,0 0 0 0 0,0 0-1 0 0,0 1 1 0 0,1-1 0 0 0,-1 0 0 0 0,1 0-1 0 0,0 0 1 0 0,1 0 0 0 0,1 5 0 0 0,-2-8 2 0 0,0 1 0 0 0,0-1 0 0 0,0 1 0 0 0,1-1 0 0 0,-1 0 0 0 0,0 0 0 0 0,0 0 0 0 0,1 0 1 0 0,-1 0-1 0 0,1 0 0 0 0,-1 0 0 0 0,1 0 0 0 0,-1 0 0 0 0,1-1 0 0 0,-1 1 0 0 0,1 0 0 0 0,0-1 0 0 0,-1 0 1 0 0,1 1-1 0 0,0-1 0 0 0,0 0 0 0 0,-1 0 0 0 0,1 0 0 0 0,0 0 0 0 0,-1 0 0 0 0,1 0 0 0 0,0 0 0 0 0,0-1 1 0 0,-1 1-1 0 0,1-1 0 0 0,2 0 0 0 0,18-7 129 0 0,0-2 0 0 0,-1 0 0 0 0,0 0 0 0 0,27-20 0 0 0,2 0-1758 0 0,2 4-4247 0 0,-26 16-1075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3.6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9 10138 0 0,'-21'-5'689'0'0,"20"4"-181"0"0,-1 1 1 0 0,1-1-1 0 0,-1 1 1 0 0,1-1-1 0 0,-1 1 1 0 0,0 0-1 0 0,1-1 1 0 0,-1 1-1 0 0,0 0 1 0 0,1 0-1 0 0,-1 0 1 0 0,0 0-1 0 0,-1 1 1 0 0,2 0-369 0 0,0 0 0 0 0,0 0 0 0 0,1 0 0 0 0,-1 0 0 0 0,1 0 0 0 0,-1 0 1 0 0,1 0-1 0 0,-1 0 0 0 0,1 1 0 0 0,-1-1 0 0 0,1 0 0 0 0,0 0 0 0 0,0 0 0 0 0,-1 1 0 0 0,1-1 1 0 0,0 0-1 0 0,0 0 0 0 0,1 1 0 0 0,-1-1 0 0 0,0 0 0 0 0,0 0 0 0 0,0 0 0 0 0,1 1 0 0 0,0 0 1 0 0,4 49 174 0 0,-2 0 1 0 0,-4 52-1 0 0,-15 104 858 0 0,5-86-896 0 0,11-115-280 0 0,-4 43-724 0 0,2 0 1 0 0,5 60-1 0 0,-1-91-611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3.9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17 188 456 0 0,'-2'-40'1363'0'0,"-11"-64"0"0"0,12 101-1040 0 0,1 1-1 0 0,0 0 1 0 0,0 0-1 0 0,0 0 1 0 0,0-1-1 0 0,0 1 1 0 0,0 0-1 0 0,0 0 1 0 0,1 0-1 0 0,-1-1 1 0 0,1 1-1 0 0,1-2 1 0 0,-2 3-3 0 0,0 0 0 0 0,1 1 0 0 0,3-5 1600 0 0,-3 4-1600 0 0,-1 1 0 0 0,1-1 0 0 0,0 1 1 0 0,0-1-1 0 0,0 1 0 0 0,0-1 0 0 0,-1 1 0 0 0,1 0 0 0 0,0-1 0 0 0,2 1 0 0 0,-1 0 177 0 0,0-1 0 0 0,1 1 0 0 0,-1 0 1 0 0,0 1-1 0 0,0-1 0 0 0,0 0 0 0 0,0 1 0 0 0,0-1 1 0 0,0 1-1 0 0,1-1 0 0 0,-1 1 0 0 0,2 1 0 0 0,17 12 726 0 0,-7 1-852 0 0,0 1 1 0 0,-1 0-1 0 0,0 1 1 0 0,-2 0-1 0 0,16 31 0 0 0,3 3-120 0 0,-20-35-623 0 0,68 117 1462 0 0,-57-86-3118 0 0,-6 2-3490 0 0,-10-28-1833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7:14.1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0 121 6449 0 0,'5'0'577'0'0,"-1"0"-465"0"0,1 0-112 0 0,2-1 1344 0 0,-1-1 240 0 0,3 1 48 0 0,8-2 17 0 0,5-2-193 0 0,3-2-40 0 0,5 0-7 0 0,0-4-1 0 0,-4 1-1032 0 0,3-2-216 0 0,-1 0-32 0 0,3-4-3617 0 0,-4-1-711 0 0,-6 1-153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07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1 157 8754 0 0,'1'-16'292'0'0,"0"0"-1"0"0,1 0 1 0 0,1 0 0 0 0,0 0-1 0 0,7-17 1 0 0,8-11 3232 0 0,-17 52-213 0 0,2 35-2231 0 0,36 693 2098 0 0,-35-682-3058 0 0,4 30-87 0 0,3 1 0 0 0,34 125 1 0 0,9-55-6369 0 0,-37-115-321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07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261 32 3225 0 0,'-3'-4'414'0'0,"-1"1"-1"0"0,0 0 1 0 0,-1 0 0 0 0,1 1 0 0 0,-1-1 0 0 0,1 1 0 0 0,-1 0 0 0 0,0 0-1 0 0,1 0 1 0 0,-1 1 0 0 0,0 0 0 0 0,0 0 0 0 0,0 0 0 0 0,-1 0-1 0 0,1 1 1 0 0,0 0 0 0 0,0 0 0 0 0,0 0 0 0 0,0 1 0 0 0,0 0 0 0 0,0 0-1 0 0,0 0 1 0 0,0 0 0 0 0,0 1 0 0 0,0 0 0 0 0,1 0 0 0 0,-7 3 0 0 0,0 1-64 0 0,0 0 0 0 0,1 0 1 0 0,0 1-1 0 0,0 1 0 0 0,0 0 1 0 0,1 0-1 0 0,0 0 1 0 0,1 1-1 0 0,0 1 0 0 0,-10 15 1 0 0,17-24-338 0 0,0 0 0 0 0,0 0 1 0 0,0 1-1 0 0,1-1 0 0 0,-1 0 1 0 0,1 1-1 0 0,-1-1 0 0 0,1 0 1 0 0,0 1-1 0 0,-1-1 0 0 0,1 1 1 0 0,0-1-1 0 0,0 0 0 0 0,0 1 0 0 0,0-1 1 0 0,0 1-1 0 0,0-1 0 0 0,1 1 1 0 0,-1-1-1 0 0,0 0 0 0 0,1 1 1 0 0,-1-1-1 0 0,2 3 0 0 0,-1-2-12 0 0,1 0 0 0 0,0 1 0 0 0,0-1 0 0 0,0 0 0 0 0,0 0 0 0 0,0 0-1 0 0,1 0 1 0 0,-1 0 0 0 0,0-1 0 0 0,1 1 0 0 0,2 0 0 0 0,8 4-36 0 0,0-1 0 0 0,0 0 0 0 0,25 4 0 0 0,-7-3-27 0 0,35 0 0 0 0,-44-4-117 0 0,0 0 1 0 0,0 1-1 0 0,0 1 0 0 0,26 8 1 0 0,-46-11 166 0 0,1 0 1 0 0,0 0-1 0 0,-1 0 1 0 0,1 0-1 0 0,-1 1 0 0 0,1-1 1 0 0,-1 1-1 0 0,0 0 1 0 0,1-1-1 0 0,-1 1 1 0 0,0 0-1 0 0,0 0 1 0 0,0 1-1 0 0,-1-1 0 0 0,1 0 1 0 0,0 0-1 0 0,-1 1 1 0 0,0-1-1 0 0,1 1 1 0 0,-1 0-1 0 0,0-1 1 0 0,0 1-1 0 0,-1 0 0 0 0,1-1 1 0 0,0 1-1 0 0,-1 0 1 0 0,0 0-1 0 0,0 0 1 0 0,1 0-1 0 0,-2-1 1 0 0,1 1-1 0 0,-1 3 0 0 0,-2 10 18 0 0,0-1 0 0 0,-2 0-1 0 0,0-1 1 0 0,-14 29-1 0 0,-3 12 11 0 0,21-53-13 0 0,1-1 0 0 0,0 0 0 0 0,-1 1-1 0 0,1-1 1 0 0,0 0 0 0 0,0 1-1 0 0,0-1 1 0 0,-1 0 0 0 0,2 1-1 0 0,-1-1 1 0 0,0 1 0 0 0,0-1 0 0 0,0 0-1 0 0,1 1 1 0 0,-1-1 0 0 0,0 0-1 0 0,1 1 1 0 0,-1-1 0 0 0,1 0 0 0 0,0 0-1 0 0,0 1 1 0 0,-1-1 0 0 0,1 0-1 0 0,0 0 1 0 0,0 0 0 0 0,0 0-1 0 0,0 0 1 0 0,0 0 0 0 0,0 0 0 0 0,0 0-1 0 0,0-1 1 0 0,0 1 0 0 0,1 0-1 0 0,-1-1 1 0 0,0 1 0 0 0,1-1 0 0 0,-1 1-1 0 0,0-1 1 0 0,1 1 0 0 0,-1-1-1 0 0,0 0 1 0 0,1 0 0 0 0,-1 0 0 0 0,0 0-1 0 0,4 0 1 0 0,8 0-32 0 0,1 0-1 0 0,0-1 1 0 0,25-5-1 0 0,-17 2-11 0 0,-13 3 32 0 0,26-2-71 0 0,-33 3 78 0 0,-1 0-1 0 0,1 0 1 0 0,-1 0-1 0 0,0 0 0 0 0,1 0 1 0 0,-1 0-1 0 0,0 1 0 0 0,1-1 1 0 0,-1 0-1 0 0,0 1 0 0 0,0-1 1 0 0,1 1-1 0 0,-1 0 0 0 0,0-1 1 0 0,0 1-1 0 0,0 0 0 0 0,0 0 1 0 0,0 0-1 0 0,1-1 0 0 0,-1 2 1 0 0,0 0-16 0 0,-1 0 1 0 0,0-1 0 0 0,0 1 0 0 0,1 0-1 0 0,-1-1 1 0 0,-1 1 0 0 0,1 0 0 0 0,0-1 0 0 0,0 1-1 0 0,0 0 1 0 0,-1-1 0 0 0,1 1 0 0 0,-1-1-1 0 0,0 1 1 0 0,1-1 0 0 0,-1 1 0 0 0,0-1-1 0 0,0 1 1 0 0,-2 2 0 0 0,-22 30-558 0 0,21-29 488 0 0,-82 90-1692 0 0,38-44 1180 0 0,47-50 534 0 0,0-1 0 0 0,0 1 0 0 0,0 0 1 0 0,1 0-1 0 0,-1-1 0 0 0,0 1 0 0 0,1 0 0 0 0,-1 0 0 0 0,1 0 1 0 0,-1 0-1 0 0,1 0 0 0 0,-1 0 0 0 0,1 0 0 0 0,0 0 0 0 0,0 0 1 0 0,-1 0-1 0 0,1 0 0 0 0,0 0 0 0 0,0 0 0 0 0,0 0 0 0 0,0 0 0 0 0,0 0 1 0 0,0 0-1 0 0,0 0 0 0 0,0 0 0 0 0,1 0 0 0 0,-1 0 0 0 0,1 1 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08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0,'1'7'409'0'0,"0"-1"-1"0"0,0 1 1 0 0,0-1-1 0 0,1 0 0 0 0,0 0 1 0 0,4 8-1 0 0,5 20 1469 0 0,-1 21 680 0 0,3 60 1 0 0,-8 143 73 0 0,-5-152-1847 0 0,0 116 242 0 0,5 184-1371 0 0,-3-379-4722 0 0,2-3-1724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08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0 254 7834 0 0,'24'4'820'0'0,"53"0"502"0"0,0-3 0 0 0,151-19 1 0 0,10-1 611 0 0,536-13 657 0 0,-522 10-2552 0 0,264-59 1 0 0,-360 44-78 0 0,-36 8-1475 0 0,-40 13-2765 0 0,-37 8-629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08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5529 0 0,'-1'1'81'0'0,"0"0"-1"0"0,1 0 1 0 0,-1 1-1 0 0,0-1 0 0 0,1 0 1 0 0,-1 1-1 0 0,1-1 1 0 0,0 0-1 0 0,-1 1 1 0 0,1-1-1 0 0,0 1 1 0 0,0-1-1 0 0,0 0 1 0 0,0 1-1 0 0,0 2 1 0 0,1 29 1672 0 0,0-31-1484 0 0,15 139 5667 0 0,2 31-2550 0 0,-13 73-1266 0 0,8 131-766 0 0,15-127-4101 0 0,-22-223-1973 0 0,0 0-1390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09.3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 5065 0 0,'-15'6'7375'0'0,"-5"12"-3996"0"0,-25 31-2673 0 0,17-19 421 0 0,5-10-505 0 0,18-17-523 0 0,1 0-1 0 0,0 0 1 0 0,0 0 0 0 0,0 1-1 0 0,0-1 1 0 0,1 1 0 0 0,-1 0-1 0 0,1 0 1 0 0,0 1-1 0 0,0-1 1 0 0,0 1 0 0 0,-2 5-1 0 0,5-8-94 0 0,0-1-1 0 0,0 1 0 0 0,0-1 1 0 0,0 1-1 0 0,1-1 1 0 0,-1 0-1 0 0,0 1 0 0 0,1-1 1 0 0,-1 1-1 0 0,1-1 1 0 0,-1 0-1 0 0,1 1 0 0 0,0-1 1 0 0,0 0-1 0 0,-1 0 1 0 0,1 0-1 0 0,0 1 0 0 0,0-1 1 0 0,0 0-1 0 0,0 0 1 0 0,1 0-1 0 0,-1-1 0 0 0,0 1 1 0 0,0 0-1 0 0,0 0 1 0 0,1-1-1 0 0,-1 1 0 0 0,0 0 1 0 0,1-1-1 0 0,-1 1 1 0 0,1-1-1 0 0,2 1 1 0 0,8 2-50 0 0,0 0 1 0 0,23 3-1 0 0,-25-4-50 0 0,44 1-426 0 0,15 2-363 0 0,-65-4 822 0 0,0 0 1 0 0,1 0-1 0 0,-1 0 0 0 0,0 0 0 0 0,0 1 0 0 0,1 0 1 0 0,-1 0-1 0 0,0 0 0 0 0,-1 0 0 0 0,1 0 0 0 0,6 6 1 0 0,-8-6 63 0 0,-1 0-1 0 0,0 0 1 0 0,0 0 0 0 0,0 0 0 0 0,0 0 0 0 0,0 0 0 0 0,0 0 0 0 0,-1 0-1 0 0,1 0 1 0 0,-1 1 0 0 0,1-1 0 0 0,-1 0 0 0 0,0 0 0 0 0,0 0 0 0 0,0 1-1 0 0,0-1 1 0 0,0 0 0 0 0,-1 0 0 0 0,1 1 0 0 0,-1-1 0 0 0,1 0 0 0 0,-1 0 0 0 0,0 0-1 0 0,0 0 1 0 0,0 0 0 0 0,-2 3 0 0 0,-4 9-57 0 0,0-1 0 0 0,-18 22 0 0 0,15-21 38 0 0,5-7-36 0 0,-8 11-48 0 0,1 1 0 0 0,-16 33 0 0 0,25-47 97 0 0,1-1 1 0 0,1 1-1 0 0,-1 0 1 0 0,0 0-1 0 0,1 0 0 0 0,0 0 1 0 0,0 1-1 0 0,1-1 1 0 0,0 0-1 0 0,-1 0 0 0 0,2 1 1 0 0,-1-1-1 0 0,1 0 1 0 0,-1 0-1 0 0,1 0 0 0 0,1 0 1 0 0,1 7-1 0 0,-2-11-16 0 0,0 1 0 0 0,0-1 0 0 0,0 0 0 0 0,0 1 0 0 0,0-1-1 0 0,1 1 1 0 0,-1-1 0 0 0,0 0 0 0 0,0 0 0 0 0,1 0 0 0 0,-1 0 0 0 0,1 0-1 0 0,-1 0 1 0 0,1 0 0 0 0,0-1 0 0 0,-1 1 0 0 0,1 0 0 0 0,0-1 0 0 0,-1 1 0 0 0,1-1-1 0 0,0 0 1 0 0,-1 1 0 0 0,1-1 0 0 0,0 0 0 0 0,0 0 0 0 0,0 0 0 0 0,3-1-1 0 0,-2 1-92 0 0,0 0 0 0 0,0 0-1 0 0,1 0 1 0 0,-1 1-1 0 0,0-1 1 0 0,0 1-1 0 0,0 0 1 0 0,5 1 0 0 0,-8-1 109 0 0,1 0 0 0 0,-1-1 0 0 0,1 1 0 0 0,-1 0 0 0 0,1 0 1 0 0,-1 0-1 0 0,1 0 0 0 0,-1-1 0 0 0,0 1 0 0 0,0 0 1 0 0,1 0-1 0 0,-1 0 0 0 0,0 0 0 0 0,0 0 0 0 0,0 0 0 0 0,0 0 1 0 0,0 0-1 0 0,0 0 0 0 0,0 0 0 0 0,0 0 0 0 0,0-1 1 0 0,-1 1-1 0 0,1 0 0 0 0,0 0 0 0 0,-1 0 0 0 0,1 0 0 0 0,0 0 1 0 0,-1 0-1 0 0,1-1 0 0 0,-1 1 0 0 0,0 1 0 0 0,-19 32 25 0 0,17-30-77 0 0,-18 23-175 0 0,-2 4-688 0 0,12-11-3351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09.5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1 456 0 0,'4'3'404'0'0,"-1"1"1"0"0,0 0-1 0 0,0 0 0 0 0,0 0 0 0 0,-1 1 1 0 0,1-1-1 0 0,-1 1 0 0 0,0-1 0 0 0,0 1 0 0 0,-1 0 1 0 0,1 0-1 0 0,0 4 0 0 0,0-1 80 0 0,10 34 1486 0 0,-3 1 1 0 0,7 59-1 0 0,-2 89 438 0 0,-10-109-1487 0 0,1 366 2117 0 0,-6-389-2626 0 0,0-29-616 0 0,2-1 0 0 0,0 0 0 0 0,2 1 0 0 0,2-1 0 0 0,14 52 0 0 0,-9-52-6143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0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1 104 6449 0 0,'8'-6'220'0'0,"0"-1"0"0"0,0 1 0 0 0,1 1 0 0 0,0-1 0 0 0,0 1 0 0 0,0 1 0 0 0,1 0 0 0 0,0 0 0 0 0,0 1 0 0 0,18-3 0 0 0,14-2 810 0 0,55-2 0 0 0,-63 7-587 0 0,379-18 3123 0 0,-268 15-2959 0 0,319 22-390 0 0,-165 1-633 0 0,-255-16-212 0 0,85-10 0 0 0,-75-1-4428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0.4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5065 0 0,'-2'1'468'0'0,"1"1"-1"0"0,0-1 0 0 0,0 1 1 0 0,0 0-1 0 0,0-1 1 0 0,0 1-1 0 0,0 0 1 0 0,0 0-1 0 0,0-1 0 0 0,1 1 1 0 0,-1 0-1 0 0,1 0 1 0 0,-1 0-1 0 0,1 0 1 0 0,0 0-1 0 0,0 0 1 0 0,0 0-1 0 0,0 0 0 0 0,0 0 1 0 0,0 0-1 0 0,0 0 1 0 0,1 0-1 0 0,0 2 1 0 0,15 57 2664 0 0,-9-40-2316 0 0,11 56 13 0 0,-4 1 0 0 0,8 115 0 0 0,-12 162-693 0 0,-9-292-86 0 0,10 290-135 0 0,-4-277 69 0 0,3 0 1 0 0,32 120-1 0 0,-35-175-903 0 0,1 0-1 0 0,20 38 1 0 0,-17-38-6333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1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 1 8754 0 0,'-9'16'1415'0'0,"0"0"0"0"0,-18 20 0 0 0,17-24-54 0 0,1 1 0 0 0,0 0 0 0 0,-13 25 0 0 0,22-35-1345 0 0,-1-1 0 0 0,1 0 1 0 0,0 1-1 0 0,0-1 0 0 0,0 0 1 0 0,0 1-1 0 0,0-1 0 0 0,0 0 0 0 0,1 1 1 0 0,-1-1-1 0 0,1 0 0 0 0,-1 1 1 0 0,1-1-1 0 0,0 0 0 0 0,0 0 1 0 0,0 0-1 0 0,0 0 0 0 0,0 0 1 0 0,1 0-1 0 0,-1 0 0 0 0,1 0 1 0 0,-1 0-1 0 0,1-1 0 0 0,0 1 1 0 0,-1-1-1 0 0,1 1 0 0 0,0-1 1 0 0,0 1-1 0 0,2 0 0 0 0,5 4-214 0 0,0 0 0 0 0,0-1 0 0 0,0 0 0 0 0,1-1 0 0 0,11 5 0 0 0,-13-8-2 0 0,-1 1 0 0 0,0-1 1 0 0,1-1-1 0 0,-1 1 0 0 0,0-1 1 0 0,1 0-1 0 0,-1-1 0 0 0,1 0 1 0 0,-1 0-1 0 0,0-1 0 0 0,0 1 1 0 0,0-2-1 0 0,0 1 0 0 0,0-1 1 0 0,7-3-1 0 0,34-12-66 0 0,-47 18 256 0 0,-1 0 1 0 0,1 0-1 0 0,-1-1 0 0 0,1 1 1 0 0,-1 0-1 0 0,1 0 0 0 0,-1 0 0 0 0,1 0 1 0 0,-1 0-1 0 0,1 0 0 0 0,-1 0 1 0 0,1 0-1 0 0,-1 0 0 0 0,1 0 1 0 0,-1 0-1 0 0,1 0 0 0 0,-1 0 1 0 0,1 0-1 0 0,-1 0 0 0 0,1 0 0 0 0,-1 0 1 0 0,1 1-1 0 0,-1-1 0 0 0,1 0 1 0 0,-1 0-1 0 0,1 1 0 0 0,-1-1 1 0 0,0 0-1 0 0,1 1 0 0 0,-1-1 0 0 0,1 0 1 0 0,-1 1-1 0 0,1 0 0 0 0,-4 18-120 0 0,-18 21 119 0 0,21-40 10 0 0,-65 92 141 0 0,-13 18 380 0 0,70-95-279 0 0,0-1 0 0 0,1 1-1 0 0,1 0 1 0 0,0 0 0 0 0,-8 33-1 0 0,14-46-195 0 0,-1 0-1 0 0,1 1 1 0 0,-1-1-1 0 0,1 1 1 0 0,0-1-1 0 0,0 0 1 0 0,0 1-1 0 0,0-1 1 0 0,0 1-1 0 0,1-1 1 0 0,-1 0-1 0 0,1 1 1 0 0,-1-1-1 0 0,1 1 1 0 0,0-1-1 0 0,0 0 1 0 0,0 0-1 0 0,0 0 1 0 0,1 0-1 0 0,-1 0 0 0 0,0 0 1 0 0,1 0-1 0 0,-1 0 1 0 0,1 0-1 0 0,0 0 1 0 0,0-1-1 0 0,0 1 1 0 0,0-1-1 0 0,0 1 1 0 0,0-1-1 0 0,0 0 1 0 0,0 0-1 0 0,0 0 1 0 0,1 0-1 0 0,-1 0 1 0 0,0-1-1 0 0,1 1 1 0 0,2 0-1 0 0,12 2-58 0 0,-1-2 0 0 0,1 0 0 0 0,-1 0 0 0 0,30-4-1 0 0,-11 1-58 0 0,-30 2 61 0 0,0 1 0 0 0,0-1 0 0 0,-1 1 1 0 0,1 0-1 0 0,0 0 0 0 0,-1 0 0 0 0,1 0 0 0 0,-1 1 0 0 0,0 0 0 0 0,1 0 0 0 0,-1 0 0 0 0,0 0 0 0 0,0 1 0 0 0,0 0 0 0 0,0 0 0 0 0,3 3 0 0 0,-5-3 7 0 0,1-1 1 0 0,-1 1-1 0 0,0 0 1 0 0,0 0-1 0 0,0 0 1 0 0,0 1-1 0 0,-1-1 1 0 0,1 0-1 0 0,-1 1 1 0 0,0-1-1 0 0,0 0 1 0 0,0 1-1 0 0,0 0 1 0 0,-1-1-1 0 0,1 1 1 0 0,-1-1-1 0 0,0 1 1 0 0,0 0-1 0 0,-1-1 1 0 0,1 1-1 0 0,-2 5 1 0 0,1-3-1203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1.3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0 2761 0 0,'-7'34'4583'0'0,"-5"54"0"0"0,6 98-1152 0 0,6-125-2041 0 0,5 105 1143 0 0,30 187 0 0 0,-23-231-2373 0 0,8 59-1447 0 0,-19-175 915 0 0,0 0-1 0 0,0 0 1 0 0,1 0-1 0 0,0 0 1 0 0,0 0 0 0 0,0 0-1 0 0,5 7 1 0 0,1-5-716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1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 5529 0 0,'-1'0'100'0'0,"0"0"-1"0"0,0 0 0 0 0,1-1 0 0 0,-1 1 1 0 0,0 0-1 0 0,0 0 0 0 0,1 0 1 0 0,-1 0-1 0 0,0 0 0 0 0,0 0 1 0 0,0 0-1 0 0,1 0 0 0 0,-1 0 1 0 0,0 0-1 0 0,0 0 0 0 0,1 0 1 0 0,-1 1-1 0 0,0-1 0 0 0,0 0 1 0 0,1 0-1 0 0,-1 1 0 0 0,0-1 1 0 0,1 1-1 0 0,-1-1 0 0 0,0 1 1 0 0,0 0-1 0 0,-1 21 2950 0 0,2-14-3245 0 0,2 208 3595 0 0,5 96-556 0 0,-3-258-3979 0 0,3 0 0 0 0,3 0 0 0 0,26 87-1 0 0,-32-129-3654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2.4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2 183 1376 0 0,'-2'7'7719'0'0,"15"-15"-3715"0"0,-3 3-5084 0 0,24-4 2606 0 0,0 2 1 0 0,0 0-1 0 0,55-2 1 0 0,106 8 85 0 0,-149 2-1115 0 0,707 30 1768 0 0,162 1-1944 0 0,-651-32-179 0 0,541-17 237 0 0,-592 4-299 0 0,533-21 0 0 0,-391 35-80 0 0,312-8 0 0 0,-179-43 0 0 0,-325 29 0 0 0,-155 20 0 0 0,15-1-18 0 0,1-1-1 0 0,-2-1 0 0 0,1 0 0 0 0,0-2 0 0 0,-1-1 0 0 0,31-14 0 0 0,-40 12-285 0 0,-2-1-76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3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 3225 0 0,'-4'3'220'0'0,"0"-1"1"0"0,0 1-1 0 0,1 0 1 0 0,-1 1-1 0 0,1-1 1 0 0,0 0-1 0 0,0 1 1 0 0,0 0-1 0 0,-3 5 1 0 0,6-8-134 0 0,0-1 1 0 0,-1 1-1 0 0,1 0 1 0 0,-1 0-1 0 0,1 0 0 0 0,0 0 1 0 0,0 0-1 0 0,-1 0 1 0 0,1 0-1 0 0,0-1 1 0 0,0 1-1 0 0,0 0 1 0 0,0 0-1 0 0,0 0 1 0 0,0 0-1 0 0,0 0 1 0 0,1 0-1 0 0,-1 0 1 0 0,0 0-1 0 0,1 1 1 0 0,-1-1-22 0 0,1 0 1 0 0,0-1-1 0 0,0 1 1 0 0,0 0 0 0 0,0 0-1 0 0,0 0 1 0 0,0-1-1 0 0,0 1 1 0 0,0-1-1 0 0,0 1 1 0 0,0-1-1 0 0,1 1 1 0 0,-1-1 0 0 0,0 1-1 0 0,0-1 1 0 0,0 0-1 0 0,1 0 1 0 0,-1 0-1 0 0,0 0 1 0 0,2 0 0 0 0,70 3 2178 0 0,145-15 1 0 0,-20-1-435 0 0,626 65 1535 0 0,-467-19-3031 0 0,-224-23-352 0 0,332 22-730 0 0,-357-26-983 0 0,-35 0-2509 0 0,-7 1-843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4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3 6913 0 0,'-1'-1'112'0'0,"0"1"-1"0"0,0 0 0 0 0,0-1 0 0 0,0 1 0 0 0,1 0 1 0 0,-1-1-1 0 0,0 1 0 0 0,0 0 0 0 0,0 0 0 0 0,0 0 0 0 0,0 0 1 0 0,0 0-1 0 0,0 0 0 0 0,0 0 0 0 0,0 0 0 0 0,0 1 1 0 0,0-1-1 0 0,1 0 0 0 0,-1 1 0 0 0,0-1 0 0 0,0 0 1 0 0,0 1-1 0 0,0-1 0 0 0,1 1 0 0 0,-1-1 0 0 0,0 1 0 0 0,0-1 1 0 0,1 1-1 0 0,-1 0 0 0 0,-1 1 0 0 0,-19 21 1764 0 0,15-10-1475 0 0,0 0 0 0 0,1 1 0 0 0,0-1 0 0 0,1 1 0 0 0,1 0 0 0 0,0 0 0 0 0,0 17 0 0 0,-2 105 886 0 0,5-113-1069 0 0,1 111 261 0 0,7 0-1 0 0,5 0 1 0 0,48 209-1 0 0,-36-234-1193 0 0,-13-56 340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4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670 83 10594 0 0,'-2'-2'89'0'0,"-4"-5"249"0"0,-2 0 1 0 0,1 0-1 0 0,0 0 1 0 0,-1 1-1 0 0,-1 0 0 0 0,1 0 1 0 0,-1 1-1 0 0,1 0 1 0 0,-17-6-1 0 0,14 8-97 0 0,-1 0 1 0 0,0 0-1 0 0,0 1 0 0 0,-1 1 1 0 0,1 0-1 0 0,0 1 0 0 0,-1 0 1 0 0,1 1-1 0 0,0 0 0 0 0,0 1 1 0 0,0 0-1 0 0,0 1 0 0 0,0 0 1 0 0,0 1-1 0 0,1 0 0 0 0,-1 1 1 0 0,-19 12-1 0 0,14-6-121 0 0,1 0 1 0 0,1 1-1 0 0,-1 1 0 0 0,2 0 0 0 0,0 1 0 0 0,1 0 1 0 0,0 2-1 0 0,1-1 0 0 0,1 1 0 0 0,-15 27 1 0 0,5 1-49 0 0,2 0 1 0 0,1 2-1 0 0,-10 47 1 0 0,-24 146-61 0 0,38-152-118 0 0,-4 100 0 0 0,17-145 64 0 0,2 1-1 0 0,1-1 1 0 0,2 1 0 0 0,14 58-1 0 0,-13-82 6 0 0,1-1 0 0 0,0 0 1 0 0,1 0-1 0 0,1-1 0 0 0,1 0 0 0 0,0-1 0 0 0,1 0 0 0 0,1 0 0 0 0,1-1 0 0 0,0 0 0 0 0,1-1 1 0 0,0 0-1 0 0,29 22 0 0 0,-24-24-11 0 0,0-1-1 0 0,1 0 1 0 0,0-1 0 0 0,0-1 0 0 0,1-1 0 0 0,0-1-1 0 0,1-1 1 0 0,0 0 0 0 0,0-2 0 0 0,0 0 0 0 0,0-1-1 0 0,23-1 1 0 0,-13-2-3 0 0,1-2-1 0 0,-1-1 0 0 0,0-1 1 0 0,0-2-1 0 0,0-1 1 0 0,-1-2-1 0 0,0 0 0 0 0,43-21 1 0 0,-23 4 566 0 0,-1-1 0 0 0,-2-2 0 0 0,85-69 1 0 0,-110 78-397 0 0,0-2 1 0 0,-1 0 0 0 0,-1-2 0 0 0,-1 0-1 0 0,-2-1 1 0 0,0-1 0 0 0,-2-1-1 0 0,0 0 1 0 0,-2-1 0 0 0,-2 0 0 0 0,0-1-1 0 0,13-59 1 0 0,-16 48-99 0 0,-1-1 0 0 0,-2 0 1 0 0,-2 0-1 0 0,-2 0 0 0 0,-2-1 0 0 0,-1 1 0 0 0,-2 0 1 0 0,-2 0-1 0 0,-13-46 0 0 0,14 72-17 0 0,0-1 1 0 0,-1 1-1 0 0,-1 0 1 0 0,0 1-1 0 0,-1-1 1 0 0,0 1-1 0 0,-2 1 1 0 0,1 0-1 0 0,-1 0 0 0 0,-1 1 1 0 0,-19-17-1 0 0,8 11 3 0 0,-1 2-1 0 0,0 0 0 0 0,-1 2 0 0 0,-1 1 0 0 0,-48-20 1 0 0,40 20-141 0 0,2 0-768 0 0,-1 1 0 0 0,-58-14 0 0 0,88 26 472 0 0,-1-1-1 0 0,1 1 0 0 0,-1 0 0 0 0,0 0 0 0 0,1 0 0 0 0,-1 0 1 0 0,0 0-1 0 0,1 1 0 0 0,-1-1 0 0 0,1 1 0 0 0,-1 0 0 0 0,1 0 1 0 0,-1 0-1 0 0,1 0 0 0 0,0 0 0 0 0,-4 2 0 0 0,-12 15-3808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5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6 10594 0 0,'-4'-5'2225'0'0,"4"5"-2119"0"0,0 0 0 0 0,0 0 0 0 0,-1 0 0 0 0,1 0-1 0 0,0 0 1 0 0,0-1 0 0 0,-1 1 0 0 0,1 0 0 0 0,0 0 0 0 0,0 0 0 0 0,-1 0 0 0 0,1 0 0 0 0,0 0 0 0 0,-1 0 0 0 0,1 0 0 0 0,0 0 0 0 0,0 0 0 0 0,-1 1-1 0 0,-7 10 1882 0 0,-1 17-112 0 0,1 15-1528 0 0,1 0 0 0 0,3 1 1 0 0,1 0-1 0 0,2-1 0 0 0,2 1 0 0 0,3 0 0 0 0,11 65 0 0 0,2-58-1442 0 0,-8-31-20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5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0 2304 0 0,'-1'0'170'0'0,"0"1"-1"0"0,0-1 1 0 0,0 0-1 0 0,0 0 0 0 0,0 1 1 0 0,0-1-1 0 0,1 0 1 0 0,-1 1-1 0 0,0-1 0 0 0,0 1 1 0 0,0-1-1 0 0,1 1 0 0 0,-1-1 1 0 0,0 1-1 0 0,1 0 1 0 0,-1-1-1 0 0,0 1 0 0 0,1 0 1 0 0,-1 0-1 0 0,1-1 0 0 0,-1 1 1 0 0,1 0-1 0 0,0 0 1 0 0,-1 1-1 0 0,-18 27 1662 0 0,18-27-1674 0 0,-1 2-112 0 0,-31 50 1587 0 0,3 1-1 0 0,-32 80 1 0 0,59-118-1548 0 0,11-24 108 0 0,13-23 164 0 0,21-65-186 0 0,-36 75-177 0 0,2 1 0 0 0,0 0 0 0 0,2 0 0 0 0,0 1-1 0 0,1 0 1 0 0,19-25 0 0 0,-28 41 176 0 0,0 0 1 0 0,0 1-1 0 0,0-1 0 0 0,0 0 1 0 0,0 0-1 0 0,0 1 1 0 0,1 0-1 0 0,-1-1 0 0 0,0 1 1 0 0,1 0-1 0 0,-1 0 0 0 0,1 0 1 0 0,0 0-1 0 0,-1 1 1 0 0,1-1-1 0 0,0 1 0 0 0,-1-1 1 0 0,1 1-1 0 0,0 0 0 0 0,-1 0 1 0 0,1 0-1 0 0,0 1 0 0 0,-1-1 1 0 0,1 1-1 0 0,0-1 1 0 0,-1 1-1 0 0,1 0 0 0 0,-1 0 1 0 0,5 2-1 0 0,5 4 150 0 0,0 0 1 0 0,-1 1-1 0 0,0 0 0 0 0,18 18 0 0 0,5 3-5756 0 0,-14-14-1212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6.0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1250 4 9674 0 0,'-9'-3'2751'0'0,"13"14"1861"0"0,7 28-3220 0 0,-1 1-1 0 0,9 74 1 0 0,-2 94-713 0 0,-14-151-552 0 0,8 174 15 0 0,9 113 87 0 0,-19-342-229 0 0,1 32-116 0 0,2-1 1 0 0,1 1-1 0 0,2-1 1 0 0,13 40-1 0 0,-20-72 69 0 0,0-1-1 0 0,0 1 0 0 0,0 0 0 0 0,1-1 0 0 0,-1 1 0 0 0,0 0 1 0 0,0-1-1 0 0,1 1 0 0 0,-1 0 0 0 0,1-1 0 0 0,-1 1 0 0 0,0-1 1 0 0,1 1-1 0 0,-1-1 0 0 0,1 1 0 0 0,-1-1 0 0 0,1 1 1 0 0,-1-1-1 0 0,1 0 0 0 0,-1 1 0 0 0,1-1 0 0 0,0 0 0 0 0,-1 1 1 0 0,1-1-1 0 0,0 0 0 0 0,-1 0 0 0 0,1 1 0 0 0,0-1 1 0 0,-1 0-1 0 0,1 0 0 0 0,0 0 0 0 0,-1 0 0 0 0,2 0 1 0 0,0-1 35 0 0,-1 1 1 0 0,0-1 0 0 0,0 0 0 0 0,0 1 0 0 0,0-1 0 0 0,0 0 0 0 0,0 0-1 0 0,0 0 1 0 0,0 0 0 0 0,0 0 0 0 0,0 0 0 0 0,0 0 0 0 0,-1 0 0 0 0,1 0 0 0 0,0 0-1 0 0,0-2 1 0 0,-1 2 49 0 0,0 0 1 0 0,0 0-1 0 0,0 0 0 0 0,-1 1 0 0 0,1-1 1 0 0,0 0-1 0 0,0 0 0 0 0,-1 0 0 0 0,1 0 0 0 0,0 1 1 0 0,-1-1-1 0 0,1 0 0 0 0,-1 0 0 0 0,1 0 0 0 0,-1 1 1 0 0,1-1-1 0 0,-1 0 0 0 0,0 1 0 0 0,1-1 0 0 0,-1 1 1 0 0,0-1-1 0 0,0 1 0 0 0,1-1 0 0 0,-1 1 0 0 0,0-1 1 0 0,-1 1-1 0 0,-22-14 275 0 0,-89-29 152 0 0,-2 4 0 0 0,-181-35 1 0 0,131 48-1 0 0,-242-6 0 0 0,309 26-612 0 0,-5 7-825 0 0,59 1-5010 0 0,14 1-1142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6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88 267 4145 0 0,'-2'1'222'0'0,"0"0"-1"0"0,0 0 1 0 0,0 0 0 0 0,0 0-1 0 0,0 0 1 0 0,0-1 0 0 0,0 1-1 0 0,0-1 1 0 0,0 0 0 0 0,0 1-1 0 0,0-1 1 0 0,0 0 0 0 0,0 0-1 0 0,0 0 1 0 0,0 0 0 0 0,-1-1-1 0 0,1 1 1 0 0,0-1 0 0 0,0 1 0 0 0,0-1-1 0 0,0 0 1 0 0,0 1 0 0 0,0-1-1 0 0,0 0 1 0 0,1 0 0 0 0,-1-1-1 0 0,0 1 1 0 0,1 0 0 0 0,-1 0-1 0 0,0-1 1 0 0,1 1 0 0 0,-1-1-1 0 0,1 0 1 0 0,0 1 0 0 0,0-1-1 0 0,0 0 1 0 0,-2-2 0 0 0,1 0 61 0 0,0 0 1 0 0,0 0-1 0 0,0 0 0 0 0,0 0 1 0 0,1 0-1 0 0,-1-1 0 0 0,1 1 1 0 0,0 0-1 0 0,1-1 1 0 0,-1 1-1 0 0,1-1 0 0 0,-1 1 1 0 0,2-1-1 0 0,-1 1 1 0 0,0-1-1 0 0,2-7 0 0 0,3 1-126 0 0,1 0 0 0 0,0 0 0 0 0,1 0-1 0 0,0 1 1 0 0,0 0 0 0 0,1 0 0 0 0,1 1-1 0 0,-1 0 1 0 0,2 0 0 0 0,-1 1-1 0 0,1 0 1 0 0,0 1 0 0 0,1 0 0 0 0,-1 1-1 0 0,1 0 1 0 0,1 1 0 0 0,-1 0 0 0 0,20-6-1 0 0,-29 11-147 0 0,1-1 0 0 0,0 1 0 0 0,0-1 0 0 0,-1 1 0 0 0,1 0 0 0 0,0 0-1 0 0,0 0 1 0 0,-1 1 0 0 0,1-1 0 0 0,0 1 0 0 0,0-1 0 0 0,-1 1 0 0 0,1 0-1 0 0,0 0 1 0 0,-1 0 0 0 0,1 0 0 0 0,-1 0 0 0 0,1 1 0 0 0,-1-1 0 0 0,4 4-1 0 0,-3-1-5 0 0,1 0-1 0 0,-1 0 1 0 0,0 0-1 0 0,-1 0 1 0 0,1 0-1 0 0,-1 1 1 0 0,0-1-1 0 0,0 1 1 0 0,0 0-1 0 0,2 8 1 0 0,0 6-35 0 0,-2-1 0 0 0,0 1 0 0 0,0-1 0 0 0,-2 1 0 0 0,-2 22 0 0 0,-6 16-158 0 0,-23 88 1 0 0,-5 34 668 0 0,36-177-437 0 0,-1 0 1 0 0,1-1-1 0 0,0 1 1 0 0,-1 0 0 0 0,1-1-1 0 0,0 1 1 0 0,0 0-1 0 0,0-1 1 0 0,0 1-1 0 0,0-1 1 0 0,1 1-1 0 0,-1 0 1 0 0,0-1 0 0 0,1 1-1 0 0,0-1 1 0 0,-1 1-1 0 0,1 0 1 0 0,0-1-1 0 0,-1 0 1 0 0,1 1-1 0 0,0-1 1 0 0,0 1 0 0 0,0-1-1 0 0,0 0 1 0 0,1 0-1 0 0,-1 0 1 0 0,0 0-1 0 0,0 0 1 0 0,3 2-1 0 0,-1-3 6 0 0,0 1-1 0 0,0-1 0 0 0,1 1 1 0 0,-1-1-1 0 0,0 0 0 0 0,0 0 0 0 0,0 0 1 0 0,1-1-1 0 0,-1 1 0 0 0,0-1 0 0 0,0 0 1 0 0,0 0-1 0 0,0 0 0 0 0,5-2 0 0 0,22-11-251 0 0,-1-2 0 0 0,42-28-1 0 0,11-7-813 0 0,-52 36 998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7.1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0 13363 0 0,'-1'1'212'0'0,"1"-1"0"0"0,-1 0 1 0 0,0 1-1 0 0,1-1 0 0 0,-1 1 1 0 0,0-1-1 0 0,1 1 0 0 0,-1-1 0 0 0,0 1 1 0 0,1-1-1 0 0,-1 1 0 0 0,1-1 1 0 0,-1 1-1 0 0,1 0 0 0 0,-1 0 0 0 0,1-1 1 0 0,0 1-1 0 0,-1 0 0 0 0,1 0 1 0 0,0-1-1 0 0,-1 1 0 0 0,1 0 0 0 0,0 0 1 0 0,0-1-1 0 0,0 2 0 0 0,-6 28 1635 0 0,5-20-1155 0 0,-15 94-260 0 0,5 1 0 0 0,4 0 0 0 0,14 195 0 0 0,0-75-2871 0 0,-8-186-5028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7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12 191 1376 0 0,'-5'-35'458'0'0,"3"23"1087"0"0,0 1 1 0 0,1-1-1 0 0,0 0 1 0 0,1 0-1 0 0,0 0 1 0 0,1 0-1 0 0,0 0 1 0 0,4-12-1 0 0,-5 22-1402 0 0,1 0-1 0 0,0 0 0 0 0,-1 0 1 0 0,1 0-1 0 0,0 0 0 0 0,0 0 1 0 0,1 0-1 0 0,-1 0 0 0 0,0 1 1 0 0,1-1-1 0 0,-1 1 0 0 0,1-1 1 0 0,-1 1-1 0 0,1-1 0 0 0,-1 1 0 0 0,1 0 1 0 0,0 0-1 0 0,0 0 0 0 0,0 0 1 0 0,0 0-1 0 0,2-1 0 0 0,-1 2-5 0 0,1-1 0 0 0,-1 1 0 0 0,0 0 0 0 0,0 0 0 0 0,0 0 0 0 0,0 0 0 0 0,0 1 0 0 0,0-1 0 0 0,1 1 0 0 0,-1 0 0 0 0,0 0 0 0 0,5 3 0 0 0,2 0 53 0 0,-1 2-1 0 0,0-1 1 0 0,0 1 0 0 0,-1 1 0 0 0,1-1-1 0 0,-1 1 1 0 0,9 11 0 0 0,64 95 316 0 0,-62-83-499 0 0,1-2 0 0 0,1 0-1 0 0,46 46 1 0 0,-10-23-1234 0 0,-41-36-64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7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4 210 9218 0 0,'0'0'32'0'0,"0"0"1"0"0,-1 0-1 0 0,1 0 0 0 0,0 0 0 0 0,0 0 1 0 0,0 0-1 0 0,0 0 0 0 0,0 0 1 0 0,0 0-1 0 0,-1 0 0 0 0,1 0 0 0 0,0 0 1 0 0,0 0-1 0 0,0 0 0 0 0,0 0 1 0 0,0-1-1 0 0,0 1 0 0 0,0 0 1 0 0,-1 0-1 0 0,1 0 0 0 0,0 0 0 0 0,0 0 1 0 0,0 0-1 0 0,0 0 0 0 0,0-1 1 0 0,0 1-1 0 0,0 0 0 0 0,0 0 0 0 0,0 0 1 0 0,0 0-1 0 0,0 0 0 0 0,0 0 1 0 0,0-1-1 0 0,0 1 0 0 0,0 0 1 0 0,0 0-1 0 0,0 0 0 0 0,0 0 0 0 0,0 0 1 0 0,0-1-1 0 0,0 1 0 0 0,0 0 1 0 0,0 0-1 0 0,0 0 0 0 0,0 0 0 0 0,0 0 1 0 0,0 0-1 0 0,1-1 0 0 0,-1 1 1 0 0,0 0-1 0 0,0 0 0 0 0,0 0 0 0 0,0 0 1 0 0,0 0-1 0 0,0 0 0 0 0,0 0 1 0 0,0 0-1 0 0,1 0 0 0 0,-1 0 1 0 0,0-1-1 0 0,0 1 0 0 0,0 0 0 0 0,0 0 1 0 0,0 0-1 0 0,0 0 0 0 0,1 0 1 0 0,14-14 1475 0 0,22-13 943 0 0,-26 20-2053 0 0,47-28-501 0 0,68-54 0 0 0,-88 58-835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8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1 153 5065 0 0,'16'-16'853'0'0,"1"1"-1"0"0,1 0 1 0 0,0 1-1 0 0,1 1 1 0 0,0 1-1 0 0,1 1 1 0 0,0 1-1 0 0,1 0 0 0 0,0 2 1 0 0,0 0-1 0 0,1 1 1 0 0,31-5-1 0 0,-50 11-748 0 0,0 1 0 0 0,0 0 0 0 0,0-1-1 0 0,0 1 1 0 0,0 0 0 0 0,0 0 0 0 0,0 0-1 0 0,0 1 1 0 0,0-1 0 0 0,0 1 0 0 0,-1 0-1 0 0,1 0 1 0 0,0 0 0 0 0,0 0 0 0 0,-1 0-1 0 0,1 0 1 0 0,0 1 0 0 0,-1-1 0 0 0,1 1-1 0 0,-1 0 1 0 0,0 0 0 0 0,0 0 0 0 0,1 0-1 0 0,-1 0 1 0 0,0 0 0 0 0,-1 1 0 0 0,1-1-1 0 0,2 5 1 0 0,-1-1-86 0 0,-1 1-1 0 0,0 0 0 0 0,-1 0 1 0 0,1 0-1 0 0,-1 0 1 0 0,-1 0-1 0 0,1 0 1 0 0,-1 0-1 0 0,0 0 1 0 0,-3 14-1 0 0,-3 13-92 0 0,-1-1 0 0 0,-23 60 1 0 0,1-3-22 0 0,29-87 100 0 0,-1-1 1 0 0,0 0-1 0 0,1 0 1 0 0,0 1-1 0 0,-1-1 0 0 0,1 0 1 0 0,0 1-1 0 0,0-1 1 0 0,0 0-1 0 0,1 1 1 0 0,0 3-1 0 0,-1-5 2 0 0,1 0 1 0 0,-1 0-1 0 0,1 0 1 0 0,-1 0-1 0 0,1 0 1 0 0,-1-1-1 0 0,1 1 1 0 0,0 0-1 0 0,-1 0 1 0 0,1-1-1 0 0,0 1 1 0 0,0 0-1 0 0,-1-1 1 0 0,1 1-1 0 0,0-1 1 0 0,0 1-1 0 0,0-1 1 0 0,0 1-1 0 0,1-1 1 0 0,4 1 32 0 0,0 0 1 0 0,0-1-1 0 0,0 0 1 0 0,0 0 0 0 0,0 0-1 0 0,0-1 1 0 0,8-1-1 0 0,-2 0 12 0 0,-8 1 8 0 0,0 0 1 0 0,1 1-1 0 0,-1 0 1 0 0,0 0-1 0 0,1 0 1 0 0,-1 0-1 0 0,0 1 1 0 0,0-1-1 0 0,1 1 1 0 0,-1 0 0 0 0,0 0-1 0 0,0 1 1 0 0,0-1-1 0 0,0 1 1 0 0,6 4-1 0 0,-7-4-51 0 0,-1 1 1 0 0,1-1-1 0 0,0 1 0 0 0,-1 0 0 0 0,0 0 0 0 0,0 0 0 0 0,1 0 0 0 0,-2 1 0 0 0,1-1 0 0 0,0 0 1 0 0,-1 1-1 0 0,0-1 0 0 0,1 1 0 0 0,-1 0 0 0 0,-1-1 0 0 0,1 1 0 0 0,0 0 0 0 0,-1 5 0 0 0,1 11 8 0 0,-2 0 0 0 0,0 1 0 0 0,-1-1 0 0 0,-1 0 0 0 0,-1 1 0 0 0,-1-2 0 0 0,-8 22 0 0 0,-2 2-666 0 0,-3-1 1 0 0,-25 44 0 0 0,22-51-6124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19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96 449 8034 0 0,'-2'-1'281'0'0,"0"-1"-1"0"0,0 1 1 0 0,0 0 0 0 0,0-1 0 0 0,0 1 0 0 0,1-1-1 0 0,-1 1 1 0 0,1-1 0 0 0,-3-3 0 0 0,-3-3 661 0 0,1 4-568 0 0,1-1 1 0 0,-1-1-1 0 0,1 1 1 0 0,0-1-1 0 0,0 0 1 0 0,1 0-1 0 0,0 0 1 0 0,0-1-1 0 0,0 1 1 0 0,1-1-1 0 0,0 0 1 0 0,0 0-1 0 0,1 0 1 0 0,-3-13-1 0 0,3 7-92 0 0,1-1-1 0 0,0 1 0 0 0,1-1 1 0 0,0 1-1 0 0,2-1 0 0 0,-1 1 1 0 0,6-20-1 0 0,-3 17-246 0 0,0 1 0 0 0,2 0 0 0 0,-1 0-1 0 0,2 0 1 0 0,0 1 0 0 0,10-15 0 0 0,-14 23-36 0 0,1 1 0 0 0,0 0 0 0 0,-1 0 0 0 0,2 0 0 0 0,-1 1 0 0 0,1-1 0 0 0,-1 1 0 0 0,1 0 0 0 0,0 1 0 0 0,0-1 0 0 0,1 1 0 0 0,-1 0-1 0 0,1 0 1 0 0,0 1 0 0 0,0-1 0 0 0,0 1 0 0 0,0 1 0 0 0,9-3 0 0 0,-12 4 1 0 0,0 0 0 0 0,-1 0-1 0 0,1 0 1 0 0,0 0-1 0 0,-1 1 1 0 0,1-1 0 0 0,-1 1-1 0 0,1 0 1 0 0,-1 0 0 0 0,1 0-1 0 0,-1 0 1 0 0,1 0-1 0 0,-1 0 1 0 0,0 0 0 0 0,0 1-1 0 0,1-1 1 0 0,-1 1 0 0 0,0 0-1 0 0,0 0 1 0 0,-1 0 0 0 0,1 0-1 0 0,0 0 1 0 0,-1 0-1 0 0,1 0 1 0 0,-1 0 0 0 0,1 1-1 0 0,-1-1 1 0 0,0 0 0 0 0,0 1-1 0 0,0-1 1 0 0,-1 1-1 0 0,2 4 1 0 0,1 7-31 0 0,0 1 0 0 0,-1-1 0 0 0,-1 1-1 0 0,0 22 1 0 0,-5 30-514 0 0,-19 112 0 0 0,-1-2-598 0 0,22-146 741 0 0,1 0 1 0 0,1 1 0 0 0,8 50 0 0 0,-7-78 349 0 0,0 0 1 0 0,-1 1-1 0 0,1-1 0 0 0,1 0 0 0 0,-1 0 0 0 0,1-1 1 0 0,-1 1-1 0 0,1 0 0 0 0,0 0 0 0 0,0-1 1 0 0,1 1-1 0 0,5 5 0 0 0,-7-8 28 0 0,1 0 0 0 0,0 0 0 0 0,-1 0 0 0 0,1 0 0 0 0,0 0-1 0 0,0 0 1 0 0,-1-1 0 0 0,1 1 0 0 0,0-1 0 0 0,0 1 0 0 0,0-1 0 0 0,0 0 0 0 0,0 1 0 0 0,0-1-1 0 0,0 0 1 0 0,0 0 0 0 0,0-1 0 0 0,0 1 0 0 0,-1 0 0 0 0,1-1 0 0 0,0 1 0 0 0,0-1 0 0 0,0 0-1 0 0,0 1 1 0 0,-1-1 0 0 0,1 0 0 0 0,0 0 0 0 0,-1 0 0 0 0,3-2 0 0 0,14-10 331 0 0,-1 0 0 0 0,-1-1 1 0 0,0-1-1 0 0,-1 0 0 0 0,-1-2 0 0 0,0 1 1 0 0,-1-1-1 0 0,-1-1 0 0 0,-1-1 1 0 0,0 1-1 0 0,15-41 0 0 0,-24 55-214 0 0,0 0-1 0 0,-1 0 0 0 0,0 0 1 0 0,0-1-1 0 0,0 1 1 0 0,-1 0-1 0 0,0-1 0 0 0,1 1 1 0 0,-2-1-1 0 0,1 1 1 0 0,0 0-1 0 0,-1-1 0 0 0,0 1 1 0 0,0 0-1 0 0,0 0 0 0 0,0-1 1 0 0,-1 1-1 0 0,-2-5 1 0 0,1 5 29 0 0,0 0 1 0 0,0 0 0 0 0,-1 0-1 0 0,1 0 1 0 0,-1 0 0 0 0,0 1-1 0 0,-1-1 1 0 0,1 1 0 0 0,0 0-1 0 0,-1 1 1 0 0,0-1 0 0 0,1 1-1 0 0,-1 0 1 0 0,-8-3 0 0 0,-23-5-232 0 0,0 2 0 0 0,0 2 0 0 0,-64-4 0 0 0,89 10-349 0 0,-27-3-7010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1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 57 8754 0 0,'-35'-27'2990'0'0,"30"23"-2394"0"0,1 0 0 0 0,-1 0 0 0 0,0 0 0 0 0,0 1 0 0 0,0-1-1 0 0,-9-3 1 0 0,12 13-50 0 0,1 0 0 0 0,0-1 0 0 0,0 1-1 0 0,0 11 1 0 0,-2 47-295 0 0,0 121 1091 0 0,4-161-1199 0 0,1 0-1 0 0,1 0 1 0 0,1 0-1 0 0,2-1 1 0 0,11 34 0 0 0,-12-47-188 0 0,0 0 0 0 0,1-1 0 0 0,0 1 0 0 0,0-1 0 0 0,1 0 0 0 0,0-1 0 0 0,1 1 0 0 0,0-2 0 0 0,0 1 0 0 0,1-1 0 0 0,0 0 0 0 0,0-1 0 0 0,1 0 0 0 0,-1 0 0 0 0,1-1 0 0 0,0 0 0 0 0,16 4 0 0 0,-3-1-86 0 0,1-1 0 0 0,-1-2-1 0 0,1 0 1 0 0,0-2 0 0 0,0 0 0 0 0,0-2 0 0 0,27-2-1 0 0,-45 1 0 0 0,0 0-1 0 0,1-1 0 0 0,-1 0 0 0 0,0 0 1 0 0,0 0-1 0 0,0-1 0 0 0,0 0 0 0 0,0 0 0 0 0,0-1 1 0 0,-1 1-1 0 0,1-1 0 0 0,7-6 0 0 0,-9 6 142 0 0,-1-1-1 0 0,0 1 1 0 0,0-1-1 0 0,0 0 1 0 0,0 0-1 0 0,0 0 1 0 0,-1 0-1 0 0,0 0 1 0 0,0-1-1 0 0,0 1 1 0 0,0-1-1 0 0,-1 1 1 0 0,1-1-1 0 0,-1 0 1 0 0,-1 0-1 0 0,2-7 1 0 0,-2 5 88 0 0,1 0 0 0 0,-1-1 0 0 0,0 1 0 0 0,0 0 0 0 0,-1 0-1 0 0,0 0 1 0 0,0 0 0 0 0,-1 0 0 0 0,0 0 0 0 0,0 0 0 0 0,0 0 0 0 0,-1 1 0 0 0,0-1 0 0 0,-1 1 0 0 0,-5-9 0 0 0,5 11-30 0 0,0-1-1 0 0,-1 1 1 0 0,1-1 0 0 0,-1 1-1 0 0,0 0 1 0 0,0 1 0 0 0,-1 0-1 0 0,1-1 1 0 0,-1 1 0 0 0,0 1-1 0 0,1-1 1 0 0,-1 1 0 0 0,0 0-1 0 0,-1 1 1 0 0,1 0 0 0 0,0-1-1 0 0,-12 1 1 0 0,5 0-23 0 0,0 1 0 0 0,0 0 0 0 0,0 1 0 0 0,0 0 0 0 0,-25 7 0 0 0,32-7-77 0 0,0 1 1 0 0,0 0 0 0 0,0 1 0 0 0,0 0-1 0 0,0 0 1 0 0,1 0 0 0 0,-1 1 0 0 0,1-1-1 0 0,0 1 1 0 0,0 0 0 0 0,0 1 0 0 0,1-1-1 0 0,-1 1 1 0 0,-3 6 0 0 0,-6 14-379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5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23 112 4609 0 0,'-1'0'338'0'0,"-1"0"0"0"0,0 0 0 0 0,0 0-1 0 0,1 0 1 0 0,-13 10 5556 0 0,29-8-4107 0 0,5-3-1295 0 0,-1 0 0 0 0,1-2 1 0 0,-1 0-1 0 0,0-1 0 0 0,23-8 0 0 0,90-42-355 0 0,-39 15-5893 0 0,-72 32 876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5.8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9 5065 0 0,'0'-1'164'0'0,"0"1"1"0"0,-1-1-1 0 0,1 1 0 0 0,0-1 1 0 0,-1 1-1 0 0,1-1 0 0 0,-1 1 1 0 0,0-1-1 0 0,1 1 1 0 0,-1-1-1 0 0,1 1 0 0 0,-1 0 1 0 0,1-1-1 0 0,-1 1 0 0 0,0 0 1 0 0,1 0-1 0 0,-1-1 0 0 0,0 1 1 0 0,1 0-1 0 0,-1 0 0 0 0,0 0 1 0 0,1 0-1 0 0,-1 0 0 0 0,0 0 1 0 0,1 0-1 0 0,-1 0 0 0 0,0 0 1 0 0,1 0-1 0 0,-1 0 0 0 0,0 0 1 0 0,1 1-1 0 0,-2-1 0 0 0,1 2 99 0 0,0-1-1 0 0,0 0 1 0 0,0 0-1 0 0,0 1 1 0 0,0-1-1 0 0,0 1 0 0 0,0-1 1 0 0,1 1-1 0 0,-1-1 1 0 0,1 1-1 0 0,-1-1 0 0 0,1 1 1 0 0,-1 1-1 0 0,-3 50 2476 0 0,50 403 190 0 0,-37-395-3280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6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9674 0 0,'100'-9'3764'0'0,"-76"11"-3568"0"0,0 2 0 0 0,-1 1 0 0 0,0 0 0 0 0,0 2 1 0 0,38 16-1 0 0,-31-11-935 0 0,-21-8 66 0 0,0-1 0 0 0,1-1 0 0 0,16 3 0 0 0,1-4-725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7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39 192 6913 0 0,'-6'-8'702'0'0,"0"0"-1"0"0,1-1 0 0 0,0 1 0 0 0,0-1 0 0 0,-4-12 0 0 0,8 20-633 0 0,0-7 2039 0 0,6 11-619 0 0,8 13-441 0 0,34 91-491 0 0,19 32 720 0 0,-56-122-1158 0 0,1 0 1 0 0,0-1-1 0 0,1-1 0 0 0,1 0 1 0 0,29 27-1 0 0,-35-36-117 0 0,28 22 18 0 0,-33-26-16 0 0,0-1-1 0 0,0 0 1 0 0,0 1 0 0 0,0-1 0 0 0,0 0-1 0 0,0 0 1 0 0,0-1 0 0 0,1 1 0 0 0,-1 0-1 0 0,0-1 1 0 0,0 1 0 0 0,1-1 0 0 0,-1 0-1 0 0,0 0 1 0 0,4 0 0 0 0,-5 0 13 0 0,0-1 1 0 0,0 1-1 0 0,0-1 0 0 0,-1 1 1 0 0,1-1-1 0 0,0 0 0 0 0,0 1 1 0 0,0-1-1 0 0,-1 0 0 0 0,1 0 1 0 0,0 0-1 0 0,-1 1 0 0 0,1-1 1 0 0,-1 0-1 0 0,1 0 1 0 0,-1 0-1 0 0,1 0 0 0 0,-1 0 1 0 0,0 0-1 0 0,1 0 0 0 0,-1 0 1 0 0,0 0-1 0 0,0 0 0 0 0,0 0 1 0 0,0 0-1 0 0,0 0 0 0 0,0-2 1 0 0,-2-33 782 0 0,1 27-614 0 0,-7-47 735 0 0,-25-92 1 0 0,21 102-1630 0 0,1-1 1 0 0,3-1-1 0 0,-3-56 0 0 0,11 70-6148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7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1376 0 0,'-6'156'775'0'0,"7"-137"-181"0"0,0-1 1 0 0,1 1-1 0 0,1 0 0 0 0,1-1 0 0 0,1 0 0 0 0,8 22 1 0 0,-11-35-285 0 0,0-1 0 0 0,0 0 1 0 0,1 0-1 0 0,-1 0 0 0 0,1-1 0 0 0,0 1 1 0 0,0-1-1 0 0,0 1 0 0 0,1-1 1 0 0,-1 0-1 0 0,1 0 0 0 0,-1 0 0 0 0,1-1 1 0 0,6 4-1 0 0,-8-6-202 0 0,-1 1 0 0 0,1-1 1 0 0,0 1-1 0 0,-1-1 0 0 0,1 1 0 0 0,0-1 0 0 0,-1 0 1 0 0,1 0-1 0 0,0 0 0 0 0,0 0 0 0 0,-1 0 0 0 0,1 0 0 0 0,0-1 1 0 0,-1 1-1 0 0,1 0 0 0 0,0-1 0 0 0,-1 1 0 0 0,1-1 1 0 0,0 0-1 0 0,-1 0 0 0 0,1 1 0 0 0,-1-1 0 0 0,1 0 0 0 0,-1 0 1 0 0,0-1-1 0 0,1 1 0 0 0,-1 0 0 0 0,0 0 0 0 0,0 0 1 0 0,0-1-1 0 0,0 1 0 0 0,0-1 0 0 0,0 1 0 0 0,0-1 1 0 0,0 1-1 0 0,-1-1 0 0 0,1 1 0 0 0,-1-1 0 0 0,1 0 0 0 0,0-2 1 0 0,1-4 33 0 0,0 0 1 0 0,0 1 0 0 0,-1-1-1 0 0,0 0 1 0 0,-1 0 0 0 0,1 0-1 0 0,-2 0 1 0 0,1 0 0 0 0,-1-1-1 0 0,0 2 1 0 0,0-1 0 0 0,-1 0-1 0 0,-1 0 1 0 0,1 0 0 0 0,-1 1-1 0 0,0 0 1 0 0,-1-1 0 0 0,-5-7-1 0 0,4 6-177 0 0,-1 0 0 0 0,0 1 0 0 0,0 0-1 0 0,-1 0 1 0 0,0 0 0 0 0,-1 1 0 0 0,1 0 0 0 0,-1 1-1 0 0,-1-1 1 0 0,1 2 0 0 0,-1-1 0 0 0,0 1 0 0 0,-18-7-1 0 0,6 6-6252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7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6 104 2761 0 0,'-2'-21'36'0'0,"0"7"1899"0"0,1 0 1 0 0,0 1-1 0 0,1-1 0 0 0,2-14 0 0 0,4 41 1987 0 0,0 11-3763 0 0,7 120 1165 0 0,-10-86-1956 0 0,18 91 0 0 0,-14-120-507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8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29 4609 0 0,'-3'-19'583'0'0,"-5"26"1186"0"0,-10 36 1105 0 0,16-35-3140 0 0,-70 195 498 0 0,105-353 2850 0 0,-30 138-2800 0 0,2-1-1 0 0,-1 1 1 0 0,1 1 0 0 0,1-1 0 0 0,0 1 0 0 0,9-12-1 0 0,-14 21-198 0 0,1 0 0 0 0,0 0 0 0 0,-1 0-1 0 0,1 0 1 0 0,0 0 0 0 0,0 0 0 0 0,0 1-1 0 0,0-1 1 0 0,0 1 0 0 0,0 0 0 0 0,1 0-1 0 0,-1-1 1 0 0,0 1 0 0 0,1 1 0 0 0,-1-1-1 0 0,1 0 1 0 0,-1 1 0 0 0,1-1 0 0 0,-1 1-1 0 0,1-1 1 0 0,-1 1 0 0 0,1 0 0 0 0,-1 0-1 0 0,1 1 1 0 0,0-1 0 0 0,-1 0 0 0 0,1 1-1 0 0,-1 0 1 0 0,0-1 0 0 0,1 1 0 0 0,-1 0-1 0 0,1 0 1 0 0,-1 0 0 0 0,0 1 0 0 0,0-1-1 0 0,0 1 1 0 0,4 2 0 0 0,14 12 775 0 0,36 36 1 0 0,-24-21-2224 0 0,-8-8-5176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8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 10594 0 0,'-1'-20'4129'0'0,"5"35"-992"0"0,53 374 409 0 0,-16-133-3283 0 0,-35-213-223 0 0,-1 68 0 0 0,-10-45-6066 0 0,1-35-719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8:28.9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75 2288 0 0,'-3'-5'164'0'0,"-36"-41"238"0"0,9 23 4511 0 0,36 35 191 0 0,0 1-4173 0 0,11 8 78 0 0,1-1 1 0 0,0 0 0 0 0,2-2-1 0 0,0 0 1 0 0,1-1 0 0 0,32 19 0 0 0,29 25 830 0 0,-80-60-1810 0 0,-1 1 0 0 0,1-1 1 0 0,0 1-1 0 0,0-1 0 0 0,0 1 0 0 0,-1-1 0 0 0,1 0 0 0 0,1 0 1 0 0,-1 0-1 0 0,0 0 0 0 0,0-1 0 0 0,0 1 0 0 0,0-1 0 0 0,1 1 0 0 0,-1-1 1 0 0,0 1-1 0 0,0-1 0 0 0,1 0 0 0 0,-1 0 0 0 0,0 0 0 0 0,0-1 0 0 0,1 1 1 0 0,-1-1-1 0 0,0 1 0 0 0,0-1 0 0 0,1 1 0 0 0,-1-1 0 0 0,0 0 1 0 0,0 0-1 0 0,0 0 0 0 0,0 0 0 0 0,2-2 0 0 0,3-4-160 0 0,0 0 0 0 0,0 0 0 0 0,-1-1 1 0 0,0 0-1 0 0,0 0 0 0 0,5-10 0 0 0,-2 4-767 0 0,10-14-6951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5.1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5 286 3225 0 0,'-1'-3'223'0'0,"0"0"-1"0"0,0 0 1 0 0,0 0 0 0 0,1 0 0 0 0,-1 0 0 0 0,1 0 0 0 0,0 0-1 0 0,0 0 1 0 0,0 0 0 0 0,1 0 0 0 0,-1 0 0 0 0,1-4 0 0 0,0 1 236 0 0,1-7 256 0 0,0 1-1 0 0,1 0 0 0 0,1-1 1 0 0,0 1-1 0 0,0 1 1 0 0,1-1-1 0 0,1 1 0 0 0,0 0 1 0 0,0 0-1 0 0,11-14 0 0 0,-11 17-423 0 0,1 0-1 0 0,-1 0 1 0 0,1 1-1 0 0,1 0 1 0 0,0 0-1 0 0,0 0 1 0 0,0 1-1 0 0,1 1 1 0 0,-1-1 0 0 0,1 1-1 0 0,1 1 1 0 0,-1-1-1 0 0,12-2 1 0 0,-18 6-246 0 0,0 0 0 0 0,1 0 0 0 0,-1 1 0 0 0,0 0 0 0 0,0-1 0 0 0,1 1 0 0 0,-1 0 0 0 0,0 1 0 0 0,0-1 0 0 0,1 0 0 0 0,-1 1 0 0 0,0 0 0 0 0,0 0 0 0 0,0 0 0 0 0,0 0 0 0 0,0 0 0 0 0,0 1 0 0 0,0-1 0 0 0,3 3 0 0 0,-2 0-21 0 0,0-1 0 0 0,0 1-1 0 0,-1 0 1 0 0,0 0 0 0 0,0 0 0 0 0,0 1 0 0 0,0-1 0 0 0,0 1 0 0 0,-1-1 0 0 0,0 1 0 0 0,2 5 0 0 0,1 9-1 0 0,0 0 0 0 0,-2 0 1 0 0,0 0-1 0 0,-1 0 0 0 0,0 27 1 0 0,-7 51-23 0 0,2-62 151 0 0,1 0 0 0 0,4 41 0 0 0,-2-73-111 0 0,0-1 1 0 0,1 1-1 0 0,-1-1 1 0 0,1 1-1 0 0,-1 0 0 0 0,1-1 1 0 0,0 1-1 0 0,0-1 1 0 0,0 0-1 0 0,0 1 0 0 0,0-1 1 0 0,0 0-1 0 0,1 0 0 0 0,-1 0 1 0 0,1 1-1 0 0,0-2 1 0 0,0 1-1 0 0,-1 0 0 0 0,1 0 1 0 0,0 0-1 0 0,4 1 1 0 0,-3-1 4 0 0,1-1 1 0 0,-1 0-1 0 0,1 0 1 0 0,-1 0 0 0 0,1-1-1 0 0,0 1 1 0 0,-1-1-1 0 0,1 0 1 0 0,0 0-1 0 0,-1 0 1 0 0,1 0 0 0 0,0-1-1 0 0,4-1 1 0 0,10-3 14 0 0,-1 0 0 0 0,0-2 0 0 0,-1 0 0 0 0,30-18 0 0 0,31-22-1068 0 0,-27 12-2625 0 0,-31 19-2822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5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27 179 2761 0 0,'-6'-25'1346'0'0,"0"0"0"0"0,-3-35 0 0 0,4 20 2484 0 0,8 11 3325 0 0,-3 29-7106 0 0,3 20 1346 0 0,33 256-341 0 0,-26-227-835 0 0,2 0-1 0 0,2-1 1 0 0,34 76 0 0 0,-37-101-1365 0 0,-2-1 0 0 0,0 1 0 0 0,-2 1 0 0 0,-1 0 0 0 0,0 0 0 0 0,2 32 0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5.9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49 3161 0 0,'-1'-2'324'0'0,"1"0"0"0"0,0 0 1 0 0,0 0-1 0 0,0 0 1 0 0,0 0-1 0 0,0 0 0 0 0,1 0 1 0 0,-1 0-1 0 0,0 0 1 0 0,1 0-1 0 0,0 0 0 0 0,-1 0 1 0 0,1 0-1 0 0,0 0 1 0 0,0 0-1 0 0,0 1 0 0 0,0-1 1 0 0,0 0-1 0 0,1 1 1 0 0,-1-1-1 0 0,0 1 0 0 0,4-3 1 0 0,-2 3-4 0 0,0 0 0 0 0,-1 0 0 0 0,1 1 0 0 0,0 0 0 0 0,0-1 1 0 0,0 1-1 0 0,0 0 0 0 0,0 1 0 0 0,0-1 0 0 0,0 0 0 0 0,0 1 0 0 0,-1 0 0 0 0,1-1 0 0 0,0 1 1 0 0,0 0-1 0 0,2 2 0 0 0,21 9 721 0 0,-1 1-1 0 0,-1 1 1 0 0,44 34 0 0 0,-59-41-920 0 0,0-1-283 0 0,244 174 1016 0 0,-141-109-8224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6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4145 0 0,'0'0'90'0'0,"0"-1"-1"0"0,0 0 1 0 0,0 1 0 0 0,0-1 0 0 0,0 1-1 0 0,0-1 1 0 0,1 1 0 0 0,-1-1-1 0 0,0 1 1 0 0,0-1 0 0 0,0 1 0 0 0,0-1-1 0 0,1 1 1 0 0,-1-1 0 0 0,0 1 0 0 0,0-1-1 0 0,1 1 1 0 0,-1-1 0 0 0,0 1-1 0 0,1-1 1 0 0,-1 1 0 0 0,1 0 0 0 0,-1-1-1 0 0,0 1 1 0 0,1 0 0 0 0,-1-1 0 0 0,1 1-1 0 0,0-1 1 0 0,17-12 1909 0 0,-16 12-1678 0 0,10-8 1006 0 0,53-36 1360 0 0,-50 36-3547 0 0,0 0-1 0 0,0 1 0 0 0,1 1 1 0 0,30-10-1 0 0,-19 9-579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3.8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0 386 456 0 0,'4'-1'27'0'0,"1"-1"-1"0"0,-1 0 0 0 0,0-1 1 0 0,0 1-1 0 0,0-1 1 0 0,0 1-1 0 0,0-1 1 0 0,-1-1-1 0 0,1 1 1 0 0,3-5-1 0 0,3-1 147 0 0,27-27-121 0 0,-1-1 0 0 0,-2-2-1 0 0,52-77 1 0 0,-71 95-51 0 0,-7 10-1 0 0,0 0 0 0 0,-1 0 0 0 0,0-1 0 0 0,9-24 0 0 0,-11 23 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4.5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469 6 1840 0 0,'1'-1'25'0'0,"1"0"-1"0"0,-1 1 1 0 0,0-1 0 0 0,0 1-1 0 0,1-1 1 0 0,-1 1-1 0 0,0-1 1 0 0,1 1-1 0 0,-1 0 1 0 0,1 0-1 0 0,-1-1 1 0 0,0 1-1 0 0,1 0 1 0 0,-1 1-1 0 0,1-1 1 0 0,-1 0-1 0 0,0 0 1 0 0,1 0-1 0 0,-1 1 1 0 0,0-1 0 0 0,1 1-1 0 0,1 0 1 0 0,-1 1 217 0 0,-1 0 1 0 0,-7 38 17131 0 0,-32-18-18464 0 0,26-16 2271 0 0,-7 6-1037 0 0,1 0 1 0 0,0 2-1 0 0,1 0 1 0 0,-20 21-1 0 0,-60 73 222 0 0,45-47-304 0 0,1-7-22 0 0,29-33-23 0 0,1 1-1 0 0,1 2 1 0 0,1 0 0 0 0,-29 49 0 0 0,47-71-20 0 0,0-1 0 0 0,-1 1 0 0 0,1 0 0 0 0,1 0 0 0 0,-1 0 1 0 0,0 0-1 0 0,0 0 0 0 0,1 0 0 0 0,-1 0 0 0 0,1 0 1 0 0,0 0-1 0 0,-1 0 0 0 0,1 1 0 0 0,0-1 0 0 0,0 0 0 0 0,0 0 1 0 0,1 0-1 0 0,-1 0 0 0 0,1 0 0 0 0,-1 0 0 0 0,1 0 0 0 0,-1 0 1 0 0,1 0-1 0 0,0 0 0 0 0,0 0 0 0 0,0 0 0 0 0,0 0 0 0 0,2 1 1 0 0,0 0 22 0 0,0-1 1 0 0,0 0 0 0 0,0 0-1 0 0,0-1 1 0 0,1 1 0 0 0,-1-1 0 0 0,1 1-1 0 0,-1-1 1 0 0,1 0 0 0 0,-1-1-1 0 0,1 1 1 0 0,0 0 0 0 0,-1-1 0 0 0,1 0-1 0 0,5 0 1 0 0,3-1 28 0 0,1 1-1 0 0,-1 1 1 0 0,1 0 0 0 0,-1 0-1 0 0,0 1 1 0 0,0 1 0 0 0,0 0-1 0 0,0 1 1 0 0,0 0 0 0 0,-1 1-1 0 0,18 9 1 0 0,199 112 135 0 0,-190-109-90 0 0,0-1 0 0 0,1-2 1 0 0,1-2-1 0 0,53 10 0 0 0,-78-19-55 0 0,-11-2-75 0 0,1 0 0 0 0,-1 0 0 0 0,1 0-1 0 0,-1 0 1 0 0,1-1 0 0 0,-1 0 0 0 0,1 0 0 0 0,0 0-1 0 0,4-1 1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7.1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57 3681 0 0,'-6'-7'3774'0'0,"6"6"-3430"0"0,0 0-1 0 0,-1 0 0 0 0,1 1 0 0 0,0-1 0 0 0,0 0 0 0 0,-1 0 0 0 0,1 0 1 0 0,0 0-1 0 0,0 0 0 0 0,0 1 0 0 0,0-1 0 0 0,0 0 0 0 0,1 0 0 0 0,-1 0 1 0 0,0 0-1 0 0,1-1 0 0 0,0 0-156 0 0,0 1 1 0 0,0-1-1 0 0,0 1 1 0 0,0 0-1 0 0,0-1 0 0 0,0 1 1 0 0,1 0-1 0 0,-1 0 1 0 0,1 0-1 0 0,-1-1 1 0 0,1 2-1 0 0,2-3 0 0 0,0 1 14 0 0,1 0 0 0 0,-1 0-1 0 0,0 1 1 0 0,1 0-1 0 0,-1-1 1 0 0,1 1-1 0 0,-1 1 1 0 0,1-1 0 0 0,0 1-1 0 0,6 0 1 0 0,-7 1-124 0 0,-1 0 0 0 0,1 0 0 0 0,0 1 0 0 0,-1 0 0 0 0,1-1 0 0 0,-1 1 0 0 0,0 0-1 0 0,1 1 1 0 0,-1-1 0 0 0,0 1 0 0 0,0-1 0 0 0,0 1 0 0 0,-1 0 0 0 0,1 0 0 0 0,-1 0 0 0 0,0 1 0 0 0,1-1 0 0 0,-2 0 0 0 0,3 5 0 0 0,4 9-86 0 0,-1 1 1 0 0,9 33-1 0 0,-3-8-176 0 0,-8-30 125 0 0,1 0 0 0 0,-1 0 0 0 0,2-1 0 0 0,0 0-1 0 0,1 0 1 0 0,0 0 0 0 0,13 14 0 0 0,-18-23 93 0 0,-1-1 0 0 0,0 0 0 0 0,1 1 0 0 0,-1-1 0 0 0,1-1 0 0 0,0 1 0 0 0,0 0 0 0 0,-1-1 0 0 0,1 1 0 0 0,0-1 0 0 0,0 0 0 0 0,1 0 0 0 0,-1 0 0 0 0,0 0 0 0 0,0-1 0 0 0,0 1 0 0 0,1-1 0 0 0,-1 0 0 0 0,0 0 0 0 0,0 0 0 0 0,1 0 0 0 0,-1 0 0 0 0,0-1 0 0 0,0 0 0 0 0,0 1 0 0 0,1-1 0 0 0,-1 0 0 0 0,0-1 0 0 0,0 1 0 0 0,0 0 0 0 0,-1-1 1 0 0,1 0-1 0 0,0 0 0 0 0,0 0 0 0 0,-1 0 0 0 0,0 0 0 0 0,3-3 0 0 0,10-11 306 0 0,0 0 0 0 0,-2-1 0 0 0,0 0 0 0 0,-1-1 0 0 0,17-35 0 0 0,10-14-252 0 0,22-27-3506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9.9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8754 0 0,'6'136'7074'0'0,"11"1"-4913"0"0,36 134-3636 0 0,-47-238 1429 0 0,1 1-1139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0.1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1 199 6449 0 0,'0'-1'171'0'0,"0"-1"0"0"0,0 0-1 0 0,-1 0 1 0 0,1 0 0 0 0,0 0-1 0 0,0 0 1 0 0,1 0 0 0 0,-1 0-1 0 0,0 0 1 0 0,1 0-1 0 0,-1 1 1 0 0,1-1 0 0 0,0 0-1 0 0,-1 0 1 0 0,3-3 0 0 0,14-26 1438 0 0,-9 21-1216 0 0,-1 0 1 0 0,1 1-1 0 0,1-1 0 0 0,0 1 0 0 0,0 1 1 0 0,1 0-1 0 0,-1 0 0 0 0,18-9 0 0 0,-9 6-644 0 0,1 2 0 0 0,23-9 0 0 0,-21 10-4610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0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0 319 8290 0 0,'5'-6'129'0'0,"-1"0"0"0"0,1 1 1 0 0,1 0-1 0 0,-1 0 0 0 0,1 0 1 0 0,-1 1-1 0 0,14-7 0 0 0,6-7-78 0 0,33-29-2498 0 0,-2-3-1 0 0,73-83 0 0 0,-110 109 2448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0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7370 0 0,'0'22'884'0'0,"0"24"2509"0"0,8 65 1 0 0,-6-94-3187 0 0,2-1 0 0 0,8 27 1 0 0,-8-33-960 0 0,1 1 0 0 0,0-1 0 0 0,0 0 1 0 0,12 17-1 0 0,-5-10-515 0 0,-5-1 776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6.5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0 174 7834 0 0,'9'-11'1103'0'0,"1"0"0"0"0,0 1 0 0 0,0 0 0 0 0,17-13 0 0 0,0 0 615 0 0,-10 8-923 0 0,38-25 1 0 0,-49 36-887 0 0,0 0 0 0 0,0 0 0 0 0,1 1 0 0 0,-1 0 0 0 0,1 0 0 0 0,0 1 1 0 0,0 0-1 0 0,0 0 0 0 0,0 1 0 0 0,10-1 0 0 0,-16 2-5 0 0,-1 0 0 0 0,1 0-1 0 0,-1 0 1 0 0,1 0 0 0 0,0 0 0 0 0,-1 0 0 0 0,1 1-1 0 0,-1-1 1 0 0,1 0 0 0 0,-1 0 0 0 0,1 1 0 0 0,-1-1-1 0 0,1 0 1 0 0,-1 1 0 0 0,1-1 0 0 0,-1 1-1 0 0,1-1 1 0 0,-1 0 0 0 0,0 1 0 0 0,1-1 0 0 0,-1 1-1 0 0,0-1 1 0 0,1 1 0 0 0,-1-1 0 0 0,0 1 0 0 0,1 0-1 0 0,-1-1 1 0 0,0 1 0 0 0,0-1 0 0 0,0 1 0 0 0,0-1-1 0 0,0 1 1 0 0,0 0 0 0 0,0-1 0 0 0,0 1 0 0 0,0-1-1 0 0,0 1 1 0 0,0 0 0 0 0,0-1 0 0 0,0 1 0 0 0,0-1-1 0 0,-1 2 1 0 0,0 8-1239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6.8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3681 0 0,'-5'10'10343'0'0,"6"-3"-10138"0"0,0 1-1 0 0,0-1 1 0 0,1 1-1 0 0,-1-1 0 0 0,2 1 1 0 0,-1-1-1 0 0,1 0 1 0 0,0 0-1 0 0,1 0 1 0 0,-1-1-1 0 0,1 1 0 0 0,1-1 1 0 0,-1 0-1 0 0,1 0 1 0 0,0 0-1 0 0,8 6 0 0 0,-2-3-32 0 0,1 0 0 0 0,-1-1-1 0 0,2-1 1 0 0,-1 0 0 0 0,1 0-1 0 0,0-1 1 0 0,1-1-1 0 0,14 4 1 0 0,-25-8-136 0 0,0-1 0 0 0,-1 1 0 0 0,1 0 0 0 0,0 0 0 0 0,-1 0-1 0 0,1 1 1 0 0,0-1 0 0 0,-1 0 0 0 0,0 1 0 0 0,1 0 0 0 0,-1 0 0 0 0,0 0 0 0 0,0 0 0 0 0,0 0 0 0 0,0 0-1 0 0,0 0 1 0 0,0 0 0 0 0,-1 1 0 0 0,1-1 0 0 0,-1 1 0 0 0,0-1 0 0 0,2 4 0 0 0,-3-1-14 0 0,1-1 1 0 0,-1 1-1 0 0,0 0 1 0 0,0-1-1 0 0,0 1 1 0 0,0 0-1 0 0,-1-1 1 0 0,0 1-1 0 0,0 0 0 0 0,0-1 1 0 0,-1 1-1 0 0,1-1 1 0 0,-3 5-1 0 0,-9 16 17 0 0,-1 0 1 0 0,-1-1-1 0 0,-1-1 0 0 0,-1 0 0 0 0,-30 31 0 0 0,38-44-390 0 0,0 1-65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7.9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6913 0 0,'1'-2'118'0'0,"1"0"-1"0"0,-1 1 0 0 0,1-1 0 0 0,-1 0 0 0 0,1 1 0 0 0,0 0 0 0 0,0-1 0 0 0,0 1 0 0 0,0 0 0 0 0,0 0 0 0 0,0 0 0 0 0,0 0 0 0 0,0 0 1 0 0,0 1-1 0 0,0-1 0 0 0,0 1 0 0 0,1-1 0 0 0,-1 1 0 0 0,0 0 0 0 0,0 0 0 0 0,0 0 0 0 0,1 0 0 0 0,-1 0 0 0 0,0 0 0 0 0,0 1 0 0 0,1-1 1 0 0,-1 1-1 0 0,0-1 0 0 0,0 1 0 0 0,0 0 0 0 0,0 0 0 0 0,0 0 0 0 0,0 0 0 0 0,0 0 0 0 0,0 1 0 0 0,0-1 0 0 0,-1 1 0 0 0,3 2 0 0 0,6 6 500 0 0,-1 1-1 0 0,0 0 0 0 0,-1 1 0 0 0,0 0 0 0 0,6 15 0 0 0,3 2-35 0 0,-10-19-371 0 0,0 0 1 0 0,1 0 0 0 0,0-1 0 0 0,1 0-1 0 0,0-1 1 0 0,0 0 0 0 0,1 0-1 0 0,12 7 1 0 0,-18-12-74 0 0,0-1 0 0 0,0 0-1 0 0,-1 0 1 0 0,1 0 0 0 0,1 0 0 0 0,-1-1 0 0 0,0 0 0 0 0,0 0-1 0 0,0 0 1 0 0,1 0 0 0 0,-1-1 0 0 0,1 0 0 0 0,-1 1 0 0 0,0-2-1 0 0,1 1 1 0 0,-1 0 0 0 0,0-1 0 0 0,1 0 0 0 0,-1 0-1 0 0,0 0 1 0 0,0-1 0 0 0,0 1 0 0 0,0-1 0 0 0,0 0 0 0 0,0 0-1 0 0,5-4 1 0 0,-3 0-116 0 0,-1 0 1 0 0,0-1-1 0 0,0 1 0 0 0,0-1 0 0 0,-1-1 1 0 0,0 1-1 0 0,0-1 0 0 0,0 1 0 0 0,-1-1 1 0 0,2-9-1 0 0,9-18-831 0 0,-3 12-1000 0 0,2 1-5068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28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84 280 920 0 0,'-17'-23'1195'0'0,"10"12"-180"0"0,0 1 0 0 0,-1 0 0 0 0,-1 0 0 0 0,1 1 1 0 0,-2 0-1 0 0,-8-18 5035 0 0,50 26-4463 0 0,-21 3-1255 0 0,-1 0 0 0 0,-1 1 0 0 0,1 0 0 0 0,0 1-1 0 0,-1 0 1 0 0,1 0 0 0 0,12 9 0 0 0,60 49 553 0 0,-57-42-746 0 0,34 22-1 0 0,-41-31-93 0 0,1-1 0 0 0,0 0-1 0 0,1-2 1 0 0,23 9 0 0 0,-37-16 18 0 0,-1 1 0 0 0,1-1 0 0 0,0 0 1 0 0,0 0-1 0 0,0-1 0 0 0,0 0 1 0 0,-1 0-1 0 0,1 0 0 0 0,0-1 0 0 0,0 1 1 0 0,0-2-1 0 0,-1 1 0 0 0,1 0 1 0 0,0-1-1 0 0,-1 0 0 0 0,0-1 0 0 0,1 1 1 0 0,-1-1-1 0 0,0 0 0 0 0,5-4 1 0 0,4-4 116 0 0,-1-1 1 0 0,-1-1 0 0 0,0 0 0 0 0,0 0 0 0 0,-1-2 0 0 0,10-16 0 0 0,47-98-90 0 0,-18 29-6460 0 0,-34 73-590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1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59 5529 0 0,'0'0'423'0'0,"27"-3"1917"0"0,17-19 864 0 0,12-5-589 0 0,-52 26-2632 0 0,1-1 0 0 0,-1 1 0 0 0,0 0 1 0 0,0 1-1 0 0,1-1 0 0 0,-1 1 0 0 0,1-1 0 0 0,-1 1 0 0 0,0 1 0 0 0,1-1 0 0 0,5 2 0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1.8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36 5529 0 0,'-18'-22'5432'0'0,"18"22"-5224"0"0,0-1 0 0 0,0 1 0 0 0,-1-1 0 0 0,1 1 0 0 0,0-1 0 0 0,0 1 0 0 0,0-1 1 0 0,0 1-1 0 0,0-1 0 0 0,0 1 0 0 0,0-1 0 0 0,0 1 0 0 0,0-1 0 0 0,0 1 0 0 0,0-1 0 0 0,0 1 0 0 0,0-1 0 0 0,2-2 1248 0 0,-1 1-1248 0 0,1 5 0 0 0,0-1-1 0 0,-1 1 1 0 0,1 0-1 0 0,-1-1 1 0 0,0 1-1 0 0,1 0 1 0 0,-1 0-1 0 0,-1 0 1 0 0,1 0 0 0 0,1 5-1 0 0,-2-6-91 0 0,46 203 973 0 0,0 2-3165 0 0,-36-167 143 0 0,0-2-3922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2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 5065 0 0,'55'-26'2741'0'0,"-52"25"-2762"0"0,0 0 1 0 0,0 0-1 0 0,0 1 1 0 0,0-1-1 0 0,0 1 0 0 0,0 0 1 0 0,0 0-1 0 0,0 0 1 0 0,0 0-1 0 0,0 1 1 0 0,0-1-1 0 0,0 1 1 0 0,0 0-1 0 0,0 0 1 0 0,0 0-1 0 0,0 0 1 0 0,0 0-1 0 0,-1 1 0 0 0,1-1 1 0 0,-1 1-1 0 0,1 0 1 0 0,-1 0-1 0 0,1 0 1 0 0,3 4-1 0 0,0 2 115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2.3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2304 0 0,'0'-1'167'0'0,"0"0"-1"0"0,1 0 1 0 0,-1 0-1 0 0,0 0 1 0 0,1 0-1 0 0,-1 0 0 0 0,1 0 1 0 0,-1 0-1 0 0,1 0 1 0 0,0 0-1 0 0,-1 0 1 0 0,1 0-1 0 0,0 1 0 0 0,0-1 1 0 0,-1 0-1 0 0,1 0 1 0 0,0 1-1 0 0,0-1 1 0 0,0 0-1 0 0,0 1 0 0 0,0-1 1 0 0,0 1-1 0 0,0 0 1 0 0,0-1-1 0 0,0 1 1 0 0,0 0-1 0 0,0-1 0 0 0,1 1 1 0 0,-1 0-1 0 0,0 0 1 0 0,0 0-1 0 0,0 0 1 0 0,0 0-1 0 0,0 0 0 0 0,0 0 1 0 0,0 1-1 0 0,0-1 1 0 0,1 0-1 0 0,-1 0 1 0 0,0 1-1 0 0,0-1 0 0 0,0 1 1 0 0,0-1-1 0 0,0 1 1 0 0,-1-1-1 0 0,1 1 1 0 0,0 0-1 0 0,0-1 0 0 0,0 1 1 0 0,0 0-1 0 0,-1 0 1 0 0,1 0-1 0 0,0 0 1 0 0,-1 0-1 0 0,1-1 0 0 0,0 1 1 0 0,0 2-1 0 0,2 7-40 0 0,0 1 0 0 0,0 0 0 0 0,-1 0 1 0 0,0-1-1 0 0,-1 1 0 0 0,0 0 0 0 0,-1 0 0 0 0,0 0 0 0 0,-3 18 0 0 0,1-16 680 0 0,2 1 0 0 0,-1-1 0 0 0,2 1 0 0 0,0-1-1 0 0,4 25 1 0 0,-5-38-741 0 0,1 1 1 0 0,-1-1-1 0 0,0 0 0 0 0,0 1 0 0 0,0-1 1 0 0,0 0-1 0 0,0 1 0 0 0,1-1 0 0 0,-1 0 1 0 0,0 0-1 0 0,0 1 0 0 0,0-1 0 0 0,1 0 1 0 0,-1 0-1 0 0,0 1 0 0 0,0-1 0 0 0,1 0 1 0 0,-1 0-1 0 0,0 0 0 0 0,1 0 0 0 0,-1 1 1 0 0,0-1-1 0 0,0 0 0 0 0,1 0 0 0 0,-1 0 0 0 0,0 0 1 0 0,1 0-1 0 0,-1 0 0 0 0,0 0 0 0 0,1 0 1 0 0,-1 0-1 0 0,0 0 0 0 0,1 0 0 0 0,-1 0 1 0 0,0 0-1 0 0,1 0 0 0 0,16-8 700 0 0,10-14-600 0 0,2-9-1609 0 0,35-47 1 0 0,-61 73 1021 0 0,17-20-6208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3.0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10594 0 0,'4'13'4496'0'0,"19"30"-2702"0"0,-8-13-1455 0 0,0 0 1 0 0,9 33 0 0 0,4 23-3262 0 0,-18-53-2593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3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4 160 10594 0 0,'-1'-1'-6'0'0,"1"1"0"0"0,0-1 1 0 0,-1 1-1 0 0,1-1 0 0 0,0 1 0 0 0,-1-1 0 0 0,1 0 0 0 0,0 1 0 0 0,0-1 0 0 0,0 1 0 0 0,0-1 1 0 0,0 0-1 0 0,-1 1 0 0 0,1-1 0 0 0,0 0 0 0 0,0 1 0 0 0,1-1 0 0 0,-1 1 0 0 0,0-1 0 0 0,0 0 1 0 0,0 1-1 0 0,0-1 0 0 0,0 0 0 0 0,1 1 0 0 0,-1-1 0 0 0,0 1 0 0 0,1-1 0 0 0,-1 1 0 0 0,0-1 0 0 0,1 1 1 0 0,-1-1-1 0 0,0 1 0 0 0,1-1 0 0 0,-1 1 0 0 0,1-1 0 0 0,-1 1 0 0 0,1 0 0 0 0,-1-1 0 0 0,2 1 1 0 0,26-25-658 0 0,-19 18 553 0 0,115-90-5294 0 0,-115 89 5287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3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71 6913 0 0,'0'0'34'0'0,"0"1"0"0"0,-1-1 0 0 0,1 0 0 0 0,0 0 0 0 0,-1 0 0 0 0,1 0 0 0 0,0 0 0 0 0,-1 0 0 0 0,1 0 0 0 0,0 0 0 0 0,-1 0 0 0 0,1-1 0 0 0,0 1-1 0 0,-1 0 1 0 0,1 0 0 0 0,0 0 0 0 0,-1 0 0 0 0,1 0 0 0 0,0 0 0 0 0,-1-1 0 0 0,1 1 0 0 0,0 0 0 0 0,0 0 0 0 0,-1-1 0 0 0,1 1 0 0 0,0 0 0 0 0,0 0-1 0 0,-1-1 1 0 0,1 1 0 0 0,0 0 0 0 0,0 0 0 0 0,0-1 0 0 0,-1 1 0 0 0,1 0 0 0 0,0-1 0 0 0,0 1 0 0 0,0 0 0 0 0,0-1 0 0 0,0 0 0 0 0,7-15 1160 0 0,20-11-153 0 0,-23 24-1279 0 0,0 1 0 0 0,0-1 0 0 0,0 1 0 0 0,1 0 0 0 0,-1 0 0 0 0,1 1 0 0 0,-1-1 0 0 0,1 1 0 0 0,0 0 0 0 0,-1 0 0 0 0,1 1 0 0 0,0 0 0 0 0,0-1 0 0 0,-1 1 0 0 0,1 1 0 0 0,0-1 0 0 0,0 1 0 0 0,-1 0 0 0 0,1 0 0 0 0,-1 0 0 0 0,1 0 0 0 0,-1 1 0 0 0,1 0 0 0 0,-1 0 0 0 0,0 0 0 0 0,5 3 0 0 0,0 4 223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3.6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1 164 2761 0 0,'9'-12'248'0'0,"-5"5"-248"0"0,2-1 0 0 0,-1 1 0 0 0,-1 2 0 0 0,0 1 0 0 0,1-4 0 0 0,5-2 0 0 0,7-6 0 0 0,2-7 80 0 0,5 1-80 0 0,-6 0 80 0 0,-2 2-80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4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55 6193 0 0,'-6'-20'2462'0'0,"5"19"-2394"0"0,1 0-1 0 0,-1-1 1 0 0,0 1-1 0 0,1-1 1 0 0,-1 0-1 0 0,1 1 1 0 0,0-1-1 0 0,-1 1 1 0 0,1-1-1 0 0,0 0 1 0 0,0 1-1 0 0,0-1 1 0 0,0 1-1 0 0,0-1 1 0 0,1 0-1 0 0,-1 1 1 0 0,1-3-1 0 0,0 2-71 0 0,0 2-282 0 0,1-1-1 0 0,-1 1 1 0 0,1 0-1 0 0,-1-1 1 0 0,0 1-1 0 0,1 0 0 0 0,-1 0 1 0 0,1 0-1 0 0,-1 0 1 0 0,1 0-1 0 0,-1 0 1 0 0,0 0-1 0 0,1 0 1 0 0,-1 1-1 0 0,1-1 1 0 0,1 1-1 0 0,-2-1 268 0 0,0 1 0 0 0,0-1-1 0 0,0 1 1 0 0,0-1-1 0 0,0 0 1 0 0,0 0 0 0 0,0 0-1 0 0,0 0 1 0 0,1 0-1 0 0,-1 0 1 0 0,0 0 0 0 0,0 0-1 0 0,0 0 1 0 0,0 0 0 0 0,0-1-1 0 0,0 1 1 0 0,0-1-1 0 0,0 1 1 0 0,2-1 0 0 0,-1-1-68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8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176 91 5465 0 0,'-49'-88'4835'0'0,"48"87"-4769"0"0,1 1 0 0 0,0 0 0 0 0,0 0 0 0 0,-1 0 0 0 0,1-1 0 0 0,-1 1 1 0 0,1 0-1 0 0,0 0 0 0 0,-1 0 0 0 0,1 0 0 0 0,0-1 0 0 0,-1 1 0 0 0,1 0 1 0 0,-1 0-1 0 0,1 0 0 0 0,0 0 0 0 0,-1 0 0 0 0,1 0 0 0 0,-1 0 0 0 0,1 0 1 0 0,0 0-1 0 0,-1 1 0 0 0,1-1 0 0 0,-1 0 0 0 0,1 0 0 0 0,0 0 1 0 0,-1 0-1 0 0,1 0 0 0 0,0 1 0 0 0,-1-1 0 0 0,1 0 0 0 0,0 0 0 0 0,-1 1 1 0 0,1-1-1 0 0,0 0 0 0 0,-1 0 0 0 0,1 1 0 0 0,0-1 0 0 0,0 0 0 0 0,-1 1 1 0 0,-11 12 477 0 0,11-12-585 0 0,-10 12 144 0 0,0 2-1 0 0,1-1 1 0 0,0 1 0 0 0,1 1-1 0 0,1 0 1 0 0,1 0 0 0 0,0 1-1 0 0,1 0 1 0 0,1 0 0 0 0,0 0-1 0 0,-2 24 1 0 0,6-38-107 0 0,0 0 0 0 0,1 0 0 0 0,-1 0 0 0 0,1 0 0 0 0,0 0 0 0 0,0 0 0 0 0,0 0 0 0 0,1 0 0 0 0,-1 0 0 0 0,1 0 0 0 0,-1 0 0 0 0,1 0 0 0 0,0 0 0 0 0,0 0 0 0 0,0 0 0 0 0,1 0 0 0 0,-1-1 0 0 0,1 1 0 0 0,-1-1 0 0 0,1 1 0 0 0,3 3 0 0 0,-1-3-10 0 0,-1-1 0 0 0,1 1 1 0 0,0-1-1 0 0,0 0 0 0 0,0 1 1 0 0,0-2-1 0 0,0 1 0 0 0,1 0 0 0 0,-1-1 1 0 0,0 0-1 0 0,1 0 0 0 0,-1 0 1 0 0,6 0-1 0 0,2 0-8 0 0,-1-1-1 0 0,1 0 0 0 0,0-1 1 0 0,0 0-1 0 0,0-1 1 0 0,0 0-1 0 0,-1-1 1 0 0,1-1-1 0 0,-1 1 1 0 0,15-8-1 0 0,-17 5 32 0 0,0 0 0 0 0,0-1 1 0 0,-1 0-1 0 0,0 0 0 0 0,0 0 0 0 0,0-1 1 0 0,-1-1-1 0 0,8-11 0 0 0,-13 17 54 0 0,-1 0-1 0 0,1 0 1 0 0,0 0-1 0 0,-1 0 1 0 0,0-1-1 0 0,1 1 1 0 0,-1-1 0 0 0,-1 1-1 0 0,1-1 1 0 0,0 1-1 0 0,-1-1 1 0 0,0-6-1 0 0,0 8 20 0 0,-1 0 0 0 0,1-1 0 0 0,-1 1 0 0 0,0 0 0 0 0,1-1 0 0 0,-1 1 0 0 0,-1 0 0 0 0,1 0 0 0 0,0 0 0 0 0,0 0-1 0 0,-1 0 1 0 0,1 0 0 0 0,-1 0 0 0 0,0 1 0 0 0,1-1 0 0 0,-1 0 0 0 0,0 1 0 0 0,0-1 0 0 0,0 1 0 0 0,-4-2 0 0 0,4 2-29 0 0,0 0 0 0 0,0 0 0 0 0,0 0 1 0 0,0 1-1 0 0,0-1 0 0 0,1 1 1 0 0,-1-1-1 0 0,0 1 0 0 0,-1 0 0 0 0,1 0 1 0 0,0-1-1 0 0,0 2 0 0 0,0-1 1 0 0,0 0-1 0 0,0 0 0 0 0,0 1 1 0 0,0-1-1 0 0,-3 2 0 0 0,1 0-46 0 0,-1 0 0 0 0,1 0 0 0 0,0 1 0 0 0,-1 0 1 0 0,1 0-1 0 0,1 0 0 0 0,-6 5 0 0 0,-4 6-986 0 0,1 0 1 0 0,-21 32 0 0 0,32-44 804 0 0,-20 31-5292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39.8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5 202 5065 0 0,'-5'14'3011'0'0,"16"-22"-1536"0"0,-4 2-1689 0 0,176-151 5768 0 0,-132 112-2976 0 0,-48 73-1692 0 0,2-3-837 0 0,2 0 0 0 0,0 0 1 0 0,2 0-1 0 0,1-1 0 0 0,0 0 1 0 0,17 26-1 0 0,95 124 569 0 0,-96-139-302 0 0,-19-26-348 0 0,0 1 0 0 0,0 1 1 0 0,6 13-1 0 0,-12-21-212 0 0,0 0 0 0 0,0-1 0 0 0,0 1 0 0 0,0 0 0 0 0,0 0 0 0 0,0 0 0 0 0,-1 0 0 0 0,1 0 0 0 0,-1 0-1 0 0,0 0 1 0 0,0 0 0 0 0,0 0 0 0 0,-1 0 0 0 0,1 0 0 0 0,-1-1 0 0 0,1 1 0 0 0,-1 0 0 0 0,0 0 0 0 0,-2 4 0 0 0,-1 0-939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39:40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25 238 3225 0 0,'-25'8'2313'0'0,"39"-16"-141"0"0,106-69 4083 0 0,-65 40-4683 0 0,2 1 0 0 0,94-41 0 0 0,-135 71-3021 0 0,0 1-4757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09.2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6 122 5985 0 0,'-2'-12'602'0'0,"0"-1"0"0"0,1 1 0 0 0,1-1 0 0 0,0 1 0 0 0,0-1 0 0 0,3-14-1 0 0,-2 15 358 0 0,-1 12-876 0 0,0-1 0 0 0,0 1 0 0 0,0 0 0 0 0,0 0-1 0 0,0 0 1 0 0,0-1 0 0 0,-1 1 0 0 0,1 0 0 0 0,3-5 2071 0 0,-3 5-2071 0 0,0 0 0 0 0,1 0 0 0 0,-1 0 0 0 0,0-1 0 0 0,0 1-1 0 0,0 0 1 0 0,1 0 0 0 0,-1 0 0 0 0,0 0 0 0 0,0 0 0 0 0,0 0 0 0 0,1 0-1 0 0,-1 0 1 0 0,0 0 0 0 0,0 0 0 0 0,1 0 0 0 0,-1 0 0 0 0,0 0 0 0 0,0 0-1 0 0,0 1 1 0 0,1-1 0 0 0,-1 0 0 0 0,14 15 1319 0 0,10 26-675 0 0,-4 2-48 0 0,-1 0 1 0 0,-2 1 0 0 0,15 67-1 0 0,16 143 604 0 0,39 455-595 0 0,-79-645-963 0 0,3 20-783 0 0,1-29-2580 0 0,-8-40 2216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09.7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 4209 0 0,'-18'0'376'0'0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0.3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79 1376 0 0,'2'-6'34'0'0,"1"0"1"0"0,0 1-1 0 0,0-1 0 0 0,0 1 0 0 0,1 0 0 0 0,0 0 0 0 0,0 0 0 0 0,0 1 1 0 0,0 0-1 0 0,1-1 0 0 0,0 1 0 0 0,0 1 0 0 0,0-1 0 0 0,7-3 0 0 0,13 2 6662 0 0,-35 16-3764 0 0,-11 5-952 0 0,1 1 0 0 0,-23 24 1 0 0,38-35-1811 0 0,0 0 0 0 0,0 0 0 0 0,1 0 0 0 0,0 1 0 0 0,0 0 0 0 0,0 0 0 0 0,1 0 0 0 0,0 0 0 0 0,0 0 0 0 0,1 0 0 0 0,0 1 0 0 0,-2 10 0 0 0,4-17-169 0 0,1 0 0 0 0,-1 0 0 0 0,0-1 0 0 0,0 1 1 0 0,1 0-1 0 0,-1 0 0 0 0,0 0 0 0 0,1 0 0 0 0,-1-1 0 0 0,1 1 1 0 0,-1 0-1 0 0,1 0 0 0 0,0-1 0 0 0,-1 1 0 0 0,1 0 0 0 0,-1-1 0 0 0,1 1 1 0 0,0-1-1 0 0,0 1 0 0 0,-1-1 0 0 0,1 1 0 0 0,0-1 0 0 0,0 1 0 0 0,0-1 1 0 0,0 0-1 0 0,0 1 0 0 0,-1-1 0 0 0,1 0 0 0 0,0 0 0 0 0,0 0 1 0 0,0 0-1 0 0,0 0 0 0 0,1 0 0 0 0,38 2-6 0 0,-33-2 4 0 0,23-1 20 0 0,-1 2-1 0 0,1 1 0 0 0,-1 1 0 0 0,1 2 1 0 0,-1 1-1 0 0,54 18 0 0 0,-81-23-17 0 0,0 0 0 0 0,0 0 0 0 0,0 0 0 0 0,0 0-1 0 0,0 1 1 0 0,0-1 0 0 0,0 1 0 0 0,-1-1 0 0 0,1 1-1 0 0,-1 0 1 0 0,1-1 0 0 0,-1 1 0 0 0,1 0 0 0 0,-1 0 0 0 0,0 0-1 0 0,0 0 1 0 0,0 0 0 0 0,0 0 0 0 0,0 1 0 0 0,-1-1-1 0 0,1 0 1 0 0,-1 0 0 0 0,1 1 0 0 0,-1-1 0 0 0,0 0 0 0 0,0 1-1 0 0,0-1 1 0 0,0 0 0 0 0,0 1 0 0 0,0-1 0 0 0,-1 0-1 0 0,1 0 1 0 0,-1 1 0 0 0,-1 2 0 0 0,-2 8 6 0 0,-1 0 0 0 0,-1 0 0 0 0,0-1-1 0 0,-12 18 1 0 0,12-20-6 0 0,-26 40-68 0 0,13-21-43 0 0,-28 57-1 0 0,46-85 110 0 0,1 0 0 0 0,-1 0 0 0 0,0 1 0 0 0,1-1 0 0 0,-1 0 0 0 0,1 1 0 0 0,-1-1 0 0 0,1 0 0 0 0,-1 1 0 0 0,1-1 0 0 0,0 1 0 0 0,0-1 0 0 0,0 1 0 0 0,0-1 0 0 0,0 0 0 0 0,0 1 0 0 0,0-1 0 0 0,0 1 0 0 0,1-1 0 0 0,-1 1 0 0 0,0-1 0 0 0,1 0 0 0 0,-1 1 0 0 0,1-1 0 0 0,0 0 0 0 0,-1 1 0 0 0,1-1 0 0 0,0 0 0 0 0,0 0-1 0 0,0 0 1 0 0,0 0 0 0 0,0 0 0 0 0,0 0 0 0 0,0 0 0 0 0,0 0 0 0 0,0 0 0 0 0,1 0 0 0 0,-1 0 0 0 0,2 0 0 0 0,6 2-35 0 0,-1-1-1 0 0,1 0 0 0 0,0 0 1 0 0,0-1-1 0 0,15 1 0 0 0,-15-2-1 0 0,0 0-1 0 0,-1 1 0 0 0,16 4 0 0 0,-19-3 38 0 0,-1-1 0 0 0,0 1 0 0 0,-1 0-1 0 0,1 0 1 0 0,0 0 0 0 0,0 0 0 0 0,-1 0 0 0 0,0 1 0 0 0,1 0 0 0 0,-1 0-1 0 0,0 0 1 0 0,0 0 0 0 0,0 0 0 0 0,3 5 0 0 0,-5-5 32 0 0,0 1 0 0 0,0-1 0 0 0,0 0 0 0 0,-1 0 0 0 0,1 1-1 0 0,-1-1 1 0 0,1 0 0 0 0,-1 1 0 0 0,0-1 0 0 0,0 0 0 0 0,-1 1 0 0 0,1-1 0 0 0,-1 0 0 0 0,0 0 0 0 0,0 1 0 0 0,0-1 0 0 0,0 0 0 0 0,0 0 0 0 0,-2 3 0 0 0,-15 30 96 0 0,-2-2 1 0 0,-1 0 0 0 0,-34 42 0 0 0,-5 7-1928 0 0,98-95-6211 0 0,-22 6 3466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0.7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5985 0 0,'4'11'12500'0'0,"3"12"-9678"0"0,9 31-2704 0 0,10 88 705 0 0,6 156 1 0 0,-20-168-615 0 0,-9-94-141 0 0,73 520 783 0 0,-73-536-1790 0 0,3 38 0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1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0 230 7370 0 0,'40'-9'4902'0'0,"77"-14"-1949"0"0,-54 12-1909 0 0,455-75 2980 0 0,7 48-3084 0 0,-341 38-938 0 0,189-5 37 0 0,-250-2-1242 0 0,125-24 0 0 0,-155 16-2043 0 0,-71 11-2462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1.6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4 9218 0 0,'-7'-4'11033'0'0,"15"52"-10184"0"0,-1 1 0 0 0,-1 56 0 0 0,-9 106-727 0 0,1-88 43 0 0,9 241 21 0 0,2-259-155 0 0,31 151 0 0 0,2-88-306 0 0,-20-98-3334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2.2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4 6913 0 0,'-2'-1'213'0'0,"0"0"0"0"0,-1 1 0 0 0,1-1-1 0 0,0 1 1 0 0,-1-1 0 0 0,1 1 0 0 0,0 0-1 0 0,-1 0 1 0 0,1 0 0 0 0,0 0 0 0 0,-1 1-1 0 0,1-1 1 0 0,0 1 0 0 0,-1-1-1 0 0,1 1 1 0 0,0 0 0 0 0,0 0 0 0 0,0 0-1 0 0,0 0 1 0 0,-1 0 0 0 0,2 0 0 0 0,-1 1-1 0 0,0-1 1 0 0,0 0 0 0 0,0 1-1 0 0,-1 2 1 0 0,-9 6 1218 0 0,1 0 0 0 0,-16 20 0 0 0,22-24-945 0 0,0 1 0 0 0,0-1 0 0 0,0 1 0 0 0,1 0 0 0 0,0 0-1 0 0,-4 12 1 0 0,7-17-453 0 0,1-1 0 0 0,-1 1 0 0 0,1-1 0 0 0,0 1 0 0 0,0 0 0 0 0,-1-1 0 0 0,1 1 0 0 0,0-1 0 0 0,0 1 0 0 0,1 0 0 0 0,-1-1 0 0 0,0 1 0 0 0,1-1 0 0 0,-1 1 0 0 0,1 0 0 0 0,-1-1 0 0 0,1 1 0 0 0,-1-1 0 0 0,1 0-1 0 0,0 1 1 0 0,0-1 0 0 0,0 1 0 0 0,0-1 0 0 0,0 0 0 0 0,0 0 0 0 0,0 0 0 0 0,0 0 0 0 0,1 1 0 0 0,-1-2 0 0 0,0 1 0 0 0,1 0 0 0 0,-1 0 0 0 0,1 0 0 0 0,-1-1 0 0 0,1 1 0 0 0,-1 0 0 0 0,1-1 0 0 0,2 1 0 0 0,17 4-82 0 0,1 0 1 0 0,0-1-1 0 0,0-2 1 0 0,41 1-1 0 0,2 0-20 0 0,-41-2 59 0 0,38 6-64 0 0,-57-7 66 0 0,-1 1 0 0 0,0 0 0 0 0,0 0 0 0 0,0 1-1 0 0,0-1 1 0 0,0 1 0 0 0,0 0 0 0 0,0 0 0 0 0,-1 0 0 0 0,1 0-1 0 0,4 4 1 0 0,-8-5-8 0 0,0 0 0 0 0,1-1 0 0 0,-1 1 0 0 0,0 0 0 0 0,0 0 0 0 0,1 0 0 0 0,-1 0 0 0 0,0 0 0 0 0,0 0 0 0 0,0-1 0 0 0,0 1 0 0 0,0 0 0 0 0,0 0 0 0 0,0 0 0 0 0,0 0 0 0 0,-1 0 1 0 0,1 0-1 0 0,0-1 0 0 0,-1 1 0 0 0,1 0 0 0 0,0 0 0 0 0,-1 0 0 0 0,1-1 0 0 0,-1 1 0 0 0,1 0 0 0 0,-1 0 0 0 0,-1 1 0 0 0,-18 22-243 0 0,17-20 202 0 0,-49 46-313 0 0,39-39 343 0 0,0 1 1 0 0,1 0 0 0 0,0 1 0 0 0,1 0-1 0 0,0 0 1 0 0,-10 20 0 0 0,20-33 24 0 0,1 1 0 0 0,0-1 1 0 0,-1 1-1 0 0,1 0 1 0 0,0-1-1 0 0,0 1 1 0 0,-1-1-1 0 0,1 1 1 0 0,0 0-1 0 0,0-1 0 0 0,0 1 1 0 0,0 0-1 0 0,0-1 1 0 0,0 1-1 0 0,0 0 1 0 0,0-1-1 0 0,0 1 1 0 0,0 0-1 0 0,0-1 0 0 0,0 1 1 0 0,0-1-1 0 0,1 1 1 0 0,-1 0-1 0 0,0-1 1 0 0,0 1-1 0 0,1-1 1 0 0,-1 1-1 0 0,0 0 0 0 0,1 0 1 0 0,0-1-25 0 0,1 1-1 0 0,-1 0 1 0 0,0 0 0 0 0,0-1-1 0 0,1 1 1 0 0,-1-1-1 0 0,0 1 1 0 0,1-1 0 0 0,-1 1-1 0 0,1-1 1 0 0,-1 0 0 0 0,3 0-1 0 0,49-4-905 0 0,-48 3 801 0 0,20-3-268 0 0,26-4-246 0 0,-48 8 567 0 0,0 0 0 0 0,0 0-1 0 0,0 0 1 0 0,1 0 0 0 0,-1 1-1 0 0,0-1 1 0 0,0 1 0 0 0,0 0 0 0 0,0 0-1 0 0,0 0 1 0 0,0 0 0 0 0,4 3-1 0 0,-5-3 32 0 0,-1 0-1 0 0,0 0 0 0 0,-1 1 0 0 0,1-1 0 0 0,0 0 0 0 0,0 1 0 0 0,0-1 0 0 0,-1 0 0 0 0,1 1 0 0 0,-1-1 0 0 0,1 1 0 0 0,-1-1 0 0 0,0 1 0 0 0,1-1 0 0 0,-1 1 0 0 0,0-1 0 0 0,0 1 1 0 0,0 0-1 0 0,0-1 0 0 0,0 1 0 0 0,0-1 0 0 0,-1 1 0 0 0,1-1 0 0 0,-1 1 0 0 0,1-1 0 0 0,-1 1 0 0 0,1-1 0 0 0,-2 2 0 0 0,-22 45-99 0 0,20-41 212 0 0,-26 37 743 0 0,24-36-635 0 0,0 0-1 0 0,0 0 0 0 0,0 1 1 0 0,1 0-1 0 0,0 0 0 0 0,1 0 1 0 0,0 0-1 0 0,-5 20 0 0 0,9-28-319 0 0,0 0 0 0 0,0-1 0 0 0,0 1 0 0 0,0 0 0 0 0,0-1 0 0 0,0 1 0 0 0,0 0 0 0 0,0 0-1 0 0,0-1 1 0 0,1 1 0 0 0,-1 0 0 0 0,0-1 0 0 0,0 1 0 0 0,1-1 0 0 0,-1 1 0 0 0,0 0 0 0 0,1-1-1 0 0,-1 1 1 0 0,1-1 0 0 0,-1 1 0 0 0,1-1 0 0 0,0 2 0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2.9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2054 0 456 0 0,'7'8'13252'0'0,"2"10"-10108"0"0,3 18-2003 0 0,-6-5-436 0 0,-1 1 0 0 0,-2-1 0 0 0,0 37 0 0 0,-9 98 18 0 0,1-72-382 0 0,11 218 275 0 0,0-243-453 0 0,4-1-1 0 0,29 103 1 0 0,-15-72-185 0 0,10 30 444 0 0,-32-123-400 0 0,1 0-1 0 0,-1 0 1 0 0,1 0-1 0 0,0-1 1 0 0,1 1-1 0 0,-1 0 1 0 0,1-1 0 0 0,0 0-1 0 0,0 0 1 0 0,7 6-1 0 0,-13-12-16 0 0,-1 0 0 0 0,0 0 0 0 0,0 1 0 0 0,1-1 0 0 0,-1 1 0 0 0,0 0 0 0 0,0-1 0 0 0,0 1 0 0 0,1 1-1 0 0,-1-1 1 0 0,0 0 0 0 0,0 1 0 0 0,0-1 0 0 0,1 1 0 0 0,-4 1 0 0 0,-47 22 215 0 0,19-9-140 0 0,10-9-86 0 0,-1-1-1 0 0,1-1 1 0 0,-1-1-1 0 0,0-1 0 0 0,0-1 1 0 0,-27-2-1 0 0,-50 2 181 0 0,-88 23-114 0 0,125-13-40 0 0,-1-3 0 0 0,-110-1 0 0 0,-15-16 0 0 0,-390-26 88 0 0,502 30-353 0 0,-79 7 0 0 0,92 1-21 0 0,0-3 1 0 0,-81-10-1 0 0,118 4-1850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3.5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0 121 7370 0 0,'3'-1'363'0'0,"-1"0"1"0"0,0 1 0 0 0,1-1 0 0 0,-1 0 0 0 0,1 1 0 0 0,-1 0 0 0 0,1-1 0 0 0,0 1 0 0 0,-1 0 0 0 0,1 0 0 0 0,3 1-1 0 0,-3-1-226 0 0,60-4 1575 0 0,0-2-1 0 0,103-25 1 0 0,-33 5-621 0 0,59 1-251 0 0,0 9 0 0 0,1 8 0 0 0,219 18 0 0 0,373 8-320 0 0,-720-15-1332 0 0,-38 3-5090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3.8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2 8754 0 0,'-1'0'124'0'0,"1"-1"1"0"0,0 1-1 0 0,-1 0 1 0 0,1 0-1 0 0,-1 0 1 0 0,1 0-1 0 0,0 0 1 0 0,-1-1-1 0 0,1 1 1 0 0,-1 0-1 0 0,1 0 1 0 0,-1 0-1 0 0,1 0 1 0 0,-1 0-1 0 0,1 0 1 0 0,0 0-1 0 0,-1 1 1 0 0,1-1-1 0 0,-1 0 1 0 0,1 0-1 0 0,-1 0 1 0 0,1 0-1 0 0,0 0 1 0 0,-1 1-1 0 0,1-1 1 0 0,0 0-1 0 0,-1 0 1 0 0,1 1-1 0 0,-1-1 1 0 0,1 0-1 0 0,0 1 1 0 0,0-1-1 0 0,-1 0 1 0 0,1 1-1 0 0,-8 20 2472 0 0,5 36-498 0 0,2-43-1694 0 0,0 61 208 0 0,3-1-1 0 0,3 1 0 0 0,17 81 1 0 0,62 220 350 0 0,16 106-249 0 0,-79-191-553 0 0,-25-166-6740 0 0,2-96-256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4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558 357 5153 0 0,'-1'-8'198'0'0,"1"-1"1"0"0,-1 0-1 0 0,0 1 0 0 0,-1-1 1 0 0,0 0-1 0 0,-1 1 0 0 0,1 0 0 0 0,-2 0 1 0 0,-7-15-1 0 0,7 15 314 0 0,-1 0-1 0 0,-1 1 1 0 0,0 0 0 0 0,0 0-1 0 0,0 0 1 0 0,0 1 0 0 0,-1 0-1 0 0,-1 0 1 0 0,1 0 0 0 0,-1 1-1 0 0,1 0 1 0 0,-1 1 0 0 0,-1 0-1 0 0,1 0 1 0 0,-1 1 0 0 0,1 0-1 0 0,-1 0 1 0 0,0 1 0 0 0,0 0-1 0 0,0 1 1 0 0,0 0 0 0 0,0 0-1 0 0,-17 1 1 0 0,15 1-328 0 0,-1 1 0 0 0,1 0 1 0 0,0 1-1 0 0,0 0 0 0 0,0 0 0 0 0,0 1 0 0 0,0 1 0 0 0,1 0 0 0 0,0 0 0 0 0,0 1 1 0 0,0 0-1 0 0,-9 9 0 0 0,6-4-119 0 0,1 1 0 0 0,0 1 0 0 0,0 0 0 0 0,1 0 0 0 0,1 1 0 0 0,1 1 0 0 0,-11 21 0 0 0,4-3-61 0 0,3 0 0 0 0,1 1 0 0 0,1 1 0 0 0,2 0 0 0 0,1 0 0 0 0,2 1 0 0 0,-2 41 0 0 0,6-38 9 0 0,2 0-1 0 0,1 1 1 0 0,2-1 0 0 0,2 0-1 0 0,1 0 1 0 0,2 0 0 0 0,19 53-1 0 0,-19-70-64 0 0,1-1 0 0 0,1 0 0 0 0,1 0 0 0 0,1-1 0 0 0,1-1 0 0 0,0 0 0 0 0,2 0 0 0 0,0-2-1 0 0,1 1 1 0 0,0-2 0 0 0,2 0 0 0 0,0-2 0 0 0,37 25 0 0 0,-15-17-108 0 0,2-1 1 0 0,0-2-1 0 0,1-2 0 0 0,1-2 1 0 0,0-2-1 0 0,54 9 1 0 0,-65-16 169 0 0,0-2 0 0 0,0-1 1 0 0,0-2-1 0 0,0-1 0 0 0,1-2 1 0 0,-1-1-1 0 0,-1-1 1 0 0,1-2-1 0 0,43-14 0 0 0,-54 11 58 0 0,-2 0-1 0 0,1-1 0 0 0,-1-1 0 0 0,-1-1 0 0 0,0-1 0 0 0,0-1 1 0 0,-1-1-1 0 0,-1 0 0 0 0,-1-1 0 0 0,0 0 0 0 0,22-32 0 0 0,-16 16 58 0 0,-1 0-1 0 0,-2-2 0 0 0,-1 0 1 0 0,-2 0-1 0 0,-1-2 0 0 0,12-45 1 0 0,-18 44-78 0 0,-1 0-1 0 0,-2 0 1 0 0,-2 0 0 0 0,-1-1-1 0 0,-2 1 1 0 0,-2-1 0 0 0,-1 0-1 0 0,-2 1 1 0 0,-2 0 0 0 0,-1 0 0 0 0,-2 0-1 0 0,-13-35 1 0 0,13 46-34 0 0,-2 0-1 0 0,0 0 1 0 0,-2 2 0 0 0,0-1-1 0 0,-2 2 1 0 0,-1 0 0 0 0,0 0-1 0 0,-2 2 1 0 0,-1 0 0 0 0,0 1 0 0 0,-1 1-1 0 0,-2 1 1 0 0,1 1 0 0 0,-2 1-1 0 0,0 0 1 0 0,-46-20 0 0 0,61 32-178 0 0,-12-5-152 0 0,0 1-1 0 0,-32-8 1 0 0,47 14 85 0 0,0 1 0 0 0,0 0 0 0 0,-1 1 0 0 0,1-1 0 0 0,0 1 0 0 0,0 0 0 0 0,-1 0 0 0 0,1 1 0 0 0,0-1 0 0 0,0 1 1 0 0,-1 0-1 0 0,1 1 0 0 0,0-1 0 0 0,0 1 0 0 0,-9 5 0 0 0,-5 7-6486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4.8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19 3681 0 0,'-4'-18'13806'0'0,"11"29"-12421"0"0,5 24-422 0 0,-2 0 1 0 0,-1 0-1 0 0,8 64 0 0 0,-4-19-603 0 0,24 81 70 0 0,-4-24-1835 0 0,-17-46-5111 0 0,-16-86 4797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5.2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222 45 4145 0 0,'0'-4'282'0'0,"-1"1"0"0"0,0-1-1 0 0,0 1 1 0 0,0 0 0 0 0,0-1 0 0 0,0 1 0 0 0,0 0 0 0 0,-1 0-1 0 0,-1-4 1 0 0,2 7-134 0 0,0-1 1 0 0,1 0-1 0 0,-1 1 0 0 0,0-1 1 0 0,0 0-1 0 0,0 1 0 0 0,1-1 1 0 0,-1 1-1 0 0,0-1 0 0 0,0 1 0 0 0,0 0 1 0 0,0-1-1 0 0,0 1 0 0 0,0 0 1 0 0,0 0-1 0 0,0-1 0 0 0,1 1 1 0 0,-1 0-1 0 0,0 0 0 0 0,0 0 0 0 0,0 0 1 0 0,0 0-1 0 0,0 1 0 0 0,0-1 1 0 0,0 0-1 0 0,0 0 0 0 0,0 0 0 0 0,0 1 1 0 0,0-1-1 0 0,0 1 0 0 0,0-1 1 0 0,1 1-1 0 0,-1-1 0 0 0,0 1 1 0 0,0-1-1 0 0,0 1 0 0 0,1 0 0 0 0,-2 0 1 0 0,-5 5 401 0 0,0 0 0 0 0,0 1 0 0 0,1 0 0 0 0,-1 0 0 0 0,2 0 0 0 0,-9 13 0 0 0,-27 55 893 0 0,27-48-1007 0 0,-5 7 91 0 0,10-20-198 0 0,1 0 0 0 0,1 0 0 0 0,0 1 0 0 0,1 0 0 0 0,-5 18-1 0 0,11-33-324 0 0,1 0 0 0 0,-1 0-1 0 0,0 0 1 0 0,0 0 0 0 0,0 0-1 0 0,0 0 1 0 0,0 0 0 0 0,0 0-1 0 0,0 0 1 0 0,0 0 0 0 0,0 0-1 0 0,0 0 1 0 0,0 0 0 0 0,0 0-1 0 0,0 0 1 0 0,0 0 0 0 0,0-1-1 0 0,0 1 1 0 0,1 0 0 0 0,-1 0-1 0 0,0 0 1 0 0,0 0 0 0 0,0 0-1 0 0,0 0 1 0 0,0 0 0 0 0,0 0-1 0 0,0 0 1 0 0,0 0 0 0 0,0 0-1 0 0,0 0 1 0 0,0 0 0 0 0,0 0-1 0 0,1 0 1 0 0,-1 0 0 0 0,0 0-1 0 0,0 1 1 0 0,0-1-1 0 0,0 0 1 0 0,0 0 0 0 0,0 0-1 0 0,0 0 1 0 0,0 0 0 0 0,0 0-1 0 0,0 0 1 0 0,0 0 0 0 0,0 0-1 0 0,0 0 1 0 0,0 0 0 0 0,0 0-1 0 0,0 0 1 0 0,1 0 0 0 0,-1 0-1 0 0,0 0 1 0 0,0 0 0 0 0,0 1-1 0 0,0-1 1 0 0,0 0 0 0 0,0 0-1 0 0,0 0 1 0 0,0 0 0 0 0,0 0-1 0 0,0 0 1 0 0,0 0 0 0 0,0 0-1 0 0,0 0 1 0 0,9-7 73 0 0,8-12-26 0 0,1-4 10 0 0,-2-1 0 0 0,13-27 0 0 0,-20 33 114 0 0,1 1 1 0 0,0 0 0 0 0,2 1 0 0 0,0 0 0 0 0,0 0 0 0 0,22-19 0 0 0,-30 31-103 0 0,1 1 1 0 0,0-1-1 0 0,-1 1 1 0 0,1 0-1 0 0,0 1 1 0 0,1-1-1 0 0,-1 1 1 0 0,0 0-1 0 0,1 0 1 0 0,-1 1-1 0 0,1-1 1 0 0,0 1-1 0 0,-1 1 1 0 0,11-1-1 0 0,-11 1-64 0 0,-1 1-1 0 0,1 0 1 0 0,-1 0-1 0 0,1 0 1 0 0,-1 0-1 0 0,0 1 1 0 0,1-1-1 0 0,-1 1 1 0 0,0 0-1 0 0,0 1 1 0 0,0-1-1 0 0,0 1 1 0 0,-1 0-1 0 0,1 0 1 0 0,-1 0-1 0 0,1 0 1 0 0,-1 0-1 0 0,5 7 1 0 0,36 55-1097 0 0,53 103 1 0 0,-66-111-4310 0 0,-7-16-1685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6.1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1962 51 6913 0 0,'-2'-25'3246'0'0,"5"0"3664"0"0,4 63-2992 0 0,-2 191-2070 0 0,1 21-1742 0 0,-1-183-89 0 0,23 114-1 0 0,0-58 170 0 0,48 131-1 0 0,-73-239-75 0 0,-14-22-78 0 0,-12-10 33 0 0,7 13-21 0 0,0-1 0 0 0,0 2 0 0 0,0 0 0 0 0,-1 1 1 0 0,0 1-1 0 0,1 0 0 0 0,-1 1 0 0 0,-24 4 0 0 0,13-2-97 0 0,-50-4-1 0 0,-5-10-107 0 0,50 6 147 0 0,-1 1-1 0 0,-64 0 0 0 0,-29 14 68 0 0,58-3-22 0 0,1-3-1 0 0,-1-3 0 0 0,-69-9 1 0 0,86 5-60 0 0,0 1 1 0 0,-60 6 0 0 0,56-1-94 0 0,-88-7 1 0 0,124 3 58 0 0,0 1 1 0 0,-1 1-1 0 0,1 1 1 0 0,-34 5-1 0 0,-74 25-320 0 0,102-23 368 0 0,-148 33-43 0 0,132-31 52 0 0,4 0 48 0 0,0 2-1 0 0,-49 24 1 0 0,81-33-1681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7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172 516 7834 0 0,'-10'0'595'0'0,"-1"0"0"0"0,1-1 1 0 0,-1-1-1 0 0,1 1 0 0 0,-1-1 0 0 0,1-1 1 0 0,0 0-1 0 0,-16-8 0 0 0,21 9-433 0 0,1 0-1 0 0,0-1 0 0 0,0 1 0 0 0,0-1 0 0 0,1 0 1 0 0,-1 0-1 0 0,1-1 0 0 0,-1 1 0 0 0,1-1 1 0 0,0 0-1 0 0,1 0 0 0 0,-1 0 0 0 0,1 0 0 0 0,-1 0 1 0 0,1 0-1 0 0,1-1 0 0 0,-1 1 0 0 0,0-1 1 0 0,1 1-1 0 0,0-1 0 0 0,0-5 0 0 0,0-5 113 0 0,0-1-1 0 0,2 1 1 0 0,0 0-1 0 0,0 0 0 0 0,1 0 1 0 0,1 1-1 0 0,1-1 1 0 0,0 0-1 0 0,1 1 1 0 0,0 0-1 0 0,2 0 1 0 0,10-19-1 0 0,-7 15-151 0 0,2 1-1 0 0,0 0 1 0 0,0 0-1 0 0,2 1 1 0 0,0 1 0 0 0,1 0-1 0 0,0 1 1 0 0,27-18-1 0 0,-35 27-81 0 0,0 0-1 0 0,1 0 0 0 0,0 1 1 0 0,0 1-1 0 0,0-1 0 0 0,0 1 1 0 0,14-3-1 0 0,-19 6-32 0 0,0-1-1 0 0,-1 1 1 0 0,1 0 0 0 0,-1 0-1 0 0,1 0 1 0 0,-1 0 0 0 0,1 1-1 0 0,0-1 1 0 0,-1 1-1 0 0,1-1 1 0 0,-1 1 0 0 0,0 0-1 0 0,1 0 1 0 0,-1 0-1 0 0,0 0 1 0 0,1 1 0 0 0,-1-1-1 0 0,0 0 1 0 0,0 1 0 0 0,0 0-1 0 0,0-1 1 0 0,0 1-1 0 0,-1 0 1 0 0,1 0 0 0 0,0 0-1 0 0,-1 0 1 0 0,1 1-1 0 0,-1-1 1 0 0,2 4 0 0 0,3 9-27 0 0,0 1 0 0 0,-1-1 0 0 0,0 1 0 0 0,-1 0 0 0 0,-1 0 0 0 0,-1 1 0 0 0,1 26 0 0 0,-9 122-364 0 0,0-93 144 0 0,5 135-341 0 0,3-183 565 0 0,0 0 0 0 0,2 0 1 0 0,1 0-1 0 0,1 0 0 0 0,1-1 0 0 0,14 34 1 0 0,-18-52 1 0 0,-1 0 1 0 0,1 0-1 0 0,0-1 1 0 0,0 1-1 0 0,1-1 1 0 0,0 1-1 0 0,-1-1 1 0 0,1 0-1 0 0,1-1 1 0 0,-1 1-1 0 0,0-1 1 0 0,9 5-1 0 0,-11-7 21 0 0,0 0 0 0 0,1 0 0 0 0,-1 0 1 0 0,1 0-1 0 0,0 0 0 0 0,-1-1 0 0 0,1 1 0 0 0,0-1 0 0 0,-1 0 0 0 0,1 0 0 0 0,0 0 0 0 0,-1 0 0 0 0,1 0 0 0 0,0-1 0 0 0,-1 1 0 0 0,1-1 1 0 0,0 0-1 0 0,-1 0 0 0 0,1 0 0 0 0,-1 0 0 0 0,1 0 0 0 0,-1 0 0 0 0,0 0 0 0 0,0-1 0 0 0,1 0 0 0 0,-1 1 0 0 0,3-5 0 0 0,3-1 114 0 0,-1 0-1 0 0,0 0 0 0 0,-1-1 0 0 0,1 0 0 0 0,-2 0 1 0 0,1-1-1 0 0,-1 0 0 0 0,-1 0 0 0 0,1 0 0 0 0,-2 0 1 0 0,5-16-1 0 0,-6 17-52 0 0,-1 0 1 0 0,0-1-1 0 0,0 1 0 0 0,-1 0 1 0 0,0-1-1 0 0,-1 1 1 0 0,1-1-1 0 0,-2 1 0 0 0,1 0 1 0 0,-1 0-1 0 0,-1 0 1 0 0,1 0-1 0 0,-1 0 1 0 0,-5-10-1 0 0,0 4 41 0 0,0-1 0 0 0,-1 1 0 0 0,-1 1 0 0 0,0 0 0 0 0,0 0 0 0 0,-1 1 0 0 0,-1 0 1 0 0,0 1-1 0 0,-1 1 0 0 0,0 0 0 0 0,-16-10 0 0 0,8 8-67 0 0,-2 1-1 0 0,1 1 1 0 0,-1 1-1 0 0,-1 1 1 0 0,0 1 0 0 0,-43-7-1 0 0,58 13-104 0 0,-21-4-469 0 0,-52-3 0 0 0,58 9-117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9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223 398 2761 0 0,'-13'-1'564'0'0,"-1"-1"1"0"0,1 0 0 0 0,0-1-1 0 0,-14-5 1 0 0,-13-3 958 0 0,18 7-383 0 0,12 2-88 0 0,0 1 0 0 0,-1-2 0 0 0,2 1 0 0 0,-1-1 0 0 0,0-1 0 0 0,-11-5 0 0 0,184 107 4701 0 0,-142-88-5669 0 0,0 0-1 0 0,1-2 1 0 0,0 0-1 0 0,1-2 1 0 0,-1 0-1 0 0,32 3 1 0 0,-39-8-29 0 0,0 0 0 0 0,0 0 0 0 0,0-1 0 0 0,-1-1 0 0 0,1-1 0 0 0,20-4 0 0 0,-31 5-38 0 0,0 0 0 0 0,0 0-1 0 0,-1-1 1 0 0,1 1 0 0 0,0-1 0 0 0,-1 0 0 0 0,1 0-1 0 0,-1 0 1 0 0,0-1 0 0 0,1 1 0 0 0,-1-1 0 0 0,0 1-1 0 0,0-1 1 0 0,-1 0 0 0 0,1 0 0 0 0,-1-1-1 0 0,1 1 1 0 0,-1 0 0 0 0,0-1 0 0 0,-1 1 0 0 0,1-1-1 0 0,0 0 1 0 0,-1 0 0 0 0,0 1 0 0 0,0-1 0 0 0,0 0-1 0 0,0 0 1 0 0,0-5 0 0 0,-1-9 33 0 0,0-1 1 0 0,-1 0-1 0 0,0 1 1 0 0,-7-28-1 0 0,-25-76 320 0 0,11 45-264 0 0,17 59-551 0 0,2 11-458 0 0,1-1 0 0 0,0 1 0 0 0,0-1 1 0 0,1 1-1 0 0,0-1 0 0 0,1 1 0 0 0,0-10 0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19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2761 0 0,'2'4'397'0'0,"0"-1"1"0"0,0 1 0 0 0,0 0 0 0 0,-1 0 0 0 0,1 0-1 0 0,-1 0 1 0 0,0 0 0 0 0,0 0 0 0 0,-1 0-1 0 0,1 8 1 0 0,2 5 396 0 0,-1-8-395 0 0,3 17 631 0 0,2 0 0 0 0,15 42 0 0 0,-20-62-782 0 0,1 0 0 0 0,0-1 1 0 0,0 1-1 0 0,0 0 0 0 0,1-1 1 0 0,0 0-1 0 0,0 0 0 0 0,0 0 1 0 0,0 0-1 0 0,1-1 1 0 0,0 0-1 0 0,0 0 0 0 0,0 0 1 0 0,0 0-1 0 0,1-1 0 0 0,10 6 1 0 0,-14-9-193 0 0,-1 1 1 0 0,1-1-1 0 0,-1 1 1 0 0,0-1-1 0 0,1 1 1 0 0,-1-1 0 0 0,1 0-1 0 0,-1 0 1 0 0,1 0-1 0 0,-1 0 1 0 0,1 0-1 0 0,0 0 1 0 0,-1 0-1 0 0,1 0 1 0 0,-1 0-1 0 0,1-1 1 0 0,-1 1 0 0 0,0-1-1 0 0,1 1 1 0 0,-1-1-1 0 0,1 0 1 0 0,-1 1-1 0 0,2-2 1 0 0,-1 0 23 0 0,-1 0 1 0 0,0 1 0 0 0,1-1-1 0 0,-1 0 1 0 0,0 0 0 0 0,0 0-1 0 0,0 0 1 0 0,0 0 0 0 0,-1 0-1 0 0,1 0 1 0 0,-1 0-1 0 0,1 0 1 0 0,-1-1 0 0 0,1-2-1 0 0,-1-4 192 0 0,0 0 0 0 0,0 1 0 0 0,-1-1 0 0 0,0 0 0 0 0,0 0 0 0 0,-5-15 0 0 0,-1 6 76 0 0,0 0 0 0 0,-1 0 0 0 0,0 1 0 0 0,-12-17 1 0 0,16 29-446 0 0,0 0 0 0 0,0 0 1 0 0,0 0-1 0 0,0 1 1 0 0,0 0-1 0 0,-1 0 1 0 0,-8-5-1 0 0,11 7-267 0 0,-1 1-1 0 0,0 0 1 0 0,1-1-1 0 0,-1 1 1 0 0,0 0 0 0 0,0 1-1 0 0,0-1 1 0 0,0 0 0 0 0,0 1-1 0 0,0 0 1 0 0,1 0-1 0 0,-1 0 1 0 0,0 0 0 0 0,0 0-1 0 0,0 0 1 0 0,-4 2 0 0 0,-8 3-6047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0.4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64 6449 0 0,'-3'-10'1313'0'0,"2"0"-1"0"0,-1-1 1 0 0,1 1 0 0 0,0-12-1 0 0,7 52 3141 0 0,2 21-3722 0 0,5 96 114 0 0,13 115-7 0 0,-16-198-1137 0 0,3-2-1 0 0,23 70 0 0 0,2-6-3283 0 0,-33-103 2069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0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107 279 4145 0 0,'-1'-24'432'0'0,"2"17"-16"0"0,-1 1 0 0 0,0-1 1 0 0,0 1-1 0 0,-1-1 0 0 0,0 1 0 0 0,0 0 0 0 0,0-1 1 0 0,-1 1-1 0 0,0 0 0 0 0,0 0 0 0 0,-6-10 0 0 0,8 16-375 0 0,-1-1-1 0 0,1 1 1 0 0,0 0-1 0 0,-1 0 1 0 0,1-1-1 0 0,-1 1 1 0 0,1 0-1 0 0,0 0 1 0 0,-1 0-1 0 0,1 0 1 0 0,-1 0-1 0 0,1 0 1 0 0,0 0-1 0 0,-1-1 1 0 0,1 1-1 0 0,-1 0 1 0 0,1 0-1 0 0,0 1 0 0 0,-1-1 1 0 0,1 0-1 0 0,-1 0 1 0 0,1 0-1 0 0,-1 0 1 0 0,1 0-1 0 0,0 0 1 0 0,-1 1-1 0 0,1-1 1 0 0,0 0-1 0 0,-1 0 1 0 0,1 0-1 0 0,0 1 1 0 0,-1-1-1 0 0,1 0 1 0 0,0 1-1 0 0,-1-1 1 0 0,1 0-1 0 0,0 1 1 0 0,0-1-1 0 0,-1 0 1 0 0,1 1-1 0 0,0-1 0 0 0,0 0 1 0 0,-1 1-1 0 0,-9 18 478 0 0,9-18-513 0 0,-10 24 117 0 0,1 1 0 0 0,0 0 0 0 0,2 1 0 0 0,2 0 0 0 0,0 0 0 0 0,1 1 0 0 0,-1 52 0 0 0,6-76-68 0 0,1 0-1 0 0,-1 0 1 0 0,1 0 0 0 0,0-1 0 0 0,0 1 0 0 0,0-1 0 0 0,1 1 0 0 0,-1 0-1 0 0,1-1 1 0 0,-1 0 0 0 0,5 6 0 0 0,-5-8-31 0 0,-1-1 1 0 0,1 1-1 0 0,-1 0 0 0 0,1-1 1 0 0,0 1-1 0 0,-1-1 0 0 0,1 1 1 0 0,0-1-1 0 0,0 1 0 0 0,-1-1 1 0 0,1 1-1 0 0,0-1 0 0 0,0 0 1 0 0,0 1-1 0 0,0-1 0 0 0,-1 0 1 0 0,1 0-1 0 0,0 0 1 0 0,0 0-1 0 0,1 0 0 0 0,0 0-5 0 0,-1 0 0 0 0,0-1 0 0 0,1 1-1 0 0,-1-1 1 0 0,0 1 0 0 0,0-1 0 0 0,0 0-1 0 0,1 0 1 0 0,-1 1 0 0 0,0-1 0 0 0,0 0-1 0 0,0 0 1 0 0,0 0 0 0 0,0 0 0 0 0,0 0 0 0 0,-1-1-1 0 0,2-1 1 0 0,8-14 400 0 0,-1-2 0 0 0,-1 1 1 0 0,-1-1-1 0 0,-1 0 0 0 0,0-1 0 0 0,4-33 0 0 0,0 10-106 0 0,1-8-100 0 0,41-145 925 0 0,-51 192-1055 0 0,1 0 0 0 0,-1 0 0 0 0,1 1 0 0 0,0-1 0 0 0,0 0 0 0 0,0 1 0 0 0,0 0 0 0 0,0-1 0 0 0,4-2 0 0 0,-5 5-42 0 0,0 0 0 0 0,0 1 0 0 0,0-1 0 0 0,0 1 0 0 0,0-1 0 0 0,0 1 0 0 0,0 0 0 0 0,0-1 0 0 0,0 1-1 0 0,0 0 1 0 0,0 0 0 0 0,0 0 0 0 0,0 0 0 0 0,0 0 0 0 0,0 0 0 0 0,0 0 0 0 0,1 0 0 0 0,-1 0 0 0 0,0 0 0 0 0,0 0 0 0 0,0 1 0 0 0,0-1 0 0 0,0 0-1 0 0,0 1 1 0 0,0-1 0 0 0,0 1 0 0 0,0 0 0 0 0,0-1 0 0 0,0 1 0 0 0,-1-1 0 0 0,1 1 0 0 0,0 0 0 0 0,0 0 0 0 0,0 0 0 0 0,-1-1 0 0 0,2 3 0 0 0,26 27 203 0 0,-1 2 1 0 0,-1 1-1 0 0,32 53 0 0 0,-12 0-6550 0 0,-23-38-510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1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11979 0 0,'0'0'1082'0'0,"3"15"-243"0"0,10 176 1886 0 0,-7-71-2236 0 0,49 329 811 0 0,-34-339-615 0 0,6-1 0 0 0,41 110 1 0 0,-49-172-692 0 0,-10-27-272 0 0,-1 1-1 0 0,0 0 0 0 0,-2 1 0 0 0,7 38 1 0 0,-14-45-240 0 0,1-6 69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1.6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79 223 6913 0 0,'-6'-4'409'0'0,"1"0"0"0"0,-1-1 0 0 0,1 1-1 0 0,0-1 1 0 0,0 0 0 0 0,0-1-1 0 0,1 1 1 0 0,-5-9 0 0 0,-19-21 7215 0 0,47 54-5710 0 0,59 54 262 0 0,-68-65-2135 0 0,1 0 1 0 0,0-1 0 0 0,0-1-1 0 0,1 1 1 0 0,-1-2-1 0 0,19 7 1 0 0,-14-8 9 0 0,-1 0 1 0 0,1-1-1 0 0,0 0 0 0 0,0-1 1 0 0,0-1-1 0 0,0-1 1 0 0,0 0-1 0 0,30-5 0 0 0,-38 4-11 0 0,0-1 0 0 0,0 0-1 0 0,0 0 1 0 0,0-1-1 0 0,0 0 1 0 0,0 0 0 0 0,0-1-1 0 0,-1 0 1 0 0,0-1-1 0 0,0 1 1 0 0,0-1 0 0 0,-1-1-1 0 0,1 1 1 0 0,-1-1-1 0 0,0 0 1 0 0,-1-1 0 0 0,0 1-1 0 0,7-11 1 0 0,1-10-199 0 0,-1-1 0 0 0,-2 0-1 0 0,-1-1 1 0 0,9-44 0 0 0,-14 56-790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3.7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230 34 6913 0 0,'-10'-33'15292'0'0,"-2"51"-15016"0"0,5-5-106 0 0,0 1 0 0 0,1 0 0 0 0,0 0 0 0 0,1 0 0 0 0,-4 20 0 0 0,-16 50 18 0 0,-23 103 19 0 0,-33 344-141 0 0,72-430-53 0 0,4 1 0 0 0,5 1-1 0 0,16 126 1 0 0,7-60-13 0 0,87 316 0 0 0,-94-436 32 0 0,1-1 0 0 0,3-1 0 0 0,2-1 0 0 0,2 0 0 0 0,2-2 0 0 0,2-1 0 0 0,36 42 0 0 0,-45-62-14 0 0,0-2 1 0 0,2 0-1 0 0,1-1 0 0 0,0-2 1 0 0,1 0-1 0 0,1-1 0 0 0,1-2 1 0 0,1 0-1 0 0,-1-2 0 0 0,2 0 0 0 0,0-2 1 0 0,1-1-1 0 0,52 11 0 0 0,-66-18-2 0 0,1-2 0 0 0,0 0 0 0 0,0-1 0 0 0,-1 0 0 0 0,1-1-1 0 0,0-1 1 0 0,28-7 0 0 0,2-5 104 0 0,51-22 1 0 0,-57 20-49 0 0,73-20 0 0 0,-42 22-297 0 0,-41 9-2640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4.1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134 0 2761 0 0,'-26'5'264'0'0,"-14"-5"4480"0"0,30 0-2907 0 0,0 0 0 0 0,0 0-1 0 0,-1 1 1 0 0,-9 2 0 0 0,19-3-1752 0 0,1 0 0 0 0,0 0-1 0 0,0 0 1 0 0,-1 0 0 0 0,1 1 0 0 0,0-1-1 0 0,-1 0 1 0 0,1 0 0 0 0,0 0 0 0 0,0 0 0 0 0,-1 0-1 0 0,1 0 1 0 0,0 1 0 0 0,0-1 0 0 0,0 0-1 0 0,-1 0 1 0 0,1 0 0 0 0,0 1 0 0 0,0-1 0 0 0,0 0-1 0 0,-1 0 1 0 0,1 0 0 0 0,0 1 0 0 0,0-1-1 0 0,0 0 1 0 0,0 0 0 0 0,0 1 0 0 0,0-1 0 0 0,0 0-1 0 0,0 1 1 0 0,-1-1 0 0 0,1 0 0 0 0,0 0 0 0 0,0 1-1 0 0,0-1 1 0 0,0 0 0 0 0,0 0 0 0 0,1 1-1 0 0,7 12 1073 0 0,17 11-915 0 0,-23-23-71 0 0,223 209 1117 0 0,-18-15-1008 0 0,-202-191-259 0 0,9 7-7 0 0,-1 1 0 0 0,0 0-1 0 0,17 23 1 0 0,-27-32 14 0 0,-1 1 1 0 0,1-1-1 0 0,-1 1 1 0 0,0 0-1 0 0,0 0 0 0 0,-1 0 1 0 0,1 0-1 0 0,-1 0 0 0 0,0 0 1 0 0,0 0-1 0 0,0 0 1 0 0,0 0-1 0 0,-1 0 0 0 0,0 1 1 0 0,0-1-1 0 0,0 0 1 0 0,0 0-1 0 0,-1 1 0 0 0,1-1 1 0 0,-3 6-1 0 0,-5 10-17 0 0,0-1 1 0 0,-2 0-1 0 0,0 0 0 0 0,-1-1 1 0 0,0-1-1 0 0,-2 0 0 0 0,0 0 1 0 0,-1-1-1 0 0,-1-1 1 0 0,0 0-1 0 0,-28 19 0 0 0,8-1-1186 0 0,23-17-5401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5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17 123 2304 0 0,'-14'-41'2314'0'0,"11"-20"9056"0"0,4 40-8578 0 0,12 68 514 0 0,17 166-2372 0 0,-14-91-789 0 0,35 136 0 0 0,-46-241-210 0 0,4 16-940 0 0,-1 1 1 0 0,-1 0-1 0 0,4 51 1 0 0,-11-59-275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5.6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123 116 6913 0 0,'-103'24'3655'0'0,"84"-19"-568"0"0,66-21 2939 0 0,1 0-5045 0 0,250-57 1568 0 0,-224 59-2466 0 0,1 4 1 0 0,81-2-1 0 0,-111 11-193 0 0,19-1-429 0 0,1 2 0 0 0,91 13 0 0 0,-135-8-2728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5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 10594 0 0,'-3'0'3'0'0,"2"0"149"0"0,1 0 0 0 0,-1 0 0 0 0,-13 8 6159 0 0,15-3-5158 0 0,34 268 3391 0 0,-8-51-4141 0 0,-17-175-538 0 0,30 87 1 0 0,-17-65-1227 0 0,-20-52-1964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6.2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5 170 4145 0 0,'-1'-5'327'0'0,"0"0"0"0"0,0 0 0 0 0,0 0 0 0 0,1-1 0 0 0,0 1 1 0 0,0 0-1 0 0,0 0 0 0 0,1-1 0 0 0,0 1 0 0 0,0 0 0 0 0,0 0 0 0 0,0 0 0 0 0,1 0 0 0 0,0 0 1 0 0,0 0-1 0 0,1 0 0 0 0,-1 1 0 0 0,1-1 0 0 0,0 1 0 0 0,0 0 0 0 0,0-1 0 0 0,1 1 0 0 0,-1 1 1 0 0,1-1-1 0 0,0 1 0 0 0,0-1 0 0 0,8-4 0 0 0,-6 4-35 0 0,0 0 0 0 0,0 0 0 0 0,0 1 0 0 0,0 0 1 0 0,1 0-1 0 0,-1 0 0 0 0,1 1 0 0 0,0 0 0 0 0,0 0 0 0 0,0 0 0 0 0,0 1 1 0 0,0 0-1 0 0,0 1 0 0 0,0 0 0 0 0,0 0 0 0 0,0 0 0 0 0,0 1 0 0 0,0 0 1 0 0,0 0-1 0 0,11 4 0 0 0,-13-3-247 0 0,1 1 0 0 0,0 0 1 0 0,-1 0-1 0 0,0 0 0 0 0,1 1 0 0 0,-1 0 1 0 0,-1 0-1 0 0,1 0 0 0 0,-1 1 0 0 0,1-1 1 0 0,-1 1-1 0 0,0 0 0 0 0,-1 0 0 0 0,0 0 1 0 0,6 11-1 0 0,-6-7-2 0 0,0-1 0 0 0,-1 1 0 0 0,0 0 0 0 0,0 0 0 0 0,-1 0 0 0 0,0 1 0 0 0,0-1 0 0 0,-1 0 0 0 0,-2 17 0 0 0,-1-4 71 0 0,-2 1 1 0 0,0-1 0 0 0,-2-1-1 0 0,0 1 1 0 0,-1-1 0 0 0,-1 0-1 0 0,-2-1 1 0 0,-11 19 0 0 0,4-14 292 0 0,11-16-165 0 0,1 1 0 0 0,0-1 0 0 0,-8 16 0 0 0,15-25-231 0 0,-1 0 1 0 0,0 1 0 0 0,0-1-1 0 0,0 1 1 0 0,0-1 0 0 0,0 1 0 0 0,0-1-1 0 0,0 0 1 0 0,1 1 0 0 0,-1-1-1 0 0,0 0 1 0 0,0 1 0 0 0,1-1 0 0 0,-1 0-1 0 0,0 1 1 0 0,0-1 0 0 0,1 0 0 0 0,-1 1-1 0 0,0-1 1 0 0,1 0 0 0 0,-1 0-1 0 0,1 0 1 0 0,-1 1 0 0 0,0-1 0 0 0,1 0-1 0 0,-1 0 1 0 0,0 0 0 0 0,1 0-1 0 0,-1 0 1 0 0,1 1 0 0 0,-1-1 0 0 0,1 0-1 0 0,-1 0 1 0 0,0 0 0 0 0,1 0-1 0 0,-1 0 1 0 0,1-1 0 0 0,-1 1 0 0 0,1 0-1 0 0,22 1 40 0 0,-20-1-29 0 0,27-2-319 0 0,0-1 0 0 0,0-2-1 0 0,58-16 1 0 0,-35 7-3267 0 0,-31 8-3357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7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1 375 3225 0 0,'2'5'9398'0'0,"10"-11"-6117"0"0,13-13-1609 0 0,-13 6-1152 0 0,-1-2 0 0 0,0 1 1 0 0,0-1-1 0 0,-2-1 1 0 0,10-20-1 0 0,-11 18-534 0 0,-1-1 0 0 0,0 0-1 0 0,-1 0 1 0 0,-1 0 0 0 0,-1-1 0 0 0,-1 0 0 0 0,1-38-1 0 0,-4 57 16 0 0,1-1-1 0 0,-1 1 1 0 0,0-1-1 0 0,0 1 1 0 0,0-1-1 0 0,0 1 1 0 0,0-1-1 0 0,-1 1 1 0 0,1-1-1 0 0,0 1 1 0 0,-1 0-1 0 0,1-1 1 0 0,-1 1-1 0 0,1 0 1 0 0,-1-1-1 0 0,0 1 1 0 0,0 0-1 0 0,1 0 0 0 0,-1-1 1 0 0,0 1-1 0 0,0 0 1 0 0,0 0-1 0 0,0 0 1 0 0,0 0-1 0 0,-1 0 1 0 0,1 0-1 0 0,0 1 1 0 0,0-1-1 0 0,-1 0 1 0 0,1 0-1 0 0,0 1 1 0 0,-1-1-1 0 0,1 1 1 0 0,0-1-1 0 0,-1 1 1 0 0,1 0-1 0 0,-1 0 1 0 0,1-1-1 0 0,-1 1 0 0 0,1 0 1 0 0,-2 1-1 0 0,0-1-21 0 0,0 1-1 0 0,0-1 0 0 0,0 1 0 0 0,0 0 0 0 0,0 0 0 0 0,0 0 0 0 0,0 1 0 0 0,0-1 0 0 0,1 1 0 0 0,-1 0 1 0 0,1-1-1 0 0,-1 1 0 0 0,1 0 0 0 0,0 1 0 0 0,-1-1 0 0 0,1 0 0 0 0,0 0 0 0 0,-3 6 0 0 0,1 0 41 0 0,1 0 0 0 0,0 0 0 0 0,0 0-1 0 0,1 0 1 0 0,-1 1 0 0 0,2-1 0 0 0,0 1-1 0 0,0 0 1 0 0,0-1 0 0 0,1 1 0 0 0,0 0-1 0 0,1-1 1 0 0,0 1 0 0 0,0-1 0 0 0,1 1-1 0 0,3 11 1 0 0,-2-11 49 0 0,0 0 0 0 0,1 0 0 0 0,0 0-1 0 0,0-1 1 0 0,1 0 0 0 0,0 1 0 0 0,1-2 0 0 0,-1 1 0 0 0,2-1-1 0 0,-1 1 1 0 0,1-2 0 0 0,0 1 0 0 0,0-1 0 0 0,13 8 0 0 0,-13-10-225 0 0,0 0 1 0 0,0 0 0 0 0,1-1 0 0 0,-1 0-1 0 0,1 0 1 0 0,0-1 0 0 0,0 0 0 0 0,0 0-1 0 0,0-1 1 0 0,0 0 0 0 0,0-1 0 0 0,1 0-1 0 0,-1 0 1 0 0,0 0 0 0 0,0-1 0 0 0,0 0 0 0 0,0-1-1 0 0,0 0 1 0 0,12-5 0 0 0,-5 1-901 0 0,-1-2 1 0 0,1 1 0 0 0,-1-2-1 0 0,-1 0 1 0 0,0-1 0 0 0,0 0-1 0 0,-1-1 1 0 0,20-22 0 0 0,1-3-1372 0 0,37-43-620 0 0,-61 66 3556 0 0,0 0-1 0 0,9-21 5246 0 0,-26 41-2859 0 0,-8 14 142 0 0,4 6-2410 0 0,1 1-1 0 0,2 0 0 0 0,1 0 0 0 0,2 1 0 0 0,0 0 0 0 0,2 1 0 0 0,-1 52 1 0 0,6-69-539 0 0,0 0 0 0 0,0 0 0 0 0,4 13 0 0 0,-5-24-109 0 0,1 0-1 0 0,-1 0 1 0 0,0 0 0 0 0,1 0 0 0 0,0 0-1 0 0,-1 0 1 0 0,1 0 0 0 0,0 0-1 0 0,0-1 1 0 0,0 1 0 0 0,0 0-1 0 0,0 0 1 0 0,0-1 0 0 0,1 1-1 0 0,-1-1 1 0 0,0 1 0 0 0,1-1-1 0 0,0 1 1 0 0,-1-1 0 0 0,1 0-1 0 0,0 0 1 0 0,-1 0 0 0 0,1 0-1 0 0,0 0 1 0 0,0 0 0 0 0,0-1-1 0 0,0 1 1 0 0,2 0 0 0 0,-2-1-48 0 0,-1-1 1 0 0,1 1-1 0 0,-1-1 1 0 0,1 1-1 0 0,-1-1 1 0 0,1 1-1 0 0,-1-1 1 0 0,1 0-1 0 0,-1 0 1 0 0,0 0-1 0 0,1 0 1 0 0,-1 0-1 0 0,0 0 0 0 0,0 0 1 0 0,0 0-1 0 0,0-1 1 0 0,0 1-1 0 0,0 0 1 0 0,0-1-1 0 0,0 1 1 0 0,1-3-1 0 0,16-37-129 0 0,-14 30 139 0 0,26-90 745 0 0,-1 4 341 0 0,-28 95-994 0 0,-1 0 0 0 0,1 0 0 0 0,-1 1-1 0 0,1-1 1 0 0,0 0 0 0 0,0 1 0 0 0,0-1-1 0 0,0 1 1 0 0,0-1 0 0 0,0 1-1 0 0,0-1 1 0 0,0 1 0 0 0,1-1 0 0 0,-1 1-1 0 0,0 0 1 0 0,1 0 0 0 0,-1 0 0 0 0,1 0-1 0 0,-1 0 1 0 0,1 0 0 0 0,0 0 0 0 0,-1 1-1 0 0,1-1 1 0 0,0 0 0 0 0,0 1-1 0 0,0-1 1 0 0,-1 1 0 0 0,4 0 0 0 0,-2 0 21 0 0,1 1 0 0 0,-1 0 1 0 0,0 0-1 0 0,0 0 0 0 0,0 1 1 0 0,0-1-1 0 0,0 1 0 0 0,0-1 1 0 0,0 1-1 0 0,0 0 0 0 0,-1 0 1 0 0,1 0-1 0 0,-1 1 0 0 0,5 4 1 0 0,39 51 52 0 0,-29-36 25 0 0,24 27-1 0 0,-36-44-113 0 0,0 0 0 0 0,1 0 0 0 0,-1-1 0 0 0,1 1-1 0 0,0-1 1 0 0,0-1 0 0 0,1 1 0 0 0,-1-1-1 0 0,1 0 1 0 0,6 2 0 0 0,-12-5-4 0 0,-1 0 0 0 0,1 0 0 0 0,0 0 1 0 0,-1 0-1 0 0,1 0 0 0 0,0 0 0 0 0,-1 0 0 0 0,1 0 1 0 0,0 0-1 0 0,-1 0 0 0 0,1 0 0 0 0,0 0 0 0 0,-1 0 1 0 0,1 0-1 0 0,0-1 0 0 0,-1 1 0 0 0,1 0 0 0 0,0 0 0 0 0,-1-1 1 0 0,1 1-1 0 0,-1-1 0 0 0,1 1 0 0 0,-1 0 0 0 0,1-1 1 0 0,-1 1-1 0 0,1-2 0 0 0,8-20 289 0 0,-5-35 34 0 0,-3 45-333 0 0,3-223-1776 0 0,-1 189-6197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7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19 5065 0 0,'-3'3'-129'0'0,"-23"25"9792"0"0,26-25-9125 0 0,0-3-321 0 0,1 0 0 0 0,0 1 0 0 0,0-1 0 0 0,-1 0 0 0 0,1 0 1 0 0,0 0-1 0 0,0 0 0 0 0,0 0 0 0 0,-1 0 0 0 0,1 0 0 0 0,0 0 1 0 0,0 0-1 0 0,0 0 0 0 0,-1 0 0 0 0,1-1 0 0 0,0 1 1 0 0,0 0-1 0 0,-1 0 0 0 0,1-1 0 0 0,0 1 0 0 0,-1 0 0 0 0,1-1 1 0 0,0 1-1 0 0,-1-1 0 0 0,2 0 0 0 0,9-5-120 0 0,10-4 167 0 0,41-14 1 0 0,-53 22-1094 0 0,-1 0 0 0 0,0 0 0 0 0,1 1 0 0 0,-1 0 0 0 0,13 1 1 0 0,-5 1-5326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7.7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84 8754 0 0,'0'0'70'0'0,"0"1"0"0"0,-1-1 0 0 0,1 0 0 0 0,0 0 1 0 0,0 1-1 0 0,-1-1 0 0 0,1 0 0 0 0,0 1 0 0 0,0-1 0 0 0,0 0 1 0 0,-1 1-1 0 0,1-1 0 0 0,0 0 0 0 0,0 1 0 0 0,0-1 0 0 0,0 0 0 0 0,0 1 1 0 0,0-1-1 0 0,0 0 0 0 0,0 1 0 0 0,0-1 0 0 0,0 1 0 0 0,0-1 0 0 0,0 0 1 0 0,0 1-1 0 0,0-1 0 0 0,0 0 0 0 0,0 1 0 0 0,0-1 0 0 0,1 0 0 0 0,-1 1 1 0 0,0-1-1 0 0,0 0 0 0 0,0 1 0 0 0,1-1 0 0 0,-1 0 0 0 0,0 1 1 0 0,0-1-1 0 0,1 0 0 0 0,-1 0 0 0 0,0 0 0 0 0,0 1 0 0 0,1-1 0 0 0,-1 0 1 0 0,21-3 2489 0 0,26-18 465 0 0,-15 2-2528 0 0,-21 11-1277 0 0,1 1-1 0 0,0 0 0 0 0,0 1 0 0 0,1 0 1 0 0,0 1-1 0 0,24-6 0 0 0,-11 7-1129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8.3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7 7370 0 0,'-2'0'252'0'0,"1"-1"1"0"0,0 0-1 0 0,-1 0 1 0 0,1 1 0 0 0,0-1-1 0 0,-1 1 1 0 0,1-1 0 0 0,-1 1-1 0 0,1 0 1 0 0,-1-1-1 0 0,1 1 1 0 0,-1 0 0 0 0,1 0-1 0 0,-1 0 1 0 0,1 0 0 0 0,-1 0-1 0 0,1 0 1 0 0,-1 1-1 0 0,1-1 1 0 0,-1 0 0 0 0,1 1-1 0 0,-1 0 1 0 0,1-1 0 0 0,-2 2-1 0 0,1-1 38 0 0,1 1 1 0 0,-1 0-1 0 0,1-1 0 0 0,-1 1 0 0 0,1 0 0 0 0,0 0 0 0 0,0 0 1 0 0,0 0-1 0 0,0 0 0 0 0,0 0 0 0 0,1 0 0 0 0,-1 0 1 0 0,1 1-1 0 0,-1 2 0 0 0,-1 8 332 0 0,2 0 0 0 0,-1 0 0 0 0,2-1 0 0 0,2 19 1 0 0,112 650 1672 0 0,-92-551-5579 0 0,-18-88-4065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8.6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48 136 5065 0 0,'-48'5'12789'0'0,"58"-7"-10464"0"0,1 0-1850 0 0,277-41 2540 0 0,-89 16-2368 0 0,130-18-775 0 0,-192 28-1031 0 0,-111 14-78 0 0,1 2-4160 0 0,-3 0-1652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9.7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49 3681 0 0,'-10'-24'2715'0'0,"10"22"-1919"0"0,-1-1 0 0 0,0 1-1 0 0,1 0 1 0 0,-1-1 0 0 0,0 1 0 0 0,0 0-1 0 0,0 0 1 0 0,-1 0 0 0 0,-1-3 0 0 0,-5 34 2942 0 0,1 6-3385 0 0,2 0-1 0 0,1 0 1 0 0,1 1-1 0 0,3 0 1 0 0,0-1 0 0 0,11 67-1 0 0,-7-80-187 0 0,1 0 0 0 0,0-1-1 0 0,2 0 1 0 0,0 0 0 0 0,2-1-1 0 0,0 0 1 0 0,1 0 0 0 0,1-1-1 0 0,0 0 1 0 0,2-1 0 0 0,0-1-1 0 0,21 22 1 0 0,-29-35-167 0 0,0 1 1 0 0,0 0-1 0 0,0-1 1 0 0,1 0-1 0 0,0 0 1 0 0,0-1-1 0 0,0 0 1 0 0,0 0-1 0 0,0 0 1 0 0,1-1-1 0 0,-1 0 1 0 0,1 0-1 0 0,9 2 1 0 0,-11-4-1 0 0,-1 0 0 0 0,1 0 0 0 0,0-1 0 0 0,-1 0 1 0 0,1 1-1 0 0,-1-1 0 0 0,1-1 0 0 0,-1 1 0 0 0,1-1 0 0 0,-1 1 0 0 0,0-1 1 0 0,0-1-1 0 0,0 1 0 0 0,0 0 0 0 0,0-1 0 0 0,0 0 0 0 0,-1 0 0 0 0,1 0 1 0 0,-1 0-1 0 0,5-7 0 0 0,-4 5 10 0 0,0 0 0 0 0,-1 0 1 0 0,1 0-1 0 0,-1-1 0 0 0,-1 1 1 0 0,1-1-1 0 0,-1 0 0 0 0,0 0 0 0 0,0 0 1 0 0,0 0-1 0 0,-1 0 0 0 0,0 0 0 0 0,0 0 1 0 0,-1-1-1 0 0,0 1 0 0 0,0 0 1 0 0,-2-11-1 0 0,2 13-3 0 0,-1 1 0 0 0,0 0 0 0 0,0-1 0 0 0,0 1-1 0 0,-1 0 1 0 0,1 0 0 0 0,-1 0 0 0 0,0 0 0 0 0,1 0 0 0 0,-1 0 0 0 0,-1 0 0 0 0,1 1 0 0 0,0-1 0 0 0,-1 1 0 0 0,1 0-1 0 0,-1-1 1 0 0,0 1 0 0 0,0 0 0 0 0,1 1 0 0 0,-1-1 0 0 0,-1 0 0 0 0,1 1 0 0 0,0 0 0 0 0,0-1 0 0 0,0 1 0 0 0,-1 1-1 0 0,1-1 1 0 0,-1 0 0 0 0,1 1 0 0 0,0 0 0 0 0,-1 0 0 0 0,1 0 0 0 0,-7 1 0 0 0,2-1-279 0 0,0 2 0 0 0,0-1-1 0 0,0 1 1 0 0,0 0 0 0 0,0 1 0 0 0,0 0 0 0 0,1 0 0 0 0,0 1-1 0 0,-1 0 1 0 0,1 0 0 0 0,-12 10 0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9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0 0 13411 0 0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30.1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1 153 5985 0 0,'112'-35'8805'0'0,"103"-38"-1490"0"0,-130 42-7153 0 0,-27 17-3973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30.3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0 8290 0 0,'-3'2'523'0'0,"1"0"1"0"0,0 1-1 0 0,-1-1 1 0 0,1 0-1 0 0,0 1 0 0 0,0-1 1 0 0,0 1-1 0 0,1 0 1 0 0,-1 0-1 0 0,1 0 1 0 0,-1 0-1 0 0,1 0 1 0 0,0 0-1 0 0,0 0 1 0 0,0 0-1 0 0,0 0 1 0 0,1 0-1 0 0,0 0 0 0 0,-1 1 1 0 0,1 5-1 0 0,1 9 611 0 0,0 0 0 0 0,5 28 0 0 0,-3-30-482 0 0,7 44-1533 0 0,24 85 1 0 0,-25-114-6860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30.7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0,'0'0'715'0'0,"15"26"5633"0"0,-9-18-4911 0 0,1 4-663 0 0,-1 1 1 0 0,0-1-1 0 0,-1 1 1 0 0,-1 0-1 0 0,0 0 0 0 0,-1 1 1 0 0,3 18-1 0 0,3 104 146 0 0,-4-40-779 0 0,14 45-3530 0 0,-13-108-3648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30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33 126 11979 0 0,'-8'1'412'0'0,"6"-1"-315"0"0,0 0 1 0 0,-1 0-1 0 0,1 1 0 0 0,0-1 1 0 0,0 1-1 0 0,0-1 0 0 0,0 1 1 0 0,0 0-1 0 0,-3 1 0 0 0,13-10 1052 0 0,2 1 0 0 0,-1 0 0 0 0,1 0 0 0 0,0 1 0 0 0,16-7-1 0 0,58-21 89 0 0,-79 32-1005 0 0,25-9-96 0 0,1 2-1 0 0,0 1 1 0 0,1 1-1 0 0,34-2 1 0 0,18 5-6707 0 0,-53 4-244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31.4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37 8290 0 0,'7'-2'2747'0'0,"38"-13"3437"0"0,-26 10-5038 0 0,0 0 0 0 0,29-3 0 0 0,-42 7-1060 0 0,0 0 0 0 0,-1 1 0 0 0,1 0 0 0 0,0 0-1 0 0,-1 1 1 0 0,1 0 0 0 0,0 0 0 0 0,-1 0 0 0 0,0 1 0 0 0,1-1 0 0 0,-1 1 0 0 0,0 0-1 0 0,1 1 1 0 0,-1-1 0 0 0,5 5 0 0 0,-6-3-65 0 0,0-1 0 0 0,-1 1 1 0 0,0 0-1 0 0,0 0 0 0 0,0 0 0 0 0,0 0 0 0 0,-1 0 0 0 0,1 1 1 0 0,-1-1-1 0 0,-1 1 0 0 0,1 0 0 0 0,0-1 0 0 0,-1 1 0 0 0,0 0 1 0 0,0 0-1 0 0,-1 0 0 0 0,1 9 0 0 0,-1 4 205 0 0,-1 0 1 0 0,0 0-1 0 0,-5 20 0 0 0,3-22-348 0 0,0-1 1 0 0,2 1-1 0 0,0 0 1 0 0,1 26 0 0 0,0-41 134 0 0,1 0 0 0 0,-1 1 0 0 0,0-1 0 0 0,1 1 0 0 0,-1-1 0 0 0,0 0 0 0 0,1 1 0 0 0,0-1 0 0 0,-1 0 0 0 0,1 0 0 0 0,0 1 0 0 0,0-1 0 0 0,-1 0 0 0 0,1 0 0 0 0,0 0 0 0 0,0 0 0 0 0,0 0 0 0 0,1 0 0 0 0,-1 0 0 0 0,0 0 0 0 0,0-1 0 0 0,0 1 0 0 0,1 0 0 0 0,-1-1 0 0 0,0 1 0 0 0,1-1 0 0 0,1 2 0 0 0,5-1 58 0 0,0 0 0 0 0,-1 0-1 0 0,1-1 1 0 0,11-1 0 0 0,-14 1-75 0 0,-1-1-1 0 0,1 1 1 0 0,-1 0 0 0 0,0 0 0 0 0,1 0-1 0 0,-1 0 1 0 0,0 1 0 0 0,1 0 0 0 0,-1 0 0 0 0,0 0-1 0 0,0 0 1 0 0,0 1 0 0 0,1 0 0 0 0,-2 0 0 0 0,6 2-1 0 0,-8-2 11 0 0,0 0-1 0 0,0 0 1 0 0,0 0-1 0 0,-1 0 1 0 0,1 0-1 0 0,0 1 1 0 0,-1-1-1 0 0,1 0 1 0 0,-1 0 0 0 0,0 0-1 0 0,0 1 1 0 0,0-1-1 0 0,0 0 1 0 0,0 0-1 0 0,0 0 1 0 0,-1 1-1 0 0,1-1 1 0 0,-1 0-1 0 0,1 0 1 0 0,-1 0-1 0 0,-2 3 1 0 0,-19 45 155 0 0,2-18-255 0 0,-36 45-1 0 0,38-52-1222 0 0,1-1-6611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09.7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 4209 0 0,'-18'0'376'0'0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0:29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0 0 13411 0 0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4:23.5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2 181 5985 0 0,'0'0'35'0'0,"0"0"-1"0"0,0-1 0 0 0,0 1 0 0 0,-1 0 0 0 0,1 0 1 0 0,0 0-1 0 0,0-1 0 0 0,0 1 0 0 0,0 0 1 0 0,0 0-1 0 0,0-1 0 0 0,0 1 0 0 0,0 0 1 0 0,0 0-1 0 0,0-1 0 0 0,0 1 0 0 0,0 0 0 0 0,0 0 1 0 0,0-1-1 0 0,0 1 0 0 0,0 0 0 0 0,0 0 1 0 0,0 0-1 0 0,0-1 0 0 0,0 1 0 0 0,0 0 1 0 0,0 0-1 0 0,0-1 0 0 0,0 1 0 0 0,1 0 1 0 0,-1 0-1 0 0,0 0 0 0 0,0-1 0 0 0,0 1 0 0 0,0 0 1 0 0,1 0-1 0 0,11-9 961 0 0,23-8 533 0 0,-25 13-955 0 0,81-43 3086 0 0,-56 27-2870 0 0,2 2 0 0 0,0 1 0 0 0,60-18-1 0 0,-91 33-802 0 0,0 1 1 0 0,0 0-1 0 0,-1 0 0 0 0,1 1 0 0 0,0 0 0 0 0,0 0 0 0 0,0 0 0 0 0,0 0 0 0 0,-1 1 0 0 0,12 3 0 0 0,11 10-4622 0 0,-13-2-679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5:01.9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2 192 6913 0 0,'0'-29'2132'0'0,"-1"17"-1073"0"0,1 0 0 0 0,0-1 0 0 0,1 1-1 0 0,4-20 1 0 0,-4 28-927 0 0,0 0 0 0 0,1 0 0 0 0,-1 0 0 0 0,1 0 0 0 0,0 1 0 0 0,0-1 0 0 0,1 0 0 0 0,-1 1 0 0 0,1 0 0 0 0,0-1 0 0 0,-1 1 0 0 0,1 0 0 0 0,1 1 0 0 0,-1-1 1 0 0,0 0-1 0 0,1 1 0 0 0,6-4 0 0 0,-5 3-61 0 0,0 1 1 0 0,0-1-1 0 0,0 1 1 0 0,1 0-1 0 0,-1 0 1 0 0,1 0-1 0 0,9-1 1 0 0,-14 3-58 0 0,1 1-1 0 0,-1-1 1 0 0,0 0 0 0 0,1 0 0 0 0,-1 0 0 0 0,0 1 0 0 0,1-1-1 0 0,-1 1 1 0 0,0-1 0 0 0,0 1 0 0 0,0-1 0 0 0,1 1 0 0 0,-1 0 0 0 0,0-1-1 0 0,0 1 1 0 0,0 0 0 0 0,0 0 0 0 0,0 0 0 0 0,0 0 0 0 0,-1 0 0 0 0,1 0-1 0 0,0 0 1 0 0,0 0 0 0 0,-1 0 0 0 0,1 1 0 0 0,0-1 0 0 0,-1 0-1 0 0,1 0 1 0 0,-1 1 0 0 0,0-1 0 0 0,1 0 0 0 0,-1 0 0 0 0,0 1 0 0 0,0-1-1 0 0,0 0 1 0 0,0 1 0 0 0,0-1 0 0 0,0 3 0 0 0,-1 16 41 0 0,-1 0 1 0 0,0 0 0 0 0,-2 1-1 0 0,0-2 1 0 0,-1 1 0 0 0,-1 0-1 0 0,-16 34 1 0 0,-11 38 147 0 0,33-91-182 0 0,-1 0 0 0 0,1 0 0 0 0,0 0 0 0 0,-1 1-1 0 0,1-1 1 0 0,0 0 0 0 0,0 0 0 0 0,0 0 0 0 0,0 1 0 0 0,0-1 0 0 0,0 0 0 0 0,0 0 0 0 0,0 0 0 0 0,0 1-1 0 0,1-1 1 0 0,-1 0 0 0 0,0 0 0 0 0,1 0 0 0 0,-1 0 0 0 0,1 0 0 0 0,-1 1 0 0 0,1-1 0 0 0,0 0 0 0 0,-1 0-1 0 0,1 0 1 0 0,2 1 0 0 0,-2-1 23 0 0,1 0 1 0 0,1 0-1 0 0,-1 0 0 0 0,0 0 0 0 0,0-1 0 0 0,0 1 1 0 0,0-1-1 0 0,0 1 0 0 0,1-1 0 0 0,-1 0 0 0 0,0 0 0 0 0,0 0 1 0 0,4 0-1 0 0,7-2 232 0 0,-1 0 1 0 0,1-1-1 0 0,21-7 0 0 0,111-47-524 0 0,-128 50-608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36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9218 0 0,'1'0'143'0'0,"-1"-1"0"0"0,1 1 0 0 0,0 0 0 0 0,-1 0 0 0 0,1-1-1 0 0,0 1 1 0 0,-1 0 0 0 0,1 0 0 0 0,0 0 0 0 0,-1 0 0 0 0,1 0 0 0 0,0 0 0 0 0,-1 0 0 0 0,1 0 0 0 0,0 0 0 0 0,-1 0 0 0 0,1 0-1 0 0,0 0 1 0 0,-1 0 0 0 0,1 0 0 0 0,0 1 0 0 0,-1-1 0 0 0,1 0 0 0 0,0 1 0 0 0,-1-1 0 0 0,1 0 0 0 0,-1 1 0 0 0,1-1-1 0 0,-1 1 1 0 0,1-1 0 0 0,-1 0 0 0 0,1 1 0 0 0,-1 0 0 0 0,1-1 0 0 0,-1 1 0 0 0,0-1 0 0 0,1 2 0 0 0,13 21 2164 0 0,-8 9-1314 0 0,-2 1 1 0 0,-2-1-1 0 0,-1 35 1 0 0,1 13-374 0 0,4 18-252 0 0,33 402 309 0 0,-24-388-623 0 0,5-1-1 0 0,48 156 1 0 0,-47-204 318 0 0,38 128-291 0 0,-49-152-181 0 0,-2 1 0 0 0,6 76 0 0 0,-15-79-352 0 0,0-19 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36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1 3225 0 0,'-51'10'2814'0'0,"44"-8"-1866"0"0,1 0 0 0 0,-1 0 1 0 0,0 1-1 0 0,1 0 0 0 0,-1 0 0 0 0,1 0 0 0 0,0 1 0 0 0,0 0 1 0 0,-7 6-1 0 0,14-10-849 0 0,-1 1 1 0 0,0-1-1 0 0,0 1 0 0 0,1-1 1 0 0,-1 0-1 0 0,0 1 1 0 0,0-1-1 0 0,1 0 1 0 0,-1 0-1 0 0,1 1 1 0 0,-1-1-1 0 0,0 0 1 0 0,1 0-1 0 0,-1 1 1 0 0,0-1-1 0 0,1 0 0 0 0,-1 0 1 0 0,1 0-1 0 0,-1 0 1 0 0,1 0-1 0 0,-1 0 1 0 0,0 0-1 0 0,1 0 1 0 0,-1 0-1 0 0,1 0 1 0 0,-1 0-1 0 0,1 0 0 0 0,-1 0 1 0 0,0 0-1 0 0,1 0 1 0 0,0 0-1 0 0,20 1 423 0 0,23-3 334 0 0,62-11-1 0 0,-69 7-656 0 0,0 1 0 0 0,66 1 0 0 0,-102 4-199 0 0,-1 0 0 0 0,1 0 0 0 0,0 0 0 0 0,0 0 0 0 0,-1 0 0 0 0,1 0 0 0 0,0 0 0 0 0,0 0 0 0 0,-1 1 0 0 0,1-1 0 0 0,0 0 0 0 0,-1 0 0 0 0,1 1 0 0 0,0-1 0 0 0,-1 0 0 0 0,1 1 1 0 0,0-1-1 0 0,-1 1 0 0 0,1-1 0 0 0,-1 1 0 0 0,1-1 0 0 0,-1 1 0 0 0,1-1 0 0 0,-1 1 0 0 0,1-1 0 0 0,-1 1 0 0 0,0 0 0 0 0,1-1 0 0 0,0 2 0 0 0,-1 0-2 0 0,0-1 0 0 0,0 1 0 0 0,-1-1 1 0 0,1 1-1 0 0,0-1 0 0 0,0 1 0 0 0,-1-1 0 0 0,1 0 0 0 0,-1 1 0 0 0,1-1 0 0 0,-1 1 0 0 0,0-1 0 0 0,-1 3 0 0 0,-6 7-30 0 0,0 0-1 0 0,-16 16 0 0 0,18-20 10 0 0,-154 151-571 0 0,60-62 318 0 0,96-92 273 0 0,-1 1-1 0 0,1 0 1 0 0,-1 0-1 0 0,2 0 0 0 0,-1 1 1 0 0,0 0-1 0 0,1-1 1 0 0,0 1-1 0 0,-2 7 0 0 0,5-11 3 0 0,-1-1 0 0 0,1 1-1 0 0,0-1 1 0 0,0 1 0 0 0,-1-1 0 0 0,1 1-1 0 0,0-1 1 0 0,1 1 0 0 0,-1-1-1 0 0,0 1 1 0 0,0-1 0 0 0,1 1-1 0 0,-1-1 1 0 0,0 1 0 0 0,1-1 0 0 0,0 0-1 0 0,-1 1 1 0 0,2 1 0 0 0,-1-2 0 0 0,1 1 0 0 0,0 0 1 0 0,-1-1-1 0 0,1 1 0 0 0,0-1 0 0 0,0 0 1 0 0,0 1-1 0 0,0-1 0 0 0,0 0 1 0 0,1 0-1 0 0,-1 0 0 0 0,0-1 0 0 0,0 1 1 0 0,0-1-1 0 0,4 1 0 0 0,6 1-59 0 0,1-1-1 0 0,-1-1 1 0 0,0 0-1 0 0,1 0 1 0 0,-1-2-1 0 0,19-3 1 0 0,-19 3 0 0 0,0 0 1 0 0,0 0-1 0 0,0 1 1 0 0,0 1-1 0 0,0 0 1 0 0,18 3-1 0 0,-28-3 60 0 0,-1 0 0 0 0,0 0 1 0 0,0 1-1 0 0,1-1 0 0 0,-1 0 0 0 0,0 1 0 0 0,0 0 0 0 0,0-1 0 0 0,1 1 0 0 0,-1-1 0 0 0,0 1 0 0 0,0 0 1 0 0,0 0-1 0 0,0 0 0 0 0,0 0 0 0 0,-1-1 0 0 0,1 1 0 0 0,0 0 0 0 0,0 1 0 0 0,0-1 0 0 0,-1 0 0 0 0,1 0 1 0 0,-1 0-1 0 0,1 0 0 0 0,0 3 0 0 0,-1-1 10 0 0,1 0 1 0 0,-1 0-1 0 0,0 0 0 0 0,0 0 1 0 0,-1 0-1 0 0,1 0 0 0 0,-1-1 1 0 0,1 1-1 0 0,-1 0 0 0 0,-2 5 1 0 0,-3 7 53 0 0,-1-2 0 0 0,-1 1 0 0 0,-12 16 0 0 0,20-29-61 0 0,-53 71 114 0 0,20-29-1727 0 0,-28 51 1 0 0,56-82-495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37.1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1376 0 0,'1'50'8072'0'0,"4"-3"-3591"0"0,1-7-2012 0 0,18 59 1 0 0,5 20-1379 0 0,-5 0 0 0 0,-5 2 0 0 0,4 154 0 0 0,4 36-1398 0 0,-26-300 91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38.0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304 0 3225 0 0,'-37'13'856'0'0,"0"2"1"0"0,1 1-1 0 0,-41 25 1 0 0,57-30-675 0 0,17-10-122 0 0,-10 6 344 0 0,0 0 1 0 0,1 0 0 0 0,0 2 0 0 0,0-1 0 0 0,-16 16 0 0 0,28-23-307 0 0,-1-1-1 0 0,1 1 1 0 0,0 0-1 0 0,-1-1 1 0 0,1 1-1 0 0,0 0 1 0 0,-1-1 0 0 0,1 1-1 0 0,0 0 1 0 0,0 0-1 0 0,0-1 1 0 0,-1 1 0 0 0,1 0-1 0 0,0 0 1 0 0,0-1-1 0 0,0 1 1 0 0,0 0-1 0 0,0 0 1 0 0,1-1 0 0 0,-1 1-1 0 0,0 0 1 0 0,0 0-1 0 0,0-1 1 0 0,1 1 0 0 0,-1 0-1 0 0,0-1 1 0 0,1 1-1 0 0,-1 0 1 0 0,0-1-1 0 0,1 1 1 0 0,-1 0 0 0 0,1-1-1 0 0,-1 1 1 0 0,1-1-1 0 0,-1 1 1 0 0,1-1-1 0 0,0 1 1 0 0,-1-1 0 0 0,1 1-1 0 0,0-1 1 0 0,-1 0-1 0 0,1 1 1 0 0,0-1 0 0 0,-1 0-1 0 0,1 0 1 0 0,1 1-1 0 0,35 11 1756 0 0,-3-11-1210 0 0,1-1 0 0 0,-1-2 1 0 0,1-1-1 0 0,57-13 0 0 0,-35 6-151 0 0,93-12 264 0 0,0 6-1 0 0,221 7 0 0 0,-135 17-591 0 0,318 4-135 0 0,0-43 117 0 0,-516 27-134 0 0,16-4 85 0 0,-1 2 1 0 0,1 3 0 0 0,98 7 0 0 0,-132-2-265 0 0,29 5 353 0 0,-47-7-452 0 0,0 1-1 0 0,0-1 1 0 0,1 1 0 0 0,-1 0 0 0 0,0 0 0 0 0,0 0 0 0 0,0 0 0 0 0,0 0 0 0 0,3 3 0 0 0,-15-42-15176 0 0,10 37 15494 0 0,-1 0 1 0 0,1 0-1 0 0,0 0 0 0 0,0 0 0 0 0,-1 0 1 0 0,1 0-1 0 0,-1 0 0 0 0,1 1 0 0 0,-1-1 1 0 0,1 0-1 0 0,-1 0 0 0 0,1 1 1 0 0,-1-1-1 0 0,0 0 0 0 0,1 1 0 0 0,-1-1 1 0 0,0 0-1 0 0,0 1 0 0 0,1-1 1 0 0,-1 1-1 0 0,0-1 0 0 0,0 1 0 0 0,0 0 1 0 0,0-1-1 0 0,0 1 0 0 0,0 0 0 0 0,1 0 1 0 0,-1-1-1 0 0,0 1 0 0 0,-1 0 1 0 0,-1-1 684 0 0,1 1 1 0 0,0-1 0 0 0,-1 1 0 0 0,1 0 0 0 0,-19 10 8285 0 0,28 13-8061 0 0,-4-14-458 0 0,7 46-73 0 0,-3 1 0 0 0,-2 0 0 0 0,-5 112 0 0 0,-1-53-134 0 0,6 129-205 0 0,45 314 0 0 0,-40-495-104 0 0,-3 0 1 0 0,-2 0 0 0 0,-4 0-1 0 0,-2 0 1 0 0,-16 110 0 0 0,11-143-391 0 0,1 0-112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38.6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11 6449 0 0,'-2'-1'264'0'0,"-1"-1"-1"0"0,1 1 0 0 0,0 0 1 0 0,-1 0-1 0 0,1 0 1 0 0,-1 0-1 0 0,1 0 0 0 0,-1 1 1 0 0,1-1-1 0 0,-1 1 0 0 0,1 0 1 0 0,-1 0-1 0 0,1 0 1 0 0,-1 0-1 0 0,0 0 0 0 0,1 0 1 0 0,-5 2-1 0 0,4-2 187 0 0,0 0-1 0 0,0 1 1 0 0,0 0-1 0 0,0 0 1 0 0,0 0 0 0 0,1 0-1 0 0,-1 0 1 0 0,0 0 0 0 0,1 1-1 0 0,-1-1 1 0 0,1 1-1 0 0,-1 0 1 0 0,1 0 0 0 0,0 0-1 0 0,-4 4 1 0 0,6-6-409 0 0,0 0 1 0 0,-1 1-1 0 0,1-1 0 0 0,0 0 0 0 0,0 0 1 0 0,0 0-1 0 0,0 0 0 0 0,0 1 1 0 0,0-1-1 0 0,0 0 0 0 0,0 0 0 0 0,0 0 1 0 0,0 1-1 0 0,0-1 0 0 0,0 0 1 0 0,0 0-1 0 0,0 0 0 0 0,0 0 0 0 0,0 1 1 0 0,0-1-1 0 0,0 0 0 0 0,0 0 1 0 0,0 0-1 0 0,0 0 0 0 0,0 1 0 0 0,1-1 1 0 0,-1 0-1 0 0,0 0 0 0 0,0 0 1 0 0,0 0-1 0 0,0 1 0 0 0,0-1 0 0 0,0 0 1 0 0,1 0-1 0 0,-1 0 0 0 0,0 0 1 0 0,0 0-1 0 0,0 0 0 0 0,0 0 0 0 0,1 0 1 0 0,-1 1-1 0 0,0-1 0 0 0,0 0 1 0 0,0 0-1 0 0,1 0 0 0 0,13 2 569 0 0,17-3-404 0 0,-30 1-99 0 0,87-15 334 0 0,-71 11-328 0 0,2 0 0 0 0,-1 1 0 0 0,0 1 0 0 0,1 0-1 0 0,-1 2 1 0 0,27 2 0 0 0,-44-2-115 0 0,1 0 0 0 0,-1 0 0 0 0,1 0 1 0 0,-1 1-1 0 0,1-1 0 0 0,-1 1 0 0 0,0-1 1 0 0,1 1-1 0 0,-1-1 0 0 0,0 1 0 0 0,1 0 0 0 0,-1 0 1 0 0,0 0-1 0 0,0-1 0 0 0,1 1 0 0 0,-1 0 1 0 0,0 1-1 0 0,1 1 0 0 0,-1-2-2 0 0,-1 0-1 0 0,0 0 1 0 0,1 0 0 0 0,-1 0-1 0 0,0 0 1 0 0,0 0 0 0 0,0 0-1 0 0,0 0 1 0 0,0 0 0 0 0,0 0-1 0 0,0 0 1 0 0,0 0 0 0 0,0 0-1 0 0,-1 0 1 0 0,1 0-1 0 0,0 0 1 0 0,-1 0 0 0 0,1 0-1 0 0,-2 2 1 0 0,-3 5-45 0 0,0-1 0 0 0,0 1 0 0 0,-1-1 0 0 0,-13 11 0 0 0,11-10-11 0 0,-33 33-466 0 0,21-22 443 0 0,0 1 0 0 0,1 0-1 0 0,1 2 1 0 0,1 0 0 0 0,-26 45 0 0 0,42-66 75 0 0,1 0 0 0 0,-1 0 0 0 0,0 0 0 0 0,1 0 0 0 0,-1 0 0 0 0,1 0 0 0 0,-1 1 0 0 0,1-1 0 0 0,-1 0 0 0 0,1 0 0 0 0,0 1 0 0 0,0-1 0 0 0,-1 0 0 0 0,1 0 0 0 0,0 1 1 0 0,0-1-1 0 0,0 0 0 0 0,1 1 0 0 0,-1-1 0 0 0,0 0 0 0 0,0 0 0 0 0,1 1 0 0 0,-1-1 0 0 0,1 0 0 0 0,-1 0 0 0 0,1 0 0 0 0,-1 0 0 0 0,1 1 0 0 0,0-1 0 0 0,-1 0 0 0 0,1 0 0 0 0,0 0 0 0 0,0 0 0 0 0,0-1 0 0 0,0 1 0 0 0,0 0 0 0 0,0 0 1 0 0,0 0-1 0 0,0-1 0 0 0,0 1 0 0 0,0-1 0 0 0,0 1 0 0 0,1-1 0 0 0,-1 1 0 0 0,0-1 0 0 0,0 1 0 0 0,1-1 0 0 0,-1 0 0 0 0,0 0 0 0 0,3 0 0 0 0,9 1-312 0 0,0 0 0 0 0,1-1-1 0 0,-1-1 1 0 0,15-3 0 0 0,-8 2 209 0 0,-9 1-23 0 0,49 0-279 0 0,-57 1 401 0 0,0 0 0 0 0,-1 0 0 0 0,1 0 0 0 0,0 1 0 0 0,0-1 0 0 0,-1 1 0 0 0,1 0 0 0 0,-1 0 0 0 0,1 0 0 0 0,-1 0 0 0 0,1 0 0 0 0,-1 1 0 0 0,1-1 0 0 0,-1 1 0 0 0,0-1 0 0 0,0 1 0 0 0,4 3 0 0 0,-5-3 10 0 0,-1 1 0 0 0,1-1 1 0 0,0 0-1 0 0,-1 0 0 0 0,0 0 0 0 0,1 1 0 0 0,-1-1 0 0 0,0 0 0 0 0,0 0 0 0 0,0 1 0 0 0,0-1 1 0 0,-1 0-1 0 0,1 0 0 0 0,-1 1 0 0 0,1-1 0 0 0,-1 0 0 0 0,0 0 0 0 0,0 0 0 0 0,0 0 0 0 0,0 0 1 0 0,-1 2-1 0 0,-27 41-461 0 0,-25 20-250 0 0,-25 35-261 0 0,68-82-337 0 0,3-1-3970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38.9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1840 0 0,'7'16'1336'0'0,"-1"1"-1"0"0,-2 1 1 0 0,1-1-1 0 0,-2 0 1 0 0,2 23-1 0 0,0-7 316 0 0,28 234 4734 0 0,11 67-2499 0 0,-22-175-2633 0 0,11 57-3367 0 0,-27-193-5381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39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94 110 6913 0 0,'-15'-1'349'0'0,"1"0"0"0"0,-23 2 0 0 0,10 4 3722 0 0,67-11-432 0 0,29 3-3043 0 0,-17 2-394 0 0,654-30 2061 0 0,244-19-838 0 0,-855 40-1429 0 0,-50 4-19 0 0,-1 1-1 0 0,1 3 1 0 0,73 5 0 0 0,-105-1-544 0 0,-1 1 0 0 0,1 0 1 0 0,-1 1-1 0 0,19 9 0 0 0,-12-6-5704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39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5209 0 0,'-12'21'841'0'0,"10"-17"-21"0"0,-1 0 0 0 0,0 1 0 0 0,1-1 0 0 0,0 1 0 0 0,0 0 1 0 0,1 0-1 0 0,-1 0 0 0 0,1 0 0 0 0,0 0 0 0 0,0 7 0 0 0,1 28 989 0 0,2 1-1 0 0,14 73 1 0 0,-4-33-1189 0 0,23 529 924 0 0,-32-479-1408 0 0,8 80 84 0 0,2 56-495 0 0,-11-235-1443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0.8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1 5985 0 0,'-10'1'1276'0'0,"-1"0"-1"0"0,1 1 0 0 0,0 1 0 0 0,0 0 1 0 0,0 0-1 0 0,0 1 0 0 0,-9 9 1996 0 0,19-13-3236 0 0,0 0 0 0 0,0 0 0 0 0,0 1 0 0 0,0-1 0 0 0,0 0 0 0 0,-1 0 0 0 0,1 0 0 0 0,0 0 0 0 0,0 0 0 0 0,0 0 0 0 0,13 2 838 0 0,14 0-216 0 0,28-5 199 0 0,-43 2-794 0 0,1-1 0 0 0,0 2 0 0 0,0 0 0 0 0,-1 0-1 0 0,1 1 1 0 0,0 0 0 0 0,-1 1 0 0 0,1 1 0 0 0,16 6 0 0 0,-28-9-63 0 0,-1 0 1 0 0,1 0 0 0 0,0 1 0 0 0,-1-1 0 0 0,1 0 0 0 0,-1 1 0 0 0,1-1 0 0 0,-1 0-1 0 0,1 1 1 0 0,-1-1 0 0 0,1 1 0 0 0,-1-1 0 0 0,1 1 0 0 0,-1-1 0 0 0,0 1 0 0 0,1-1-1 0 0,-1 1 1 0 0,0 0 0 0 0,1-1 0 0 0,-1 1 0 0 0,0-1 0 0 0,0 1 0 0 0,0 0 0 0 0,1-1-1 0 0,-1 1 1 0 0,0 0 0 0 0,0-1 0 0 0,0 2 0 0 0,-10 18-78 0 0,-28 18-236 0 0,33-34 236 0 0,-27 23-180 0 0,-34 31 136 0 0,60-52 210 0 0,1 0 1 0 0,0 1 0 0 0,0-1-1 0 0,0 1 1 0 0,1 0 0 0 0,0 0-1 0 0,1 0 1 0 0,-5 12 0 0 0,7-18-104 0 0,1 1 0 0 0,0-1 0 0 0,-1 1 1 0 0,1-1-1 0 0,0 0 0 0 0,0 1 1 0 0,0-1-1 0 0,0 0 0 0 0,0 1 0 0 0,0-1 1 0 0,0 1-1 0 0,0-1 0 0 0,1 0 0 0 0,-1 1 1 0 0,1-1-1 0 0,-1 0 0 0 0,1 1 1 0 0,-1-1-1 0 0,1 0 0 0 0,0 0 0 0 0,1 3 1 0 0,0-2 2 0 0,0 0 1 0 0,0 0-1 0 0,0-1 0 0 0,1 1 1 0 0,-1 0-1 0 0,1-1 1 0 0,-1 0-1 0 0,1 1 1 0 0,-1-1-1 0 0,5 1 1 0 0,6 1-51 0 0,1 0 0 0 0,0 0 0 0 0,22 0-1 0 0,-26-2-54 0 0,7 0 52 0 0,-10-1-3 0 0,0 0-1 0 0,0 1 1 0 0,0 0 0 0 0,0 0-1 0 0,13 4 1 0 0,-19-4 61 0 0,0-1 0 0 0,0 1 0 0 0,0-1 0 0 0,0 1 1 0 0,0 0-1 0 0,0 0 0 0 0,0-1 0 0 0,0 1 0 0 0,0 0 0 0 0,0 0 0 0 0,0 0 0 0 0,0 0 0 0 0,-1 0 1 0 0,1 0-1 0 0,0 0 0 0 0,-1 0 0 0 0,1 1 0 0 0,-1-1 0 0 0,1 0 0 0 0,-1 0 0 0 0,1 0 0 0 0,-1 1 1 0 0,0-1-1 0 0,0 0 0 0 0,0 0 0 0 0,0 1 0 0 0,0-1 0 0 0,0 0 0 0 0,0 1 0 0 0,0-1 0 0 0,0 0 1 0 0,-1 0-1 0 0,1 1 0 0 0,0-1 0 0 0,-1 0 0 0 0,1 0 0 0 0,-1 0 0 0 0,-1 2 0 0 0,-5 12-15 0 0,-1-1 1 0 0,0 0-1 0 0,-1 0 0 0 0,-1-1 0 0 0,0 0 0 0 0,-21 19 0 0 0,21-22-28 0 0,0 0-1 0 0,1 0 0 0 0,0 1 1 0 0,0 0-1 0 0,1 1 0 0 0,1 0 0 0 0,0 0 1 0 0,1 1-1 0 0,-9 22 0 0 0,15-34-86 0 0,-1 1 0 0 0,1-1 1 0 0,0 0-1 0 0,0 0 0 0 0,0 0 0 0 0,0 0 0 0 0,0 0 0 0 0,0 0 1 0 0,0 0-1 0 0,0 0 0 0 0,0 0 0 0 0,0 0 0 0 0,1 1 1 0 0,-1-1-1 0 0,0 0 0 0 0,1 0 0 0 0,-1 0 0 0 0,1 0 0 0 0,0 1 1 0 0,5 4-1461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1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4518 0 3225 0 0,'-2'4'623'0'0,"1"1"1"0"0,-1-1 0 0 0,1 0-1 0 0,0 1 1 0 0,1-1 0 0 0,-1 1-1 0 0,1-1 1 0 0,0 1 0 0 0,0-1-1 0 0,0 1 1 0 0,1 4 0 0 0,14 58 3425 0 0,-4-16-2682 0 0,39 345 3270 0 0,4 203-1953 0 0,-36-449-2564 0 0,70 274-1 0 0,-77-378-52 0 0,2-2 0 0 0,2 1 0 0 0,22 42 0 0 0,-31-71-77 0 0,-5-13 4 0 0,0-1-1 0 0,0 1 1 0 0,0-1-1 0 0,0 0 1 0 0,1 0-1 0 0,-1 1 1 0 0,0-1-1 0 0,1 0 0 0 0,0 0 1 0 0,-1 0-1 0 0,1-1 1 0 0,0 1-1 0 0,0 0 1 0 0,3 1-1 0 0,-10 0-104 0 0,-13-3-125 0 0,-21-3-22 0 0,-348-72 667 0 0,288 51-104 0 0,-140-15 0 0 0,-453-7-375 0 0,251 52 278 0 0,7 18-163 0 0,181-12-26 0 0,199-9-19 0 0,-603 39-24 0 0,237 10 6 0 0,74-7 4 0 0,178-37-241 0 0,62-5 239 0 0,33 0 216 0 0,-1-4 0 0 0,-120-16-1 0 0,181 16-685 0 0,0 1 0 0 0,1 0 0 0 0,-1 0 0 0 0,0 1-1 0 0,0 1 1 0 0,1 0 0 0 0,-1 1 0 0 0,-20 8 0 0 0,32-11 420 0 0,1 0 1 0 0,-1 0-1 0 0,1 1 1 0 0,-1-1 0 0 0,1 0-1 0 0,-1 0 1 0 0,1 0 0 0 0,-1 0-1 0 0,1 1 1 0 0,-1-1-1 0 0,1 0 1 0 0,-1 0 0 0 0,1 0-1 0 0,-1 0 1 0 0,1 0-1 0 0,-1 0 1 0 0,0 0 0 0 0,1-1-1 0 0,-1 1 1 0 0,1 0-1 0 0,-1 0 1 0 0,1 0 0 0 0,-1 0-1 0 0,1-1 1 0 0,-1 1-1 0 0,1 0 1 0 0,-1-1 0 0 0,1 1-1 0 0,0 0 1 0 0,-1-1-1 0 0,1 1 1 0 0,-1 0 0 0 0,1-1-1 0 0,0 1 1 0 0,-1-1-1 0 0,1 1 1 0 0,0-1 0 0 0,0 1-1 0 0,-1-1 1 0 0,1 1-1 0 0,0-1 1 0 0,0 1 0 0 0,0-1-1 0 0,0 1 1 0 0,-1-1-1 0 0,1 1 1 0 0,0-1 0 0 0,0 1-1 0 0,0-1 1 0 0,0 1-1 0 0,0-2 1 0 0,0-8-8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3.0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86 137 6449 0 0,'-11'-2'185'0'0,"0"2"-1"0"0,0 0 1 0 0,-13 1-1 0 0,-4 3 4186 0 0,422-21-751 0 0,-25 1-1527 0 0,631-62 484 0 0,-618 50-2316 0 0,-283 27-130 0 0,183 23 0 0 0,-235-13-960 0 0,47 16-1 0 0,-84-22 721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3.4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17 3681 0 0,'-29'-17'14473'0'0,"29"30"-14023"0"0,118 895 2407 0 0,-94-744-2827 0 0,-8-71 20 0 0,-5 1 1 0 0,0 148-1 0 0,-24-18-1781 0 0,11-194-5401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4.0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887 58 7370 0 0,'-3'-5'225'0'0,"0"1"1"0"0,0 0 0 0 0,-1 0 0 0 0,1 1 0 0 0,-1-1 0 0 0,0 1 0 0 0,0-1 0 0 0,-1 1 0 0 0,1 1-1 0 0,-1-1 1 0 0,1 0 0 0 0,-9-2 0 0 0,3 2 520 0 0,0 1 0 0 0,-1 0-1 0 0,1 0 1 0 0,-1 1 0 0 0,-14 0-1 0 0,-5 1 198 0 0,1 2-1 0 0,-1 0 0 0 0,0 2 0 0 0,1 2 1 0 0,-46 13-1 0 0,42-7-630 0 0,0 1 0 0 0,1 1 0 0 0,1 2 0 0 0,-45 30 0 0 0,47-26-316 0 0,1 2-1 0 0,1 0 0 0 0,1 2 0 0 0,1 1 0 0 0,1 1 0 0 0,1 1 0 0 0,2 1 0 0 0,1 1 0 0 0,1 0 1 0 0,-30 64-1 0 0,43-78 13 0 0,0 1 0 0 0,2 0 0 0 0,-1 0 0 0 0,2 1 0 0 0,0-1 0 0 0,1 1 0 0 0,0 0 0 0 0,2-1 0 0 0,0 1 0 0 0,2 18 0 0 0,2-14 17 0 0,0 0-1 0 0,1 0 1 0 0,1-1-1 0 0,1 0 1 0 0,0 0-1 0 0,2 0 0 0 0,13 21 1 0 0,0-6 10 0 0,3 0 1 0 0,1-1-1 0 0,1-2 1 0 0,2-1-1 0 0,1-1 1 0 0,1-1-1 0 0,53 36 1 0 0,197 120-224 0 0,-223-153 141 0 0,1-3 0 0 0,1-2 0 0 0,71 22 0 0 0,-108-44 50 0 0,-1 0-1 0 0,1-1 1 0 0,0-2 0 0 0,0 0 0 0 0,0-1 0 0 0,0-2 0 0 0,0 0 0 0 0,0-1-1 0 0,0-2 1 0 0,0 0 0 0 0,-1-1 0 0 0,30-12 0 0 0,-15 3 60 0 0,-2-1 0 0 0,0-2 1 0 0,-1-1-1 0 0,-1-2 0 0 0,-1-1 1 0 0,49-42-1 0 0,-66 49-19 0 0,0 0 1 0 0,-1-1 0 0 0,-1-1-1 0 0,-1 0 1 0 0,0-1 0 0 0,-1 0-1 0 0,0-1 1 0 0,12-29-1 0 0,-12 17 35 0 0,0-1-1 0 0,-2-1 0 0 0,-2 0 0 0 0,6-52 0 0 0,-6 30 47 0 0,-2-1 1 0 0,-3 1-1 0 0,-2-1 0 0 0,-12-92 0 0 0,10 129-135 0 0,-2 0 0 0 0,0 1 0 0 0,-2 0 1 0 0,0-1-1 0 0,0 2 0 0 0,-2-1 0 0 0,0 1 0 0 0,-1 0 0 0 0,0 1 0 0 0,-1 0 0 0 0,-1 0 0 0 0,0 1 0 0 0,-1 1 0 0 0,-1 0 0 0 0,0 0 0 0 0,-1 2 0 0 0,0-1 0 0 0,-18-10 0 0 0,15 11-287 0 0,-1 1 0 0 0,0 1-1 0 0,0 0 1 0 0,0 1-1 0 0,-1 1 1 0 0,0 1 0 0 0,-1 1-1 0 0,1 0 1 0 0,-1 2-1 0 0,-36-3 1 0 0,26 7-1446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4.5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 6913 0 0,'0'0'23'0'0,"0"0"-1"0"0,0 0 0 0 0,0 0 0 0 0,0-1 0 0 0,0 1 0 0 0,0 0 0 0 0,-1 0 0 0 0,1 0 0 0 0,0 0 0 0 0,0 0 0 0 0,0 0 1 0 0,0 0-1 0 0,0 0 0 0 0,0 0 0 0 0,0 0 0 0 0,0 0 0 0 0,-1 0 0 0 0,1 0 0 0 0,0 0 0 0 0,0 0 0 0 0,0 0 0 0 0,0 0 1 0 0,0 0-1 0 0,0 0 0 0 0,0 0 0 0 0,-1 0 0 0 0,1 0 0 0 0,0 0 0 0 0,0 0 0 0 0,0 0 0 0 0,0 0 0 0 0,0 0 0 0 0,0 0 1 0 0,0 0-1 0 0,0 0 0 0 0,-1 0 0 0 0,1 0 0 0 0,0 0 0 0 0,0 0 0 0 0,0 0 0 0 0,0 0 0 0 0,0 0 0 0 0,0 0 0 0 0,0 1 1 0 0,0-1-1 0 0,0 0 0 0 0,0 0 0 0 0,0 0 0 0 0,-1 0 0 0 0,1 0 0 0 0,0 0 0 0 0,0 0 0 0 0,0 0 0 0 0,0 1 0 0 0,0-1 0 0 0,0 0 1 0 0,0 0-1 0 0,0 0 0 0 0,0 0 0 0 0,0 0 0 0 0,0 0 0 0 0,0 0 0 0 0,0 1 0 0 0,0-1 0 0 0,0 0 0 0 0,0 0 0 0 0,0 0 1 0 0,0 0-1 0 0,0 0 0 0 0,1 17 1336 0 0,6 19 1372 0 0,56 224 4159 0 0,-39-138-6281 0 0,9 150-1 0 0,39 325 74 0 0,-69-582-790 0 0,-1 0 0 0 0,0 0-1 0 0,-1 22 1 0 0,-1-31-74 0 0,-1-1 0 0 0,1 1 0 0 0,-1-1 0 0 0,0 0 0 0 0,-1 1-1 0 0,1-1 1 0 0,-1 0 0 0 0,0 0 0 0 0,-1 0 0 0 0,1 0-1 0 0,-1 0 1 0 0,0-1 0 0 0,-4 5 0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5.0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2650 1 9218 0 0,'-17'1'1347'0'0,"0"0"0"0"0,-21 6 0 0 0,-21 2 1203 0 0,-29-3-189 0 0,-35 3-181 0 0,-163-8 0 0 0,95-9-2155 0 0,1 9-1 0 0,-1 8 1 0 0,-205 36 0 0 0,156-12 4 0 0,-74 12 14 0 0,151-14-27 0 0,-83 12 59 0 0,163-41 54 0 0,75-1-469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6.3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23 8754 0 0,'-15'-23'8908'0'0,"20"36"-7335"0"0,4 13-1251 0 0,-2 0 0 0 0,0 0 0 0 0,-2 0 0 0 0,0 1 0 0 0,-2 0-1 0 0,-1 34 1 0 0,3 4-179 0 0,14 75-25 0 0,3 33-2091 0 0,-21-170 1434 0 0,-1 16-621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6.9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228 72 4217 0 0,'1'-4'151'0'0,"7"-37"1249"0"0,-8 39-1061 0 0,0 1 0 0 0,1-1 0 0 0,-1 0 1 0 0,0 0-1 0 0,-1 1 0 0 0,1-1 0 0 0,0 0 0 0 0,0 1 0 0 0,-1-1 0 0 0,1 1 0 0 0,-2-4 0 0 0,1 4-187 0 0,1 1 1 0 0,0 0-1 0 0,-1-1 1 0 0,1 1 0 0 0,-1 0-1 0 0,1 0 1 0 0,-1-1-1 0 0,1 1 1 0 0,-1 0-1 0 0,1 0 1 0 0,-1 0-1 0 0,1-1 1 0 0,-1 1 0 0 0,0 0-1 0 0,1 0 1 0 0,-1 0-1 0 0,1 0 1 0 0,-1 0-1 0 0,1 0 1 0 0,-1 0-1 0 0,0 0 1 0 0,1 1 0 0 0,-1-1-1 0 0,1 0 1 0 0,-1 0-1 0 0,1 0 1 0 0,-1 1-1 0 0,1-1 1 0 0,-1 0 0 0 0,1 0-1 0 0,-1 1 1 0 0,1-1-1 0 0,-1 0 1 0 0,1 1-1 0 0,0-1 1 0 0,-1 1-1 0 0,1-1 1 0 0,0 0 0 0 0,-1 1-1 0 0,1-1 1 0 0,-1 1-1 0 0,-19 23 1130 0 0,17-20-966 0 0,-186 229 1246 0 0,292-378-1262 0 0,-59 80 66 0 0,-43 63-324 0 0,0 0-1 0 0,0 1 1 0 0,0-1 0 0 0,0 0 0 0 0,1 1 0 0 0,-1-1 0 0 0,1 1 0 0 0,-1-1 0 0 0,1 1 0 0 0,0 0-1 0 0,-1 0 1 0 0,1 0 0 0 0,0 0 0 0 0,0 0 0 0 0,0 0 0 0 0,-1 0 0 0 0,1 0 0 0 0,0 1 0 0 0,0-1-1 0 0,0 1 1 0 0,0-1 0 0 0,1 1 0 0 0,-1 0 0 0 0,0 0 0 0 0,0 0 0 0 0,3 1 0 0 0,0 0-1 0 0,0 1 0 0 0,0 0 0 0 0,0 0 0 0 0,-1 0 1 0 0,1 1-1 0 0,-1 0 0 0 0,0 0 0 0 0,1 0 0 0 0,5 6 1 0 0,15 15 270 0 0,23 29 1 0 0,-31-33-691 0 0,1-1 0 0 0,0-1 1 0 0,32 25-1 0 0,-30-29-7010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8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11 9218 0 0,'-4'-10'4593'0'0,"-8"33"-1239"0"0,4-1-2996 0 0,1 0-1 0 0,0 1 1 0 0,2 0-1 0 0,1 0 1 0 0,0 1 0 0 0,2-1-1 0 0,1 33 1 0 0,21 164-1278 0 0,-13-172 286 0 0,-5-33-674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8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3 165 5729 0 0,'-1'-10'335'0'0,"0"0"0"0"0,1 0-1 0 0,-1 0 1 0 0,2 0 0 0 0,0 0-1 0 0,0 0 1 0 0,1 0 0 0 0,3-10-1 0 0,-5 17 37 0 0,2-1-1 0 0,-1 0 1 0 0,0 1-1 0 0,1 0 1 0 0,-1-1-1 0 0,1 1 1 0 0,0 0-1 0 0,0 0 0 0 0,1 0 1 0 0,-1 0-1 0 0,0 0 1 0 0,1 0-1 0 0,0 1 1 0 0,0-1-1 0 0,-1 1 1 0 0,2 0-1 0 0,-1 0 0 0 0,0 0 1 0 0,0 0-1 0 0,1 0 1 0 0,-1 1-1 0 0,0 0 1 0 0,1-1-1 0 0,6 0 1 0 0,-7 2-160 0 0,0 0 1 0 0,1 0-1 0 0,-1 1 1 0 0,0-1-1 0 0,0 1 1 0 0,0 0-1 0 0,0 0 1 0 0,0 0-1 0 0,0 0 1 0 0,0 0 0 0 0,0 1-1 0 0,0 0 1 0 0,0-1-1 0 0,0 1 1 0 0,-1 0-1 0 0,1 0 1 0 0,-1 0-1 0 0,3 3 1 0 0,8 8 76 0 0,21 29-1 0 0,-23-28-110 0 0,19 28-5 0 0,-1 3 1 0 0,40 82-1 0 0,-41-70-391 0 0,46 67 0 0 0,-67-115 1 0 0,9 15-547 0 0,-8-7-3399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48.6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0 121 5065 0 0,'19'-11'7978'0'0,"28"-16"-3953"0"0,-36 21-3562 0 0,73-36 2172 0 0,-26 17-3896 0 0,-36 16-5473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50.5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1 189 9674 0 0,'0'-2'76'0'0,"0"1"-1"0"0,-1-1 1 0 0,1 1 0 0 0,0 0-1 0 0,0-1 1 0 0,1 1-1 0 0,-1-1 1 0 0,0 1 0 0 0,0 0-1 0 0,1-1 1 0 0,-1 1 0 0 0,1 0-1 0 0,-1-1 1 0 0,1 1 0 0 0,1-2-1 0 0,11-23 518 0 0,-5 15-228 0 0,1 0-1 0 0,0 0 1 0 0,0 1-1 0 0,1 0 1 0 0,1 0 0 0 0,0 1-1 0 0,22-14 1 0 0,-24 17-98 0 0,1 0 0 0 0,0 1 0 0 0,0 0 0 0 0,1 1 0 0 0,-1 0 0 0 0,1 1 0 0 0,0 0 0 0 0,0 1-1 0 0,0 0 1 0 0,15-1 0 0 0,-23 3-208 0 0,-1 0-1 0 0,1 0 0 0 0,-1 0 0 0 0,1 0 0 0 0,-1 0 0 0 0,0 1 0 0 0,1-1 0 0 0,-1 1 1 0 0,0-1-1 0 0,1 1 0 0 0,-1 0 0 0 0,0 0 0 0 0,0 0 0 0 0,1 1 0 0 0,-1-1 0 0 0,0 0 1 0 0,0 1-1 0 0,-1-1 0 0 0,1 1 0 0 0,0 0 0 0 0,0-1 0 0 0,1 3 0 0 0,-2-1-25 0 0,1 0-1 0 0,-1 1 0 0 0,0-1 0 0 0,0 0 1 0 0,0 0-1 0 0,0 1 0 0 0,-1-1 0 0 0,0 1 1 0 0,1-1-1 0 0,-1 0 0 0 0,0 1 0 0 0,-1-1 1 0 0,0 7-1 0 0,-3 7 23 0 0,0-1 1 0 0,-1 1-1 0 0,-1-1 1 0 0,-16 30-1 0 0,3-12 94 0 0,13-25-74 0 0,0 0-1 0 0,1 0 0 0 0,0 1 1 0 0,1 0-1 0 0,0-1 1 0 0,0 2-1 0 0,-4 17 0 0 0,9-26-55 0 0,-1-1 1 0 0,0 0-1 0 0,0 0 0 0 0,0 0 0 0 0,0 0 0 0 0,1 0 0 0 0,-1 0 1 0 0,0 0-1 0 0,1 0 0 0 0,-1 0 0 0 0,1 0 0 0 0,0 0 0 0 0,-1 0 1 0 0,1 0-1 0 0,0 0 0 0 0,-1 0 0 0 0,1 0 0 0 0,0 0 0 0 0,0-1 0 0 0,0 1 1 0 0,-1 0-1 0 0,1-1 0 0 0,0 1 0 0 0,0 0 0 0 0,0-1 0 0 0,0 1 1 0 0,0-1-1 0 0,1 0 0 0 0,-1 1 0 0 0,0-1 0 0 0,0 0 0 0 0,0 0 0 0 0,0 0 1 0 0,0 1-1 0 0,0-1 0 0 0,2-1 0 0 0,52 1 555 0 0,-37-1-334 0 0,-6 1-198 0 0,1 1 0 0 0,0 0-1 0 0,-1 1 1 0 0,1 1 0 0 0,-1 0-1 0 0,1 1 1 0 0,-1 0 0 0 0,0 0-1 0 0,-1 1 1 0 0,1 1 0 0 0,-1 0-1 0 0,18 13 1 0 0,-24-15-29 0 0,-1 0-1 0 0,1 0 1 0 0,-1 0-1 0 0,0 0 1 0 0,0 0-1 0 0,-1 1 1 0 0,1 0-1 0 0,-1 0 1 0 0,0 0-1 0 0,0 0 1 0 0,-1 0-1 0 0,1 1 1 0 0,-1-1-1 0 0,-1 1 1 0 0,1 0 0 0 0,-1-1-1 0 0,0 1 1 0 0,0 0-1 0 0,0 0 1 0 0,-1 0-1 0 0,0 0 1 0 0,0-1-1 0 0,0 1 1 0 0,-1 0-1 0 0,0 0 1 0 0,0 0-1 0 0,-1-1 1 0 0,1 1-1 0 0,-5 8 1 0 0,3-6 84 0 0,-1 0 1 0 0,0 0-1 0 0,-1-1 1 0 0,1 0 0 0 0,-2 0-1 0 0,1 0 1 0 0,-1 0-1 0 0,0-1 1 0 0,0 0-1 0 0,0 0 1 0 0,-14 8-1 0 0,-32 14-864 0 0,-5-8-5312 0 0,38-16-1192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51.4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18 297 9562 0 0,'-3'-5'226'0'0,"1"0"0"0"0,0 0 1 0 0,0 0-1 0 0,0 0 0 0 0,0 0 0 0 0,1 0 0 0 0,0-1 1 0 0,0 1-1 0 0,0 0 0 0 0,1-1 0 0 0,0 1 0 0 0,0-1 1 0 0,0 1-1 0 0,1 0 0 0 0,0-1 0 0 0,0 1 1 0 0,0 0-1 0 0,0-1 0 0 0,1 1 0 0 0,0 0 0 0 0,0 0 1 0 0,0 0-1 0 0,1 0 0 0 0,5-6 0 0 0,0-2 192 0 0,0 1 0 0 0,1 0 0 0 0,1 0 0 0 0,0 1-1 0 0,1 1 1 0 0,0 0 0 0 0,23-16 0 0 0,-21 17-275 0 0,1 2 1 0 0,0 0-1 0 0,1 0 1 0 0,23-7-1 0 0,-30 12-96 0 0,0-1 1 0 0,-1 2-1 0 0,1-1 0 0 0,0 1 0 0 0,0 0 1 0 0,0 1-1 0 0,0 0 0 0 0,0 0 0 0 0,0 1 1 0 0,0 0-1 0 0,8 2 0 0 0,-14-2-66 0 0,1 0 0 0 0,0 0 0 0 0,-1 0 0 0 0,1 0-1 0 0,-1 0 1 0 0,1 1 0 0 0,-1-1 0 0 0,0 1 0 0 0,0 0 0 0 0,0 0 0 0 0,0 0-1 0 0,0 0 1 0 0,0 0 0 0 0,0 0 0 0 0,0 0 0 0 0,-1 1 0 0 0,2 2 0 0 0,-1 0-58 0 0,0-1 0 0 0,-1 1 0 0 0,0-1 0 0 0,0 1 0 0 0,0 0 0 0 0,0 0 0 0 0,-1-1 0 0 0,0 1 0 0 0,0 6 0 0 0,-2 7-167 0 0,-1-1-1 0 0,0 0 0 0 0,-1 0 0 0 0,-9 22 0 0 0,-20 43-320 0 0,18-48 403 0 0,1-1 0 0 0,2 2 0 0 0,-12 56 0 0 0,23-82 150 0 0,-1 0 0 0 0,1 0 0 0 0,1 0 0 0 0,0 0 0 0 0,0 0 0 0 0,1 0 0 0 0,0 0 0 0 0,0 0 0 0 0,1 0-1 0 0,0-1 1 0 0,1 1 0 0 0,0 0 0 0 0,0-1 0 0 0,1 0 0 0 0,0 0 0 0 0,0 0 0 0 0,1 0 0 0 0,0 0 0 0 0,9 8-1 0 0,-8-10 66 0 0,0-1 1 0 0,0 1-1 0 0,1-2 0 0 0,0 1 0 0 0,0-1 0 0 0,0 0 0 0 0,1 0 0 0 0,-1-1 0 0 0,1 0 0 0 0,0 0 0 0 0,0-1 0 0 0,0 0 0 0 0,0 0 0 0 0,0-1 0 0 0,0 0 0 0 0,0-1 0 0 0,1 0 0 0 0,9-1 1 0 0,-11 1 110 0 0,0 0 0 0 0,0-1 1 0 0,0-1-1 0 0,0 1 0 0 0,0-1 1 0 0,-1 0-1 0 0,1 0 0 0 0,0-1 1 0 0,-1 0-1 0 0,0 0 0 0 0,0-1 1 0 0,0 0-1 0 0,0 0 0 0 0,0 0 1 0 0,-1-1-1 0 0,0 1 0 0 0,0-1 1 0 0,0 0-1 0 0,-1-1 0 0 0,1 1 1 0 0,5-12-1 0 0,-9 14-70 0 0,0 0 1 0 0,0 0-1 0 0,0 0 1 0 0,0-1-1 0 0,-1 1 0 0 0,0 0 1 0 0,1 0-1 0 0,-1-1 0 0 0,-1 1 1 0 0,1 0-1 0 0,0-1 1 0 0,-1 1-1 0 0,1 0 0 0 0,-1 0 1 0 0,0-1-1 0 0,0 1 0 0 0,0 0 1 0 0,-1 0-1 0 0,1 0 1 0 0,-1 0-1 0 0,0 1 0 0 0,0-1 1 0 0,0 0-1 0 0,0 1 0 0 0,0-1 1 0 0,0 1-1 0 0,-6-4 1 0 0,-5-6-26 0 0,0 1 1 0 0,-1 0 0 0 0,-28-15 0 0 0,16 12-58 0 0,-1 2 0 0 0,0 1 0 0 0,-1 1 1 0 0,-43-10-1 0 0,-8 4-6760 0 0,49 11-520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54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49 5529 0 0,'1'-2'285'0'0,"-1"-1"0"0"0,-1 1 1 0 0,1 0-1 0 0,0 0 0 0 0,0 0 0 0 0,-1 0 0 0 0,1 0 0 0 0,-1 0 0 0 0,0 0 1 0 0,0 0-1 0 0,0 0 0 0 0,0 0 0 0 0,0 0 0 0 0,0 1 0 0 0,0-1 0 0 0,0 0 1 0 0,-1 1-1 0 0,1-1 0 0 0,-1 0 0 0 0,1 1 0 0 0,-1 0 0 0 0,0-1 0 0 0,1 1 1 0 0,-3-1-1 0 0,2 1-141 0 0,1 1 1 0 0,-1-1-1 0 0,0 1 1 0 0,1 0-1 0 0,-1 0 1 0 0,1-1 0 0 0,-1 1-1 0 0,0 0 1 0 0,1 0-1 0 0,-1 1 1 0 0,0-1-1 0 0,1 0 1 0 0,-1 0 0 0 0,1 1-1 0 0,-1-1 1 0 0,1 1-1 0 0,-1 0 1 0 0,1-1-1 0 0,-1 1 1 0 0,1 0 0 0 0,-1 0-1 0 0,1 0 1 0 0,0 0-1 0 0,-1 0 1 0 0,1 0-1 0 0,0 0 1 0 0,0 0-1 0 0,0 0 1 0 0,0 1 0 0 0,0-1-1 0 0,-1 3 1 0 0,-10 14 54 0 0,2 1 0 0 0,0 1 0 0 0,1 0 0 0 0,1 0 0 0 0,1 0 1 0 0,-7 32-1 0 0,8-21-188 0 0,1-1 1 0 0,1 1-1 0 0,1 60 1 0 0,4-74-12 0 0,1 0 0 0 0,1-1 0 0 0,0 1 0 0 0,1-1 0 0 0,1 1 0 0 0,1-1 0 0 0,0 0 0 0 0,1-1 0 0 0,0 0 0 0 0,1 0 0 0 0,14 18 0 0 0,-18-26 0 0 0,1-1 0 0 0,0 0 0 0 0,0 0 0 0 0,1-1 0 0 0,-1 0 0 0 0,1 0 0 0 0,0 0 0 0 0,1 0 0 0 0,-1-1 0 0 0,1 0 0 0 0,0-1 0 0 0,0 1 0 0 0,0-1 0 0 0,0 0 0 0 0,0-1 0 0 0,1 0 0 0 0,-1 0 0 0 0,1-1 0 0 0,0 0 0 0 0,-1 0 0 0 0,1-1 0 0 0,0 0 0 0 0,0 0 0 0 0,-1-1 0 0 0,1 1 0 0 0,14-5 0 0 0,-16 3 86 0 0,0 0 0 0 0,0 0 0 0 0,0-1-1 0 0,-1 1 1 0 0,1-1 0 0 0,-1 0 0 0 0,0-1 0 0 0,0 0 0 0 0,0 1-1 0 0,0-1 1 0 0,-1-1 0 0 0,1 1 0 0 0,-1-1 0 0 0,0 0 0 0 0,0 0-1 0 0,-1 0 1 0 0,0 0 0 0 0,0-1 0 0 0,0 1 0 0 0,0-1 0 0 0,-1 0-1 0 0,0 0 1 0 0,0 0 0 0 0,-1 0 0 0 0,1 0 0 0 0,-1 0 0 0 0,-1 0-1 0 0,1 0 1 0 0,-1 0 0 0 0,0-1 0 0 0,-1 1 0 0 0,1 0 0 0 0,-1 0-1 0 0,0 0 1 0 0,-1 0 0 0 0,0 0 0 0 0,0 0 0 0 0,0 0 0 0 0,0 0-1 0 0,-1 1 1 0 0,0-1 0 0 0,0 1 0 0 0,-7-10 0 0 0,7 12-60 0 0,0 0 1 0 0,0 0-1 0 0,0 1 0 0 0,0-1 1 0 0,0 0-1 0 0,0 1 0 0 0,-1 0 1 0 0,1 0-1 0 0,-1 0 1 0 0,0 0-1 0 0,1 1 0 0 0,-1-1 1 0 0,0 1-1 0 0,0 0 0 0 0,-7-1 1 0 0,5 1 4 0 0,-1 1 0 0 0,0 0 0 0 0,1 0-1 0 0,-1 1 1 0 0,0 0 0 0 0,1 0 0 0 0,-1 1 0 0 0,-11 3 0 0 0,3 1-201 0 0,1 1 0 0 0,0 0 0 0 0,1 1 0 0 0,-1 0 1 0 0,2 1-1 0 0,-1 1 0 0 0,-16 15 0 0 0,9-2-1805 0 0,2 0-5257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54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2 4609 0 0,'-8'0'1469'0'0,"7"0"-1303"0"0,0-1 1 0 0,0 1 0 0 0,0 0-1 0 0,1 0 1 0 0,-1 0-1 0 0,0 0 1 0 0,0 0-1 0 0,0 0 1 0 0,0 0 0 0 0,0 0-1 0 0,0 0 1 0 0,0 0-1 0 0,0 0 1 0 0,0 1 0 0 0,0-1-1 0 0,1 0 1 0 0,-1 1-1 0 0,0-1 1 0 0,0 1-1 0 0,0-1 1 0 0,1 1 0 0 0,-1-1-1 0 0,0 1 1 0 0,0-1-1 0 0,1 1 1 0 0,-1 0-1 0 0,0-1 1 0 0,1 1 0 0 0,-1 0-1 0 0,1 0 1 0 0,-1-1-1 0 0,1 1 1 0 0,-1 0-1 0 0,1 0 1 0 0,0 0 0 0 0,-1 0-1 0 0,1 0 1 0 0,0-1-1 0 0,0 1 1 0 0,0 0 0 0 0,0 0-1 0 0,-1 0 1 0 0,1 0-1 0 0,0 0 1 0 0,1 0-1 0 0,-1 1 1 0 0,-3 33 1093 0 0,2-1 0 0 0,1 0 0 0 0,6 38 0 0 0,-1 61 541 0 0,-12-13-906 0 0,-29 146 0 0 0,35-258-873 0 0,-1-1 0 0 0,1 1-1 0 0,1 0 1 0 0,-1-1 0 0 0,1 1-1 0 0,1 0 1 0 0,1 11 0 0 0,11 10-6388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7:56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60 1376 0 0,'-10'-36'3356'0'0,"10"35"-3013"0"0,-1 0 0 0 0,1-1 0 0 0,-1 1 0 0 0,1 0 0 0 0,-1-1-1 0 0,0 1 1 0 0,1 0 0 0 0,-1 0 0 0 0,0 0 0 0 0,0-1 0 0 0,0 1 0 0 0,0 0 0 0 0,0 0 0 0 0,0 0 0 0 0,0 1-1 0 0,0-1 1 0 0,0 0 0 0 0,0 0 0 0 0,-1 0 0 0 0,1 1 0 0 0,0-1 0 0 0,-3 0 0 0 0,5 20 2879 0 0,8 44-1513 0 0,0 110 1 0 0,-8-116-1130 0 0,2 0 0 0 0,2 0 0 0 0,14 58-1 0 0,-19-113-694 0 0,1 0 0 0 0,-1 0 0 0 0,1 0 0 0 0,0 0 0 0 0,-1 0 0 0 0,1 0 0 0 0,0-1-1 0 0,0 1 1 0 0,0 0 0 0 0,1-1 0 0 0,-1 1 0 0 0,2 1 0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18.9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69 234 456 0 0,'-8'-10'515'0'0,"0"-1"0"0"0,1-1 0 0 0,0 1 0 0 0,1-1 0 0 0,0-1 0 0 0,-8-23 0 0 0,10 24 98 0 0,2 6-254 0 0,0 0 0 0 0,0 0-1 0 0,1-1 1 0 0,1 1 0 0 0,-1-1 0 0 0,1 1-1 0 0,0-1 1 0 0,1-9 0 0 0,0 8 598 0 0,-1 0 1 0 0,0 0 0 0 0,0 0-1 0 0,-2-9 1 0 0,5 51 5025 0 0,-1 35-5205 0 0,-1-7-538 0 0,0 213-37 0 0,-3-142-65 0 0,17 149 1 0 0,-7-94 95 0 0,-8-183-236 0 0,-6 6-559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19.4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 93 456 0 0,'-26'-17'15557'0'0,"26"19"-15520"0"0,1-1 1 0 0,0 1-1 0 0,0-1 1 0 0,0 1 0 0 0,-1-1-1 0 0,1 0 1 0 0,1 0-1 0 0,-1 1 1 0 0,0-1-1 0 0,0 0 1 0 0,2 1-1 0 0,0 0 40 0 0,15 25 943 0 0,25 50 1 0 0,-26-46-701 0 0,20 29 0 0 0,-31-51-288 0 0,1 0 0 0 0,1-1-1 0 0,-1 1 1 0 0,1-2 0 0 0,0 1 0 0 0,1-1 0 0 0,12 8 0 0 0,-19-14-10 0 0,-1 0 0 0 0,1 0 0 0 0,0 0 0 0 0,-1-1 0 0 0,1 1 0 0 0,0-1 1 0 0,-1 1-1 0 0,1-1 0 0 0,0 1 0 0 0,0-1 0 0 0,0 0 0 0 0,-1 0 0 0 0,1 0 0 0 0,0 0 0 0 0,0 0 0 0 0,0 0 0 0 0,-1-1 0 0 0,1 1 0 0 0,0 0 0 0 0,0-1 0 0 0,-1 1 0 0 0,1-1 0 0 0,0 0 0 0 0,-1 0 0 0 0,1 0 0 0 0,-1 0 1 0 0,1 0-1 0 0,-1 0 0 0 0,1 0 0 0 0,-1 0 0 0 0,0 0 0 0 0,0-1 0 0 0,1 1 0 0 0,-1 0 0 0 0,0-1 0 0 0,1-2 0 0 0,5-7 322 0 0,0-1 1 0 0,-1 1-1 0 0,-1-1 1 0 0,5-15-1 0 0,-2 7-91 0 0,94-202 709 0 0,-94 190-5415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26.4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32 4609 0 0,'-7'-14'2044'0'0,"-2"-4"4924"0"0,11 38-3441 0 0,34 296-276 0 0,-17-117-3604 0 0,-5-128-3491 0 0,-9-55-2156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26.9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561 26 6913 0 0,'-10'-4'179'0'0,"0"0"-1"0"0,0 0 0 0 0,-1 1 1 0 0,1 0-1 0 0,-1 0 0 0 0,0 1 0 0 0,0 1 1 0 0,0 0-1 0 0,0 0 0 0 0,0 1 0 0 0,0 1 1 0 0,0 0-1 0 0,1 0 0 0 0,-1 1 0 0 0,0 0 1 0 0,-17 7-1 0 0,10-2 173 0 0,1 1 1 0 0,0 0-1 0 0,1 1 1 0 0,0 1-1 0 0,1 0 1 0 0,0 1-1 0 0,0 1 0 0 0,-24 27 1 0 0,19-17-223 0 0,1 1-1 0 0,2 0 1 0 0,0 2 0 0 0,1 0 0 0 0,2 1 0 0 0,1 0 0 0 0,1 1 0 0 0,1 1-1 0 0,-9 33 1 0 0,9-15-105 0 0,2 1 0 0 0,2 0 0 0 0,3 0 0 0 0,1 0 0 0 0,4 48 0 0 0,2-27 32 0 0,3-1 0 0 0,3 0 0 0 0,3 0 0 0 0,35 110 0 0 0,-35-142-58 0 0,1-1 1 0 0,2 0 0 0 0,1-1-1 0 0,2-1 1 0 0,1 0-1 0 0,2-2 1 0 0,0 0-1 0 0,2-1 1 0 0,2-1 0 0 0,35 31-1 0 0,-41-44 72 0 0,1 0 0 0 0,1-1-1 0 0,0-2 1 0 0,1 0 0 0 0,1-1-1 0 0,-1-1 1 0 0,1-1 0 0 0,1-1-1 0 0,0-2 1 0 0,0 0 0 0 0,0-1-1 0 0,39 2 1 0 0,-41-6 42 0 0,1-1-1 0 0,-1 0 1 0 0,0-2-1 0 0,0-1 1 0 0,0 0-1 0 0,0-2 1 0 0,0-1 0 0 0,-1 0-1 0 0,0-1 1 0 0,0-2-1 0 0,-1 0 1 0 0,0-1-1 0 0,0-1 1 0 0,19-15-1 0 0,9-14 351 0 0,-2-3-1 0 0,-1-1 1 0 0,54-71-1 0 0,-80 91-279 0 0,-2-1 0 0 0,0 0 0 0 0,-1-1-1 0 0,-2-1 1 0 0,-1-1 0 0 0,-1 0 0 0 0,16-57 0 0 0,-17 38 80 0 0,-3 1 1 0 0,-1-1-1 0 0,-3 0 1 0 0,-2-69-1 0 0,-5 39 82 0 0,-16-101-1 0 0,12 139-305 0 0,-2 0 0 0 0,-2 0 1 0 0,-1 0-1 0 0,-23-48 0 0 0,26 70-14 0 0,0 1 0 0 0,-2 0 0 0 0,0 1 0 0 0,0 0 0 0 0,-2 1 0 0 0,1 0 0 0 0,-2 1 0 0 0,0 1 0 0 0,-1 0 0 0 0,0 0 0 0 0,0 2 0 0 0,-1 0 0 0 0,-1 0 0 0 0,0 2 0 0 0,0 0 0 0 0,0 1 0 0 0,-22-5 1 0 0,13 5-68 0 0,1 1 1 0 0,-1 1-1 0 0,0 1 1 0 0,0 2 0 0 0,0 0-1 0 0,-1 2 1 0 0,1 1-1 0 0,0 1 1 0 0,0 1 0 0 0,0 2-1 0 0,-45 13 1 0 0,26 0-216 0 0,4 5-4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0.2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52 113 920 0 0,'-8'-32'1376'0'0,"6"22"-608"0"0,-1 1 0 0 0,1-1 0 0 0,-7-14 0 0 0,7 21-290 0 0,1 0 0 0 0,-1 1 0 0 0,1 0 0 0 0,-1-1 0 0 0,0 1 0 0 0,0 0 0 0 0,0 0 0 0 0,0 0 0 0 0,0 0 0 0 0,-3-2 0 0 0,5 5-267 0 0,-1-1 0 0 0,1 1-1 0 0,-1-1 1 0 0,1 1 0 0 0,0 0-1 0 0,-1-1 1 0 0,1 1 0 0 0,0 0 0 0 0,-1-1-1 0 0,1 1 1 0 0,0 0 0 0 0,0 0-1 0 0,0-1 1 0 0,0 1 0 0 0,-1 0-1 0 0,1 0 1 0 0,0-1 0 0 0,1 1-1 0 0,-1 0 1 0 0,0 0 0 0 0,0-1 0 0 0,0 1-1 0 0,0 0 1 0 0,0 0 0 0 0,1-1-1 0 0,-1 1 1 0 0,1 0 0 0 0,3 26 1 0 0,-4-26-165 0 0,13 74 192 0 0,38 196 1980 0 0,-34-200-1442 0 0,48 121-1 0 0,-59-177-866 0 0,1 2-854 0 0,11 36 1 0 0,-17-48 769 0 0,0 0 0 0 0,0 0 0 0 0,-1 1-1 0 0,1-1 1 0 0,-1 0 0 0 0,0 0 0 0 0,0 0 0 0 0,-1 1 0 0 0,0-1 0 0 0,0 0 0 0 0,0 0 0 0 0,-2 5 0 0 0,-1-3-1547 0 0,-1-4-7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0.5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17 200 6913 0 0,'-2'-3'97'0'0,"0"0"0"0"0,0 1 0 0 0,1-1 0 0 0,-1 0 0 0 0,1 0 0 0 0,0 0 0 0 0,-1 0-1 0 0,2 0 1 0 0,-1 0 0 0 0,0-1 0 0 0,0 1 0 0 0,1 0 0 0 0,0 0 0 0 0,0 0 0 0 0,0-1-1 0 0,0 1 1 0 0,0 0 0 0 0,1 0 0 0 0,-1-1 0 0 0,1 1 0 0 0,0 0 0 0 0,1-3 0 0 0,0-1 61 0 0,0-1 1 0 0,1 1-1 0 0,0 0 1 0 0,1 0 0 0 0,0 1-1 0 0,0-1 1 0 0,0 1-1 0 0,8-9 1 0 0,-7 9 66 0 0,1 1-1 0 0,0 0 1 0 0,0 0 0 0 0,0 1-1 0 0,1-1 1 0 0,-1 2 0 0 0,1-1-1 0 0,0 1 1 0 0,0 0 0 0 0,0 0-1 0 0,1 0 1 0 0,-1 1 0 0 0,1 1-1 0 0,-1-1 1 0 0,1 1 0 0 0,0 0 0 0 0,-1 1-1 0 0,14 1 1 0 0,-15-1-107 0 0,0 1 0 0 0,0 0 0 0 0,-1 1 0 0 0,1-1 0 0 0,-1 1 0 0 0,1 1 0 0 0,-1-1 0 0 0,0 1 0 0 0,0-1 0 0 0,0 1 0 0 0,0 1 0 0 0,0-1 0 0 0,0 1 0 0 0,-1 0 0 0 0,0 0 0 0 0,0 0 0 0 0,0 1 0 0 0,0-1 0 0 0,-1 1 0 0 0,0 0 0 0 0,0 0 0 0 0,0 0 0 0 0,0 0 0 0 0,3 11 0 0 0,-2 2-120 0 0,0-1 1 0 0,0 0 0 0 0,-2 1-1 0 0,0 0 1 0 0,-1 0 0 0 0,-1-1-1 0 0,-1 1 1 0 0,0 0-1 0 0,-1 0 1 0 0,-6 21 0 0 0,-1-2 507 0 0,-2 0-1 0 0,-2-1 1 0 0,-29 60 0 0 0,42-96-484 0 0,0 0 0 0 0,0 0 1 0 0,0 0-1 0 0,0 0 0 0 0,0 1 0 0 0,0-1 0 0 0,0 0 0 0 0,0 0 0 0 0,0 0 0 0 0,0 0 1 0 0,0 0-1 0 0,0 0 0 0 0,0 0 0 0 0,0 1 0 0 0,0-1 0 0 0,0 0 0 0 0,0 0 0 0 0,0 0 0 0 0,0 0 1 0 0,0 0-1 0 0,0 0 0 0 0,0 1 0 0 0,0-1 0 0 0,0 0 0 0 0,0 0 0 0 0,0 0 0 0 0,0 0 0 0 0,0 0 1 0 0,0 0-1 0 0,0 0 0 0 0,0 0 0 0 0,1 0 0 0 0,-1 1 0 0 0,0-1 0 0 0,0 0 0 0 0,0 0 1 0 0,0 0-1 0 0,0 0 0 0 0,0 0 0 0 0,0 0 0 0 0,0 0 0 0 0,1 0 0 0 0,-1 0 0 0 0,0 0 0 0 0,0 0 1 0 0,0 0-1 0 0,0 0 0 0 0,0 0 0 0 0,0 0 0 0 0,0 0 0 0 0,1 0 0 0 0,-1 0 0 0 0,0 0 1 0 0,0 0-1 0 0,0 0 0 0 0,0 0 0 0 0,0 0 0 0 0,0 0 0 0 0,0 0 0 0 0,1 0 0 0 0,-1 0 0 0 0,0 0 1 0 0,0 0-1 0 0,0 0 0 0 0,15-5 412 0 0,12-7-225 0 0,29-20-31 0 0,37-20-822 0 0,-26 25-3071 0 0,-45 19-2811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0.9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21 309 5985 0 0,'-20'22'6415'0'0,"35"-17"-3221"0"0,-10-5-2925 0 0,0-1 1 0 0,-1 1-1 0 0,1-1 0 0 0,0 0 1 0 0,0 0-1 0 0,-1-1 0 0 0,1 1 1 0 0,0-1-1 0 0,-1 0 0 0 0,1 0 1 0 0,-1-1-1 0 0,0 1 1 0 0,0-1-1 0 0,6-5 0 0 0,3-3 68 0 0,0-1 1 0 0,20-24-1 0 0,-23 25-266 0 0,-2-2-1 0 0,1 1 1 0 0,-1-1 0 0 0,-1 0 0 0 0,11-28-1 0 0,-16 34-44 0 0,1-1 1 0 0,-1 0-1 0 0,0 0 0 0 0,-1 0 0 0 0,0 0 0 0 0,0 0 0 0 0,0-1 0 0 0,-1 1 0 0 0,-1 0 1 0 0,1 0-1 0 0,-1 0 0 0 0,-3-13 0 0 0,3 20-19 0 0,1 0 0 0 0,0 0 0 0 0,0-1 0 0 0,0 1 0 0 0,-1 0 0 0 0,1 0 0 0 0,-1-1 0 0 0,1 1 0 0 0,-1 0 0 0 0,1 0-1 0 0,-1 0 1 0 0,0 0 0 0 0,0 0 0 0 0,1 0 0 0 0,-1 0 0 0 0,0 0 0 0 0,0 0 0 0 0,0 0 0 0 0,0 0 0 0 0,0 1 0 0 0,0-1 0 0 0,0 0 0 0 0,0 1 0 0 0,-1-1 0 0 0,1 1 0 0 0,0-1 0 0 0,0 1 0 0 0,0-1 0 0 0,-1 1 0 0 0,1 0 0 0 0,0 0 0 0 0,-1 0 0 0 0,1 0 0 0 0,0 0 0 0 0,0 0 0 0 0,-1 0 0 0 0,1 0-1 0 0,0 0 1 0 0,0 0 0 0 0,-1 1 0 0 0,1-1 0 0 0,0 0 0 0 0,0 1 0 0 0,-1-1 0 0 0,1 1 0 0 0,0 0 0 0 0,0-1 0 0 0,0 1 0 0 0,-1 1 0 0 0,-4 1 16 0 0,1 1 0 0 0,0 1 0 0 0,0-1 0 0 0,1 1 0 0 0,-1 0 0 0 0,1 0 0 0 0,0 0 0 0 0,-4 8 0 0 0,3-5-30 0 0,0 1 1 0 0,1-1 0 0 0,1 1-1 0 0,0 0 1 0 0,0 0 0 0 0,0 1-1 0 0,1-1 1 0 0,1 0 0 0 0,-1 1-1 0 0,2-1 1 0 0,-1 1-1 0 0,1 0 1 0 0,1-1 0 0 0,0 1-1 0 0,0-1 1 0 0,1 1 0 0 0,0-1-1 0 0,0 0 1 0 0,1 0 0 0 0,0 0-1 0 0,1 0 1 0 0,0 0 0 0 0,1-1-1 0 0,-1 1 1 0 0,2-1 0 0 0,-1 0-1 0 0,1-1 1 0 0,0 1-1 0 0,1-1 1 0 0,0-1 0 0 0,0 1-1 0 0,0-1 1 0 0,14 8 0 0 0,-9-6-542 0 0,1-1 0 0 0,0 0 1 0 0,1-2-1 0 0,0 1 1 0 0,0-2-1 0 0,0 1 0 0 0,0-2 1 0 0,1 0-1 0 0,-1-1 1 0 0,1 0-1 0 0,-1-2 0 0 0,28 0 1 0 0,-13-2-5753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1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274 9 3225 0 0,'0'-1'36'0'0,"1"1"-1"0"0,-1 0 1 0 0,0 0 0 0 0,0 0 0 0 0,0 0 0 0 0,0 0 0 0 0,0 0-1 0 0,0 0 1 0 0,1 0 0 0 0,-1 0 0 0 0,0-1 0 0 0,0 1 0 0 0,0 0-1 0 0,0 0 1 0 0,0 0 0 0 0,0 0 0 0 0,0 0 0 0 0,0 0 0 0 0,0-1 0 0 0,0 1-1 0 0,0 0 1 0 0,0 0 0 0 0,0 0 0 0 0,0 0 0 0 0,0-1 0 0 0,0 1-1 0 0,0 0 1 0 0,0 0 0 0 0,0 0 0 0 0,0 0 0 0 0,0 0 0 0 0,0-1-1 0 0,0 1 1 0 0,0 0 0 0 0,0 0 0 0 0,0 0 0 0 0,0 0 0 0 0,0 0-1 0 0,0-1 1 0 0,0 1 0 0 0,0 0 0 0 0,0 0 0 0 0,0 0 0 0 0,-1 0 0 0 0,1 0-1 0 0,0 0 1 0 0,0 0 0 0 0,0-1 0 0 0,0 1 0 0 0,0 0 0 0 0,0 0-1 0 0,-1 0 1 0 0,1 0 0 0 0,0 0 0 0 0,0 0 0 0 0,0 0 0 0 0,0 0-1 0 0,0 0 1 0 0,-1 0 0 0 0,1 0 0 0 0,-16-1 3723 0 0,-20 6 1293 0 0,25-1-4637 0 0,1 1 1 0 0,0 0-1 0 0,1 1 1 0 0,-1 0-1 0 0,1 0 0 0 0,0 1 1 0 0,1 0-1 0 0,0 1 1 0 0,0 0-1 0 0,0 0 1 0 0,1 1-1 0 0,0 0 1 0 0,1 0-1 0 0,-7 13 1 0 0,0 2-175 0 0,1 1 0 0 0,1 0 1 0 0,1 0-1 0 0,-11 47 1 0 0,15-46-119 0 0,1 1 1 0 0,-3 39-1 0 0,7-60-123 0 0,1 0-1 0 0,0 0 1 0 0,0 0-1 0 0,0 0 1 0 0,1 0-1 0 0,0 0 1 0 0,0 0-1 0 0,0 0 1 0 0,1-1-1 0 0,0 1 1 0 0,0 0-1 0 0,1-1 1 0 0,-1 1-1 0 0,1-1 1 0 0,0 0-1 0 0,1 0 1 0 0,5 7-1 0 0,-8-10-19 0 0,0-1 0 0 0,1 0-1 0 0,-1 0 1 0 0,1 0 0 0 0,-1 0 0 0 0,0 0-1 0 0,1 0 1 0 0,0 0 0 0 0,-1-1 0 0 0,1 1-1 0 0,-1 0 1 0 0,1-1 0 0 0,0 1 0 0 0,0-1 0 0 0,-1 0-1 0 0,1 0 1 0 0,0 1 0 0 0,0-1 0 0 0,-1 0-1 0 0,1 0 1 0 0,0-1 0 0 0,0 1 0 0 0,1-1-1 0 0,0 0-36 0 0,0 0 0 0 0,0-1-1 0 0,-1 1 1 0 0,1-1-1 0 0,0 0 1 0 0,-1 0 0 0 0,0 0-1 0 0,1 0 1 0 0,-1 0-1 0 0,0 0 1 0 0,0-1-1 0 0,2-2 1 0 0,3-6-21 0 0,0 0-1 0 0,-1-1 1 0 0,0 1-1 0 0,-1-2 1 0 0,4-12-1 0 0,10-60 462 0 0,-15 63-164 0 0,0 0 1 0 0,2 0 0 0 0,12-31 0 0 0,-18 51-203 0 0,1 0 0 0 0,-1 1 0 0 0,1-1 0 0 0,0 0 0 0 0,0 1 0 0 0,-1-1 0 0 0,1 1 0 0 0,0-1 0 0 0,0 1 0 0 0,0 0 1 0 0,1-1-1 0 0,-1 1 0 0 0,0 0 0 0 0,0 0 0 0 0,1-1 0 0 0,-1 1 0 0 0,1 0 0 0 0,-1 1 0 0 0,1-1 0 0 0,-1 0 0 0 0,1 0 1 0 0,0 1-1 0 0,-1-1 0 0 0,4 0 0 0 0,-3 1-5 0 0,0 1 1 0 0,0 0 0 0 0,0 0 0 0 0,0 0-1 0 0,0 0 1 0 0,0 0 0 0 0,-1 0-1 0 0,1 0 1 0 0,0 1 0 0 0,-1-1-1 0 0,1 1 1 0 0,0-1 0 0 0,-1 1-1 0 0,0-1 1 0 0,1 1 0 0 0,-1 0-1 0 0,0 0 1 0 0,0 0 0 0 0,0-1-1 0 0,1 4 1 0 0,35 70 219 0 0,-20-41-121 0 0,28 45 0 0 0,-37-67-120 0 0,0-1 0 0 0,1 0 0 0 0,1-1 0 0 0,0 0 0 0 0,0 0 0 0 0,1-1 0 0 0,17 12-1 0 0,-20-16 17 0 0,1 1 0 0 0,0-1 0 0 0,0 0-1 0 0,0-1 1 0 0,1 0 0 0 0,0-1-1 0 0,12 3 1 0 0,-21-6 1 0 0,-1 0-1 0 0,1 0 1 0 0,0 0 0 0 0,0 0 0 0 0,-1-1-1 0 0,1 1 1 0 0,0 0 0 0 0,-1-1-1 0 0,1 1 1 0 0,0-1 0 0 0,-1 1 0 0 0,1 0-1 0 0,-1-1 1 0 0,1 1 0 0 0,0-1 0 0 0,-1 0-1 0 0,1 1 1 0 0,-1-1 0 0 0,0 1-1 0 0,1-1 1 0 0,-1 0 0 0 0,1 1 0 0 0,-1-1-1 0 0,0 0 1 0 0,0 0 0 0 0,1 1 0 0 0,-1-1-1 0 0,0 0 1 0 0,0 0 0 0 0,0 1 0 0 0,0-2-1 0 0,4-29 373 0 0,-4 28-342 0 0,4-78 562 0 0,-4 49-555 0 0,2-1-1 0 0,1 0 1 0 0,1 1 0 0 0,2-1 0 0 0,13-43 0 0 0,-10 57-1822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2.6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178 84 10138 0 0,'-1'-1'138'0'0,"1"1"1"0"0,-1-1-1 0 0,0 0 0 0 0,1 0 0 0 0,-1 1 0 0 0,0-1 1 0 0,1 0-1 0 0,-1 1 0 0 0,0-1 0 0 0,0 1 0 0 0,1-1 1 0 0,-1 1-1 0 0,0-1 0 0 0,0 1 0 0 0,0 0 0 0 0,0-1 1 0 0,0 1-1 0 0,1 0 0 0 0,-1 0 0 0 0,0-1 0 0 0,0 1 1 0 0,0 0-1 0 0,0 0 0 0 0,0 0 0 0 0,0 0 0 0 0,0 0 1 0 0,0 0-1 0 0,-1 1 0 0 0,-30 2 1954 0 0,26 0-1982 0 0,1 0 0 0 0,-1 0 0 0 0,1 1 0 0 0,-1-1 0 0 0,1 1 0 0 0,0 0 1 0 0,1 1-1 0 0,-1-1 0 0 0,1 1 0 0 0,0 0 0 0 0,0 0 0 0 0,0 0 0 0 0,1 0 0 0 0,0 1 0 0 0,0 0 0 0 0,0-1 0 0 0,-3 11 0 0 0,-3 8 368 0 0,2 0 0 0 0,-10 51-1 0 0,15-61-477 0 0,0 0 0 0 0,0 0 0 0 0,2 0 0 0 0,0 0 0 0 0,0 0 0 0 0,1 0 0 0 0,4 20 0 0 0,-3-29 0 0 0,-1-1 0 0 0,1 1 0 0 0,-1 0 0 0 0,1 0 0 0 0,1-1 0 0 0,-1 1 0 0 0,1-1 0 0 0,-1 1 0 0 0,1-1 0 0 0,1 0 0 0 0,-1 0 0 0 0,0 0 0 0 0,1-1 0 0 0,0 1 0 0 0,0-1 0 0 0,0 0 0 0 0,0 0 0 0 0,1-1 0 0 0,-1 1 0 0 0,1-1 0 0 0,-1 0 0 0 0,1 0 0 0 0,7 2 0 0 0,-3-2 8 0 0,0 0-1 0 0,0 0 1 0 0,0-1-1 0 0,0-1 0 0 0,0 1 1 0 0,1-2-1 0 0,-1 1 1 0 0,0-1-1 0 0,0 0 1 0 0,0-1-1 0 0,14-4 0 0 0,-11 1 18 0 0,1 0 0 0 0,-1-1 0 0 0,0 0 0 0 0,0-1 0 0 0,0-1 0 0 0,-1 0-1 0 0,13-12 1 0 0,-9 7 4 0 0,-1-1-1 0 0,-1-1 0 0 0,0-1 1 0 0,-1 0-1 0 0,-1 0 0 0 0,0-1 1 0 0,-1-1-1 0 0,-1 1 1 0 0,-1-2-1 0 0,10-31 0 0 0,-15 38 6 0 0,-1 0 0 0 0,0-1 0 0 0,-1 1 0 0 0,0 0 0 0 0,-1-1-1 0 0,-1 1 1 0 0,0 0 0 0 0,0-1 0 0 0,-1 1 0 0 0,-1 0 0 0 0,-5-15-1 0 0,7 23-44 0 0,0 0-1 0 0,-1 0 0 0 0,0 0 1 0 0,1 0-1 0 0,-1 1 0 0 0,0-1 1 0 0,-1 1-1 0 0,1 0 0 0 0,-1-1 1 0 0,1 1-1 0 0,-1 0 0 0 0,0 0 1 0 0,0 1-1 0 0,0-1 0 0 0,-1 1 1 0 0,1-1-1 0 0,0 1 1 0 0,-1 0-1 0 0,0 0 0 0 0,1 1 1 0 0,-1-1-1 0 0,0 1 0 0 0,0 0 1 0 0,0 0-1 0 0,0 0 0 0 0,0 0 1 0 0,0 1-1 0 0,0-1 0 0 0,0 1 1 0 0,0 0-1 0 0,-1 1 0 0 0,1-1 1 0 0,0 1-1 0 0,0-1 0 0 0,0 1 1 0 0,-7 3-1 0 0,-12 5-1201 0 0,0 1-3437 0 0,3 2-1528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2.9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118 58 6913 0 0,'-3'-5'703'0'0,"0"-1"0"0"0,0 0 0 0 0,-1 1 0 0 0,0 0 0 0 0,0 0 0 0 0,0 0 0 0 0,-1 1 0 0 0,-6-6 0 0 0,10 9-475 0 0,0 0 0 0 0,0 1 0 0 0,0-1 0 0 0,0 0 0 0 0,0 1 0 0 0,0-1 0 0 0,0 1 0 0 0,-1 0 1 0 0,1-1-1 0 0,0 1 0 0 0,0 0 0 0 0,-1-1 0 0 0,1 1 0 0 0,0 0 0 0 0,0 0 0 0 0,-1 0 0 0 0,1 0 1 0 0,0 1-1 0 0,-2-1 0 0 0,1 1-134 0 0,1 0 0 0 0,-1 0 0 0 0,0 0-1 0 0,1 0 1 0 0,0 0 0 0 0,-1 0 0 0 0,1 1 0 0 0,0-1 0 0 0,-1 0 0 0 0,1 1 0 0 0,0-1 0 0 0,0 1 0 0 0,0 0 0 0 0,0-1-1 0 0,0 1 1 0 0,1 0 0 0 0,-2 2 0 0 0,-5 20 141 0 0,1 0 0 0 0,1 0 0 0 0,1 0-1 0 0,1 1 1 0 0,2-1 0 0 0,1 28 0 0 0,-1-21-89 0 0,0 44 89 0 0,3-1 1 0 0,4 0-1 0 0,16 81 1 0 0,-11-101-609 0 0,3 0 0 0 0,3 0 0 0 0,1-2 0 0 0,46 89 0 0 0,-52-118-1738 0 0,-2-4-4599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3.1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23 325 5985 0 0,'-2'-4'366'0'0,"-1"1"1"0"0,1-1-1 0 0,-1 0 0 0 0,1 0 0 0 0,0 1 0 0 0,1-1 1 0 0,-1-1-1 0 0,1 1 0 0 0,0 0 0 0 0,0 0 0 0 0,0 0 0 0 0,0-1 1 0 0,1 1-1 0 0,0 0 0 0 0,-1-1 0 0 0,2 1 0 0 0,-1-1 0 0 0,0 1 1 0 0,1 0-1 0 0,2-8 0 0 0,-1 3 60 0 0,1 1 0 0 0,-1-1 0 0 0,2 1 0 0 0,-1 0 0 0 0,1 0 1 0 0,0 0-1 0 0,1 0 0 0 0,0 1 0 0 0,8-11 0 0 0,5 1-508 0 0,1 1 1 0 0,0 1 0 0 0,1 1-1 0 0,1 0 1 0 0,0 2 0 0 0,0 0-1 0 0,1 2 1 0 0,26-9 0 0 0,-25 8 65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4.0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166 102 5985 0 0,'0'-3'297'0'0,"-3"-53"4390"0"0,2 54-4452 0 0,1 0-1 0 0,0 0 1 0 0,0 0-1 0 0,-1 0 0 0 0,1 0 1 0 0,-1 0-1 0 0,1 0 1 0 0,-1 0-1 0 0,0 0 1 0 0,0 0-1 0 0,0 1 0 0 0,0-1 1 0 0,0 0-1 0 0,0 1 1 0 0,0-1-1 0 0,-1 0 1 0 0,1 1-1 0 0,-1 0 0 0 0,1-1 1 0 0,-1 1-1 0 0,1 0 1 0 0,-1 0-1 0 0,-3-2 1 0 0,3 3-83 0 0,-1 0 0 0 0,1 0 0 0 0,-1 0 1 0 0,0 1-1 0 0,1-1 0 0 0,-1 1 0 0 0,1-1 1 0 0,-1 1-1 0 0,1 0 0 0 0,0 0 0 0 0,-1 0 1 0 0,1 0-1 0 0,0 0 0 0 0,0 1 0 0 0,0-1 1 0 0,0 1-1 0 0,0-1 0 0 0,0 1 1 0 0,0 0-1 0 0,0 0 0 0 0,0 0 0 0 0,1 0 1 0 0,-2 3-1 0 0,-4 4 53 0 0,0 1 0 0 0,1 1 0 0 0,-9 17 0 0 0,6-5-178 0 0,1 0 0 0 0,0 1 0 0 0,2 0 0 0 0,1 1 0 0 0,1-1 1 0 0,1 1-1 0 0,1 0 0 0 0,1 0 0 0 0,1 0 0 0 0,6 47 0 0 0,-3-58-10 0 0,0 1-1 0 0,1 0 1 0 0,1-1-1 0 0,0 0 1 0 0,0 0-1 0 0,2 0 1 0 0,0-1-1 0 0,13 19 1 0 0,-14-23-12 0 0,1-1 0 0 0,0 0 0 0 0,1 0 0 0 0,0-1-1 0 0,0 0 1 0 0,1 0 0 0 0,0-1 0 0 0,0 0 0 0 0,0 0 0 0 0,1-1 0 0 0,0-1 0 0 0,17 7 0 0 0,-21-9-12 0 0,0-1 1 0 0,0 1 0 0 0,0-1 0 0 0,0 0 0 0 0,0-1 0 0 0,0 0 0 0 0,0 0 0 0 0,0 0 0 0 0,0 0-1 0 0,0-1 1 0 0,0 0 0 0 0,0 0 0 0 0,5-3 0 0 0,-8 3 5 0 0,0 0-1 0 0,0 0 1 0 0,0-1 0 0 0,-1 1-1 0 0,1-1 1 0 0,-1 0 0 0 0,1 0-1 0 0,-1 0 1 0 0,0 0 0 0 0,1 0-1 0 0,-1-1 1 0 0,0 1 0 0 0,0-1-1 0 0,-1 1 1 0 0,1-1 0 0 0,-1 0-1 0 0,1 1 1 0 0,-1-1 0 0 0,0 0-1 0 0,0 0 1 0 0,0 0 0 0 0,0 0 0 0 0,-1 0-1 0 0,1 0 1 0 0,-1 0 0 0 0,1-5-1 0 0,-1 0 49 0 0,0 1-1 0 0,-1-1 0 0 0,0 1 0 0 0,0-1 1 0 0,0 1-1 0 0,-1-1 0 0 0,0 1 0 0 0,-1 0 1 0 0,1 0-1 0 0,-2 0 0 0 0,1 0 0 0 0,-1 0 1 0 0,0 1-1 0 0,-5-8 0 0 0,5 10-15 0 0,0 0-1 0 0,1 0 1 0 0,-1 0 0 0 0,-1 0-1 0 0,1 1 1 0 0,0 0 0 0 0,-1 0-1 0 0,0 0 1 0 0,0 0 0 0 0,0 1-1 0 0,0 0 1 0 0,0 0 0 0 0,0 0-1 0 0,0 0 1 0 0,-1 1 0 0 0,1 0-1 0 0,0 0 1 0 0,-1 1 0 0 0,1 0-1 0 0,-8 0 1 0 0,1 1-118 0 0,0 1 0 0 0,0 0 1 0 0,0 1-1 0 0,0 0 0 0 0,0 1 1 0 0,1 0-1 0 0,-12 6 0 0 0,-1 3-659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6.9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207 45 1840 0 0,'-3'-1'633'0'0,"1"1"1"0"0,-1-1-1 0 0,1 1 0 0 0,-1-1 0 0 0,1 0 0 0 0,-1 0 0 0 0,1 0 0 0 0,0 0 0 0 0,-1 0 0 0 0,1-1 0 0 0,-3-1 0 0 0,3 1-242 0 0,-1 0 0 0 0,1 1-1 0 0,-1 0 1 0 0,1-1 0 0 0,-1 1-1 0 0,1 0 1 0 0,-1 0 0 0 0,1 0 0 0 0,-1 0-1 0 0,0 1 1 0 0,-4-1 0 0 0,3 1-244 0 0,0 1 1 0 0,0 0-1 0 0,0 0 1 0 0,1 0-1 0 0,-1 0 1 0 0,0 1-1 0 0,1 0 1 0 0,-1-1-1 0 0,1 1 1 0 0,0 0-1 0 0,0 1 1 0 0,-1-1-1 0 0,1 1 1 0 0,1-1-1 0 0,-1 1 1 0 0,0 0-1 0 0,1 0 1 0 0,-1 0-1 0 0,-2 4 1 0 0,-6 10 100 0 0,1 1 0 0 0,-12 25-1 0 0,17-33-192 0 0,1 0-31 0 0,0 0 0 0 0,1 0 0 0 0,0 0 0 0 0,0 0-1 0 0,1 1 1 0 0,0-1 0 0 0,0 16 0 0 0,2-24-28 0 0,0 0 0 0 0,-1 0 0 0 0,1 0 1 0 0,0 0-1 0 0,1 0 0 0 0,-1 0 0 0 0,0 0 1 0 0,1 0-1 0 0,-1 0 0 0 0,1 0 0 0 0,-1 0 1 0 0,1 0-1 0 0,0-1 0 0 0,0 1 1 0 0,0 0-1 0 0,0 0 0 0 0,0-1 0 0 0,0 1 1 0 0,0 0-1 0 0,1-1 0 0 0,-1 1 0 0 0,1-1 1 0 0,-1 0-1 0 0,1 1 0 0 0,-1-1 0 0 0,1 0 1 0 0,0 0-1 0 0,0 0 0 0 0,-1 0 1 0 0,1 0-1 0 0,0-1 0 0 0,0 1 0 0 0,0 0 1 0 0,0-1-1 0 0,0 1 0 0 0,0-1 0 0 0,0 0 1 0 0,0 0-1 0 0,0 0 0 0 0,0 0 1 0 0,0 0-1 0 0,0 0 0 0 0,0 0 0 0 0,0-1 1 0 0,0 1-1 0 0,2-2 0 0 0,5 0-133 0 0,0-1-1 0 0,0 0 1 0 0,0 0 0 0 0,-1-1-1 0 0,0 0 1 0 0,0 0-1 0 0,0-1 1 0 0,0-1-1 0 0,0 1 1 0 0,-1-1 0 0 0,0 0-1 0 0,10-12 1 0 0,-6 5 93 0 0,-1 0 0 0 0,0 0-1 0 0,-1-1 1 0 0,0-1 0 0 0,-1 1 0 0 0,7-20 0 0 0,-10 20 584 0 0,-1 1 0 0 0,0-1 0 0 0,-1 0 0 0 0,-1 0 0 0 0,2-29-1 0 0,0 100 1994 0 0,-2-48-2525 0 0,-1-1 1 0 0,1 0-1 0 0,1 0 0 0 0,-1 1 1 0 0,1-2-1 0 0,1 1 1 0 0,0 0-1 0 0,0-1 1 0 0,0 0-1 0 0,1 0 0 0 0,0 0 1 0 0,0 0-1 0 0,1-1 1 0 0,0 0-1 0 0,8 7 1 0 0,-4-5-6 0 0,1 0 1 0 0,0-1 0 0 0,21 10-1 0 0,-30-15-22 0 0,2 0 0 0 0,-1-1-1 0 0,0 0 1 0 0,0 0-1 0 0,0 0 1 0 0,1 0-1 0 0,-1 0 1 0 0,0-1-1 0 0,1 1 1 0 0,-1-1 0 0 0,0 0-1 0 0,1 0 1 0 0,-1 0-1 0 0,1 0 1 0 0,-1-1-1 0 0,0 0 1 0 0,1 1 0 0 0,-1-1-1 0 0,0 0 1 0 0,4-2-1 0 0,-4 0-8 0 0,0 1-1 0 0,0-1 1 0 0,0 0-1 0 0,0 0 1 0 0,0-1 0 0 0,0 1-1 0 0,-1-1 1 0 0,0 1-1 0 0,4-8 1 0 0,15-40-299 0 0,-13 31 275 0 0,-2 6 59 0 0,-4 5 6 0 0,1 1 0 0 0,1-1 1 0 0,0 1-1 0 0,0 0 0 0 0,1 0 0 0 0,0 1 0 0 0,0-1 1 0 0,9-9-1 0 0,-13 17-11 0 0,-1 0 1 0 0,1-1-1 0 0,-1 1 0 0 0,1 0 1 0 0,-1 0-1 0 0,1 0 0 0 0,-1 0 1 0 0,1 0-1 0 0,0 0 0 0 0,-1 0 1 0 0,1 0-1 0 0,-1 0 1 0 0,1 1-1 0 0,-1-1 0 0 0,1 0 1 0 0,-1 0-1 0 0,1 0 0 0 0,-1 1 1 0 0,1-1-1 0 0,-1 0 0 0 0,1 1 1 0 0,-1-1-1 0 0,1 0 1 0 0,-1 1-1 0 0,1-1 0 0 0,-1 0 1 0 0,0 1-1 0 0,1-1 0 0 0,-1 1 1 0 0,0-1-1 0 0,1 1 0 0 0,-1-1 1 0 0,0 1-1 0 0,0-1 1 0 0,1 1-1 0 0,-1-1 0 0 0,0 1 1 0 0,0-1-1 0 0,0 1 0 0 0,0-1 1 0 0,0 1-1 0 0,0 0 0 0 0,0 0 1 0 0,10 32 36 0 0,-9-29-33 0 0,3 11 46 0 0,0 1-1 0 0,1-1 1 0 0,1-1 0 0 0,12 24-1 0 0,-16-34-83 0 0,0-1-1 0 0,0 1 0 0 0,0-1 1 0 0,0 0-1 0 0,1 0 1 0 0,0 0-1 0 0,-1 0 1 0 0,1 0-1 0 0,0-1 1 0 0,0 1-1 0 0,1-1 0 0 0,-1 0 1 0 0,0 0-1 0 0,1 0 1 0 0,-1 0-1 0 0,1-1 1 0 0,0 1-1 0 0,-1-1 0 0 0,1 0 1 0 0,0 0-1 0 0,0 0 1 0 0,0-1-1 0 0,0 1 1 0 0,6-1-1 0 0,-6-1-9 0 0,0 1-1 0 0,-1-1 1 0 0,1 0 0 0 0,0-1-1 0 0,-1 1 1 0 0,1-1 0 0 0,0 1-1 0 0,-1-1 1 0 0,0 0 0 0 0,1-1-1 0 0,-1 1 1 0 0,0 0 0 0 0,5-6-1 0 0,36-46 192 0 0,-11 13 91 0 0,-31 39-240 0 0,0 0 0 0 0,-1 0 1 0 0,1 1-1 0 0,0-1 0 0 0,0 1 0 0 0,0-1 1 0 0,1 1-1 0 0,-1-1 0 0 0,0 1 0 0 0,0 0 1 0 0,1 0-1 0 0,-1 0 0 0 0,4 0 0 0 0,-5 1 5 0 0,0 0-1 0 0,0 0 0 0 0,0 1 1 0 0,0-1-1 0 0,0 1 0 0 0,0-1 1 0 0,0 0-1 0 0,0 1 0 0 0,0 0 1 0 0,0-1-1 0 0,-1 1 1 0 0,1-1-1 0 0,0 1 0 0 0,0 0 1 0 0,-1 0-1 0 0,1-1 0 0 0,0 1 1 0 0,-1 0-1 0 0,1 0 0 0 0,0 0 1 0 0,-1 0-1 0 0,1 0 0 0 0,-1 0 1 0 0,0 0-1 0 0,1 0 0 0 0,-1 0 1 0 0,0 0-1 0 0,1 0 0 0 0,-1 0 1 0 0,0 0-1 0 0,0 0 0 0 0,0 2 1 0 0,2 9 33 0 0,1 0 0 0 0,0 0 1 0 0,1 0-1 0 0,1 0 1 0 0,0 0-1 0 0,0-1 0 0 0,1 0 1 0 0,13 18-1 0 0,-10-18-773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7.5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275 379 10594 0 0,'0'-2'159'0'0,"0"-1"0"0"0,0 1 0 0 0,-1-1 0 0 0,1 1 0 0 0,-1 0 0 0 0,1-1 0 0 0,-1 1 0 0 0,0 0 0 0 0,1-1 0 0 0,-1 1 0 0 0,0 0 0 0 0,-1 0 0 0 0,1 0 0 0 0,0 0 0 0 0,-1 0 0 0 0,1 0 0 0 0,-1 0 0 0 0,1 1 0 0 0,-1-1-1 0 0,0 0 1 0 0,0 1 0 0 0,0-1 0 0 0,0 1 0 0 0,0 0 0 0 0,0 0 0 0 0,0-1 0 0 0,0 2 0 0 0,-1-1 0 0 0,1 0 0 0 0,0 0 0 0 0,-1 1 0 0 0,1-1 0 0 0,0 1 0 0 0,-1 0 0 0 0,-2-1 0 0 0,-1 0 124 0 0,0 1 1 0 0,0-1 0 0 0,-1 1-1 0 0,1 0 1 0 0,0 0-1 0 0,0 1 1 0 0,0 0 0 0 0,0 0-1 0 0,0 1 1 0 0,0-1-1 0 0,0 1 1 0 0,0 0 0 0 0,0 1-1 0 0,-8 5 1 0 0,5-3-138 0 0,1 1 1 0 0,0 0 0 0 0,1 0-1 0 0,0 1 1 0 0,0 0 0 0 0,0 1-1 0 0,1-1 1 0 0,-10 16 0 0 0,10-13-150 0 0,0 0 1 0 0,0 1-1 0 0,1-1 1 0 0,1 1-1 0 0,0 0 1 0 0,1 0-1 0 0,0 0 1 0 0,0 1 0 0 0,1-1-1 0 0,1 1 1 0 0,0-1-1 0 0,0 1 1 0 0,1 0-1 0 0,1-1 1 0 0,0 1-1 0 0,3 15 1 0 0,-3-23-59 0 0,1 0 1 0 0,-1 0 0 0 0,1 1 0 0 0,0-1-1 0 0,0 0 1 0 0,0-1 0 0 0,1 1-1 0 0,-1 0 1 0 0,1-1 0 0 0,0 1 0 0 0,0-1-1 0 0,0 0 1 0 0,0 0 0 0 0,1 0 0 0 0,-1 0-1 0 0,1-1 1 0 0,0 1 0 0 0,0-1-1 0 0,0 0 1 0 0,0 0 0 0 0,0-1 0 0 0,0 1-1 0 0,1-1 1 0 0,-1 0 0 0 0,0 0-1 0 0,1 0 1 0 0,-1 0 0 0 0,1-1 0 0 0,-1 0-1 0 0,7 0 1 0 0,-2-1-190 0 0,-1 0-1 0 0,0 0 1 0 0,0-1 0 0 0,0 0-1 0 0,0-1 1 0 0,0 1-1 0 0,-1-2 1 0 0,1 1 0 0 0,-1-1-1 0 0,0 0 1 0 0,0 0 0 0 0,0-1-1 0 0,-1 0 1 0 0,1 0-1 0 0,10-12 1 0 0,-7 4 179 0 0,-1 0-1 0 0,0-1 1 0 0,-1 0-1 0 0,-1 0 1 0 0,0-1 0 0 0,-1 0-1 0 0,0-1 1 0 0,-1 1-1 0 0,-1-1 1 0 0,-1 0 0 0 0,3-28-1 0 0,-2-15 1481 0 0,-6-111 1 0 0,-1 113-390 0 0,3 28-394 0 0,0 18-352 0 0,1 0 0 0 0,-2 0 0 0 0,1 0 0 0 0,-2 1 0 0 0,1-1 0 0 0,-1 0 0 0 0,-1 1-1 0 0,-4-14 1 0 0,7 24-258 0 0,0 0-1 0 0,0 0 1 0 0,0 0-1 0 0,0 0 1 0 0,0-1-1 0 0,0 1 0 0 0,0 0 1 0 0,0 0-1 0 0,0 0 1 0 0,0 0-1 0 0,-1 0 1 0 0,1-1-1 0 0,0 1 0 0 0,0 0 1 0 0,0 0-1 0 0,0 0 1 0 0,0 0-1 0 0,0 0 1 0 0,0 0-1 0 0,0-1 1 0 0,0 1-1 0 0,0 0 0 0 0,-1 0 1 0 0,1 0-1 0 0,0 0 1 0 0,0 0-1 0 0,0 0 1 0 0,0 0-1 0 0,0 0 0 0 0,-1 0 1 0 0,1 0-1 0 0,0 0 1 0 0,0-1-1 0 0,0 1 1 0 0,0 0-1 0 0,0 0 1 0 0,-1 0-1 0 0,1 0 0 0 0,0 0 1 0 0,0 0-1 0 0,0 0 1 0 0,0 0-1 0 0,0 0 1 0 0,-1 0-1 0 0,1 1 0 0 0,0-1 1 0 0,0 0-1 0 0,0 0 1 0 0,0 0-1 0 0,0 0 1 0 0,-1 0-1 0 0,1 0 1 0 0,0 0-1 0 0,0 0 0 0 0,0 0 1 0 0,0 0-1 0 0,0 0 1 0 0,0 1-1 0 0,-1-1 1 0 0,1 0-1 0 0,0 0 0 0 0,0 0 1 0 0,-4 16 377 0 0,3 20-89 0 0,6 11-165 0 0,1 0 1 0 0,3-1-1 0 0,1 0 1 0 0,31 81-1 0 0,-15-62-1438 0 0,38 65-1 0 0,-43-93-6552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7.9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41 157 4145 0 0,'-3'-3'472'0'0,"-2"-1"630"0"0,0-1 0 0 0,1 1 0 0 0,0-1 0 0 0,0 0 0 0 0,1 0 0 0 0,-1 0 0 0 0,-3-8 0 0 0,7 12-918 0 0,-1-1 0 0 0,1 0 0 0 0,-1 0 0 0 0,1 0-1 0 0,0 0 1 0 0,0 0 0 0 0,0 0 0 0 0,0 0 0 0 0,0 0-1 0 0,1 0 1 0 0,-1 0 0 0 0,1 0 0 0 0,-1 0 0 0 0,1 0-1 0 0,0 0 1 0 0,-1 0 0 0 0,1 0 0 0 0,0 0 0 0 0,0 1 0 0 0,0-1-1 0 0,1 0 1 0 0,-1 1 0 0 0,0-1 0 0 0,1 1 0 0 0,-1 0-1 0 0,1-1 1 0 0,2-1 0 0 0,5-4-96 0 0,1 1 0 0 0,-1 0 0 0 0,2 0-1 0 0,-1 1 1 0 0,1 0 0 0 0,-1 1 0 0 0,1 0 0 0 0,1 1 0 0 0,-1 0 0 0 0,0 1-1 0 0,1 0 1 0 0,-1 0 0 0 0,1 2 0 0 0,0-1 0 0 0,-1 1 0 0 0,23 4 0 0 0,-31-3-87 0 0,0-1 1 0 0,-1 1 0 0 0,1 0 0 0 0,0 0-1 0 0,-1 1 1 0 0,0-1 0 0 0,1 0 0 0 0,-1 1-1 0 0,0-1 1 0 0,1 1 0 0 0,-1 0 0 0 0,0 0-1 0 0,0 0 1 0 0,0 0 0 0 0,-1 0 0 0 0,1 0 0 0 0,-1 1-1 0 0,1-1 1 0 0,-1 0 0 0 0,1 1 0 0 0,-1-1-1 0 0,0 1 1 0 0,0 0 0 0 0,-1-1 0 0 0,1 1-1 0 0,0 0 1 0 0,-1-1 0 0 0,0 1 0 0 0,1 0-1 0 0,-1 3 1 0 0,0 10-82 0 0,-1 1 1 0 0,-1-1-1 0 0,0 1 1 0 0,-5 17-1 0 0,0 5-323 0 0,6-35 389 0 0,1 0 1 0 0,-1 1 0 0 0,1-1-1 0 0,0 1 1 0 0,0-1-1 0 0,1 1 1 0 0,0-1 0 0 0,-1 0-1 0 0,1 1 1 0 0,1-1-1 0 0,-1 0 1 0 0,1 0 0 0 0,-1 0-1 0 0,5 7 1 0 0,-2-6 7 0 0,0-1 1 0 0,0 1-1 0 0,0-1 1 0 0,0 0-1 0 0,1 0 1 0 0,0-1-1 0 0,0 1 1 0 0,0-1-1 0 0,0 0 1 0 0,8 3-1 0 0,10 4-42 0 0,-14-7 21 0 0,-1 1-1 0 0,0-1 1 0 0,0 2 0 0 0,0-1 0 0 0,0 1-1 0 0,-1 0 1 0 0,10 9 0 0 0,-16-12 29 0 0,0 0 0 0 0,0-1 1 0 0,0 1-1 0 0,-1 0 0 0 0,1 0 1 0 0,0 0-1 0 0,-1-1 0 0 0,1 1 1 0 0,-1 0-1 0 0,0 0 1 0 0,0 0-1 0 0,0 0 0 0 0,0 0 1 0 0,0 0-1 0 0,0 0 0 0 0,0 0 1 0 0,-1-1-1 0 0,1 1 0 0 0,0 0 1 0 0,-1 0-1 0 0,0 0 0 0 0,1 0 1 0 0,-1-1-1 0 0,0 1 0 0 0,0 0 1 0 0,0-1-1 0 0,0 1 0 0 0,0-1 1 0 0,-1 1-1 0 0,1-1 1 0 0,-2 2-1 0 0,-4 5 206 0 0,0 0 1 0 0,0-1-1 0 0,-1 0 1 0 0,-11 8-1 0 0,-13 1-1492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38.47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1 337 3225 0 0,'0'1'240'0'0,"0"1"245"0"0,8 17 7757 0 0,-6-17-7757 0 0,23 10 3645 0 0,-20-11-3735 0 0,0 0-1 0 0,0 0 1 0 0,0-1 0 0 0,0 1-1 0 0,0-1 1 0 0,1 0 0 0 0,9-2-1 0 0,-13 2-374 0 0,0 0 0 0 0,0-1-1 0 0,0 1 1 0 0,0-1-1 0 0,0 0 1 0 0,0 0 0 0 0,0 0-1 0 0,0 0 1 0 0,-1 0 0 0 0,1 0-1 0 0,0 0 1 0 0,-1 0 0 0 0,1-1-1 0 0,-1 1 1 0 0,1-1 0 0 0,-1 1-1 0 0,1-1 1 0 0,-1 0 0 0 0,0 1-1 0 0,0-1 1 0 0,0 0-1 0 0,1-2 1 0 0,0-2 35 0 0,-1 0-1 0 0,0 1 0 0 0,-1-1 1 0 0,1 0-1 0 0,-1 0 1 0 0,0-8-1 0 0,0-18 25 0 0,3 1 188 0 0,1 0 0 0 0,14-51 0 0 0,-16 74-217 0 0,0 0 0 0 0,1 1 0 0 0,0-1 0 0 0,0 1 0 0 0,1-1 0 0 0,0 1 0 0 0,0 0 0 0 0,1 0 0 0 0,0 1 0 0 0,0-1 0 0 0,1 1 0 0 0,0 0 0 0 0,0 0 0 0 0,0 1 0 0 0,11-8 0 0 0,-15 13-44 0 0,-1-1-1 0 0,1 0 1 0 0,0 1 0 0 0,-1-1-1 0 0,1 1 1 0 0,0-1 0 0 0,-1 1-1 0 0,1 0 1 0 0,0 0 0 0 0,0 0-1 0 0,-1 0 1 0 0,1 0 0 0 0,0 0 0 0 0,0 0-1 0 0,-1 0 1 0 0,1 1 0 0 0,0-1-1 0 0,-1 1 1 0 0,1-1 0 0 0,0 1-1 0 0,-1 0 1 0 0,1 0 0 0 0,-1-1-1 0 0,1 1 1 0 0,-1 0 0 0 0,1 1 0 0 0,-1-1-1 0 0,0 0 1 0 0,1 0 0 0 0,-1 0-1 0 0,0 1 1 0 0,0-1 0 0 0,0 1-1 0 0,1 2 1 0 0,5 7-26 0 0,0 0-1 0 0,-1 0 1 0 0,8 23-1 0 0,-8-17 112 0 0,6 9-176 0 0,1-1 1 0 0,0 0-1 0 0,2-1 0 0 0,1 0 1 0 0,1-1-1 0 0,20 21 1 0 0,-35-43 90 0 0,-1 0 1 0 0,0 0 0 0 0,1-1 0 0 0,-1 1-1 0 0,1 0 1 0 0,-1 0 0 0 0,1-1 0 0 0,-1 1 0 0 0,1-1-1 0 0,-1 0 1 0 0,1 1 0 0 0,-1-1 0 0 0,1 0-1 0 0,0 0 1 0 0,-1 0 0 0 0,1 0 0 0 0,0 0-1 0 0,-1 0 1 0 0,1-1 0 0 0,-1 1 0 0 0,1 0-1 0 0,-1-1 1 0 0,1 1 0 0 0,-1-1 0 0 0,1 0-1 0 0,-1 1 1 0 0,1-1 0 0 0,-1 0 0 0 0,0 0-1 0 0,3-1 1 0 0,6-6 25 0 0,0 0 0 0 0,19-18 0 0 0,-15 13-144 0 0,16-13-361 0 0,-17 15 225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56.2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 94 6913 0 0,'-6'-10'581'0'0,"0"0"0"0"0,1 0 0 0 0,-7-19 0 0 0,-3-6 5795 0 0,20 64-1273 0 0,-4 32-4580 0 0,-2-38 9 0 0,-4 169-82 0 0,1-78-66 0 0,11 135 0 0 0,-3-217-704 0 0,1 0 0 0 0,2 0 1 0 0,1-1-1 0 0,12 32 0 0 0,-7-31-914 0 0,2-1 0 0 0,0 0 0 0 0,34 48 0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56.8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206 25 2761 0 0,'-3'-2'352'0'0,"0"-1"0"0"0,-1 1 0 0 0,1-1 0 0 0,0 1 0 0 0,-1 0 0 0 0,1 0 0 0 0,-1 1 0 0 0,1-1 0 0 0,-1 1 0 0 0,0 0 1 0 0,0 0-1 0 0,0 0 0 0 0,1 0 0 0 0,-1 1 0 0 0,0-1 0 0 0,0 1 0 0 0,0 0 0 0 0,0 0 0 0 0,0 1 0 0 0,0-1 0 0 0,0 1 1 0 0,0 0-1 0 0,0 0 0 0 0,1 0 0 0 0,-1 0 0 0 0,-4 3 0 0 0,-3 1 374 0 0,-1 1 1 0 0,1 0-1 0 0,1 1 1 0 0,-1 0-1 0 0,1 0 1 0 0,0 2-1 0 0,-9 8 1 0 0,19-16-662 0 0,-1-1 0 0 0,0 1 0 0 0,1 0 1 0 0,-1-1-1 0 0,1 1 0 0 0,-1 0 1 0 0,1 0-1 0 0,-1 0 0 0 0,1-1 0 0 0,-1 1 1 0 0,1 0-1 0 0,0 0 0 0 0,-1 0 1 0 0,1 0-1 0 0,0 0 0 0 0,0 0 0 0 0,0 0 1 0 0,-1-1-1 0 0,1 1 0 0 0,0 0 1 0 0,0 0-1 0 0,1 0 0 0 0,-1 0 0 0 0,0 0 1 0 0,0 2-1 0 0,1-1-14 0 0,0 0 1 0 0,1-1-1 0 0,-1 1 0 0 0,0 0 1 0 0,1 0-1 0 0,-1-1 1 0 0,0 1-1 0 0,1 0 0 0 0,0-1 1 0 0,-1 0-1 0 0,3 2 0 0 0,8 4-62 0 0,0 0 0 0 0,0-1-1 0 0,13 5 1 0 0,-14-7 92 0 0,25 11-81 0 0,-24-11 0 0 0,0 1 0 0 0,0 0 0 0 0,-1 0 0 0 0,0 1 0 0 0,20 15 0 0 0,-28-19 0 0 0,-1 0 0 0 0,1 1 0 0 0,-1-1 0 0 0,0 1 0 0 0,0 0 0 0 0,-1-1 0 0 0,1 1 0 0 0,0 0 0 0 0,-1 0 0 0 0,0 0 0 0 0,1 0 0 0 0,-1 1 0 0 0,0-1 0 0 0,-1 0 0 0 0,1 0 0 0 0,-1 1 0 0 0,1-1 0 0 0,-1 0 0 0 0,0 0 0 0 0,0 1 0 0 0,-1-1 0 0 0,1 0 0 0 0,0 1 0 0 0,-1-1 0 0 0,0 0 0 0 0,0 0 0 0 0,-2 6 0 0 0,-4 5 0 0 0,0-1 0 0 0,-1 0 0 0 0,0-1 0 0 0,0 0 0 0 0,-2 0 0 0 0,1-1 0 0 0,-2 0 0 0 0,1 0 0 0 0,-14 9 0 0 0,-9 11 0 0 0,33-31 1 0 0,0 0-1 0 0,-1 0 0 0 0,1 0 0 0 0,0 0 0 0 0,0 0 0 0 0,0 1 1 0 0,0-1-1 0 0,0 0 0 0 0,-1 0 0 0 0,1 0 0 0 0,0 0 0 0 0,0 0 1 0 0,0 0-1 0 0,0 0 0 0 0,0 0 0 0 0,0 0 0 0 0,0 1 0 0 0,0-1 0 0 0,-1 0 1 0 0,1 0-1 0 0,0 0 0 0 0,0 0 0 0 0,0 0 0 0 0,0 1 0 0 0,0-1 1 0 0,0 0-1 0 0,0 0 0 0 0,0 0 0 0 0,0 0 0 0 0,0 0 0 0 0,0 1 1 0 0,0-1-1 0 0,0 0 0 0 0,0 0 0 0 0,0 0 0 0 0,0 0 0 0 0,0 1 1 0 0,0-1-1 0 0,0 0 0 0 0,0 0 0 0 0,0 0 0 0 0,0 0 0 0 0,0 0 1 0 0,0 1-1 0 0,0-1 0 0 0,1 0 0 0 0,-1 0 0 0 0,0 0 0 0 0,0 0 1 0 0,0 0-1 0 0,0 0 0 0 0,0 0 0 0 0,0 1 0 0 0,0-1 0 0 0,1 0 1 0 0,-1 0-1 0 0,0 0 0 0 0,0 0 0 0 0,0 0 0 0 0,0 0 0 0 0,0 0 1 0 0,1 0-1 0 0,-1 0 0 0 0,0 0 0 0 0,18-1-29 0 0,20-7-94 0 0,-36 7 110 0 0,1 0 0 0 0,-1 1 0 0 0,0-1 1 0 0,0 1-1 0 0,0-1 0 0 0,1 1 0 0 0,-1 0 0 0 0,0 0 0 0 0,0 0 1 0 0,1 0-1 0 0,-1 0 0 0 0,0 0 0 0 0,0 1 0 0 0,1-1 0 0 0,-1 1 1 0 0,0 0-1 0 0,0 0 0 0 0,0 0 0 0 0,0 0 0 0 0,0 0 0 0 0,0 0 0 0 0,0 0 1 0 0,0 0-1 0 0,0 1 0 0 0,1 1 0 0 0,-1 0-9 0 0,-1-1-1 0 0,1 1 1 0 0,-1-1 0 0 0,0 1-1 0 0,0 0 1 0 0,0 0-1 0 0,-1-1 1 0 0,1 1 0 0 0,-1 0-1 0 0,1 0 1 0 0,-1 0 0 0 0,0 0-1 0 0,0 0 1 0 0,0 0-1 0 0,0-1 1 0 0,-1 1 0 0 0,1 0-1 0 0,-1 0 1 0 0,-2 4 0 0 0,-1 6-117 0 0,-1-1 0 0 0,-1 0 1 0 0,0-1-1 0 0,-1 1 1 0 0,0-1-1 0 0,-1-1 1 0 0,-14 16-1 0 0,-23 35-223 0 0,45-60 249 0 0,-1 0 0 0 0,1-1 0 0 0,0 1 0 0 0,-1-1 1 0 0,1 1-1 0 0,0 0 0 0 0,0-1 0 0 0,0 1 1 0 0,-1 0-1 0 0,1-1 0 0 0,0 1 0 0 0,0 0 1 0 0,0 0-1 0 0,0-1 0 0 0,0 1 0 0 0,1 0 1 0 0,-1-1-1 0 0,0 1 0 0 0,0 0 0 0 0,0-1 1 0 0,1 1-1 0 0,-1 0 0 0 0,0-1 0 0 0,0 1 0 0 0,1-1 1 0 0,-1 1-1 0 0,1 0 0 0 0,-1-1 0 0 0,0 1 1 0 0,1-1-1 0 0,-1 1 0 0 0,1-1 0 0 0,0 1 1 0 0,-1-1-1 0 0,1 0 0 0 0,-1 1 0 0 0,1-1 1 0 0,-1 0-1 0 0,1 1 0 0 0,0-1 0 0 0,-1 0 1 0 0,1 0-1 0 0,0 1 0 0 0,-1-1 0 0 0,1 0 0 0 0,0 0 1 0 0,0 0-1 0 0,-1 0 0 0 0,1 0 0 0 0,0 0 1 0 0,-1 0-1 0 0,1 0 0 0 0,0 0 0 0 0,-1-1 1 0 0,2 1-1 0 0,7-1-1685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8:57.3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4609 0 0,'12'15'14426'0'0,"-6"20"-11240"0"0,-5 38-3254 0 0,-5 98 598 0 0,23 245 0 0 0,11-38-249 0 0,-18-188 91 0 0,-11-136-188 0 0,-2-37-84 0 0,1 1-1 0 0,3 19 1 0 0,-2-34-148 0 0,0 0 0 0 0,-1 0-1 0 0,1 0 1 0 0,0 0 0 0 0,0 0 0 0 0,1-1-1 0 0,-1 1 1 0 0,1 0 0 0 0,-1-1 0 0 0,3 3-1 0 0,-2-3-324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0.2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28 295 4145 0 0,'0'-7'823'0'0,"-1"0"0"0"0,0 0 0 0 0,0 0 0 0 0,-1 0 0 0 0,0 0 0 0 0,-5-10 0 0 0,5 12-399 0 0,0-1 0 0 0,0 0 0 0 0,0 1 0 0 0,0-1 0 0 0,1 0 0 0 0,0 0 0 0 0,1 1 0 0 0,-1-1 0 0 0,1 0 0 0 0,0 0 0 0 0,1-6 0 0 0,1 1-194 0 0,1-1 1 0 0,0 1 0 0 0,1 0-1 0 0,0 1 1 0 0,1-1-1 0 0,0 1 1 0 0,11-16-1 0 0,-13 22-132 0 0,0-1-1 0 0,0 1 1 0 0,1 0 0 0 0,-1 0-1 0 0,1 0 1 0 0,0 0-1 0 0,0 1 1 0 0,1-1-1 0 0,-1 1 1 0 0,1 0 0 0 0,0 1-1 0 0,-1-1 1 0 0,1 1-1 0 0,0 0 1 0 0,0 0-1 0 0,1 0 1 0 0,-1 1-1 0 0,7-1 1 0 0,-11 1-93 0 0,1 1 1 0 0,-1 0-1 0 0,1 0 1 0 0,0 1-1 0 0,-1-1 0 0 0,1 0 1 0 0,0 0-1 0 0,-1 1 0 0 0,1-1 1 0 0,-1 1-1 0 0,1-1 1 0 0,-1 1-1 0 0,1 0 0 0 0,-1 0 1 0 0,1 0-1 0 0,-1-1 1 0 0,0 1-1 0 0,1 1 0 0 0,-1-1 1 0 0,1 1-1 0 0,1 1 11 0 0,-1 0-1 0 0,0 0 0 0 0,-1 0 1 0 0,1 1-1 0 0,0-1 1 0 0,-1 0-1 0 0,0 1 1 0 0,2 6-1 0 0,0 5 30 0 0,-1 0 0 0 0,-1 0 0 0 0,0 21-1 0 0,-1-33-43 0 0,-2 25 19 0 0,-1 0-1 0 0,-1 0 1 0 0,-1 0-1 0 0,-12 33 1 0 0,7-25 30 0 0,-8 55 1 0 0,17-81-50 0 0,0 1 1 0 0,1-1 0 0 0,1 0-1 0 0,0 0 1 0 0,0 1-1 0 0,1-1 1 0 0,0 0 0 0 0,1 0-1 0 0,0-1 1 0 0,0 1 0 0 0,1 0-1 0 0,0-1 1 0 0,1 0-1 0 0,0 0 1 0 0,11 13 0 0 0,-12-16-3 0 0,0-1 0 0 0,1 0 0 0 0,-1 0 0 0 0,2-1 0 0 0,-1 1 0 0 0,0-1 1 0 0,1 0-1 0 0,-1-1 0 0 0,1 1 0 0 0,0-1 0 0 0,1 0 0 0 0,-1-1 0 0 0,0 1 0 0 0,1-1 1 0 0,-1-1-1 0 0,1 1 0 0 0,0-1 0 0 0,-1 0 0 0 0,1 0 0 0 0,0-1 0 0 0,0 0 0 0 0,0 0 1 0 0,-1-1-1 0 0,9-1 0 0 0,-8 0 86 0 0,0 0 1 0 0,0 0-1 0 0,0 0 0 0 0,0-1 1 0 0,0 0-1 0 0,-1-1 0 0 0,1 1 1 0 0,-1-1-1 0 0,0-1 0 0 0,0 1 1 0 0,0-1-1 0 0,-1 0 0 0 0,10-11 1 0 0,-12 13 2 0 0,0-1 0 0 0,-1 0 0 0 0,1 0 0 0 0,-1-1 0 0 0,0 1 1 0 0,0 0-1 0 0,0-1 0 0 0,-1 1 0 0 0,0-1 0 0 0,0 1 0 0 0,0-1 0 0 0,0 0 1 0 0,-1 0-1 0 0,1 1 0 0 0,-1-1 0 0 0,0 0 0 0 0,-1 0 0 0 0,1 1 0 0 0,-1-1 0 0 0,0 0 1 0 0,0 1-1 0 0,-3-8 0 0 0,0 4 9 0 0,1 0 0 0 0,-1 1 0 0 0,-1-1 0 0 0,0 1 0 0 0,0 0 0 0 0,0 0 1 0 0,0 1-1 0 0,-1 0 0 0 0,0 0 0 0 0,-1 0 0 0 0,0 1 0 0 0,1-1 0 0 0,-2 2 0 0 0,1-1 0 0 0,-9-3 1 0 0,-13-5 20 0 0,0 2 1 0 0,-59-15 0 0 0,61 19-403 0 0,1 0 0 0 0,0-2 0 0 0,-41-19 1 0 0,51 18-1559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1.0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80 184 3225 0 0,'-57'7'876'0'0,"34"-5"1545"0"0,31-3-977 0 0,507-51 4319 0 0,-331 32-4325 0 0,712-48 3335 0 0,-401 57-4541 0 0,-53-10 1192 0 0,-217 5-865 0 0,-204 15-771 0 0,-9-1 372 0 0,0 1-1 0 0,0 1 0 0 0,18 2 0 0 0,-28-2-272 0 0,0 0-1 0 0,1 1 0 0 0,-1-1 1 0 0,0 1-1 0 0,1-1 0 0 0,-1 1 1 0 0,0 0-1 0 0,0 0 0 0 0,0 0 1 0 0,0 0-1 0 0,0 0 0 0 0,0 1 1 0 0,0-1-1 0 0,0 1 0 0 0,0-1 1 0 0,-1 1-1 0 0,1 0 0 0 0,-1-1 1 0 0,1 1-1 0 0,-1 0 0 0 0,1 0 1 0 0,-1 0-1 0 0,1 3 0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1.5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3 4609 0 0,'-62'-3'4231'0'0,"48"3"-1295"0"0,16 3-2610 0 0,0-1 0 0 0,-1 0 1 0 0,1 1-1 0 0,-1-1 0 0 0,1 1 1 0 0,-1-1-1 0 0,0 1 0 0 0,1 4 0 0 0,1-1 156 0 0,7 24 218 0 0,-1 2 1 0 0,-1-1-1 0 0,-1 1 0 0 0,-2 0 1 0 0,1 34-1 0 0,5 28 380 0 0,6-8-170 0 0,31 88-1 0 0,7 37-499 0 0,-52-196-537 0 0,-1 0 0 0 0,-1 0 0 0 0,0 0 0 0 0,-1 0 0 0 0,-3 20 0 0 0,-5 12-3848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2.1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217 19 2761 0 0,'-2'-2'375'0'0,"0"1"1"0"0,0-1 0 0 0,-1 0-1 0 0,1 1 1 0 0,0-1 0 0 0,-1 1 0 0 0,1 0-1 0 0,-1 0 1 0 0,1 0 0 0 0,-1 0-1 0 0,0 0 1 0 0,0 0 0 0 0,1 1 0 0 0,-1-1-1 0 0,0 1 1 0 0,-4 0 0 0 0,1 0 222 0 0,0 1 1 0 0,0 0 0 0 0,0 0-1 0 0,0 0 1 0 0,0 1-1 0 0,0 0 1 0 0,-7 3 0 0 0,0 1 214 0 0,1 1 1 0 0,-1 0 0 0 0,1 1-1 0 0,1 1 1 0 0,-20 17 0 0 0,29-24-758 0 0,0-1 0 0 0,0 1 0 0 0,0 0 1 0 0,1 0-1 0 0,-1 0 0 0 0,1-1 0 0 0,-1 2 1 0 0,1-1-1 0 0,0 0 0 0 0,0 0 0 0 0,0 0 1 0 0,0 0-1 0 0,0 1 0 0 0,0-1 0 0 0,1 0 0 0 0,-1 1 1 0 0,1-1-1 0 0,0 0 0 0 0,-1 1 0 0 0,1-1 1 0 0,0 1-1 0 0,0-1 0 0 0,1 1 0 0 0,-1-1 1 0 0,0 0-1 0 0,2 3 0 0 0,-1-2-56 0 0,1 0-1 0 0,0-1 1 0 0,0 1-1 0 0,0-1 1 0 0,0 1-1 0 0,0-1 1 0 0,1 0-1 0 0,-1 0 1 0 0,1 0-1 0 0,-1 0 1 0 0,1 0-1 0 0,0-1 1 0 0,-1 1-1 0 0,1-1 1 0 0,0 0-1 0 0,0 0 1 0 0,0 0-1 0 0,0 0 1 0 0,5 1-1 0 0,9 1-58 0 0,1-1 1 0 0,-1-1-1 0 0,30-1 0 0 0,-26 0 3 0 0,-1 0 0 0 0,23 4 0 0 0,-42-4 56 0 0,0 0-1 0 0,-1 0 1 0 0,1 0-1 0 0,-1 0 1 0 0,1 0-1 0 0,-1 0 1 0 0,1 0-1 0 0,0 1 1 0 0,-1-1-1 0 0,1 0 0 0 0,-1 0 1 0 0,1 0-1 0 0,-1 1 1 0 0,1-1-1 0 0,-1 0 1 0 0,1 1-1 0 0,-1-1 1 0 0,1 0-1 0 0,-1 1 1 0 0,0-1-1 0 0,1 1 1 0 0,-1-1-1 0 0,0 1 1 0 0,1-1-1 0 0,-1 1 1 0 0,0-1-1 0 0,1 1 1 0 0,-1-1-1 0 0,0 1 1 0 0,0-1-1 0 0,0 1 1 0 0,1-1-1 0 0,-1 1 0 0 0,0-1 1 0 0,0 1-1 0 0,0 0 1 0 0,0-1-1 0 0,0 1 1 0 0,0-1-1 0 0,0 1 1 0 0,0-1-1 0 0,0 1 1 0 0,-1 0-1 0 0,1-1 1 0 0,0 1-1 0 0,0-1 1 0 0,0 1-1 0 0,-1-1 1 0 0,1 1-1 0 0,0-1 1 0 0,0 1-1 0 0,-1-1 1 0 0,1 1-1 0 0,-1-1 0 0 0,1 1 1 0 0,-1-1-1 0 0,-29 33-42 0 0,21-23 36 0 0,-11 11 21 0 0,-32 40 87 0 0,48-56-94 0 0,1 0-1 0 0,-1 0 0 0 0,1 1 0 0 0,1-1 1 0 0,-1 1-1 0 0,1-1 0 0 0,0 1 1 0 0,0 0-1 0 0,1 0 0 0 0,-2 8 0 0 0,3-12-9 0 0,0-1 0 0 0,0 1 0 0 0,0-1 0 0 0,0 1-1 0 0,1-1 1 0 0,-1 1 0 0 0,0-1 0 0 0,1 1 0 0 0,-1-1 0 0 0,1 1-1 0 0,-1-1 1 0 0,1 1 0 0 0,0-1 0 0 0,0 0 0 0 0,0 0 0 0 0,-1 1-1 0 0,1-1 1 0 0,0 0 0 0 0,0 0 0 0 0,1 0 0 0 0,-1 0 0 0 0,0 0 0 0 0,0 0-1 0 0,0 0 1 0 0,1 0 0 0 0,-1-1 0 0 0,1 1 0 0 0,-1 0 0 0 0,0-1-1 0 0,1 1 1 0 0,-1-1 0 0 0,1 1 0 0 0,2-1 0 0 0,7 2-11 0 0,0 0 1 0 0,1-2-1 0 0,20 0 1 0 0,4 1-108 0 0,-35-1 116 0 0,0 0 0 0 0,0 0 1 0 0,0 1-1 0 0,0-1 0 0 0,0 0 1 0 0,-1 0-1 0 0,1 0 0 0 0,0 1 1 0 0,0-1-1 0 0,0 1 0 0 0,0-1 1 0 0,0 0-1 0 0,0 1 0 0 0,-1-1 1 0 0,1 1-1 0 0,0 0 0 0 0,0-1 1 0 0,-1 1-1 0 0,1 0 0 0 0,-1-1 1 0 0,1 1-1 0 0,0 0 0 0 0,-1 0 1 0 0,1 0-1 0 0,-1-1 0 0 0,0 1 1 0 0,1 1-1 0 0,-1 0 4 0 0,0 0-1 0 0,0-1 0 0 0,0 1 1 0 0,0 0-1 0 0,-1-1 1 0 0,1 1-1 0 0,0 0 0 0 0,-1-1 1 0 0,0 1-1 0 0,1-1 0 0 0,-1 1 1 0 0,0-1-1 0 0,0 1 1 0 0,-1 1-1 0 0,-6 7 7 0 0,0 0 0 0 0,-1 0-1 0 0,-11 9 1 0 0,17-16-11 0 0,-15 11-268 0 0,14-12-141 0 0,0 0-1 0 0,1 0 1 0 0,-1 1-1 0 0,1 0 1 0 0,0 0-1 0 0,0 0 1 0 0,0 0-1 0 0,0 0 1 0 0,-3 6-1 0 0,44 1-9547 0 0,-31-9 9024 0 0,0 0 3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3.1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2813 13 456 0 0,'2'-2'391'0'0,"0"1"-1"0"0,0 0 1 0 0,0 0 0 0 0,0-1-1 0 0,0 1 1 0 0,0 1 0 0 0,0-1-1 0 0,0 0 1 0 0,0 0 0 0 0,0 1-1 0 0,1-1 1 0 0,-1 1-1 0 0,0 0 1 0 0,0 0 0 0 0,4 0-1 0 0,-5 0-146 0 0,0-1-1 0 0,0 1 0 0 0,1 1 1 0 0,-1-1-1 0 0,0 0 0 0 0,0 0 0 0 0,0 0 1 0 0,1 1-1 0 0,-1-1 0 0 0,0 0 0 0 0,0 1 1 0 0,0-1-1 0 0,0 1 0 0 0,0-1 1 0 0,1 1-1 0 0,-1 0 0 0 0,0 0 0 0 0,-1-1 1 0 0,1 1-1 0 0,0 0 0 0 0,0 0 0 0 0,0 0 1 0 0,0 0-1 0 0,-1 0 0 0 0,1 0 1 0 0,0 1-1 0 0,2 12 547 0 0,-1 1 0 0 0,0-1 0 0 0,-1 1 0 0 0,-1-1 0 0 0,-3 28 0 0 0,1 7-4 0 0,3 23 317 0 0,4-1-1 0 0,15 80 1 0 0,14 161-615 0 0,-10-62-216 0 0,-7-79-242 0 0,12 72 20 0 0,-24-216-118 0 0,-4-14 93 0 0,2 0 1 0 0,-1-1 0 0 0,2 1 0 0 0,0-1-1 0 0,0 0 1 0 0,1 0 0 0 0,9 15-1 0 0,1-2-3 0 0,-1 0 1 0 0,-1 1-1 0 0,-2 1 0 0 0,10 31 0 0 0,-20-56-2 0 0,-1-1 0 0 0,1 1 0 0 0,-1 0 0 0 0,0-1 0 0 0,0 1 0 0 0,1 0 0 0 0,-1 0 0 0 0,0-1 0 0 0,-1 1 0 0 0,1 0 0 0 0,0 0 0 0 0,0-1 0 0 0,-1 1 0 0 0,1 0-1 0 0,-1-1 1 0 0,1 1 0 0 0,-1 0 0 0 0,0-1 0 0 0,0 1 0 0 0,0-1 0 0 0,0 1 0 0 0,0-1 0 0 0,0 0 0 0 0,0 1 0 0 0,0-1 0 0 0,0 0 0 0 0,-1 0 0 0 0,1 0 0 0 0,0 0 0 0 0,-1 0 0 0 0,1 0 0 0 0,-3 1 0 0 0,-5 2-3 0 0,0 0 1 0 0,0-1-1 0 0,-1 0 1 0 0,-17 3-1 0 0,-5 2-27 0 0,-49 17 202 0 0,-2-5 0 0 0,0-3 0 0 0,-168 13 0 0 0,138-21-184 0 0,-80 3 27 0 0,151-12-28 0 0,0-1 0 0 0,-67-12 0 0 0,-30-11-265 0 0,0 6-1 0 0,-173 0 0 0 0,-364 12-1030 0 0,642 3 1206 0 0,1-2 1 0 0,0-1 0 0 0,0-1 0 0 0,0-2 0 0 0,-48-20-1 0 0,-47-13-182 0 0,118 40 265 0 0,1 0 0 0 0,-1 1 0 0 0,1 0 0 0 0,-1 1 0 0 0,1 0 0 0 0,-1 0 0 0 0,-16 3 0 0 0,1 2 0 0 0,-36 13 0 0 0,41-11 0 0 0,0-1 0 0 0,0-1 0 0 0,-35 4 0 0 0,50-8-165 0 0,0-1-1 0 0,0 0 1 0 0,-1 0 0 0 0,1 0 0 0 0,0-1 0 0 0,0 0-1 0 0,0 0 1 0 0,0 0 0 0 0,0-1 0 0 0,0 0 0 0 0,0 0 0 0 0,0 0-1 0 0,-6-4 1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3.7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24 112 5985 0 0,'-4'-6'343'0'0,"1"-1"0"0"0,0 0-1 0 0,0 1 1 0 0,-2-11 0 0 0,3 12 302 0 0,1 0 1 0 0,0-1 0 0 0,0 1 0 0 0,1-1-1 0 0,0 1 1 0 0,0 0 0 0 0,0-1-1 0 0,0 1 1 0 0,1 0 0 0 0,0-1 0 0 0,7-4 2907 0 0,-8 11-3503 0 0,8 11 955 0 0,4 15-419 0 0,64 297 2078 0 0,-2-2-3174 0 0,-99-361-10602 0 0,7-16 10310 0 0,6 24 784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4.0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0 193 3209 0 0,'3'-12'411'0'0,"-1"0"1"0"0,2 0 0 0 0,0 0-1 0 0,0 1 1 0 0,1-1-1 0 0,0 1 1 0 0,1 0 0 0 0,0 0-1 0 0,1 1 1 0 0,0 0-1 0 0,1 0 1 0 0,0 1 0 0 0,16-15-1 0 0,-20 21-88 0 0,-1 0-1 0 0,1 0 1 0 0,0 1 0 0 0,0-1-1 0 0,0 1 1 0 0,0 0-1 0 0,0 0 1 0 0,0 1-1 0 0,1-1 1 0 0,4 0-1 0 0,-8 1-229 0 0,0 1 0 0 0,1 0-1 0 0,-1 0 1 0 0,0 0-1 0 0,1 0 1 0 0,-1 0-1 0 0,0 1 1 0 0,1-1-1 0 0,-1 0 1 0 0,0 1-1 0 0,0-1 1 0 0,1 0 0 0 0,-1 1-1 0 0,0 0 1 0 0,0-1-1 0 0,0 1 1 0 0,0 0-1 0 0,0-1 1 0 0,0 1-1 0 0,0 0 1 0 0,0 0-1 0 0,0 0 1 0 0,0 0 0 0 0,0 0-1 0 0,0 0 1 0 0,-1 0-1 0 0,1 0 1 0 0,0 0-1 0 0,-1 1 1 0 0,1-1-1 0 0,-1 0 1 0 0,1 0-1 0 0,-1 1 1 0 0,0-1 0 0 0,1 0-1 0 0,-1 0 1 0 0,0 1-1 0 0,0 1 1 0 0,1 12 177 0 0,0 0 1 0 0,-1 0-1 0 0,0-1 1 0 0,-2 1-1 0 0,1 0 0 0 0,-2-1 1 0 0,0 1-1 0 0,-10 26 1 0 0,-2 1 351 0 0,-35 63 1 0 0,30-75-171 0 0,16-25-232 0 0,0 0-1 0 0,0 1 1 0 0,0-1 0 0 0,1 1-1 0 0,-3 7 1 0 0,6-13-195 0 0,0 1 0 0 0,0-1 0 0 0,0 0 0 0 0,0 1 0 0 0,0-1 0 0 0,0 0 0 0 0,0 1 0 0 0,0-1 0 0 0,0 0 0 0 0,0 1 0 0 0,1-1 0 0 0,-1 0 0 0 0,0 1 0 0 0,0-1 0 0 0,0 0 0 0 0,1 1-1 0 0,-1-1 1 0 0,0 0 0 0 0,0 0 0 0 0,0 1 0 0 0,1-1 0 0 0,-1 0 0 0 0,0 0 0 0 0,1 1 0 0 0,-1-1 0 0 0,0 0 0 0 0,1 0 0 0 0,-1 0 0 0 0,0 0 0 0 0,1 0 0 0 0,-1 1 0 0 0,0-1 0 0 0,1 0 0 0 0,-1 0 0 0 0,0 0 0 0 0,1 0 0 0 0,-1 0 0 0 0,0 0 0 0 0,1 0 0 0 0,-1 0 0 0 0,0 0 0 0 0,1 0 0 0 0,-1 0 0 0 0,1-1 0 0 0,-1 1 0 0 0,0 0 0 0 0,1 0 0 0 0,-1 0 0 0 0,1-1 0 0 0,21-3 121 0 0,-21 4-101 0 0,31-10 56 0 0,0-1-1 0 0,44-23 1 0 0,-54 23-557 0 0,2 0 1 0 0,0 1-1 0 0,0 2 0 0 0,1 0 0 0 0,46-7 1 0 0,-49 13-6976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4.4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0 323 4145 0 0,'8'0'733'0'0,"0"0"0"0"0,-1-1 0 0 0,1-1 1 0 0,0 1-1 0 0,-1-1 0 0 0,1 0 0 0 0,-1-1 0 0 0,0 0 1 0 0,0 0-1 0 0,9-6 0 0 0,-7 4-160 0 0,0-1-1 0 0,-1-1 1 0 0,0 1-1 0 0,0-1 1 0 0,-1-1 0 0 0,0 1-1 0 0,8-13 1 0 0,-8 11-382 0 0,-2 0 0 0 0,1 0-1 0 0,-1-1 1 0 0,0 1 0 0 0,-1-1 0 0 0,0 0 0 0 0,-1-1 0 0 0,0 1-1 0 0,-1-1 1 0 0,0 1 0 0 0,0-1 0 0 0,-1 0 0 0 0,-1 1-1 0 0,0-1 1 0 0,0 0 0 0 0,-3-11 0 0 0,3 20-170 0 0,0 0-1 0 0,0-1 1 0 0,-1 1 0 0 0,1 0-1 0 0,-1 0 1 0 0,0 0 0 0 0,1 0-1 0 0,-1 0 1 0 0,0 0 0 0 0,0 1 0 0 0,0-1-1 0 0,-1 0 1 0 0,1 0 0 0 0,0 1-1 0 0,-1-1 1 0 0,1 1 0 0 0,-1-1-1 0 0,1 1 1 0 0,-1-1 0 0 0,0 1-1 0 0,0 0 1 0 0,1 0 0 0 0,-1 0-1 0 0,0 0 1 0 0,0 0 0 0 0,0 0-1 0 0,0 1 1 0 0,0-1 0 0 0,0 1 0 0 0,0-1-1 0 0,-1 1 1 0 0,1 0 0 0 0,0 0-1 0 0,0 0 1 0 0,0 0 0 0 0,0 0-1 0 0,-4 1 1 0 0,1 0 34 0 0,1 0-1 0 0,-1 1 1 0 0,1-1-1 0 0,0 1 1 0 0,0 0-1 0 0,0 0 1 0 0,0 0-1 0 0,0 1 0 0 0,0-1 1 0 0,0 1-1 0 0,1 0 1 0 0,-1 0-1 0 0,1 1 1 0 0,0-1-1 0 0,0 0 1 0 0,0 1-1 0 0,-2 4 1 0 0,2-2-49 0 0,0-1 0 0 0,1 0 1 0 0,-1 1-1 0 0,1-1 0 0 0,1 1 0 0 0,-1-1 0 0 0,1 1 0 0 0,0 0 1 0 0,0 0-1 0 0,0 0 0 0 0,1 0 0 0 0,0-1 0 0 0,0 1 1 0 0,1 0-1 0 0,0 0 0 0 0,0 0 0 0 0,0 0 0 0 0,0-1 0 0 0,1 1 1 0 0,0-1-1 0 0,0 1 0 0 0,5 7 0 0 0,-2-5-7 0 0,1 0 0 0 0,0-1 1 0 0,0 1-1 0 0,0-1 0 0 0,1 0 0 0 0,0-1 0 0 0,1 1 0 0 0,0-2 0 0 0,0 1 0 0 0,0-1 0 0 0,0 0 1 0 0,18 7-1 0 0,-14-7 28 0 0,1 0 1 0 0,0-1 0 0 0,0 0 0 0 0,0-1 0 0 0,0 0-1 0 0,18 1 1 0 0,-22-4-285 0 0,-1 0 0 0 0,0-1 0 0 0,0 0 0 0 0,1-1 1 0 0,-1 1-1 0 0,0-2 0 0 0,0 1 0 0 0,-1-1 0 0 0,1 0 0 0 0,0 0 0 0 0,10-7 0 0 0,2-3-1233 0 0,1-1-13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5.0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176 85 6913 0 0,'0'0'42'0'0,"0"-1"-1"0"0,0 0 1 0 0,0 1-1 0 0,0-1 0 0 0,0 0 1 0 0,-1 1-1 0 0,1-1 0 0 0,0 1 1 0 0,0-1-1 0 0,0 0 0 0 0,-1 1 1 0 0,1-1-1 0 0,0 1 0 0 0,0-1 1 0 0,-1 1-1 0 0,1-1 1 0 0,-1 1-1 0 0,1-1 0 0 0,0 1 1 0 0,-1-1-1 0 0,1 1 0 0 0,-1-1 1 0 0,1 1-1 0 0,-1 0 0 0 0,1-1 1 0 0,-1 1-1 0 0,0 0 0 0 0,1-1 1 0 0,-1 1-1 0 0,1 0 0 0 0,-2 0 1 0 0,-24 1 2468 0 0,17 1-1818 0 0,1 1 0 0 0,0 0-1 0 0,0 1 1 0 0,-9 4 0 0 0,10-2-374 0 0,-1 0-1 0 0,1 0 1 0 0,1 0 0 0 0,0 1 0 0 0,-1 0 0 0 0,2 0 0 0 0,-1 0 0 0 0,1 1 0 0 0,0 0 0 0 0,1 0 0 0 0,-6 14-1 0 0,8-18-280 0 0,0 1 0 0 0,1 0-1 0 0,-1-1 1 0 0,1 1-1 0 0,0 0 1 0 0,0 0-1 0 0,0 0 1 0 0,1 0-1 0 0,0 0 1 0 0,0 0-1 0 0,0 0 1 0 0,1 0-1 0 0,-1 0 1 0 0,1-1 0 0 0,0 1-1 0 0,1 0 1 0 0,-1 0-1 0 0,1-1 1 0 0,0 1-1 0 0,0-1 1 0 0,0 1-1 0 0,1-1 1 0 0,3 5-1 0 0,-6-9-79 0 0,1 1-1 0 0,-1-1 0 0 0,1 1 1 0 0,-1-1-1 0 0,1 1 1 0 0,-1-1-1 0 0,1 1 0 0 0,-1-1 1 0 0,1 1-1 0 0,0-1 0 0 0,-1 0 1 0 0,1 1-1 0 0,0-1 1 0 0,-1 0-1 0 0,1 0 0 0 0,0 1 1 0 0,-1-1-1 0 0,1 0 0 0 0,0 0 1 0 0,-1 0-1 0 0,1 0 1 0 0,0 0-1 0 0,-1 0 0 0 0,1 0 1 0 0,0 0-1 0 0,0 0 0 0 0,-1 0 1 0 0,1-1-1 0 0,0 1 0 0 0,-1 0 1 0 0,2-1-1 0 0,0 0-60 0 0,0 0 0 0 0,0-1 0 0 0,0 1 0 0 0,-1-1 0 0 0,1 0 0 0 0,0 1 0 0 0,0-1 0 0 0,-1 0 0 0 0,2-3-1 0 0,3-4-29 0 0,0-1 0 0 0,-1 0 0 0 0,4-11-1 0 0,-4 6 396 0 0,-1 3 197 0 0,0 0-1 0 0,0 1 0 0 0,2 0 0 0 0,-1 0 0 0 0,10-14 0 0 0,-14 23-424 0 0,1 1 0 0 0,-1-1 0 0 0,0 0 0 0 0,1 1 0 0 0,-1 0 0 0 0,1-1 0 0 0,0 1 0 0 0,-1 0 0 0 0,1-1 1 0 0,0 1-1 0 0,0 0 0 0 0,0 1 0 0 0,0-1 0 0 0,0 0 0 0 0,0 0 0 0 0,0 1 0 0 0,0-1 0 0 0,0 1 0 0 0,0 0 0 0 0,0-1 0 0 0,0 1 0 0 0,0 0 0 0 0,0 0 0 0 0,0 0 0 0 0,1 1 0 0 0,-1-1 0 0 0,0 0 0 0 0,0 1 0 0 0,0 0 0 0 0,0-1 0 0 0,0 1 0 0 0,0 0 0 0 0,-1 0 0 0 0,1 0 0 0 0,0 0 0 0 0,0 0 0 0 0,0 0 0 0 0,1 3 0 0 0,9 5 86 0 0,-2 1 1 0 0,1 1-1 0 0,-2 0 0 0 0,1 0 0 0 0,8 15 1 0 0,25 27 218 0 0,-30-39-263 0 0,1-1 0 0 0,1 0 0 0 0,0-1 0 0 0,25 15 1 0 0,-40-27-74 0 0,0 0 1 0 0,0 0-1 0 0,0 1 1 0 0,0-1-1 0 0,0 0 1 0 0,0 0 0 0 0,1 0-1 0 0,-1 0 1 0 0,0 0-1 0 0,0 0 1 0 0,0 0-1 0 0,0 0 1 0 0,1 0 0 0 0,-1 0-1 0 0,0 0 1 0 0,0 0-1 0 0,0 0 1 0 0,0 0-1 0 0,1 0 1 0 0,-1 0 0 0 0,0 0-1 0 0,0 0 1 0 0,0 0-1 0 0,0 0 1 0 0,1 0-1 0 0,-1 0 1 0 0,0 0 0 0 0,0-1-1 0 0,0 1 1 0 0,0 0-1 0 0,0 0 1 0 0,1 0-1 0 0,-1 0 1 0 0,0 0 0 0 0,0 0-1 0 0,0 0 1 0 0,0-1-1 0 0,0 1 1 0 0,0 0-1 0 0,0 0 1 0 0,0 0 0 0 0,0 0-1 0 0,1 0 1 0 0,-1-1-1 0 0,1-11 271 0 0,-3-20 300 0 0,1 27-502 0 0,-3-32-151 0 0,2 0-1 0 0,2-1 1 0 0,1 1 0 0 0,11-68-1 0 0,-2 62-277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5.9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93 3225 0 0,'19'-5'3773'0'0,"73"-12"-3153"0"0,-47 13-45 0 0,0 1 0 0 0,50 5 1 0 0,50-2 195 0 0,-46-8-224 0 0,239-11 510 0 0,200 3 2210 0 0,-201 7-1408 0 0,39 0-492 0 0,241 23 528 0 0,-510-9-1656 0 0,245 17 41 0 0,-311-18-199 0 0,0-3-1 0 0,0-1 1 0 0,1-2 0 0 0,-1-2 0 0 0,-1-2-1 0 0,56-15 1 0 0,-95 21-127 0 0,65-15 57 0 0,-38 13-6057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6.2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3 10594 0 0,'-1'-1'81'0'0,"0"1"-1"0"0,1 0 0 0 0,-1-1 0 0 0,0 1 0 0 0,0 0 1 0 0,0 0-1 0 0,0 0 0 0 0,0 0 0 0 0,0-1 1 0 0,0 1-1 0 0,0 1 0 0 0,0-1 0 0 0,0 0 1 0 0,1 0-1 0 0,-1 0 0 0 0,0 0 0 0 0,-1 1 1 0 0,2-1 27 0 0,-1 1 1 0 0,1-1 0 0 0,0 0 0 0 0,-1 1-1 0 0,1-1 1 0 0,0 0 0 0 0,-1 1-1 0 0,1-1 1 0 0,0 1 0 0 0,0-1 0 0 0,0 0-1 0 0,-1 1 1 0 0,1-1 0 0 0,0 1 0 0 0,0-1-1 0 0,0 1 1 0 0,0-1 0 0 0,0 1-1 0 0,0-1 1 0 0,0 1 0 0 0,0-1 0 0 0,0 0-1 0 0,0 1 1 0 0,0 0 0 0 0,13 35 4857 0 0,-6-21-5029 0 0,1 22 1218 0 0,6 68 0 0 0,1 6-672 0 0,4-19-345 0 0,10 45 2 0 0,12 153 1 0 0,-35-195-63 0 0,-1-2-66 0 0,20 104 0 0 0,-15-157-204 0 0,-6-23-6146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6.9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635 68 10594 0 0,'-5'-4'101'0'0,"0"1"-1"0"0,0 0 0 0 0,0 0 1 0 0,0 0-1 0 0,0 1 1 0 0,-1-1-1 0 0,1 1 0 0 0,-1 1 1 0 0,1-1-1 0 0,-1 1 1 0 0,0 0-1 0 0,0 0 0 0 0,-10 0 1 0 0,0 1 504 0 0,-1 0 1 0 0,1 1-1 0 0,-28 5 1 0 0,29-2-308 0 0,0 0 0 0 0,0 1 0 0 0,1 1 0 0 0,0 1 1 0 0,0 0-1 0 0,0 1 0 0 0,1 0 0 0 0,0 1 0 0 0,0 1 1 0 0,1 0-1 0 0,-21 22 0 0 0,-3 10 152 0 0,-63 92 1 0 0,94-126-404 0 0,-14 19 84 0 0,2 2 1 0 0,2-1-1 0 0,0 2 1 0 0,2 0-1 0 0,1 0 0 0 0,2 1 1 0 0,-12 54-1 0 0,19-65-122 0 0,1 0-1 0 0,0 0 1 0 0,1 0-1 0 0,1 0 1 0 0,1 0-1 0 0,1-1 1 0 0,1 1 0 0 0,0 0-1 0 0,2-1 1 0 0,0 1-1 0 0,1-1 1 0 0,1-1-1 0 0,17 33 1 0 0,14 10 120 0 0,60 73 0 0 0,-42-61 66 0 0,-30-37-218 0 0,2-2 0 0 0,2-1-1 0 0,0-1 1 0 0,53 41-1 0 0,-62-58-84 0 0,0 0 0 0 0,0-2-1 0 0,1 0 1 0 0,1-2 0 0 0,0 0-1 0 0,1-2 1 0 0,0-1 0 0 0,0 0-1 0 0,32 5 1 0 0,-23-9-74 0 0,1 0 0 0 0,0-2 0 0 0,0-2 0 0 0,-1-1 0 0 0,1-1 0 0 0,0-2 0 0 0,-1-1 0 0 0,57-17 0 0 0,-63 12 480 0 0,1 0 0 0 0,-2-2 0 0 0,1 0 0 0 0,-2-2 0 0 0,0-1 0 0 0,0-1 0 0 0,-1-1 0 0 0,-2-1 0 0 0,1-1 0 0 0,26-31 0 0 0,-32 28-178 0 0,0 0 0 0 0,-2-1 0 0 0,-1 0-1 0 0,-1-2 1 0 0,-1 1 0 0 0,-1-1 0 0 0,-1-1-1 0 0,-1 0 1 0 0,8-41 0 0 0,-10 29 15 0 0,-1 1-1 0 0,-2-1 1 0 0,-2 1 0 0 0,-1-1-1 0 0,-2 0 1 0 0,-8-52 0 0 0,3 52-103 0 0,-2 2-1 0 0,-2-1 1 0 0,-1 1 0 0 0,-1 0 0 0 0,-2 2-1 0 0,-2-1 1 0 0,-1 2 0 0 0,-2 0 0 0 0,-1 1-1 0 0,-1 1 1 0 0,-2 1 0 0 0,-1 1 0 0 0,-1 1-1 0 0,-1 1 1 0 0,-2 1 0 0 0,0 1 0 0 0,-2 2-1 0 0,-1 1 1 0 0,-34-18 0 0 0,56 35-137 0 0,-98-49-470 0 0,97 50 248 0 0,0 1-1 0 0,0-1 0 0 0,0 2 0 0 0,0-1 1 0 0,0 1-1 0 0,0 1 0 0 0,-1 0 0 0 0,1 0 1 0 0,-13 1-1 0 0,0 7-956 0 0,-1 8-11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7.2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21 3225 0 0,'-9'-21'10578'0'0,"15"59"-5507"0"0,-1-13-4760 0 0,41 248 2749 0 0,-6-49-4934 0 0,-37-200-3115 0 0,-1-1-1631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7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199 178 1376 0 0,'-3'-35'1315'0'0,"3"28"-325"0"0,0 0 0 0 0,0 0 0 0 0,-1-1 0 0 0,0 1 0 0 0,-1 0 0 0 0,1 0 0 0 0,-1 0 0 0 0,-1 0 0 0 0,-5-13 0 0 0,7 19-900 0 0,1 1 1 0 0,-1-1-1 0 0,0 1 1 0 0,1-1 0 0 0,-1 1-1 0 0,1-1 1 0 0,-1 1-1 0 0,0 0 1 0 0,1-1 0 0 0,-1 1-1 0 0,0 0 1 0 0,0 0-1 0 0,1-1 1 0 0,-1 1-1 0 0,0 0 1 0 0,0 0 0 0 0,1 0-1 0 0,-1 0 1 0 0,0 0-1 0 0,0 0 1 0 0,1 0-1 0 0,-1 0 1 0 0,0 0 0 0 0,0 0-1 0 0,1 1 1 0 0,-1-1-1 0 0,0 0 1 0 0,0 0 0 0 0,1 1-1 0 0,-1-1 1 0 0,0 0-1 0 0,1 1 1 0 0,-1-1-1 0 0,1 1 1 0 0,-1-1 0 0 0,0 1-1 0 0,1-1 1 0 0,-1 1-1 0 0,1-1 1 0 0,-1 2 0 0 0,-23 25 830 0 0,22-25-857 0 0,-17 24 149 0 0,1 1-1 0 0,2 1 0 0 0,0 0 0 0 0,2 1 1 0 0,-18 53-1 0 0,29-71-214 0 0,1 0 0 0 0,1 1 0 0 0,-1-1-1 0 0,2 16 1 0 0,1-33-31 0 0,1-1-1 0 0,0 1 1 0 0,1 0-1 0 0,-1 0 0 0 0,1 0 1 0 0,0 0-1 0 0,6-7 1 0 0,3-9-96 0 0,88-203 237 0 0,-98 220 0 0 0,22-40 821 0 0,-22 43-822 0 0,-1 0 0 0 0,0 0 0 0 0,1 0 0 0 0,-1 0 0 0 0,1 0 0 0 0,0 0 0 0 0,0 0 0 0 0,0 0 0 0 0,0 1 0 0 0,0-1 0 0 0,0 1 0 0 0,0 0 0 0 0,0-1 0 0 0,1 1 0 0 0,4-2-1 0 0,-6 3-50 0 0,0 1-1 0 0,1-1 1 0 0,-1 0-1 0 0,1 0 1 0 0,-1 1-1 0 0,1-1 1 0 0,-1 0-1 0 0,0 1 1 0 0,1-1-1 0 0,-1 1 1 0 0,0 0-1 0 0,1-1 1 0 0,-1 1-1 0 0,0 0 1 0 0,0 0-1 0 0,0 0 1 0 0,0 0-1 0 0,0 0 1 0 0,0 0-1 0 0,0 0 1 0 0,1 2-1 0 0,19 29 216 0 0,-14-19-154 0 0,24 32-484 0 0,2 0 0 0 0,1-2 0 0 0,73 69 0 0 0,-77-83-7215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08.8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3619 1 10594 0 0,'2'40'8077'0'0,"8"33"-6045"0"0,2 15-1729 0 0,16 185 824 0 0,14 174-805 0 0,-37-268-140 0 0,-4-175-179 0 0,0-1 0 0 0,-1 0 0 0 0,1 0 0 0 0,0 0 0 0 0,1 0 0 0 0,-1-1-1 0 0,1 1 1 0 0,-1 0 0 0 0,4 4 0 0 0,-4-5 0 0 0,1 0 0 0 0,0 1-1 0 0,-1-1 1 0 0,0 1 0 0 0,0-1-1 0 0,1 1 1 0 0,-1 0 0 0 0,-1-1-1 0 0,1 1 1 0 0,0 0 0 0 0,-1 0-1 0 0,1 3 1 0 0,5 7 248 0 0,-6-13-246 0 0,1 0-1 0 0,-1 0 1 0 0,0 0 0 0 0,0 1 0 0 0,0-1 0 0 0,0 0 0 0 0,0 0 0 0 0,1 0 0 0 0,-1 0 0 0 0,0 0 0 0 0,0 0 0 0 0,0 0 0 0 0,0 0-1 0 0,0 0 1 0 0,1 0 0 0 0,-1 1 0 0 0,0-1 0 0 0,0 0 0 0 0,0 0 0 0 0,0 0 0 0 0,0 0 0 0 0,0 0 0 0 0,0 0 0 0 0,0 1-1 0 0,0-1 1 0 0,0 0 0 0 0,0 0 0 0 0,1 0 0 0 0,-1 0 0 0 0,0 0 0 0 0,0 1 0 0 0,0-1 0 0 0,0 0 0 0 0,0 0 0 0 0,0 0-1 0 0,0 0 1 0 0,0 1 0 0 0,0-1 0 0 0,0 0 0 0 0,-1 0 0 0 0,1 0 0 0 0,0 0 0 0 0,0 1 0 0 0,0-1 0 0 0,0 0 0 0 0,0 0 0 0 0,0 0-1 0 0,0 0 1 0 0,0 0 0 0 0,0 0 0 0 0,0 1 0 0 0,0-1 0 0 0,-1 0 0 0 0,1 0 0 0 0,0 0 0 0 0,0 0 0 0 0,-63-10 9 0 0,31 3-14 0 0,-48-2-1 0 0,12 7 95 0 0,0-3 0 0 0,-89-18 1 0 0,124 16-59 0 0,-23-7-36 0 0,0 2-1 0 0,-1 4 0 0 0,0 1 1 0 0,-68 2-1 0 0,-452-4-435 0 0,494 2 326 0 0,-1 5 0 0 0,1 3-1 0 0,-1 4 1 0 0,-104 19 0 0 0,100-11-37 0 0,0-3 1 0 0,-151-4-1 0 0,-282 14 119 0 0,430-12-12 0 0,48-2 14 0 0,-1-3 1 0 0,-51-3-1 0 0,-131-5 289 0 0,39 2 18 0 0,168 2-253 0 0,0 2 0 0 0,0 0-1 0 0,1 1 1 0 0,-35 9 0 0 0,-1 5-2956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10.3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73 1 12443 0 0,'-15'-1'8393'0'0,"6"22"-8062"0"0,1 0 0 0 0,0 1 0 0 0,2 0 0 0 0,-5 33 0 0 0,-5 97-311 0 0,17-104 36 0 0,1 1 0 0 0,11 52 1 0 0,1 22-1510 0 0,-14-113 222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10.6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66 6913 0 0,'-1'-13'-695'0'0,"2"-26"5389"0"0,-1 39-4523 0 0,0-1 1 0 0,0 0-1 0 0,0 1 1 0 0,0-1-1 0 0,0 0 1 0 0,1 1-1 0 0,-1-1 1 0 0,0 1-1 0 0,0-1 1 0 0,1 1 0 0 0,-1-1-1 0 0,1 1 1 0 0,-1-1-1 0 0,0 1 1 0 0,1-1-1 0 0,-1 1 1 0 0,1-1-1 0 0,-1 1 1 0 0,1-1-1 0 0,-1 1 1 0 0,1 0-1 0 0,-1-1 1 0 0,1 1 0 0 0,0 0-1 0 0,-1 0 1 0 0,1-1-1 0 0,-1 1 1 0 0,1 0-1 0 0,0 0 1 0 0,-1 0-1 0 0,1 0 1 0 0,0 0-1 0 0,-1 0 1 0 0,1 0-1 0 0,0 0 1 0 0,-1 0 0 0 0,1 0-1 0 0,-1 0 1 0 0,1 0-1 0 0,0 0 1 0 0,-1 1-1 0 0,1-1 1 0 0,0 0-1 0 0,-1 0 1 0 0,1 1-1 0 0,-1-1 1 0 0,2 1-1 0 0,17 9 558 0 0,0 0 0 0 0,0 2 0 0 0,-1 0 0 0 0,30 27 0 0 0,59 68-215 0 0,-70-67-500 0 0,57 46 1 0 0,-59-59-33 0 0,-15-12-1181 0 0,29 26 1 0 0,-45-36-304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10.8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1 114 12899 0 0,'12'-7'5690'0'0,"31"-10"-3995"0"0,27-6-1524 0 0,56-21-382 0 0,-77 22 211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4.1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122 210 2761 0 0,'-10'-40'214'0'0,"8"24"762"0"0,-1 0-1 0 0,-1 0 1 0 0,-1 0-1 0 0,0 1 1 0 0,-1 0-1 0 0,-1 0 1 0 0,0 0-1 0 0,-13-18 1 0 0,20 32-807 0 0,-1 0 0 0 0,1 0 0 0 0,-1 1 1 0 0,1-1-1 0 0,-1 0 0 0 0,0 0 1 0 0,1 1-1 0 0,-1-1 0 0 0,0 1 0 0 0,1-1 1 0 0,-1 0-1 0 0,0 1 0 0 0,0-1 1 0 0,1 1-1 0 0,-1-1 0 0 0,0 1 1 0 0,0 0-1 0 0,0-1 0 0 0,0 1 0 0 0,0 0 1 0 0,0 0-1 0 0,0 0 0 0 0,0 0 1 0 0,0-1-1 0 0,1 1 0 0 0,-1 0 0 0 0,0 1 1 0 0,0-1-1 0 0,-2 0 0 0 0,2 1 6 0 0,0 0 1 0 0,0 0-1 0 0,0 0 0 0 0,-1 1 0 0 0,1-1 0 0 0,0 0 0 0 0,0 0 1 0 0,1 1-1 0 0,-1-1 0 0 0,0 1 0 0 0,0-1 0 0 0,1 1 0 0 0,-1-1 1 0 0,1 1-1 0 0,-1 1 0 0 0,-2 9 217 0 0,1 1 1 0 0,0-1-1 0 0,0 15 1 0 0,-3 150 112 0 0,9 1 0 0 0,32 220 0 0 0,-24-333-952 0 0,37 111 0 0 0,-5-22-6924 0 0,-25-89 4597 0 0,-17-54 2774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4.4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86 33 6913 0 0,'-60'19'1055'0'0,"35"-10"7306"0"0,85-26-7267 0 0,0 3 0 0 0,2 3 0 0 0,-1 2 0 0 0,106 0 0 0 0,248 30-413 0 0,-361-17-628 0 0,32 2-87 0 0,138-10-1 0 0,-90-11-3964 0 0,-122 15 59 0 0,-12 0 3841 0 0,1 1 1 0 0,-1-1-1 0 0,0 0 1 0 0,0 1-1 0 0,0-1 1 0 0,0 0-1 0 0,0 0 1 0 0,0 1 0 0 0,0-1-1 0 0,0 0 1 0 0,0 0-1 0 0,0 1 1 0 0,0-1-1 0 0,0 0 1 0 0,0 1-1 0 0,0-1 1 0 0,0 0-1 0 0,0 0 1 0 0,0 1-1 0 0,0-1 1 0 0,0 0-1 0 0,-1 1 1 0 0,1-1-1 0 0,0 0 1 0 0,0 0-1 0 0,0 1 1 0 0,0-1 0 0 0,-3 2-887 0 0,3-2 886 0 0,0 0 1 0 0,0 0-1 0 0,-1 0 1 0 0,-11 11-617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4.7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0 12899 0 0,'-8'0'1386'0'0,"13"0"-246"0"0,13 0 1289 0 0,-14 2-1575 0 0,-1 0-740 0 0,1 0 0 0 0,-1 1 0 0 0,0-1 0 0 0,0 0 0 0 0,0 1 0 0 0,0 0 0 0 0,0 0 0 0 0,-1 0 1 0 0,1 0-1 0 0,-1 0 0 0 0,0 0 0 0 0,0 1 0 0 0,0-1 0 0 0,0 1 0 0 0,-1-1 0 0 0,1 1 0 0 0,-1 0 0 0 0,1 6 0 0 0,14 66 454 0 0,-3 0-1 0 0,4 108 1 0 0,-5-33-402 0 0,-3-52-32 0 0,0 3-334 0 0,0-35-3041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5.0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49 336 3209 0 0,'-8'-14'263'0'0,"1"0"1"0"0,0-1-1 0 0,1 0 0 0 0,1-1 1 0 0,0 1-1 0 0,-3-21 1 0 0,7 27 264 0 0,0 0 0 0 0,1 0 0 0 0,0 0 0 0 0,0 0 0 0 0,1 0 0 0 0,0 1 0 0 0,0-1 0 0 0,1 0 0 0 0,0 1 0 0 0,1-1 0 0 0,0 1 0 0 0,0-1 0 0 0,5-7 0 0 0,-4 10-188 0 0,-1 0 0 0 0,1 0 0 0 0,1 1 0 0 0,-1-1 0 0 0,1 1 0 0 0,0 0 0 0 0,0 0 0 0 0,0 1 0 0 0,1 0 0 0 0,-1 0 0 0 0,1 0 0 0 0,0 0 0 0 0,0 1 0 0 0,1 0 0 0 0,-1 0 0 0 0,13-2 0 0 0,-16 4-254 0 0,1 0-1 0 0,0 1 0 0 0,0-1 1 0 0,0 1-1 0 0,0 0 0 0 0,-1 0 0 0 0,1 1 1 0 0,0-1-1 0 0,0 1 0 0 0,0 0 0 0 0,-1 0 1 0 0,1 0-1 0 0,0 0 0 0 0,-1 1 0 0 0,1-1 1 0 0,-1 1-1 0 0,0 0 0 0 0,1 0 0 0 0,-1 0 1 0 0,0 0-1 0 0,0 1 0 0 0,0 0 0 0 0,-1-1 1 0 0,1 1-1 0 0,-1 0 0 0 0,1 0 0 0 0,-1 0 1 0 0,0 1-1 0 0,0-1 0 0 0,0 0 1 0 0,2 7-1 0 0,-1-2-55 0 0,-1 0 0 0 0,0 0 0 0 0,0 0 0 0 0,-1 0 0 0 0,1 1 1 0 0,-2-1-1 0 0,1 1 0 0 0,-2-1 0 0 0,1 1 0 0 0,-1-1 0 0 0,0 0 0 0 0,0 1 0 0 0,-5 12 0 0 0,-4 12-7 0 0,-28 60 0 0 0,33-82 1 0 0,-60 121 1167 0 0,64-132-1182 0 0,1 0 1 0 0,0 0-1 0 0,0 0 1 0 0,0 0-1 0 0,0 1 1 0 0,0-1 0 0 0,0 0-1 0 0,-1 0 1 0 0,1 0-1 0 0,0 1 1 0 0,0-1-1 0 0,0 0 1 0 0,0 0 0 0 0,0 0-1 0 0,0 1 1 0 0,0-1-1 0 0,0 0 1 0 0,0 0-1 0 0,0 1 1 0 0,0-1 0 0 0,0 0-1 0 0,0 0 1 0 0,0 0-1 0 0,0 1 1 0 0,0-1-1 0 0,0 0 1 0 0,0 0 0 0 0,0 1-1 0 0,0-1 1 0 0,0 0-1 0 0,1 0 1 0 0,-1 0 0 0 0,0 0-1 0 0,0 1 1 0 0,0-1-1 0 0,0 0 1 0 0,0 0-1 0 0,1 0 1 0 0,-1 0 0 0 0,0 1-1 0 0,0-1 1 0 0,0 0-1 0 0,0 0 1 0 0,1 0-1 0 0,12-3 162 0 0,21-14-153 0 0,-30 15-4 0 0,4-2-39 0 0,0 0 0 0 0,0 0-1 0 0,0 1 1 0 0,1 0 0 0 0,-1 1 0 0 0,1 0-1 0 0,0 0 1 0 0,0 1 0 0 0,0 0 0 0 0,0 0-1 0 0,0 1 1 0 0,12 1 0 0 0,-9 1-467 0 0,1 1 1 0 0,-1 0-1 0 0,0 0 1 0 0,0 1-1 0 0,-1 1 1 0 0,1 0-1 0 0,-1 1 1 0 0,15 9-1 0 0,4 4-6318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5.4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23 370 10138 0 0,'-3'1'-160'0'0,"-17"15"4245"0"0,31-17-2041 0 0,-4-1-1657 0 0,0 0-1 0 0,-1 0 0 0 0,1-1 0 0 0,-1 0 1 0 0,1 0-1 0 0,-1-1 0 0 0,0 0 0 0 0,6-4 0 0 0,46-41 1075 0 0,-40 33-1174 0 0,0-1-98 0 0,0 0 0 0 0,-1-1-1 0 0,0-1 1 0 0,15-25 0 0 0,-27 39-193 0 0,-2-1 1 0 0,1 0 0 0 0,-1 0 0 0 0,0 0 0 0 0,0 0-1 0 0,-1 0 1 0 0,1-1 0 0 0,-1 1 0 0 0,-1-1 0 0 0,1 1-1 0 0,-1-1 1 0 0,-1 0 0 0 0,1 0 0 0 0,-1 1 0 0 0,0-1-1 0 0,0 0 1 0 0,-1 0 0 0 0,0 1 0 0 0,-1-1 0 0 0,-2-9-1 0 0,4 15 8 0 0,-1-1 0 0 0,1 0 0 0 0,-1 0 0 0 0,0 1-1 0 0,0-1 1 0 0,0 1 0 0 0,0-1 0 0 0,0 1 0 0 0,0-1-1 0 0,0 1 1 0 0,0-1 0 0 0,-1 1 0 0 0,1 0 0 0 0,-1 0-1 0 0,1 0 1 0 0,-1 0 0 0 0,1 0 0 0 0,-1 0 0 0 0,1 0-1 0 0,-1 0 1 0 0,0 1 0 0 0,1-1 0 0 0,-1 1 0 0 0,0-1-1 0 0,0 1 1 0 0,1-1 0 0 0,-1 1 0 0 0,0 0 0 0 0,0 0-1 0 0,0 0 1 0 0,0 0 0 0 0,1 0 0 0 0,-1 1 0 0 0,0-1-1 0 0,0 0 1 0 0,1 1 0 0 0,-1-1 0 0 0,0 1-1 0 0,0 0 1 0 0,1 0 0 0 0,-1 0 0 0 0,-2 1 0 0 0,-1 1 11 0 0,-1 1 1 0 0,1 0 0 0 0,0 0 0 0 0,0 0-1 0 0,0 1 1 0 0,0-1 0 0 0,1 1-1 0 0,0 0 1 0 0,0 0 0 0 0,-6 11-1 0 0,3 1 13 0 0,1 0-1 0 0,0 0 0 0 0,1 0 0 0 0,1 0 1 0 0,1 1-1 0 0,0 0 0 0 0,2 0 0 0 0,0 0 1 0 0,1-1-1 0 0,0 1 0 0 0,2 0 0 0 0,0 0 1 0 0,1 0-1 0 0,6 21 0 0 0,-6-29-181 0 0,1 0 0 0 0,0 1 0 0 0,0-2 0 0 0,1 1 0 0 0,0 0 0 0 0,1-1 0 0 0,0 0 0 0 0,0-1 0 0 0,1 1 0 0 0,15 14 0 0 0,-16-18-257 0 0,1 0 0 0 0,0-1 0 0 0,0 1 0 0 0,0-1 0 0 0,1-1 0 0 0,-1 1 0 0 0,1-1 0 0 0,0 0 0 0 0,0-1 0 0 0,0 0 0 0 0,0 0 0 0 0,0-1 0 0 0,0 0 0 0 0,1-1 0 0 0,12 0 0 0 0,0-1-1124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5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74 45 920 0 0,'1'0'247'0'0,"-1"-1"0"0"0,0 0 0 0 0,0 0 0 0 0,0 0 0 0 0,0 0 1 0 0,0 0-1 0 0,0 1 0 0 0,0-1 0 0 0,0 0 0 0 0,0 0 0 0 0,-1 0 0 0 0,1 0 0 0 0,0 1 0 0 0,-1-1 0 0 0,1 0 0 0 0,0 0 0 0 0,-1 0 0 0 0,1 1 0 0 0,-1-1 0 0 0,1 0 0 0 0,-1 1 0 0 0,1-1 0 0 0,-1 0 0 0 0,0 1 1 0 0,1-1-1 0 0,-1 1 0 0 0,0-1 0 0 0,1 1 0 0 0,-1-1 0 0 0,0 1 0 0 0,0 0 0 0 0,1-1 0 0 0,-1 1 0 0 0,0 0 0 0 0,0 0 0 0 0,0-1 0 0 0,-1 1 0 0 0,0 0-53 0 0,1 1 0 0 0,0-1 0 0 0,-1 0 0 0 0,1 1 0 0 0,-1-1 0 0 0,1 1 0 0 0,0-1 0 0 0,-1 1 0 0 0,1 0 0 0 0,0 0 0 0 0,0 0 0 0 0,0-1 0 0 0,-1 1 0 0 0,1 0 0 0 0,0 1 0 0 0,0-1 0 0 0,0 0 0 0 0,0 0 0 0 0,1 0 0 0 0,-1 0 0 0 0,0 1 0 0 0,0 0 0 0 0,-5 13 35 0 0,1 0-1 0 0,0 0 1 0 0,1 0 0 0 0,1 0-1 0 0,0 0 1 0 0,1 1 0 0 0,1 0 0 0 0,0-1-1 0 0,1 1 1 0 0,1 0 0 0 0,1-1-1 0 0,0 1 1 0 0,5 19 0 0 0,-6-33-200 0 0,0 1 0 0 0,0 0 0 0 0,0-1 0 0 0,0 1 0 0 0,0-1 0 0 0,0 1 0 0 0,1-1 0 0 0,-1 1 0 0 0,1-1 0 0 0,-1 0-1 0 0,1 0 1 0 0,0 0 0 0 0,0 0 0 0 0,0 0 0 0 0,0 0 0 0 0,1 0 0 0 0,-1-1 0 0 0,0 1 0 0 0,1-1 0 0 0,-1 0 0 0 0,1 0 0 0 0,4 2 0 0 0,-5-3-62 0 0,1 0 0 0 0,0 0 0 0 0,0 0 0 0 0,-1-1 0 0 0,1 1 0 0 0,0 0 0 0 0,-1-1 0 0 0,1 0 0 0 0,-1 0 0 0 0,1 0 0 0 0,-1 0 0 0 0,1 0 0 0 0,-1 0 0 0 0,1-1-1 0 0,-1 1 1 0 0,0-1 0 0 0,0 0 0 0 0,0 0 0 0 0,0 1 0 0 0,0-1 0 0 0,0 0 0 0 0,-1-1 0 0 0,3-1 0 0 0,5-11-169 0 0,1 0 0 0 0,-2 0-1 0 0,0-1 1 0 0,-1 0 0 0 0,0 0-1 0 0,-2-1 1 0 0,6-24 0 0 0,-5 18 451 0 0,1 1 0 0 0,1 0-1 0 0,13-27 1 0 0,-21 48-154 0 0,1-1 0 0 0,0 0-1 0 0,0 1 1 0 0,0-1 0 0 0,0 1-1 0 0,0-1 1 0 0,0 1 0 0 0,0-1-1 0 0,1 1 1 0 0,-1 0 0 0 0,0-1-1 0 0,1 1 1 0 0,-1 0-1 0 0,1 0 1 0 0,-1 0 0 0 0,1 0-1 0 0,0 0 1 0 0,-1 1 0 0 0,1-1-1 0 0,0 0 1 0 0,3 0 0 0 0,-4 1-20 0 0,1 1 0 0 0,0-1 0 0 0,-1 1 0 0 0,1-1 1 0 0,-1 1-1 0 0,1 0 0 0 0,-1 0 0 0 0,1-1 0 0 0,-1 1 0 0 0,1 0 0 0 0,-1 0 1 0 0,0 1-1 0 0,1-1 0 0 0,-1 0 0 0 0,0 0 0 0 0,0 1 0 0 0,0-1 1 0 0,0 0-1 0 0,0 1 0 0 0,0-1 0 0 0,-1 1 0 0 0,1-1 0 0 0,0 3 1 0 0,8 16 235 0 0,-2 1 1 0 0,0-1 0 0 0,-2 1 0 0 0,5 35 0 0 0,-7-38-254 0 0,0 0 1 0 0,1 0-1 0 0,0-1 0 0 0,2 0 0 0 0,0 0 0 0 0,1 0 0 0 0,13 24 0 0 0,-20-40-81 0 0,1 0 0 0 0,-1-1 0 0 0,1 1 0 0 0,-1 0 0 0 0,0 0 0 0 0,1-1 0 0 0,-1 1-1 0 0,1 0 1 0 0,0-1 0 0 0,-1 1 0 0 0,1-1 0 0 0,0 1 0 0 0,-1-1 0 0 0,1 1 0 0 0,0-1 0 0 0,-1 1 0 0 0,1-1 0 0 0,0 1 0 0 0,0-1 0 0 0,0 0 0 0 0,-1 0 0 0 0,1 1 0 0 0,0-1 0 0 0,0 0-1 0 0,0 0 1 0 0,1 0 0 0 0,-1 0-52 0 0,0-1-1 0 0,0 0 0 0 0,0 1 0 0 0,-1-1 0 0 0,1 0 0 0 0,0 0 1 0 0,0 1-1 0 0,0-1 0 0 0,-1 0 0 0 0,1 0 0 0 0,0 0 1 0 0,-1 0-1 0 0,1 0 0 0 0,-1 0 0 0 0,1 0 0 0 0,-1 0 1 0 0,1-1-1 0 0,3-11-872 0 0,-1 0 1 0 0,4-23-1 0 0,-5 25 557 0 0,5-25-1702 0 0,2-3-3780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6.1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17972 0 0,'0'0'27'0'0,"0"0"1"0"0,0 0-1 0 0,0 0 0 0 0,1 0 1 0 0,-1 0-1 0 0,0 0 0 0 0,0-1 1 0 0,0 1-1 0 0,0 0 1 0 0,0 0-1 0 0,0 0 0 0 0,0 0 1 0 0,0 0-1 0 0,0 0 0 0 0,1 0 1 0 0,-1 0-1 0 0,0 0 0 0 0,0 0 1 0 0,0-1-1 0 0,0 1 1 0 0,0 0-1 0 0,0 0 0 0 0,0 0 1 0 0,0 0-1 0 0,0 0 0 0 0,0 0 1 0 0,0 0-1 0 0,0-1 0 0 0,0 1 1 0 0,0 0-1 0 0,0 0 1 0 0,0 0-1 0 0,0 0 0 0 0,0 0 1 0 0,0 0-1 0 0,0 0 0 0 0,0-1 1 0 0,0 1-1 0 0,0 0 0 0 0,0 0 1 0 0,0 0-1 0 0,0 0 1 0 0,0 0-1 0 0,0 0 0 0 0,0 0 1 0 0,-1 0-1 0 0,1-1 0 0 0,0 1 1 0 0,0 0-1 0 0,0 0 1 0 0,0 0-1 0 0,0 0 0 0 0,0 0 1 0 0,0 0-1 0 0,0 0 0 0 0,0 0 1 0 0,-1 0-1 0 0,1 0 0 0 0,0 0 1 0 0,0 0-1 0 0,0 0 1 0 0,0 0-1 0 0,0 0 0 0 0,0 0 1 0 0,0 0-1 0 0,-1 0 0 0 0,13-17 502 0 0,14-15 39 0 0,-24 30-610 0 0,35-34 170 0 0,-35 34-380 0 0,-1 1-1 0 0,1 0 0 0 0,0-1 0 0 0,-1 1 1 0 0,1 0-1 0 0,0 0 0 0 0,0 0 1 0 0,0 0-1 0 0,0 0 0 0 0,0 1 0 0 0,0-1 1 0 0,0 1-1 0 0,0-1 0 0 0,0 1 1 0 0,0 0-1 0 0,0-1 0 0 0,1 1 0 0 0,-1 0 1 0 0,0 1-1 0 0,0-1 0 0 0,3 1 1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6.2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69 4609 0 0,'5'23'3850'0'0,"-3"-23"-3382"0"0,0 0 1 0 0,1-1-1 0 0,-1 1 0 0 0,0-1 1 0 0,1 1-1 0 0,-1-1 0 0 0,0 0 1 0 0,0 0-1 0 0,0 0 1 0 0,4-3-1 0 0,29-16 2706 0 0,23-13-2693 0 0,-46 27-1798 0 0,0 1 0 0 0,0 1 0 0 0,17-5 1 0 0,-6 5-913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6.7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19 9674 0 0,'22'-19'7858'0'0,"-21"21"-7629"0"0,-1 0 0 0 0,1 0 1 0 0,0 1-1 0 0,-1-1 0 0 0,1 0 0 0 0,-1 0 1 0 0,0 1-1 0 0,0-1 0 0 0,0 0 0 0 0,0 0 1 0 0,-1 5-1 0 0,-21 262 2188 0 0,11-167-2293 0 0,4 0 1 0 0,6 117-1 0 0,5-187-135 0 0,1-1-1 0 0,1 0 1 0 0,19 54 0 0 0,2-12-6682 0 0,-17-47-336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7.0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119 86 3225 0 0,'-64'8'1940'0'0,"58"-8"-877"0"0,0 0 0 0 0,0 0 0 0 0,0 0 0 0 0,0-1 0 0 0,0 0 0 0 0,-13-12 6218 0 0,37 4-6289 0 0,23-3-476 0 0,1 1-1 0 0,-1 3 1 0 0,2 2-1 0 0,76-3 1 0 0,175 20 133 0 0,-26 1-167 0 0,-122-16-1130 0 0,174-29 0 0 0,-302 30 131 0 0,-9 1 10 0 0,0 0-1 0 0,-1 1 0 0 0,1 0 0 0 0,0 0 0 0 0,0 1 0 0 0,0 0 0 0 0,0 1 0 0 0,0 0 0 0 0,15 4 0 0 0,-22-4 314 0 0,-1 0 0 0 0,0 0 0 0 0,1 0 0 0 0,-1 0 1 0 0,0 0-1 0 0,0 0 0 0 0,0 1 0 0 0,0-1 0 0 0,0 0 0 0 0,0 1 0 0 0,0-1 1 0 0,0 1-1 0 0,-1-1 0 0 0,1 1 0 0 0,0-1 0 0 0,-1 1 0 0 0,1 0 0 0 0,-1-1 1 0 0,0 1-1 0 0,0 0 0 0 0,0-1 0 0 0,1 1 0 0 0,-1 0 0 0 0,-1-1 0 0 0,1 1 1 0 0,0 0-1 0 0,0-1 0 0 0,-1 1 0 0 0,1 0 0 0 0,-1-1 0 0 0,1 1 0 0 0,-2 1 1 0 0,-8 24-585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7.9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78 18 6913 0 0,'0'-1'255'0'0,"0"0"0"0"0,-1 0 0 0 0,1 0 0 0 0,0 0 0 0 0,-1 0 0 0 0,1 0 0 0 0,-1 1 0 0 0,0-1 0 0 0,1 0 0 0 0,-1 0 0 0 0,0 0 0 0 0,1 1 0 0 0,-1-1 0 0 0,0 0 0 0 0,0 1 0 0 0,0-1-1 0 0,1 0 1 0 0,-1 1 0 0 0,0-1 0 0 0,0 1 0 0 0,0 0 0 0 0,0-1 0 0 0,-2 1 0 0 0,2 0-93 0 0,0 0 1 0 0,0 1-1 0 0,0-1 1 0 0,0 0-1 0 0,0 1 1 0 0,1-1-1 0 0,-1 1 0 0 0,0 0 1 0 0,0-1-1 0 0,0 1 1 0 0,1 0-1 0 0,-1-1 1 0 0,0 1-1 0 0,1 0 0 0 0,-1 0 1 0 0,0 0-1 0 0,1-1 1 0 0,-1 1-1 0 0,1 1 1 0 0,-5 8 390 0 0,1 0 1 0 0,0 1-1 0 0,-3 12 1 0 0,7-21-494 0 0,-7 24 99 0 0,1 0 0 0 0,1 0 0 0 0,2 1 0 0 0,0 0 0 0 0,3 45 0 0 0,1-61-118 0 0,0 1 0 0 0,1-1 1 0 0,0 0-1 0 0,1 1 1 0 0,0-1-1 0 0,1-1 1 0 0,0 1-1 0 0,1 0 1 0 0,0-1-1 0 0,1 0 1 0 0,0 0-1 0 0,0-1 1 0 0,1 0-1 0 0,0 0 1 0 0,16 15-1 0 0,-13-16-61 0 0,0 0 0 0 0,0-1 0 0 0,1 0 0 0 0,0-1-1 0 0,0 0 1 0 0,1 0 0 0 0,0-1 0 0 0,0-1 0 0 0,0 0 0 0 0,0-1-1 0 0,22 3 1 0 0,-28-5 9 0 0,-1 0 0 0 0,1-1 0 0 0,-1 0 0 0 0,1 0 0 0 0,0 0 0 0 0,-1-1 0 0 0,1 0 1 0 0,-1 0-1 0 0,1 0 0 0 0,-1-1 0 0 0,0 1 0 0 0,0-2 0 0 0,0 1 0 0 0,0 0 0 0 0,0-1 0 0 0,0 0 0 0 0,0 0 0 0 0,-1 0 0 0 0,0-1 0 0 0,1 1 0 0 0,-1-1 0 0 0,-1 0 0 0 0,1 0 0 0 0,0-1 0 0 0,-1 1 0 0 0,0-1 0 0 0,0 0 0 0 0,4-9 0 0 0,-3 4 56 0 0,-1-1 0 0 0,0 1 0 0 0,-1-1 1 0 0,0 0-1 0 0,-1 0 0 0 0,0 0 0 0 0,0 0 0 0 0,-1 0 0 0 0,-1 0 0 0 0,0 0 0 0 0,0 1 0 0 0,-1-1 0 0 0,0 0 0 0 0,-1 0 1 0 0,-4-10-1 0 0,5 16-30 0 0,0 0 1 0 0,0 1 0 0 0,0-1-1 0 0,-1 0 1 0 0,1 1-1 0 0,-1-1 1 0 0,0 1 0 0 0,-1 0-1 0 0,1 0 1 0 0,-1 0 0 0 0,1 0-1 0 0,-1 1 1 0 0,0-1 0 0 0,0 1-1 0 0,-1 0 1 0 0,1 0 0 0 0,-1 1-1 0 0,0-1 1 0 0,1 1-1 0 0,-1 0 1 0 0,0 1 0 0 0,0-1-1 0 0,0 1 1 0 0,-1 0 0 0 0,1 0-1 0 0,0 0 1 0 0,0 1 0 0 0,0-1-1 0 0,-1 2 1 0 0,1-1 0 0 0,0 0-1 0 0,-10 3 1 0 0,8-1-123 0 0,0 0-1 0 0,1 0 1 0 0,-1 1 0 0 0,0 0 0 0 0,1 0 0 0 0,0 1-1 0 0,0 0 1 0 0,0 0 0 0 0,0 0 0 0 0,1 1-1 0 0,-7 6 1 0 0,2 0-641 0 0,0 0 0 0 0,1 1 0 0 0,1 0-1 0 0,-11 19 1 0 0,7-7-5088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8.3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61 10594 0 0,'64'2'3416'0'0,"256"-31"3855"0"0,-107-1-12018 0 0,-189 26-1385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8.53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48 1 6913 0 0,'-2'0'198'0'0,"-1"1"-1"0"0,1 0 0 0 0,0-1 1 0 0,-1 1-1 0 0,1 0 0 0 0,0 0 0 0 0,0 1 1 0 0,0-1-1 0 0,-1 0 0 0 0,2 1 0 0 0,-1-1 1 0 0,0 1-1 0 0,0 0 0 0 0,0-1 0 0 0,-2 4 1 0 0,2 0 475 0 0,1-1 0 0 0,-1 0 0 0 0,1 1 0 0 0,0-1 0 0 0,0 1 0 0 0,0 0 0 0 0,0 7 0 0 0,0 13 610 0 0,1 0 1 0 0,1-1-1 0 0,1 1 0 0 0,9 44 0 0 0,34 98 151 0 0,-35-131-1406 0 0,13 38-2142 0 0,-13-38-5533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8.8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0 7834 0 0,'-1'3'854'0'0,"1"0"1"0"0,-1 1 0 0 0,1-1-1 0 0,0 0 1 0 0,0 0-1 0 0,0 1 1 0 0,1 5 0 0 0,-1-2 160 0 0,-15 266 5905 0 0,0-46-6579 0 0,15-167-389 0 0,12 109-1 0 0,-6-122-1596 0 0,0 0-5957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49:59.1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1 154 11522 0 0,'15'-2'961'0'0,"0"0"-1"0"0,23-7 1 0 0,2-1-139 0 0,173-36 2703 0 0,50-10-2074 0 0,-86 31-5332 0 0,-138 22-2174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0.2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86 1840 0 0,'11'-34'16166'0'0,"-23"53"-12050"0"0,18-28-3519 0 0,-3 5-631 0 0,0 1-1 0 0,0 0 0 0 0,0 0 1 0 0,0 0-1 0 0,0 0 0 0 0,6-3 1 0 0,2 0 53 0 0,0 1 1 0 0,0 0-1 0 0,0 1 1 0 0,0 0-1 0 0,1 1 1 0 0,0 0-1 0 0,-1 1 0 0 0,1 0 1 0 0,21 0-1 0 0,-29 2-16 0 0,1 0-1 0 0,-1 0 1 0 0,0 1 0 0 0,1 0-1 0 0,-1-1 1 0 0,0 2-1 0 0,0-1 1 0 0,1 0 0 0 0,-1 1-1 0 0,0 0 1 0 0,0 0-1 0 0,-1 0 1 0 0,1 1-1 0 0,0-1 1 0 0,-1 1 0 0 0,1 0-1 0 0,-1 0 1 0 0,0 0-1 0 0,0 0 1 0 0,0 0 0 0 0,0 1-1 0 0,-1 0 1 0 0,1-1-1 0 0,-1 1 1 0 0,0 0 0 0 0,0 0-1 0 0,-1 0 1 0 0,1 0-1 0 0,0 5 1 0 0,0-1 6 0 0,0 0 1 0 0,-1 0-1 0 0,0 0 1 0 0,-1 0-1 0 0,1 0 0 0 0,-2 1 1 0 0,1-1-1 0 0,-1 0 1 0 0,0 0-1 0 0,-1 0 1 0 0,0 0-1 0 0,-5 13 0 0 0,-5 5 57 0 0,0 1 0 0 0,-20 30 0 0 0,-2 2-18 0 0,34-59-48 0 0,0 1 0 0 0,-1-1-1 0 0,1 0 1 0 0,0 1 0 0 0,0-1 0 0 0,0 0 0 0 0,-1 1 0 0 0,1-1 0 0 0,0 0-1 0 0,0 1 1 0 0,0-1 0 0 0,0 0 0 0 0,0 1 0 0 0,0-1 0 0 0,0 0 0 0 0,0 1-1 0 0,0-1 1 0 0,0 1 0 0 0,0-1 0 0 0,0 0 0 0 0,0 1 0 0 0,0-1 0 0 0,0 0-1 0 0,0 1 1 0 0,0-1 0 0 0,1 0 0 0 0,-1 1 0 0 0,0-1 0 0 0,0 0-1 0 0,0 1 1 0 0,1-1 0 0 0,-1 0 0 0 0,0 1 0 0 0,1-1 0 0 0,15 2-14 0 0,29-11-25 0 0,-34 6 24 0 0,7-1-9 0 0,1 1 1 0 0,0 1-1 0 0,0 1 1 0 0,25 2 0 0 0,-38-1 17 0 0,0 0 1 0 0,-1 1 0 0 0,1 0-1 0 0,-1 0 1 0 0,1 0 0 0 0,-1 1 0 0 0,0 0-1 0 0,0 0 1 0 0,1 0 0 0 0,-1 0-1 0 0,0 1 1 0 0,-1 0 0 0 0,1 0 0 0 0,-1 0-1 0 0,1 1 1 0 0,-1-1 0 0 0,0 1-1 0 0,0 0 1 0 0,4 5 0 0 0,-7-6-2 0 0,1-1 0 0 0,-1 1-1 0 0,0 0 1 0 0,0-1 0 0 0,0 1 0 0 0,0 0 0 0 0,0-1 0 0 0,-1 1 0 0 0,1 0 0 0 0,-1 0-1 0 0,0 0 1 0 0,1 0 0 0 0,-1 0 0 0 0,-1-1 0 0 0,1 1 0 0 0,0 0 0 0 0,-2 4-1 0 0,0-1 12 0 0,0-1 0 0 0,0 0 0 0 0,0 0 0 0 0,-1 0 0 0 0,0 0 0 0 0,0 0 0 0 0,0-1 0 0 0,-6 7 0 0 0,-6 4 85 0 0,0-1 0 0 0,-2 0 0 0 0,-27 18 0 0 0,43-31-85 0 0,-31 20 213 0 0,-42 21-1 0 0,60-35-281 0 0,0-1 0 0 0,0 0-1 0 0,-1-1 1 0 0,0-1-1 0 0,-29 5 1 0 0,30-9-1525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0.8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90 11979 0 0,'-5'-4'3746'0'0,"5"4"-3673"0"0,7-9 1478 0 0,9-4-392 0 0,3 3-646 0 0,0 0 0 0 0,0 2 0 0 0,1 0 1 0 0,0 1-1 0 0,22-5 0 0 0,-28 9-691 0 0,0 1 0 0 0,0 0 0 0 0,0 1 0 0 0,0 1 0 0 0,1 0 0 0 0,-1 1 0 0 0,0 0 1 0 0,21 5-1 0 0,6 6-2756 0 0,-29-7 1541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0.9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8 102 6449 0 0,'-4'3'1828'0'0,"3"-2"-1646"0"0,1-1 1 0 0,0 0 0 0 0,-1 1 0 0 0,1-1-1 0 0,0 1 1 0 0,0-1 0 0 0,0 1 0 0 0,-1-1-1 0 0,1 1 1 0 0,0-1 0 0 0,0 1 0 0 0,0-1-1 0 0,0 1 1 0 0,0-1 0 0 0,0 2 0 0 0,11-2 2627 0 0,16-9-882 0 0,35-22-1209 0 0,48-22 267 0 0,-87 43-970 0 0,-4 0 64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2.5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1 7834 0 0,'-12'4'1208'0'0,"9"-3"-759"0"0,0-1 0 0 0,1 1 0 0 0,-1 0 0 0 0,1 0 0 0 0,-1 0 0 0 0,1 0 0 0 0,-1 0 0 0 0,1 0 0 0 0,0 1 0 0 0,-1-1 0 0 0,1 1 0 0 0,0 0 0 0 0,0 0 0 0 0,-4 4 0 0 0,9-3 7 0 0,1 1 0 0 0,-1 0 1 0 0,1-1-1 0 0,-1 1 0 0 0,1-1 1 0 0,0 0-1 0 0,7 4 0 0 0,-6-4-160 0 0,76 58 1315 0 0,-30-21-1355 0 0,97 56 1 0 0,-101-70-233 0 0,178 101 425 0 0,-189-103-365 0 0,-1 1 1 0 0,-1 2 0 0 0,59 61-1 0 0,-90-85-85 0 0,0 0 0 0 0,-1 0 0 0 0,1 0 0 0 0,-1 0 0 0 0,0 0 0 0 0,0 1 0 0 0,0-1 0 0 0,0 0 0 0 0,1 7 0 0 0,-3-10 2 0 0,0 1 1 0 0,0 0 0 0 0,1-1-1 0 0,-1 1 1 0 0,-1-1 0 0 0,1 1-1 0 0,0 0 1 0 0,0-1 0 0 0,0 1-1 0 0,0 0 1 0 0,0-1 0 0 0,0 1-1 0 0,-1-1 1 0 0,1 1-1 0 0,0 0 1 0 0,-1-1 0 0 0,1 1-1 0 0,0-1 1 0 0,-1 1 0 0 0,1-1-1 0 0,0 1 1 0 0,-2 0 0 0 0,1 0 20 0 0,-1 0 0 0 0,0 0 1 0 0,1 0-1 0 0,-1 0 1 0 0,0-1-1 0 0,0 1 0 0 0,0-1 1 0 0,0 1-1 0 0,0-1 0 0 0,-3 1 1 0 0,-11 1 38 0 0,0 0 1 0 0,1 1-1 0 0,-1 1 1 0 0,1 0-1 0 0,0 1 1 0 0,0 1-1 0 0,0 0 1 0 0,1 1-1 0 0,0 1 1 0 0,0 0-1 0 0,1 1 1 0 0,0 0 0 0 0,-12 12-1 0 0,-86 94 61 0 0,43-41-59 0 0,7-10-25 0 0,-100 138-1 0 0,148-184-76 0 0,6-9-663 0 0,13-18-896 0 0,2-1 376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3.0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24 8754 0 0,'-20'-16'858'0'0,"8"9"2430"0"0,11 27-619 0 0,9 199-607 0 0,2 8 1268 0 0,-6-184-2895 0 0,3 0 0 0 0,1 0 0 0 0,17 52 0 0 0,-20-79-521 0 0,-1-4-237 0 0,1 1-1 0 0,-1-1 1 0 0,10 16 0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3.3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1 290 2761 0 0,'0'-11'347'0'0,"-1"0"1"0"0,1 0 0 0 0,1 0 0 0 0,0 0-1 0 0,0 0 1 0 0,1 0 0 0 0,1 1 0 0 0,0-1-1 0 0,0 0 1 0 0,1 1 0 0 0,0 0-1 0 0,1 0 1 0 0,0 0 0 0 0,1 1 0 0 0,8-12-1 0 0,-6 10 412 0 0,-1 1 0 0 0,1 0 0 0 0,1 1 0 0 0,0 0 0 0 0,0 0 0 0 0,1 1 0 0 0,15-10 0 0 0,-20 14-459 0 0,0 1 0 0 0,1 0 0 0 0,-1 0 0 0 0,1 0 1 0 0,0 1-1 0 0,0 0 0 0 0,0 0 0 0 0,0 1 0 0 0,0-1 0 0 0,0 1 1 0 0,0 1-1 0 0,0-1 0 0 0,1 1 0 0 0,-1 0 0 0 0,0 1 1 0 0,0-1-1 0 0,7 2 0 0 0,-11-1-250 0 0,1 0 1 0 0,-1 0-1 0 0,1 0 0 0 0,-1 0 0 0 0,0 1 1 0 0,1-1-1 0 0,-1 1 0 0 0,0-1 1 0 0,0 1-1 0 0,0 0 0 0 0,0 0 1 0 0,0-1-1 0 0,0 2 0 0 0,-1-1 1 0 0,1 0-1 0 0,-1 0 0 0 0,1 0 0 0 0,-1 1 1 0 0,0-1-1 0 0,0 1 0 0 0,0-1 1 0 0,0 1-1 0 0,0-1 0 0 0,-1 1 1 0 0,1-1-1 0 0,-1 1 0 0 0,0 0 1 0 0,0-1-1 0 0,0 1 0 0 0,0 0 1 0 0,0-1-1 0 0,0 1 0 0 0,-1 3 0 0 0,-1 8-8 0 0,-1 1-1 0 0,0-1 0 0 0,-1 0 0 0 0,-10 22 0 0 0,1-6 8 0 0,-2-1 0 0 0,0 0 0 0 0,-3-1 0 0 0,-25 33 0 0 0,-92 95 855 0 0,124-144-755 0 0,11-12-124 0 0,-1 0 0 0 0,1 1 0 0 0,-1-1 0 0 0,1 0 0 0 0,0 1 0 0 0,-1-1 0 0 0,1 0 0 0 0,-1 1 0 0 0,1-1 0 0 0,0 1 0 0 0,-1-1 0 0 0,1 0 0 0 0,0 1 0 0 0,0-1 0 0 0,-1 1-1 0 0,1-1 1 0 0,0 1 0 0 0,0-1 0 0 0,0 1 0 0 0,0-1 0 0 0,0 1 0 0 0,-1-1 0 0 0,1 1 0 0 0,0-1 0 0 0,0 1 0 0 0,0-1 0 0 0,0 1 0 0 0,0-1 0 0 0,1 1 0 0 0,-1-1 0 0 0,0 1 0 0 0,0-1 0 0 0,0 1 0 0 0,0-1 0 0 0,1 2 0 0 0,0-2-2 0 0,1 1-1 0 0,-1-1 1 0 0,0 1-1 0 0,1-1 1 0 0,-1 1-1 0 0,0-1 1 0 0,1 0-1 0 0,-1 0 1 0 0,1 1 0 0 0,-1-1-1 0 0,1 0 1 0 0,2-1-1 0 0,60-9-62 0 0,-54 8 126 0 0,31-4-243 0 0,0 1 1 0 0,0 3 0 0 0,76 3 0 0 0,-38 8-2353 0 0,1 6-3421 0 0,-46-7-623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3.8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1 406 3745 0 0,'1'9'6298'0'0,"4"-11"-4997"0"0,12-7-361 0 0,0 0 1 0 0,-1-1-1 0 0,0-1 0 0 0,-1 0 1 0 0,0-2-1 0 0,-1 1 0 0 0,0-2 1 0 0,19-23-1 0 0,-24 25-735 0 0,0-1 0 0 0,0 0 1 0 0,-1 0-1 0 0,-1-1 0 0 0,0 0 0 0 0,-1 0 0 0 0,0 0 0 0 0,-1-1 0 0 0,-1 0 0 0 0,0 0 1 0 0,2-23-1 0 0,-6 33-177 0 0,0 1 1 0 0,0-1 0 0 0,-1 0-1 0 0,0 0 1 0 0,0 1 0 0 0,0-1-1 0 0,0 1 1 0 0,-1-1 0 0 0,1 1-1 0 0,-1-1 1 0 0,0 1 0 0 0,-1 0-1 0 0,1 0 1 0 0,-1 0 0 0 0,0 0-1 0 0,-4-4 1 0 0,5 6-19 0 0,1 0 0 0 0,-1 1 0 0 0,0-1 0 0 0,1 1-1 0 0,-1 0 1 0 0,0 0 0 0 0,0 0 0 0 0,0 0 0 0 0,0 0 0 0 0,0 0 0 0 0,0 0 0 0 0,0 0 0 0 0,0 1 0 0 0,-1-1 0 0 0,1 1 0 0 0,0 0 0 0 0,0 0-1 0 0,0-1 1 0 0,-1 1 0 0 0,1 1 0 0 0,0-1 0 0 0,0 0 0 0 0,0 0 0 0 0,0 1 0 0 0,-1 0 0 0 0,1-1 0 0 0,0 1 0 0 0,0 0 0 0 0,0 0 0 0 0,0 0-1 0 0,0 0 1 0 0,0 0 0 0 0,1 0 0 0 0,-1 1 0 0 0,0-1 0 0 0,1 1 0 0 0,-3 1 0 0 0,-1 3-5 0 0,0 0-1 0 0,1 0 1 0 0,0 0 0 0 0,0 1-1 0 0,0 0 1 0 0,0 0 0 0 0,1 0-1 0 0,0 0 1 0 0,1 0 0 0 0,0 0-1 0 0,-3 13 1 0 0,1 5 6 0 0,1 0-1 0 0,-1 30 1 0 0,4-45-27 0 0,0 1 0 0 0,1-1-1 0 0,0 1 1 0 0,0-1 0 0 0,1 1 0 0 0,1-1 0 0 0,-1 0 0 0 0,2 0-1 0 0,0 0 1 0 0,0 0 0 0 0,6 10 0 0 0,-7-15 3 0 0,1 0 1 0 0,0 0-1 0 0,0 0 0 0 0,0 0 0 0 0,1 0 1 0 0,-1-1-1 0 0,1 0 0 0 0,0 0 1 0 0,1-1-1 0 0,-1 1 0 0 0,0-1 0 0 0,1 0 1 0 0,0 0-1 0 0,0-1 0 0 0,0 0 1 0 0,0 0-1 0 0,0 0 0 0 0,0-1 1 0 0,12 2-1 0 0,-6-3-109 0 0,0 1 0 0 0,1-2 0 0 0,-1 0-1 0 0,0 0 1 0 0,0-2 0 0 0,0 1 0 0 0,17-6 0 0 0,25-13-1852 0 0,-2-3-4070 0 0,-30 13 100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4.5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245 64 3681 0 0,'-3'-2'514'0'0,"1"-1"0"0"0,-1 1 0 0 0,0-1 0 0 0,0 1 0 0 0,0 0 0 0 0,0 0 0 0 0,0 0 1 0 0,0 0-1 0 0,-1 1 0 0 0,1-1 0 0 0,0 1 0 0 0,-1 0 0 0 0,0 0 0 0 0,1 0 0 0 0,-1 1 0 0 0,-4-1 0 0 0,4 1-123 0 0,0 0 0 0 0,0 1 0 0 0,0 0 0 0 0,0 0 0 0 0,0 0 0 0 0,1 0 0 0 0,-1 0 0 0 0,0 1-1 0 0,1 0 1 0 0,-1-1 0 0 0,1 2 0 0 0,-7 3 0 0 0,0 4 25 0 0,0-1 1 0 0,1 1-1 0 0,0 1 0 0 0,0-1 1 0 0,1 2-1 0 0,0-1 0 0 0,-8 20 0 0 0,5-11-207 0 0,1 1 0 0 0,-12 44 0 0 0,20-59-182 0 0,0 2-1 0 0,0-1 0 0 0,1 0 1 0 0,0 0-1 0 0,1 0 0 0 0,-1 1 1 0 0,2-1-1 0 0,-1 0 1 0 0,1 0-1 0 0,0 0 0 0 0,0 1 1 0 0,1-1-1 0 0,3 11 1 0 0,-4-17-53 0 0,-1 0 1 0 0,0 0 0 0 0,1 0 0 0 0,-1-1 0 0 0,1 1 0 0 0,-1 0-1 0 0,1 0 1 0 0,-1 0 0 0 0,1 0 0 0 0,0 0 0 0 0,-1-1-1 0 0,1 1 1 0 0,0 0 0 0 0,0-1 0 0 0,-1 1 0 0 0,1 0 0 0 0,0-1-1 0 0,0 1 1 0 0,0-1 0 0 0,0 1 0 0 0,0-1 0 0 0,0 0-1 0 0,0 1 1 0 0,0-1 0 0 0,0 0 0 0 0,1 0 0 0 0,0 0-13 0 0,-1 0 0 0 0,1-1 1 0 0,-1 1-1 0 0,1-1 0 0 0,-1 0 0 0 0,1 1 1 0 0,-1-1-1 0 0,1 0 0 0 0,-1 0 0 0 0,0 0 1 0 0,1 0-1 0 0,-1 0 0 0 0,0 0 1 0 0,2-3-1 0 0,5-6-11 0 0,0 0 0 0 0,-1-1 1 0 0,8-15-1 0 0,-12 20 192 0 0,27-57 286 0 0,-25 49-288 0 0,1 0 0 0 0,0 0 0 0 0,1 1 0 0 0,0 0 0 0 0,2 1 0 0 0,14-20 0 0 0,-22 31-123 0 0,0 1 0 0 0,-1-1-1 0 0,1 0 1 0 0,0 0-1 0 0,0 1 1 0 0,0-1 0 0 0,-1 1-1 0 0,1-1 1 0 0,0 0 0 0 0,0 1-1 0 0,0 0 1 0 0,0-1-1 0 0,0 1 1 0 0,0 0 0 0 0,0-1-1 0 0,0 1 1 0 0,0 0 0 0 0,0 0-1 0 0,0 0 1 0 0,0 0-1 0 0,0 0 1 0 0,0 0 0 0 0,0 0-1 0 0,0 0 1 0 0,2 0 0 0 0,-1 1-6 0 0,-1 0 0 0 0,1 0 1 0 0,0 0-1 0 0,-1 0 1 0 0,1 1-1 0 0,-1-1 0 0 0,0 0 1 0 0,1 1-1 0 0,-1-1 1 0 0,0 1-1 0 0,0-1 0 0 0,0 1 1 0 0,1 1-1 0 0,3 7 10 0 0,-1 0-1 0 0,0 0 0 0 0,5 18 1 0 0,1 7-6 0 0,47 152-43 0 0,-48-164 20 0 0,1 0 0 0 0,0-1 0 0 0,2 0 1 0 0,1-1-1 0 0,28 36 0 0 0,-48-139 519 0 0,2 31-692 0 0,3 0 1 0 0,2 0-1 0 0,2 0 1 0 0,2 0-1 0 0,3 0 1 0 0,1 1-1 0 0,20-63 1 0 0,-11 63-1010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4.7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0 140 4145 0 0,'14'-10'8263'0'0,"11"-8"-5533"0"0,41-31-2863 0 0,13-5-6053 0 0,-69 45 5609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4.9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53 2304 0 0,'3'0'201'0'0,"0"0"-201"0"0,0-1 0 0 0,0-1 0 0 0,1 2 0 0 0,2-3-112 0 0,5 0 15 0 0,5-1 1 0 0,6-4 96 0 0,4 2 0 0 0,0 0 0 0 0,0 0 0 0 0,-1 0 0 0 0,-1-1-72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5.5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32 187 7370 0 0,'-2'0'181'0'0,"0"-1"0"0"0,1 0 0 0 0,-1 0 0 0 0,0 0 0 0 0,0 0 0 0 0,1 0 0 0 0,-1 0 0 0 0,1 0-1 0 0,-1-1 1 0 0,1 1 0 0 0,-1-1 0 0 0,1 1 0 0 0,0-1 0 0 0,0 1 0 0 0,0-1 0 0 0,0 0 0 0 0,0 0 0 0 0,0 1 0 0 0,0-1 0 0 0,0 0 0 0 0,1 0 0 0 0,-1 0 0 0 0,1 0 0 0 0,-1 0 0 0 0,1 0 0 0 0,0 0 0 0 0,0 0 0 0 0,0 0 0 0 0,0 0 0 0 0,0 0 0 0 0,0 0 0 0 0,1 0 0 0 0,-1 0 0 0 0,0 0 0 0 0,1 0 0 0 0,0 0 0 0 0,-1 1 0 0 0,1-1 0 0 0,0 0 0 0 0,2-2 0 0 0,0-3 198 0 0,1 0-1 0 0,0 1 0 0 0,0 0 0 0 0,1 0 1 0 0,0 0-1 0 0,0 1 0 0 0,0-1 1 0 0,0 1-1 0 0,13-8 0 0 0,-5 5-50 0 0,1 1-1 0 0,0 0 1 0 0,1 1 0 0 0,0 1-1 0 0,30-8 1 0 0,-38 12-254 0 0,0-1 1 0 0,0 1 0 0 0,0 1-1 0 0,0-1 1 0 0,0 1-1 0 0,0 0 1 0 0,0 1 0 0 0,0 0-1 0 0,0 0 1 0 0,0 0 0 0 0,0 1-1 0 0,0 0 1 0 0,0 0-1 0 0,-1 1 1 0 0,9 4 0 0 0,-11-4-59 0 0,-1 0-1 0 0,1 0 1 0 0,-1 1 0 0 0,0-1 0 0 0,0 1 0 0 0,0 0 0 0 0,0 0 0 0 0,-1 0 0 0 0,0 0 0 0 0,1 0 0 0 0,-2 0 0 0 0,1 1 0 0 0,0-1-1 0 0,-1 1 1 0 0,0-1 0 0 0,0 1 0 0 0,0 0 0 0 0,-1-1 0 0 0,1 1 0 0 0,-1 0 0 0 0,0 0 0 0 0,-1 7 0 0 0,-2 7-43 0 0,1 1 0 0 0,-2 0 0 0 0,-12 36 0 0 0,-3-10-15 0 0,-1-1 1 0 0,-3-1-1 0 0,-1 0 0 0 0,-31 40 0 0 0,21-32 921 0 0,33-51-867 0 0,1-1-1 0 0,-1 1 1 0 0,1 0 0 0 0,0-1 0 0 0,-1 1-1 0 0,1 0 1 0 0,-1-1 0 0 0,1 1 0 0 0,0 0-1 0 0,-1-1 1 0 0,1 1 0 0 0,0 0 0 0 0,0 0-1 0 0,0-1 1 0 0,0 1 0 0 0,0 0 0 0 0,0 0-1 0 0,0-1 1 0 0,0 1 0 0 0,0 0 0 0 0,0 0-1 0 0,0 0 1 0 0,0-1 0 0 0,0 1 0 0 0,1 0-1 0 0,-1 0 1 0 0,1 0 0 0 0,0 0-4 0 0,0 0 1 0 0,0 0-1 0 0,0-1 1 0 0,0 1-1 0 0,0-1 1 0 0,0 1-1 0 0,0-1 1 0 0,0 1-1 0 0,0-1 1 0 0,1 0-1 0 0,-1 1 1 0 0,0-1 0 0 0,0 0-1 0 0,0 0 1 0 0,3 0-1 0 0,8-1 4 0 0,-1 1 1 0 0,23-6-1 0 0,-27 5 6 0 0,123-31 21 0 0,-90 21-1157 0 0,1 1 0 0 0,82-9 0 0 0,-93 18-6105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6.2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4216 17 12443 0 0,'-12'-16'7816'0'0,"13"27"-6932"0"0,6 206 717 0 0,2 40-1564 0 0,-3-200-75 0 0,2 0-1 0 0,23 85 1 0 0,50 90-604 0 0,-6-18-425 0 0,-62-169 1027 0 0,-2 0 0 0 0,9 88-1 0 0,1 91 1658 0 0,-21-221-1606 0 0,0 0 1 0 0,0 1 0 0 0,0-1-1 0 0,0 1 1 0 0,-1-1-1 0 0,0 0 1 0 0,1 1 0 0 0,-1-1-1 0 0,0 0 1 0 0,-1 0-1 0 0,1 1 1 0 0,-1-1 0 0 0,1 0-1 0 0,-1 0 1 0 0,0 0-1 0 0,-2 2 1 0 0,0 0 37 0 0,-1-1 0 0 0,1 0 0 0 0,-1 0 0 0 0,0-1 0 0 0,0 1 0 0 0,0-1 0 0 0,0 0 0 0 0,-9 3 0 0 0,-5 1 92 0 0,-1-1 0 0 0,0-1 1 0 0,0-1-1 0 0,-27 3 0 0 0,-17-3 261 0 0,0-3-1 0 0,-64-7 0 0 0,-42 0-13 0 0,-47 14-203 0 0,-99 0-7 0 0,136-13-158 0 0,-462 2 176 0 0,396 12-489 0 0,-84 4 203 0 0,217-6 5 0 0,-897 79 102 0 0,906-72-93 0 0,-45 6-90 0 0,-250 4 0 0 0,379-25 72 0 0,-1-1 0 0 0,-23-4-1 0 0,39 5-169 0 0,-1 0 0 0 0,1-1-1 0 0,0 1 1 0 0,-1-1 0 0 0,1 0-1 0 0,0 0 1 0 0,0-1 0 0 0,0 0-1 0 0,1 0 1 0 0,-1 0 0 0 0,0 0-1 0 0,1-1 1 0 0,-5-4 0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6.6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 89 7370 0 0,'-1'-7'-130'0'0,"-9"-41"2149"0"0,9 46-1662 0 0,1 0-1 0 0,-1 0 0 0 0,0 0 1 0 0,0 0-1 0 0,0 0 0 0 0,0 1 1 0 0,0-1-1 0 0,0 0 0 0 0,0 0 1 0 0,0 1-1 0 0,-1-1 0 0 0,1 1 1 0 0,-1-1-1 0 0,1 1 0 0 0,-1-1 1 0 0,1 1-1 0 0,-1 0 0 0 0,0 0 1 0 0,-3-2-1 0 0,5 3-249 0 0,-1 1 0 0 0,0-1 0 0 0,0 0 0 0 0,1 0 0 0 0,-1 1 0 0 0,0-1 0 0 0,1 0 0 0 0,-1 1 0 0 0,0-1 0 0 0,1 0 0 0 0,-1 1 0 0 0,1-1-1 0 0,-1 1 1 0 0,0-1 0 0 0,1 1 0 0 0,0 0 0 0 0,-1-1 0 0 0,1 1 0 0 0,-1-1 0 0 0,1 1 0 0 0,0 0 0 0 0,-1-1 0 0 0,1 1 0 0 0,0 0 0 0 0,-1-1 0 0 0,1 1 0 0 0,0 0 0 0 0,0 0 0 0 0,0-1 0 0 0,0 1 0 0 0,0 1-1 0 0,-6 30 249 0 0,5-27-91 0 0,-7 64 212 0 0,2 1 0 0 0,5 89 0 0 0,24 142 158 0 0,117 851-430 0 0,-109-967-2757 0 0,-22-135-4728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07.2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64 227 8290 0 0,'-64'12'3506'0'0,"219"-46"-300"0"0,21 12-1591 0 0,1 8-1 0 0,0 8 1 0 0,183 17 0 0 0,122 17-1081 0 0,584-41 1 0 0,-949 4-498 0 0,471-35 65 0 0,-78-30-102 0 0,-220 19 64 0 0,-343 49-1861 0 0,29 6-5712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7.16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236 447 6913 0 0,'-5'3'414'0'0,"0"-1"0"0"0,-1 0 0 0 0,1 0 0 0 0,0 0-1 0 0,-1-1 1 0 0,0 0 0 0 0,1 0 0 0 0,-1 0 0 0 0,0-1-1 0 0,1 1 1 0 0,-1-1 0 0 0,0-1 0 0 0,1 1 0 0 0,-1-1-1 0 0,0 0 1 0 0,1 0 0 0 0,-1-1 0 0 0,1 0 0 0 0,-1 0-1 0 0,1 0 1 0 0,0 0 0 0 0,-6-5 0 0 0,5 3-154 0 0,0 0 1 0 0,1-1 0 0 0,-1 0-1 0 0,1 0 1 0 0,0 0 0 0 0,0 0 0 0 0,1-1-1 0 0,0 0 1 0 0,0 0 0 0 0,0 0-1 0 0,1-1 1 0 0,0 1 0 0 0,0-1-1 0 0,0 0 1 0 0,1 0 0 0 0,0 0-1 0 0,-1-7 1 0 0,2 2-177 0 0,0 0 0 0 0,0 0 0 0 0,1 0 0 0 0,1 0 0 0 0,0 0-1 0 0,1 0 1 0 0,0 0 0 0 0,1 0 0 0 0,0 1 0 0 0,1-1 0 0 0,0 1 0 0 0,1 0-1 0 0,0 0 1 0 0,1 1 0 0 0,0-1 0 0 0,10-12 0 0 0,-8 12-79 0 0,0 1-1 0 0,1 0 1 0 0,0 1 0 0 0,1 0-1 0 0,0 0 1 0 0,0 1 0 0 0,1 1 0 0 0,0-1-1 0 0,0 2 1 0 0,1 0 0 0 0,-1 0-1 0 0,1 1 1 0 0,1 0 0 0 0,23-5 0 0 0,-33 9-13 0 0,0 0 1 0 0,-1 1 0 0 0,1 0 0 0 0,0-1 0 0 0,0 1 0 0 0,0 0 0 0 0,0 1 0 0 0,-1-1 0 0 0,1 0 0 0 0,0 1 0 0 0,0-1-1 0 0,-1 1 1 0 0,1 0 0 0 0,0 0 0 0 0,-1 0 0 0 0,1 0 0 0 0,0 1 0 0 0,-1-1 0 0 0,0 1 0 0 0,1-1 0 0 0,-1 1 0 0 0,0 0 0 0 0,0 0-1 0 0,0 0 1 0 0,0 0 0 0 0,0 0 0 0 0,-1 1 0 0 0,1-1 0 0 0,0 0 0 0 0,-1 1 0 0 0,0-1 0 0 0,0 1 0 0 0,0 0 0 0 0,0-1 0 0 0,0 1-1 0 0,0 0 1 0 0,-1-1 0 0 0,1 5 0 0 0,2 7-122 0 0,-2 1 1 0 0,0-1-1 0 0,-1 1 0 0 0,0-1 0 0 0,-1 0 1 0 0,-3 19-1 0 0,-37 128-514 0 0,4-21-124 0 0,32-119 691 0 0,2 1 0 0 0,1 0 0 0 0,0 0 0 0 0,3 32 0 0 0,-1-47 65 0 0,1 0 1 0 0,1 1-1 0 0,-1-1 0 0 0,1 0 0 0 0,0 0 1 0 0,0 0-1 0 0,1-1 0 0 0,0 1 1 0 0,0-1-1 0 0,1 1 0 0 0,0-1 0 0 0,0 0 1 0 0,0 0-1 0 0,1-1 0 0 0,0 1 0 0 0,0-1 1 0 0,8 7-1 0 0,-8-9 6 0 0,-1-1 1 0 0,1 1 0 0 0,-1-1-1 0 0,1 0 1 0 0,0 0 0 0 0,0 0-1 0 0,0 0 1 0 0,0-1 0 0 0,0 0-1 0 0,0 0 1 0 0,0 0 0 0 0,0-1-1 0 0,1 0 1 0 0,-1 0-1 0 0,0 0 1 0 0,0-1 0 0 0,0 1-1 0 0,0-1 1 0 0,1 0 0 0 0,-1-1-1 0 0,0 1 1 0 0,-1-1 0 0 0,1 0-1 0 0,0-1 1 0 0,4-2-1 0 0,-3 2 98 0 0,-1 0-1 0 0,1-1 0 0 0,-1 1 0 0 0,0-1 0 0 0,0-1 0 0 0,0 1 0 0 0,-1-1 0 0 0,0 0 0 0 0,0 0 0 0 0,0 0 0 0 0,0 0 0 0 0,-1-1 1 0 0,3-6-1 0 0,-4 9-12 0 0,-1-1 1 0 0,0 1-1 0 0,0-1 0 0 0,0 1 1 0 0,0-1-1 0 0,-1 0 1 0 0,0 1-1 0 0,0-1 0 0 0,0 0 1 0 0,0 1-1 0 0,0-1 1 0 0,-1 0-1 0 0,1 1 1 0 0,-1-1-1 0 0,0 0 0 0 0,0 1 1 0 0,-1-1-1 0 0,1 1 1 0 0,-1 0-1 0 0,1-1 1 0 0,-1 1-1 0 0,0 0 0 0 0,-5-5 1 0 0,-13-14 156 0 0,-1 2 0 0 0,-1 0 0 0 0,-1 2 1 0 0,-1 0-1 0 0,0 2 0 0 0,-1 1 0 0 0,-43-20 1 0 0,50 27-455 0 0,-1 1 0 0 0,1 0 0 0 0,-1 2 1 0 0,0 0-1 0 0,-1 1 0 0 0,1 1 1 0 0,-1 1-1 0 0,0 0 0 0 0,1 2 0 0 0,-1 0 1 0 0,-33 6-1 0 0,36 0-3138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16.38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13 41 2761 0 0,'-1'-2'415'0'0,"0"0"0"0"0,0 1 0 0 0,0-1 0 0 0,1 0 1 0 0,1-30 13038 0 0,-11 312-9879 0 0,46 379-2524 0 0,-29-589-841 0 0,-2 1 0 0 0,-4-1 0 0 0,-13 126 0 0 0,9-181-1510 0 0,-1 6-4488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17.14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123 15 3225 0 0,'-3'-2'389'0'0,"0"0"0"0"0,1 1 1 0 0,-1-1-1 0 0,0 1 0 0 0,0 0 1 0 0,1-1-1 0 0,-1 1 0 0 0,0 1 1 0 0,0-1-1 0 0,0 0 0 0 0,0 1 1 0 0,0 0-1 0 0,0-1 0 0 0,-1 1 1 0 0,1 0-1 0 0,0 1 0 0 0,-5 0 1 0 0,4-1 524 0 0,0 1 1 0 0,1 0 0 0 0,-1 0 0 0 0,0 0-1 0 0,0 0 1 0 0,0 1 0 0 0,1 0 0 0 0,-4 2-1 0 0,7-4-815 0 0,0 1 0 0 0,0-1 0 0 0,0 1 0 0 0,0-1-1 0 0,0 1 1 0 0,0-1 0 0 0,0 1 0 0 0,0-1 0 0 0,0 1-1 0 0,0-1 1 0 0,1 0 0 0 0,-1 1 0 0 0,0-1 0 0 0,0 1 0 0 0,1-1-1 0 0,-1 1 1 0 0,0-1 0 0 0,1 0 0 0 0,-1 1 0 0 0,0-1-1 0 0,1 0 1 0 0,-1 1 0 0 0,0-1 0 0 0,1 0 0 0 0,-1 0-1 0 0,1 1 1 0 0,-1-1 0 0 0,1 0 0 0 0,-1 0 0 0 0,1 0 0 0 0,0 1-1 0 0,17 9-32 0 0,75 27 100 0 0,-75-31-124 0 0,1 0 0 0 0,-1 1 0 0 0,-1 1 0 0 0,1 1 0 0 0,-1 0 0 0 0,-1 2 0 0 0,1 0 0 0 0,14 13 0 0 0,-30-23-42 0 0,0 1 0 0 0,1 0 0 0 0,-1-1 0 0 0,0 1 0 0 0,0 0 0 0 0,0 0 1 0 0,0 0-1 0 0,0 0 0 0 0,0 0 0 0 0,-1 0 0 0 0,1 0 0 0 0,-1 0 0 0 0,1 0 0 0 0,-1 0 0 0 0,0 0 1 0 0,0 0-1 0 0,0 0 0 0 0,0 1 0 0 0,0-1 0 0 0,0 0 0 0 0,-1 0 0 0 0,1 0 0 0 0,-1 0 0 0 0,1 0 1 0 0,-1 0-1 0 0,0 0 0 0 0,0 0 0 0 0,0 0 0 0 0,0 0 0 0 0,0 0 0 0 0,0-1 0 0 0,-1 1 0 0 0,1 0 1 0 0,0-1-1 0 0,-3 2 0 0 0,-6 8-4 0 0,0 0 0 0 0,-1-1 0 0 0,-23 16 0 0 0,28-22 0 0 0,-69 48-187 0 0,45-32 268 0 0,1 0 0 0 0,0 2 0 0 0,-36 37 0 0 0,64-58-70 0 0,-1 0-1 0 0,1 0 1 0 0,0 1-1 0 0,0-1 1 0 0,0 1-1 0 0,0-1 1 0 0,0 1-1 0 0,0-1 1 0 0,0 1-1 0 0,0-1 0 0 0,0 1 1 0 0,1 0-1 0 0,-1-1 1 0 0,1 1-1 0 0,0 0 1 0 0,-1 0-1 0 0,1 0 1 0 0,0 3-1 0 0,0-4-5 0 0,1 0 0 0 0,0 0-1 0 0,-1 0 1 0 0,1 0-1 0 0,0 0 1 0 0,0 0-1 0 0,0 0 1 0 0,0 0 0 0 0,-1 0-1 0 0,1 0 1 0 0,1 0-1 0 0,-1 0 1 0 0,0-1-1 0 0,0 1 1 0 0,0 0 0 0 0,0-1-1 0 0,0 1 1 0 0,1-1-1 0 0,-1 0 1 0 0,0 1-1 0 0,0-1 1 0 0,1 0 0 0 0,-1 0-1 0 0,0 1 1 0 0,1-1-1 0 0,1 0 1 0 0,64 4-244 0 0,-46-4 245 0 0,-1 2-1 0 0,0 0 0 0 0,22 5 0 0 0,-40-7 7 0 0,-1 1-1 0 0,1-1 0 0 0,-1 0 0 0 0,1 1 0 0 0,-1-1 0 0 0,1 1 0 0 0,-1 0 1 0 0,1 0-1 0 0,-1-1 0 0 0,0 1 0 0 0,0 0 0 0 0,1 0 0 0 0,-1 0 0 0 0,0 1 0 0 0,0-1 1 0 0,0 0-1 0 0,0 0 0 0 0,0 0 0 0 0,0 1 0 0 0,0-1 0 0 0,-1 1 0 0 0,2 1 1 0 0,-2-1 4 0 0,1 0 0 0 0,-1 0 1 0 0,0 1-1 0 0,0-1 1 0 0,0 0-1 0 0,0 1 0 0 0,0-1 1 0 0,-1 0-1 0 0,1 0 0 0 0,-1 1 1 0 0,1-1-1 0 0,-1 0 1 0 0,-2 4-1 0 0,-4 7 47 0 0,0-1 0 0 0,-1 0 0 0 0,0 0 0 0 0,-11 11 0 0 0,10-12-14 0 0,4-5-29 0 0,-12 14-9 0 0,1 1-1 0 0,1 1 1 0 0,1 0 0 0 0,1 1-1 0 0,-12 28 1 0 0,24-49-128 0 0,0 1 1 0 0,1-1-1 0 0,-1 1 1 0 0,0 0-1 0 0,1 0 0 0 0,0-1 1 0 0,0 1-1 0 0,0 0 1 0 0,0-1-1 0 0,0 1 0 0 0,0 0 1 0 0,1 0-1 0 0,-1-1 1 0 0,1 1-1 0 0,0 0 0 0 0,0-1 1 0 0,0 1-1 0 0,0-1 1 0 0,0 1-1 0 0,1-1 0 0 0,-1 0 1 0 0,1 0-1 0 0,-1 1 1 0 0,1-1-1 0 0,0 0 0 0 0,0 0 1 0 0,0 0-1 0 0,0-1 1 0 0,0 1-1 0 0,0 0 0 0 0,0-1 1 0 0,4 2-1 0 0,0 0-651 0 0,-1 0 0 0 0,1-1 0 0 0,0 1 0 0 0,0-1 0 0 0,0-1 0 0 0,0 1 1 0 0,0-1-1 0 0,0 0 0 0 0,0-1 0 0 0,1 1 0 0 0,-1-1 0 0 0,0 0 0 0 0,8-2 0 0 0,-2 0-2781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17.41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 18 3225 0 0,'-17'-17'15863'0'0,"24"42"-14143"0"0,1 13-1176 0 0,0 1 0 0 0,-3 0-1 0 0,-2 0 1 0 0,-1 64-1 0 0,0 2-728 0 0,34 311 626 0 0,5 141 294 0 0,-41-485-1347 0 0,-4-1-1 0 0,-17 92 1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18.03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34 182 8290 0 0,'-19'-3'659'0'0,"4"1"1720"0"0,28 5 2235 0 0,32 7-3983 0 0,1-3 1 0 0,0-2-1 0 0,0-2 1 0 0,0-1-1 0 0,1-3 0 0 0,84-13 1 0 0,700-62 305 0 0,-372 37-1428 0 0,-220 12 1240 0 0,-125 15-390 0 0,-16 1-272 0 0,0 4 0 0 0,148 9 0 0 0,-204 1-220 0 0,0-1 1 0 0,1-2 0 0 0,-1-2 0 0 0,67-11-1 0 0,-90 8-213 0 0,4 0-924 0 0,-8 4-2976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18.41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55 0 6913 0 0,'-22'4'15501'0'0,"20"3"-15005"0"0,1-2-1945 0 0,-8 48 2223 0 0,-4 100 1 0 0,11-112-601 0 0,-3 171 24 0 0,35 327 1 0 0,-9-364-187 0 0,7 93 65 0 0,-28-235 99 0 0,2 10-438 0 0,2-13-3716 0 0,-3-23 2528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19.75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2310 1 2304 0 0,'-23'8'2436'0'0,"1"1"-1"0"0,0 1 1 0 0,0 1-1 0 0,0 0 0 0 0,2 2 1 0 0,-37 29-1 0 0,56-41-2318 0 0,0-1 1 0 0,0 1-1 0 0,0 0 0 0 0,0 0 0 0 0,0 0 1 0 0,0 0-1 0 0,0 0 0 0 0,0 0 0 0 0,0 0 1 0 0,1 1-1 0 0,-1-1 0 0 0,1 0 0 0 0,-1 0 1 0 0,0 0-1 0 0,1 1 0 0 0,0-1 0 0 0,-1 0 1 0 0,1 1-1 0 0,0-1 0 0 0,0 0 0 0 0,0 3 1 0 0,0-3-56 0 0,1 0 1 0 0,-1 1-1 0 0,1-1 1 0 0,-1 0-1 0 0,1 0 1 0 0,0 0-1 0 0,0 0 0 0 0,0 0 1 0 0,-1 0-1 0 0,1-1 1 0 0,0 1-1 0 0,0 0 1 0 0,0 0-1 0 0,0 0 1 0 0,0-1-1 0 0,1 1 1 0 0,-1-1-1 0 0,2 2 1 0 0,8 2-64 0 0,1-1 1 0 0,0 0 0 0 0,23 3-1 0 0,-22-4-175 0 0,33 2-66 0 0,-27-2 232 0 0,37 7 1 0 0,-52-8 9 0 0,1 0 1 0 0,-1 0-1 0 0,0 1 0 0 0,0-1 1 0 0,1 1-1 0 0,-1 0 0 0 0,0 1 1 0 0,-1-1-1 0 0,1 1 0 0 0,0 0 1 0 0,-1 0-1 0 0,1 0 1 0 0,3 4-1 0 0,-6-5 0 0 0,-1 0 0 0 0,1 0 0 0 0,0 0 0 0 0,0 0 0 0 0,-1 0 0 0 0,1 0 0 0 0,-1 0 0 0 0,0 1 0 0 0,1-1 0 0 0,-1 0 0 0 0,0 0 0 0 0,0 0 0 0 0,-1 0 0 0 0,1 1 0 0 0,0-1 0 0 0,-1 0 0 0 0,1 0 0 0 0,-1 0 0 0 0,0 0 0 0 0,0 0 0 0 0,1 0 0 0 0,-1 0 0 0 0,-2 3 0 0 0,-32 47 0 0 0,28-43 0 0 0,-38 46 0 0 0,31-39 11 0 0,1 0-1 0 0,0 0 1 0 0,1 2 0 0 0,-15 28-1 0 0,26-45-7 0 0,1 0-1 0 0,-1 1 1 0 0,0-1-1 0 0,1 1 0 0 0,-1-1 1 0 0,1 0-1 0 0,-1 1 1 0 0,1-1-1 0 0,-1 1 1 0 0,1-1-1 0 0,0 1 0 0 0,0-1 1 0 0,0 1-1 0 0,0-1 1 0 0,0 1-1 0 0,0-1 1 0 0,0 1-1 0 0,1-1 0 0 0,-1 1 1 0 0,1-1-1 0 0,-1 1 1 0 0,1-1-1 0 0,-1 0 1 0 0,1 1-1 0 0,0-1 1 0 0,-1 0-1 0 0,1 1 0 0 0,0-1 1 0 0,0 0-1 0 0,0 0 1 0 0,0 0-1 0 0,0 0 1 0 0,0 0-1 0 0,1 0 0 0 0,-1 0 1 0 0,0 0-1 0 0,0 0 1 0 0,1 0-1 0 0,-1-1 1 0 0,1 1-1 0 0,-1-1 0 0 0,0 1 1 0 0,1-1-1 0 0,-1 1 1 0 0,1-1-1 0 0,1 0 1 0 0,11 3-70 0 0,-1-2 0 0 0,1 0 0 0 0,-1 0 1 0 0,19-2-1 0 0,-12 0-74 0 0,-17 1 88 0 0,0 0 0 0 0,0 0 1 0 0,1 0-1 0 0,-1 0 0 0 0,0 1 0 0 0,0-1 0 0 0,0 1 1 0 0,1 0-1 0 0,-1 0 0 0 0,0 0 0 0 0,0 0 0 0 0,-1 1 1 0 0,4 1-1 0 0,-5-2 43 0 0,0 0 0 0 0,0 1 1 0 0,0-1-1 0 0,0 0 0 0 0,-1 1 1 0 0,1-1-1 0 0,0 0 0 0 0,-1 1 1 0 0,1-1-1 0 0,-1 1 0 0 0,1-1 1 0 0,-1 1-1 0 0,0-1 0 0 0,0 1 1 0 0,0-1-1 0 0,0 1 0 0 0,0-1 1 0 0,0 1-1 0 0,0-1 0 0 0,0 1 1 0 0,0-1-1 0 0,-1 1 0 0 0,1-1 1 0 0,-1 0-1 0 0,1 1 0 0 0,-1-1 1 0 0,1 1-1 0 0,-1-1 0 0 0,-1 2 1 0 0,-31 51 293 0 0,27-46-352 0 0,0-1 0 0 0,1 1 0 0 0,0 0 0 0 0,1 0 0 0 0,0 1 0 0 0,0-1 0 0 0,1 1 0 0 0,-4 12-1 0 0,7-20-188 0 0,0 1 0 0 0,0 0 0 0 0,0-1 0 0 0,0 1 0 0 0,1-1 0 0 0,-1 1-1 0 0,0 0 1 0 0,1-1 0 0 0,-1 1 0 0 0,1-1 0 0 0,-1 1 0 0 0,1-1-1 0 0,0 1 1 0 0,0-1 0 0 0,0 1 0 0 0,-1-1 0 0 0,1 0 0 0 0,1 1-1 0 0,-1-1 1 0 0,0 0 0 0 0,0 0 0 0 0,0 0 0 0 0,1 0 0 0 0,-1 0-1 0 0,0 0 1 0 0,1 0 0 0 0,-1 0 0 0 0,1-1 0 0 0,-1 1 0 0 0,4 0-1 0 0,6 3-2274 0 0,1 0 0 0 0,0-1-1 0 0,17 2 1 0 0,0 0 1661 0 0,-27-4 1142 0 0,0-1 0 0 0,0 1-1 0 0,0 0 1 0 0,0 0 0 0 0,0 0-1 0 0,0 0 1 0 0,0 0-1 0 0,-1 1 1 0 0,1-1 0 0 0,0 0-1 0 0,-1 1 1 0 0,1-1 0 0 0,-1 1-1 0 0,1 0 1 0 0,-1-1-1 0 0,0 1 1 0 0,0 0 0 0 0,2 4-1 0 0,-1 0 1634 0 0,1 1 0 0 0,-2-1 0 0 0,1 1 0 0 0,0 11 0 0 0,2 9-741 0 0,78 383 2574 0 0,-40-83-2921 0 0,7 30-13 0 0,-26-279-722 0 0,4 18 116 0 0,-25-87-181 0 0,0 1 0 0 0,-1-1 1 0 0,-1 1-1 0 0,1-1 0 0 0,-2 1 0 0 0,1-1 0 0 0,-4 19 0 0 0,2-25 4 0 0,1-1-1 0 0,0 1 1 0 0,0-1 0 0 0,-1 0 0 0 0,0 1 0 0 0,1-1 0 0 0,-1 0-1 0 0,0 0 1 0 0,0 0 0 0 0,0 0 0 0 0,-1 0 0 0 0,1 0 0 0 0,0-1-1 0 0,-1 1 1 0 0,1-1 0 0 0,0 0 0 0 0,-1 0 0 0 0,0 1-1 0 0,1-2 1 0 0,-1 1 0 0 0,0 0 0 0 0,0 0 0 0 0,-3-1 0 0 0,-9 3-24 0 0,0-1 1 0 0,-29 0-1 0 0,-40-5 4 0 0,43 1 0 0 0,-1 2 0 0 0,-42 5 0 0 0,71-4 4 0 0,-35 6 125 0 0,0-2 0 0 0,0-2 0 0 0,-63-5 0 0 0,-234-9-456 0 0,166 10 550 0 0,-48-24-290 0 0,159 15 24 0 0,-129-5 1 0 0,63 20 149 0 0,-103-2 368 0 0,195-5-401 0 0,0-2 1 0 0,0-2 0 0 0,-68-18-1 0 0,86 19 0 0 0,0 1-1 0 0,0 1 0 0 0,0 1 0 0 0,-1 1 0 0 0,1 1 1 0 0,-1 2-1 0 0,-36 6 0 0 0,23-3-198 0 0,-71-1-1 0 0,68-11-265 0 0,39 7 329 0 0,1-1 0 0 0,0 1 0 0 0,-1 0 0 0 0,1-1 0 0 0,0 1-1 0 0,0-1 1 0 0,-1 0 0 0 0,1 1 0 0 0,0-1 0 0 0,0 0 0 0 0,0 0 0 0 0,0 0 0 0 0,0 0 0 0 0,0 0 0 0 0,0 0 0 0 0,0 0 0 0 0,0 0 0 0 0,0 0 0 0 0,1 0 0 0 0,-1-1 0 0 0,0 1 0 0 0,1 0 0 0 0,-1 0 0 0 0,1-1 0 0 0,0 1 0 0 0,-1 0 0 0 0,1-3 0 0 0,2-11-521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0.47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322 95 2761 0 0,'-17'-4'620'0'0,"0"0"0"0"0,-21-10 0 0 0,28 10-150 0 0,0 0 0 0 0,0 0-1 0 0,-1 1 1 0 0,1 0 0 0 0,-1 1 0 0 0,0 0 0 0 0,1 1 0 0 0,-21 0 0 0 0,10 3 297 0 0,0 1 0 0 0,0 1-1 0 0,0 1 1 0 0,-30 11 0 0 0,51-15-589 0 0,1 0 0 0 0,0 0 0 0 0,0 0 0 0 0,0 0 0 0 0,0 0 0 0 0,1-1 0 0 0,-1 1 0 0 0,0 0 0 0 0,0-1 0 0 0,0 1 0 0 0,1 0 0 0 0,-1-1 0 0 0,0 0 0 0 0,0 1 1 0 0,1-1-1 0 0,-1 0 0 0 0,3 1 0 0 0,34 9 128 0 0,31-3 352 0 0,-1-4-1 0 0,1-3 0 0 0,72-9 0 0 0,-29 2-269 0 0,196-20 478 0 0,4-1 141 0 0,-90 15-275 0 0,162-5 157 0 0,-270 14-901 0 0,-69 1 196 0 0,0 2-1 0 0,0 2 1 0 0,79 11 0 0 0,-108-8-186 0 0,1 1 1 0 0,-2 1-1 0 0,26 13 1 0 0,11 3-440 0 0,-25-17-510 0 0,-8-7-2647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0.88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41 6 6449 0 0,'-2'-1'983'0'0,"1"0"-491"0"0,0 1-1 0 0,0-1 1 0 0,-1 0-1 0 0,1 1 1 0 0,0 0-1 0 0,0-1 1 0 0,-1 1-1 0 0,1 0 1 0 0,0 0-1 0 0,-1-1 0 0 0,1 1 1 0 0,0 0-1 0 0,0 0 1 0 0,-1 1-1 0 0,1-1 1 0 0,0 0-1 0 0,-1 0 1 0 0,1 1-1 0 0,0-1 1 0 0,-2 1-1 0 0,2 0-243 0 0,0 0 0 0 0,0 0-1 0 0,0 0 1 0 0,0 0-1 0 0,0 1 1 0 0,1-1 0 0 0,-1 0-1 0 0,0 0 1 0 0,1 0 0 0 0,-1 1-1 0 0,1-1 1 0 0,-1 0 0 0 0,1 1-1 0 0,0-1 1 0 0,-1 0 0 0 0,1 1-1 0 0,0 1 1 0 0,0 10-190 0 0,1 0-1 0 0,0-1 1 0 0,5 23 0 0 0,-4-21 397 0 0,98 510 232 0 0,-38-233-428 0 0,-54-233-124 0 0,-2 0-1 0 0,-4 0 1 0 0,-4 65-1 0 0,-7 41-470 0 0,3-151-2090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1.46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582 212 3681 0 0,'-2'-6'184'0'0,"1"0"1"0"0,-1 1-1 0 0,-1-1 0 0 0,1 0 1 0 0,-7-9-1 0 0,-16-8 3682 0 0,18 19-3213 0 0,0 0 0 0 0,0 0 1 0 0,-1 0-1 0 0,1 1 1 0 0,-1 1-1 0 0,0-1 1 0 0,0 1-1 0 0,1 0 1 0 0,-1 1-1 0 0,-1 0 1 0 0,-12 0-1 0 0,11 1-214 0 0,-1 1 0 0 0,1 1 0 0 0,0 0 0 0 0,0 0 0 0 0,0 1 0 0 0,0 0 0 0 0,0 0-1 0 0,-12 7 1 0 0,7-1-228 0 0,0 0 0 0 0,0 1 0 0 0,1 0 0 0 0,1 1-1 0 0,0 0 1 0 0,0 1 0 0 0,1 1 0 0 0,1 0 0 0 0,0 0 0 0 0,-16 28 0 0 0,-3 13-144 0 0,1 2 1 0 0,-39 114 0 0 0,57-136-49 0 0,2 1 0 0 0,1 0 1 0 0,2 0-1 0 0,1 0 0 0 0,2 0 0 0 0,2 59 0 0 0,5-64-56 0 0,0 0 0 0 0,3-1 0 0 0,0 0 0 0 0,2 0 0 0 0,1-1 0 0 0,1 0 0 0 0,2-1 0 0 0,0 0 0 0 0,2-1 0 0 0,1 0 0 0 0,30 36 0 0 0,-2-10-74 0 0,2-2-1 0 0,2-3 1 0 0,2-1 0 0 0,58 40 0 0 0,-82-68-3 0 0,0-1 0 0 0,1 0 0 0 0,0-2 0 0 0,1-2 0 0 0,1 0 0 0 0,0-2 0 0 0,1-1 1 0 0,0-1-1 0 0,1-2 0 0 0,61 7 0 0 0,-68-13 68 0 0,0 0 1 0 0,1-2-1 0 0,-1-1 1 0 0,0 0-1 0 0,0-2 1 0 0,0-1-1 0 0,0-1 1 0 0,-1-1 0 0 0,0 0-1 0 0,0-2 1 0 0,-1-1-1 0 0,0-1 1 0 0,-1-1-1 0 0,33-23 1 0 0,-19 6 283 0 0,0-2 0 0 0,-2-1 1 0 0,-2-1-1 0 0,-1-2 0 0 0,-2-1 1 0 0,-1-1-1 0 0,-2-1 0 0 0,-1-2 0 0 0,30-71 1 0 0,-42 79-162 0 0,-2 0 0 0 0,-1-1-1 0 0,-1-1 1 0 0,-2 1 0 0 0,2-51 0 0 0,-7 37 78 0 0,-1 0-1 0 0,-3 0 1 0 0,-12-68 0 0 0,8 83-47 0 0,-2 1-1 0 0,-1 0 1 0 0,-1 0-1 0 0,-2 1 1 0 0,-1 0-1 0 0,-2 1 1 0 0,0 1-1 0 0,-2 0 1 0 0,-1 1-1 0 0,-1 1 1 0 0,-2 1-1 0 0,-41-37 1 0 0,34 35-160 0 0,-2 3 0 0 0,-1 0 0 0 0,-1 2 1 0 0,0 2-1 0 0,-2 0 0 0 0,0 3 0 0 0,-1 1 1 0 0,-1 1-1 0 0,-1 3 0 0 0,-47-11 0 0 0,80 22-130 0 0,-1-1 0 0 0,1 1 0 0 0,-1 0 0 0 0,1 1 0 0 0,-1-1 0 0 0,1 1 0 0 0,-1 1 0 0 0,1-1-1 0 0,-1 1 1 0 0,0-1 0 0 0,1 2 0 0 0,-7 1 0 0 0,-7 9-7761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1.89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6 127 3225 0 0,'-5'-51'807'0'0,"5"41"1016"0"0,0 0 1 0 0,0 0-1 0 0,1 0 1 0 0,1 1-1 0 0,4-18 1 0 0,-2 37 1983 0 0,2 17-2269 0 0,28 127 1270 0 0,5 32-2114 0 0,-32-144-699 0 0,22 150 309 0 0,-14-64-3008 0 0,-14-113 861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2.28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127 96 920 0 0,'-9'-15'9335'0'0,"8"14"-9002"0"0,-16 15 4934 0 0,3 3-4689 0 0,1 0 0 0 0,0 1 0 0 0,1 1 0 0 0,1-1 0 0 0,1 2-1 0 0,-13 35 1 0 0,22-53-574 0 0,1 1 0 0 0,-1-1-1 0 0,0 0 1 0 0,1 0 0 0 0,0 1 0 0 0,-1-1-1 0 0,1 0 1 0 0,0 1 0 0 0,0-1-1 0 0,1 0 1 0 0,0 5 0 0 0,-1-7 2 0 0,0 0 1 0 0,0 0-1 0 0,0 0 1 0 0,0 1-1 0 0,0-1 0 0 0,0 0 1 0 0,0 0-1 0 0,0 0 1 0 0,1 1-1 0 0,-1-1 1 0 0,0 0-1 0 0,0 0 1 0 0,0 0-1 0 0,0 0 1 0 0,1 1-1 0 0,-1-1 0 0 0,0 0 1 0 0,0 0-1 0 0,0 0 1 0 0,0 0-1 0 0,1 0 1 0 0,-1 0-1 0 0,0 0 1 0 0,0 1-1 0 0,1-1 1 0 0,-1 0-1 0 0,0 0 0 0 0,0 0 1 0 0,0 0-1 0 0,1 0 1 0 0,-1 0-1 0 0,0 0 1 0 0,0 0-1 0 0,1 0 1 0 0,-1 0-1 0 0,0 0 1 0 0,0 0-1 0 0,1-1 0 0 0,12-12 250 0 0,8-20-206 0 0,25-56 0 0 0,-32 59 165 0 0,1 1 0 0 0,1 0 0 0 0,23-29 1 0 0,-38 57-161 0 0,1 0 1 0 0,-1 0 0 0 0,0 0 0 0 0,0 0 0 0 0,0 0-1 0 0,1 0 1 0 0,-1 0 0 0 0,0 1 0 0 0,1-1 0 0 0,-1 0-1 0 0,1 1 1 0 0,-1-1 0 0 0,1 1 0 0 0,-1 0 0 0 0,1 0-1 0 0,-1-1 1 0 0,1 1 0 0 0,-1 0 0 0 0,1 0 0 0 0,-1 0-1 0 0,1 1 1 0 0,-1-1 0 0 0,1 0 0 0 0,-1 0 0 0 0,1 1-1 0 0,-1-1 1 0 0,1 1 0 0 0,-1 0 0 0 0,0-1 0 0 0,1 1-1 0 0,-1 0 1 0 0,0 0 0 0 0,1-1 0 0 0,-1 1 0 0 0,0 0-1 0 0,2 2 1 0 0,7 6 116 0 0,1 0 0 0 0,-1 1-1 0 0,10 13 1 0 0,-9-10 121 0 0,85 73-445 0 0,-67-62-780 0 0,-1 1-1 0 0,30 34 0 0 0,-51-49 795 0 0,1 1-1 0 0,-1 0 1 0 0,-1 0-1 0 0,0 0 1 0 0,0 1-1 0 0,6 23 1 0 0,-4-7 165 0 0,8 56 0 0 0,-11-39-143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3.11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2188 0 10138 0 0,'-1'0'154'0'0,"0"1"1"0"0,1-1-1 0 0,-1 0 0 0 0,1 0 1 0 0,-1 0-1 0 0,1 0 0 0 0,-1 1 0 0 0,1-1 1 0 0,-1 0-1 0 0,1 1 0 0 0,-1-1 1 0 0,1 0-1 0 0,-1 1 0 0 0,1-1 0 0 0,-1 0 1 0 0,1 1-1 0 0,0-1 0 0 0,-1 1 0 0 0,1-1 1 0 0,-1 1-1 0 0,1-1 0 0 0,0 1 1 0 0,0-1-1 0 0,-1 1 0 0 0,1-1 0 0 0,0 1 1 0 0,0 0-1 0 0,-4 25 2796 0 0,7 27 274 0 0,-3-50-3054 0 0,36 202 2564 0 0,-1-9-2481 0 0,-20-75-182 0 0,5-1-1 0 0,38 124 1 0 0,-49-216-119 0 0,-2 1-1 0 0,7 50 1 0 0,-13-65 72 0 0,-1 1-1 0 0,0-1 1 0 0,-1 1 0 0 0,0-1-1 0 0,-1 0 1 0 0,-1 0 0 0 0,-7 22-1 0 0,9-33-23 0 0,0-1 0 0 0,0 0 0 0 0,0 0 0 0 0,0 0 0 0 0,-1-1 0 0 0,1 1 0 0 0,-1 0 0 0 0,1 0 0 0 0,-1-1 0 0 0,1 1 0 0 0,-1-1 0 0 0,0 1 0 0 0,0-1 0 0 0,0 0 0 0 0,0 0 0 0 0,0 0 0 0 0,0 0 0 0 0,0 0 0 0 0,0 0 0 0 0,0 0 0 0 0,-1-1 0 0 0,1 1 0 0 0,0-1 0 0 0,-3 1 0 0 0,-9 0 0 0 0,0-1 0 0 0,0 0 0 0 0,-16-2 0 0 0,-7 1 0 0 0,-236-7 124 0 0,-8 0 166 0 0,35 22-638 0 0,-199 1 186 0 0,385-17 155 0 0,-19-2-76 0 0,1 3 0 0 0,-94 11 0 0 0,47 10 360 0 0,63-9-142 0 0,0-2 0 0 0,-1-3-1 0 0,-105-3 1 0 0,152-3-156 0 0,-23-2 126 0 0,37 2-124 0 0,0 0 0 0 0,1-1 0 0 0,-1 1 1 0 0,0 0-1 0 0,1-1 0 0 0,-1 0 0 0 0,1 1 0 0 0,-1-1 0 0 0,0 0 0 0 0,1 1 0 0 0,0-1 0 0 0,-1 0 1 0 0,1 0-1 0 0,-1 0 0 0 0,1 0 0 0 0,0-1 0 0 0,-1 0 0 0 0,1 1-39 0 0,1 1 0 0 0,0-1 0 0 0,0 1 0 0 0,0-1 0 0 0,0 1 0 0 0,0-1 0 0 0,0 1 1 0 0,0-1-1 0 0,0 1 0 0 0,0-1 0 0 0,0 1 0 0 0,0-1 0 0 0,1 1 0 0 0,-1 0 0 0 0,0-1 0 0 0,0 1 0 0 0,0-1 0 0 0,1 1 0 0 0,-1-1 0 0 0,0 1 0 0 0,1 0 0 0 0,-1-1 0 0 0,0 1 0 0 0,1-1 0 0 0,-1 1 0 0 0,0 0 0 0 0,1-1 0 0 0,-1 1 0 0 0,0 0 1 0 0,1 0-1 0 0,-1-1 0 0 0,1 1 0 0 0,-1 0 0 0 0,1 0 0 0 0,-1 0 0 0 0,1 0 0 0 0,-1-1 0 0 0,1 1 0 0 0,-1 0 0 0 0,1 0 0 0 0,-1 0 0 0 0,1 0 0 0 0,-1 0 0 0 0,1 0 0 0 0,0 0 0 0 0,9-1-853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4.97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28 158 4609 0 0,'-1'0'323'0'0,"0"0"0"0"0,0 1 0 0 0,0-1 0 0 0,0 0 0 0 0,0-1 0 0 0,0 1-1 0 0,-1 0 1 0 0,1 0 0 0 0,0 0 0 0 0,0-1 0 0 0,0 1 0 0 0,0 0 0 0 0,0-1 0 0 0,0 1 0 0 0,0-1 0 0 0,0 1 0 0 0,0-1 0 0 0,1 0 0 0 0,-1 1-1 0 0,0-1 1 0 0,0 0 0 0 0,0 0 0 0 0,1 1 0 0 0,-1-1 0 0 0,0 0 0 0 0,0-1 0 0 0,1 0-38 0 0,-1 1-1 0 0,1-1 1 0 0,0 0 0 0 0,0 1-1 0 0,0-1 1 0 0,0 0 0 0 0,0 1 0 0 0,0-1-1 0 0,0 0 1 0 0,0 1 0 0 0,1-1-1 0 0,-1 1 1 0 0,1-1 0 0 0,1-3-1 0 0,0-1 198 0 0,2 0 0 0 0,-1 0 0 0 0,1 0 0 0 0,0 0 0 0 0,0 0-1 0 0,9-9 1 0 0,-2 6-155 0 0,1 0 0 0 0,0 0 0 0 0,0 1 0 0 0,20-8 0 0 0,-28 13-306 0 0,0 1 0 0 0,0 0 0 0 0,0 1 0 0 0,1-1 0 0 0,-1 1 0 0 0,1 0 0 0 0,-1 0 0 0 0,1 0 0 0 0,0 0 0 0 0,-1 1 1 0 0,1 0-1 0 0,0 0 0 0 0,-1 0 0 0 0,1 1 0 0 0,0-1 0 0 0,-1 1 0 0 0,9 3 0 0 0,-9-1-23 0 0,0-1-1 0 0,-1 1 1 0 0,1 1-1 0 0,-1-1 1 0 0,1 0 0 0 0,-1 1-1 0 0,0 0 1 0 0,0 0-1 0 0,0 0 1 0 0,-1 0 0 0 0,0 0-1 0 0,0 0 1 0 0,0 1-1 0 0,0-1 1 0 0,0 1 0 0 0,1 8-1 0 0,1 5-60 0 0,0 0 0 0 0,1 37 1 0 0,-4 4-154 0 0,-10 80 0 0 0,-1 17 278 0 0,10-154-42 0 0,0 0 1 0 0,0 0-1 0 0,0 0 0 0 0,0-1 0 0 0,1 1 1 0 0,-1 0-1 0 0,0 0 0 0 0,1 0 1 0 0,0 0-1 0 0,-1-1 0 0 0,1 1 0 0 0,0 0 1 0 0,0-1-1 0 0,0 1 0 0 0,0 0 1 0 0,0-1-1 0 0,0 1 0 0 0,0-1 0 0 0,0 0 1 0 0,1 1-1 0 0,-1-1 0 0 0,1 0 0 0 0,-1 0 1 0 0,1 0-1 0 0,-1 0 0 0 0,1 0 1 0 0,-1 0-1 0 0,1 0 0 0 0,0-1 0 0 0,0 1 1 0 0,-1 0-1 0 0,1-1 0 0 0,0 0 0 0 0,0 1 1 0 0,0-1-1 0 0,0 0 0 0 0,0 0 1 0 0,-1 0-1 0 0,1 0 0 0 0,0 0 0 0 0,0 0 1 0 0,2-1-1 0 0,12-2 91 0 0,-1 0 1 0 0,0 0-1 0 0,0-2 1 0 0,17-6-1 0 0,-17 5-33 0 0,2 1-126 0 0,119-46 789 0 0,-112 41-1371 0 0,-2-1 1 0 0,1-1-1 0 0,33-25 0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8.97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15 1 6913 0 0,'-15'0'11824'0'0,"16"5"-10681"0"0,9 123 2227 0 0,9 86-2397 0 0,-4-124-775 0 0,2 26-317 0 0,-16-103-84 0 0,-1 1 1 0 0,0-1-1 0 0,-1 1 1 0 0,0-1-1 0 0,-1 1 0 0 0,-5 17 1 0 0,7-29-53 0 0,-1 0 1 0 0,0 1 0 0 0,0-1 0 0 0,0 0-1 0 0,0 0 1 0 0,0 0 0 0 0,0 0 0 0 0,0 0-1 0 0,-1 0 1 0 0,1 0 0 0 0,-1 0 0 0 0,0 0-1 0 0,-2 2 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9.22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1 162 3225 0 0,'2'-7'-287'0'0,"11"-41"873"0"0,-9 37 531 0 0,0 0 1 0 0,1 1-1 0 0,0-1 0 0 0,9-15 0 0 0,-12 24-817 0 0,0-1-1 0 0,0 0 1 0 0,0 1 0 0 0,0-1-1 0 0,0 1 1 0 0,0-1-1 0 0,1 1 1 0 0,-1 0-1 0 0,1 0 1 0 0,0 0-1 0 0,0 0 1 0 0,0 1 0 0 0,-1-1-1 0 0,1 1 1 0 0,1 0-1 0 0,-1 0 1 0 0,0 0-1 0 0,0 0 1 0 0,0 0-1 0 0,1 1 1 0 0,-1-1 0 0 0,0 1-1 0 0,0 0 1 0 0,1 0-1 0 0,-1 0 1 0 0,0 1-1 0 0,1-1 1 0 0,-1 1 0 0 0,0-1-1 0 0,0 1 1 0 0,0 0-1 0 0,0 1 1 0 0,0-1-1 0 0,5 3 1 0 0,8 4-24 0 0,-1 1-1 0 0,0 0 1 0 0,0 1 0 0 0,-1 1 0 0 0,18 17-1 0 0,61 71 1615 0 0,-55-56-1608 0 0,-28-32-403 0 0,46 55-3110 0 0,-51-60 2693 0 0,-1 0-1 0 0,-1 0 1 0 0,1 0-1 0 0,-1 0 1 0 0,0 1-1 0 0,0 0 1 0 0,-1-1-1 0 0,0 1 1 0 0,2 11-1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29.40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75 6913 0 0,'35'-4'6036'0'0,"87"-28"-1398"0"0,8-2-4445 0 0,-105 29-113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5.65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297 0 1840 0 0,'-12'19'21818'0'0,"-3"-3"-21743"0"0,0 0-1 0 0,0 2 0 0 0,2-1 1 0 0,-19 33-1 0 0,-40 88-113 0 0,25-44-98 0 0,32-67 121 0 0,-1 0-6 0 0,-12 34 0 0 0,25-54 20 0 0,0 1 0 0 0,0 0 0 0 0,1 0 0 0 0,0 0 0 0 0,1 0-1 0 0,0 0 1 0 0,0 1 0 0 0,1-1 0 0 0,0 11 0 0 0,1-17 2 0 0,-1 0 0 0 0,1 0 0 0 0,-1 0 0 0 0,1 0 0 0 0,0 0 0 0 0,0 0 0 0 0,0 0 0 0 0,0-1 0 0 0,0 1 0 0 0,0 0 0 0 0,0-1 0 0 0,0 1 0 0 0,1-1 0 0 0,-1 1 0 0 0,1-1 0 0 0,-1 0 0 0 0,1 1 0 0 0,-1-1 0 0 0,1 0 0 0 0,0 0 0 0 0,3 1 0 0 0,5 2 0 0 0,-1 0 0 0 0,1-1 0 0 0,14 2 0 0 0,15 6 0 0 0,42 23 0 0 0,-7-2 0 0 0,111 33 0 0 0,-181-65-108 0 0,-1 1 0 0 0,1 0 0 0 0,-1 0 0 0 0,0 0 1 0 0,1 1-1 0 0,-1-1 0 0 0,0 1 0 0 0,0-1 0 0 0,0 1 0 0 0,0 0 0 0 0,3 3 0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6.55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5 110 456 0 0,'1'-31'1500'0'0,"1"-9"2495"0"0,-9 1 3824 0 0,14 69-2530 0 0,3 30-4080 0 0,1 4-993 0 0,79 260 999 0 0,-15-65-693 0 0,-72-247-408 0 0,-1 1 1 0 0,0-1-1 0 0,-1 1 1 0 0,0 19-1 0 0,-9 9-1176 0 0,7-38 418 0 0,-1 0 0 0 0,1 0 0 0 0,-1 1 0 0 0,0-1 0 0 0,0 0 0 0 0,0 0-1 0 0,0 0 1 0 0,0-1 0 0 0,-4 3 0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6.82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46 117 5529 0 0,'-8'-1'427'0'0,"-19"-1"-12"0"0,16-5 3939 0 0,13 5-4025 0 0,0 0 0 0 0,0 0 0 0 0,0-1 0 0 0,0 1 0 0 0,0 0 0 0 0,0 1 0 0 0,0-1 0 0 0,1 0 0 0 0,-1 1 0 0 0,1-1 0 0 0,-1 1 0 0 0,5-2 0 0 0,-5 2-82 0 0,26-13 173 0 0,1 1 1 0 0,1 2 0 0 0,0 1 0 0 0,0 1 0 0 0,1 2 0 0 0,0 1-1 0 0,0 1 1 0 0,40 0 0 0 0,-37 8-1358 0 0,-12 4-4061 0 0,-8 2-645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7.05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1 207 11522 0 0,'4'-1'250'0'0,"1"0"-1"0"0,0-1 1 0 0,-1 0-1 0 0,1 1 1 0 0,-1-2-1 0 0,0 1 1 0 0,0 0-1 0 0,6-5 1 0 0,3-2 646 0 0,16-10 441 0 0,48-39 0 0 0,-56 40-2082 0 0,1 1 1 0 0,1 0-1 0 0,44-23 0 0 0,-49 32 717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7.70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6 32 8754 0 0,'-3'-18'4200'0'0,"1"4"966"0"0,6 26-2819 0 0,20 86-1853 0 0,12 38 480 0 0,-29-116-871 0 0,0-2 1 0 0,1 1 0 0 0,2-1-1 0 0,21 33 1 0 0,10-4-788 0 0,-30-35-383 0 0,0 0 1 0 0,14 20-1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7.89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0 246 6913 0 0,'17'-19'4650'0'0,"1"-2"-3668"0"0,105-98 1171 0 0,-34 50-5587 0 0,-63 52 2076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8.16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90 67 1376 0 0,'-17'48'8322'0'0,"16"-37"-7541"0"0,1 1 0 0 0,0 0 0 0 0,0 0 0 0 0,1-1 0 0 0,3 17 0 0 0,-3-23-580 0 0,0 0-1 0 0,0 1 0 0 0,1-1 1 0 0,-1 0-1 0 0,1 0 0 0 0,1 0 1 0 0,-1 0-1 0 0,0-1 0 0 0,1 1 1 0 0,0-1-1 0 0,0 1 0 0 0,1-1 1 0 0,6 7-1 0 0,-9-11-170 0 0,-1 1 0 0 0,1 0 1 0 0,-1-1-1 0 0,1 1 0 0 0,0-1 0 0 0,-1 1 0 0 0,1-1 1 0 0,0 0-1 0 0,-1 1 0 0 0,1-1 0 0 0,0 0 0 0 0,0 1 1 0 0,-1-1-1 0 0,1 0 0 0 0,0 0 0 0 0,0 0 1 0 0,0 1-1 0 0,-1-1 0 0 0,1 0 0 0 0,0 0 0 0 0,0 0 1 0 0,0-1-1 0 0,-1 1 0 0 0,1 0 0 0 0,0 0 0 0 0,0 0 1 0 0,0 0-1 0 0,-1-1 0 0 0,1 1 0 0 0,1-1 0 0 0,-1 0 35 0 0,0 0 0 0 0,0-1 0 0 0,0 1 0 0 0,-1 0 0 0 0,1-1 0 0 0,0 1 0 0 0,0-1 0 0 0,-1 1 0 0 0,1-1 0 0 0,-1 1 0 0 0,1-1 1 0 0,-1 0-1 0 0,0 1 0 0 0,0-2 0 0 0,1-6 224 0 0,-1 1 0 0 0,0 0 0 0 0,0-1 1 0 0,-3-15-1 0 0,-2 9-153 0 0,0 1 0 0 0,-1-1 0 0 0,0 1 1 0 0,-2 0-1 0 0,1 1 0 0 0,-2-1 0 0 0,1 2 0 0 0,-2-1 0 0 0,0 1 0 0 0,0 1 0 0 0,-1 0 1 0 0,-1 0-1 0 0,-20-14 0 0 0,25 21-1535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8.42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33 16 11979 0 0,'-1'-2'553'0'0,"-1"0"1"0"0,0 0 0 0 0,0 0 0 0 0,0 1 0 0 0,0-1-1 0 0,0 0 1 0 0,-1 1 0 0 0,1 0 0 0 0,-10 2 3543 0 0,12 0-3987 0 0,-2 18 431 0 0,5 17-326 0 0,2-1 0 0 0,2 0-1 0 0,1-1 1 0 0,1 1 0 0 0,21 47-1 0 0,85 159-1506 0 0,-95-203 549 0 0,-11-19-1001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8.62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1 119 8290 0 0,'32'-17'5139'0'0,"32"-28"-4727"0"0,-30 21-1018 0 0,-11 8-577 0 0,-4-1-67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9.15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1 156 5529 0 0,'11'-10'1305'0'0,"2"0"1"0"0,-1 1-1 0 0,1 1 0 0 0,16-8 0 0 0,4-2 611 0 0,7-9 306 0 0,-28 18-1825 0 0,0 0 0 0 0,1 1 1 0 0,0 1-1 0 0,0 0 1 0 0,27-10-1 0 0,-34 16-1960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9.32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1 121 10594 0 0,'49'-27'3636'0'0,"-17"4"-3598"0"0,1 1 0 0 0,39-19 0 0 0,-57 34-51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9.67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27 11522 0 0,'21'-26'11571'0'0,"-21"27"-11411"0"0,7 17-399 0 0,-3 17 327 0 0,-2 1 1 0 0,-2-1-1 0 0,-4 40 0 0 0,1-27-46 0 0,3 49-1 0 0,1-83-42 0 0,1 0-1 0 0,0 0 0 0 0,1 0 1 0 0,0 0-1 0 0,1 0 0 0 0,1-1 1 0 0,11 24-1 0 0,-13-30 3 0 0,1 0-1 0 0,1-1 1 0 0,-1 0 0 0 0,1 0-1 0 0,0 0 1 0 0,1 0 0 0 0,-1-1-1 0 0,1 0 1 0 0,0 0-1 0 0,1 0 1 0 0,11 6 0 0 0,-13-8-6 0 0,0-1 0 0 0,0 0 0 0 0,0-1 0 0 0,0 1 0 0 0,0-1-1 0 0,0 0 1 0 0,0 0 0 0 0,0 0 0 0 0,0-1 0 0 0,1 0 0 0 0,-1 0 0 0 0,0 0 0 0 0,0-1 0 0 0,0 0 0 0 0,1 0 0 0 0,-1 0 0 0 0,0 0 0 0 0,6-3 0 0 0,23-11-267 0 0,-1-2 1 0 0,43-28 0 0 0,-22 4-3589 0 0,-43 31 2565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0:59.889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56 3 9218 0 0,'-2'0'378'0'0,"0"-1"1"0"0,0 1-1 0 0,0-1 0 0 0,0 1 1 0 0,0 0-1 0 0,0-1 0 0 0,-1 1 1 0 0,1 0-1 0 0,0 1 0 0 0,0-1 1 0 0,0 0-1 0 0,0 0 0 0 0,0 1 0 0 0,0 0 1 0 0,0-1-1 0 0,0 1 0 0 0,-4 2 1 0 0,5-2-104 0 0,0 0-1 0 0,-1 0 1 0 0,1 0 0 0 0,0 1 0 0 0,0-1 0 0 0,0 0 0 0 0,0 1-1 0 0,1-1 1 0 0,-1 1 0 0 0,0-1 0 0 0,0 1 0 0 0,1-1 0 0 0,-1 1-1 0 0,1 0 1 0 0,-1-1 0 0 0,1 1 0 0 0,0 2 0 0 0,0 4 11 0 0,0 0 0 0 0,0 0-1 0 0,1 0 1 0 0,1 0 0 0 0,-1-1 0 0 0,1 1 0 0 0,0 0 0 0 0,4 7 0 0 0,55 178 809 0 0,-2-8-2950 0 0,-47-156-6314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0.573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0 13363 0 0,'5'18'6478'0'0,"-1"11"-3768"0"0,3 80-3413 0 0,-6-89 1475 0 0,25 540-10 0 0,-26-486-1412 0 0,-3-43-2722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0.79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57 6913 0 0,'2'-4'365'0'0,"0"1"0"0"0,0-1-1 0 0,1 0 1 0 0,-1 1-1 0 0,1-1 1 0 0,0 1-1 0 0,0 0 1 0 0,0 0 0 0 0,0 0-1 0 0,1 1 1 0 0,-1-1-1 0 0,1 1 1 0 0,-1 0-1 0 0,1 0 1 0 0,0 0 0 0 0,0 0-1 0 0,0 0 1 0 0,0 1-1 0 0,0 0 1 0 0,0 0 0 0 0,0 0-1 0 0,1 0 1 0 0,-1 1-1 0 0,0 0 1 0 0,0-1-1 0 0,1 2 1 0 0,-1-1 0 0 0,0 0-1 0 0,1 1 1 0 0,-1 0-1 0 0,0 0 1 0 0,0 0-1 0 0,0 0 1 0 0,7 4 0 0 0,110 78 2414 0 0,48 60-2786 0 0,-159-134-281 0 0,0 1 0 0 0,-1 0 0 0 0,10 14 0 0 0,-16-20-168 0 0,-1 0 0 0 0,1 0-1 0 0,-1 0 1 0 0,0 1-1 0 0,0-1 1 0 0,0 1-1 0 0,-1-1 1 0 0,0 1-1 0 0,0 0 1 0 0,0-1-1 0 0,0 1 1 0 0,-1 8 0 0 0,-2 5-1622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0.97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0 198 8754 0 0,'25'-23'3518'0'0,"2"1"0"0"0,36-25 0 0 0,63-31-2733 0 0,-103 64-1362 0 0,-1 1-6408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1.85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1 201 3225 0 0,'0'-2'297'0'0,"0"-1"-1"0"0,0 1 1 0 0,0-1 0 0 0,0 1 0 0 0,0-1 0 0 0,1 1 0 0 0,-1-1 0 0 0,1 1-1 0 0,0-1 1 0 0,-1 1 0 0 0,1-1 0 0 0,0 1 0 0 0,1 0 0 0 0,-1 0 0 0 0,0-1 0 0 0,1 1-1 0 0,-1 0 1 0 0,1 0 0 0 0,3-3 0 0 0,-3 4 11 0 0,0 0-1 0 0,1 0 1 0 0,-1 0-1 0 0,0 0 1 0 0,1 1-1 0 0,-1-1 1 0 0,1 1-1 0 0,-1 0 1 0 0,0-1 0 0 0,1 1-1 0 0,-1 0 1 0 0,1 0-1 0 0,-1 1 1 0 0,1-1-1 0 0,-1 0 1 0 0,1 1-1 0 0,-1 0 1 0 0,1-1 0 0 0,-1 1-1 0 0,4 2 1 0 0,8 3-17 0 0,0 1 0 0 0,-1 1 0 0 0,0 0 0 0 0,0 0 0 0 0,-1 1 0 0 0,0 1 0 0 0,17 17 0 0 0,66 87 2435 0 0,-69-81-2509 0 0,-9-17 72 0 0,-17-16-268 0 0,0 1 1 0 0,1-1-1 0 0,-1 0 0 0 0,0 0 1 0 0,1 0-1 0 0,-1 0 1 0 0,1 0-1 0 0,-1 0 0 0 0,0 0 1 0 0,1 0-1 0 0,-1 0 0 0 0,0 0 1 0 0,1 0-1 0 0,-1 0 1 0 0,1 0-1 0 0,-1 0 0 0 0,0 0 1 0 0,1 0-1 0 0,-1 0 1 0 0,0 0-1 0 0,1 0 0 0 0,-1 0 1 0 0,1-1-1 0 0,-1 1 0 0 0,0 0 1 0 0,1 0-1 0 0,-1 0 1 0 0,0-1-1 0 0,1 1 0 0 0,1-3 79 0 0,-1 0 0 0 0,1-1 0 0 0,-1 1 0 0 0,0 0 0 0 0,1-1 0 0 0,-1 1 0 0 0,-1-1 0 0 0,1 1 0 0 0,0-5 0 0 0,13-87 255 0 0,-10 55-584 0 0,2 1-1 0 0,2 0 0 0 0,21-66 0 0 0,-18 84-5187 0 0,2 3-1822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2.28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33 5 2761 0 0,'-33'-4'16089'0'0,"35"25"-16303"0"0,8 15 1097 0 0,1 1 0 0 0,27 56 0 0 0,-5-10-307 0 0,106 341-1051 0 0,-131-387-929 0 0,-8-12-2584 0 0,0-25 3899 0 0,0 1 0 0 0,0-1 0 0 0,0 0 0 0 0,0 0 0 0 0,0 1-1 0 0,0-1 1 0 0,0 0 0 0 0,0 0 0 0 0,0 1 0 0 0,0-1 0 0 0,0 0 0 0 0,0 0 0 0 0,0 0 0 0 0,0 1 0 0 0,-6 1-2317 0 0,-5-7 1263 0 0,-1-4 956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2.46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3 145 6913 0 0,'0'-1'136'0'0,"-1"1"-1"0"0,1-1 0 0 0,0 1 1 0 0,0-1-1 0 0,-1 1 0 0 0,1-1 1 0 0,0 1-1 0 0,0-1 0 0 0,0 1 1 0 0,0-1-1 0 0,0 0 0 0 0,0 1 1 0 0,0-1-1 0 0,0 1 0 0 0,0-1 1 0 0,0 1-1 0 0,0-1 0 0 0,0 0 0 0 0,0 1 1 0 0,0-1-1 0 0,0 1 0 0 0,1-1 1 0 0,-1 1-1 0 0,0-1 0 0 0,0 1 1 0 0,1-1-1 0 0,-1 1 0 0 0,0-1 1 0 0,1 1-1 0 0,-1-1 0 0 0,1 0 1 0 0,11-20 1839 0 0,-5 11-1229 0 0,0 1 0 0 0,1 0 1 0 0,0 0-1 0 0,0 0 0 0 0,1 1 1 0 0,0 1-1 0 0,1 0 0 0 0,12-8 1 0 0,-15 11-692 0 0,0 1 0 0 0,0 0 0 0 0,-1 0 1 0 0,2 0-1 0 0,-1 1 0 0 0,9-1 0 0 0,-11 2-616 0 0,0 0 1 0 0,0 1-1 0 0,0 0 0 0 0,0 0 0 0 0,0 1 0 0 0,0-1 0 0 0,0 1 1 0 0,0 0-1 0 0,9 3 0 0 0,3 3-5767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2.686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1 291 9674 0 0,'1'-14'4134'0'0,"13"-17"-2280"0"0,-4 12-1945 0 0,1 0-1 0 0,0 1 1 0 0,1 0-1 0 0,2 0 1 0 0,-1 2 0 0 0,2-1-1 0 0,0 2 1 0 0,1 0-1 0 0,1 1 1 0 0,0 1 0 0 0,1 0-1 0 0,0 1 1 0 0,1 1-1 0 0,20-9 1 0 0,-18 12 91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3.24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38 70 3225 0 0,'-2'0'284'0'0,"1"0"0"0"0,-1 0-1 0 0,1 0 1 0 0,-1 0 0 0 0,1 0 0 0 0,0 0 0 0 0,-1-1 0 0 0,1 1 0 0 0,-1 0 0 0 0,1-1 0 0 0,0 1 0 0 0,-1-1 0 0 0,1 0 0 0 0,0 1 0 0 0,0-1 0 0 0,-1 0 0 0 0,1 0-1 0 0,0 0 1 0 0,0 1 0 0 0,0-1 0 0 0,0-1 0 0 0,0 1 0 0 0,0 0 0 0 0,0 0 0 0 0,1 0 0 0 0,-1 0 0 0 0,0-1 0 0 0,1 1 0 0 0,-1 0 0 0 0,0 0 0 0 0,1-1-1 0 0,0 1 1 0 0,-1-1 0 0 0,1 1 0 0 0,0 0 0 0 0,0-1 0 0 0,0 1 0 0 0,0-1 0 0 0,0 1 0 0 0,0-1 0 0 0,0 1 0 0 0,0 0 0 0 0,0-1 0 0 0,1 1 0 0 0,0-3 0 0 0,0 3-167 0 0,-1-1 1 0 0,1 1 0 0 0,0-1-1 0 0,0 1 1 0 0,1 0 0 0 0,-1-1-1 0 0,0 1 1 0 0,0 0 0 0 0,1 0 0 0 0,-1 0-1 0 0,1 0 1 0 0,-1 0 0 0 0,1 0-1 0 0,-1 0 1 0 0,1 0 0 0 0,2-1 0 0 0,-1 2-34 0 0,-1-1 1 0 0,1 0 0 0 0,0 0 0 0 0,-1 1 0 0 0,1-1-1 0 0,0 1 1 0 0,-1 0 0 0 0,1 0 0 0 0,0 0 0 0 0,-1 0-1 0 0,1 1 1 0 0,0-1 0 0 0,-1 1 0 0 0,1-1 0 0 0,-1 1-1 0 0,1 0 1 0 0,-1 0 0 0 0,1 0 0 0 0,3 3 0 0 0,-1-1-24 0 0,-1 0 1 0 0,0 1 0 0 0,0 0-1 0 0,0 0 1 0 0,0 0 0 0 0,-1 0-1 0 0,1 1 1 0 0,-1-1 0 0 0,3 7 0 0 0,2 7 23 0 0,0 0 1 0 0,-1 0 0 0 0,0 1 0 0 0,4 25-1 0 0,-7-19 66 0 0,-4-19-53 0 0,1-1 0 0 0,-1 1 0 0 0,1 0-1 0 0,1-1 1 0 0,-1 1 0 0 0,1-1 0 0 0,0 1-1 0 0,0-1 1 0 0,6 10 0 0 0,-8-15-81 0 0,1 0 1 0 0,0 1 0 0 0,-1-1 0 0 0,1 0-1 0 0,-1 0 1 0 0,1 0 0 0 0,-1 0 0 0 0,1 0-1 0 0,0 0 1 0 0,-1 0 0 0 0,1 0 0 0 0,-1 0-1 0 0,1 0 1 0 0,0 0 0 0 0,-1 0-1 0 0,1 0 1 0 0,-1-1 0 0 0,1 1 0 0 0,-1 0-1 0 0,1 0 1 0 0,0-1 0 0 0,-1 1 0 0 0,1 0-1 0 0,-1-1 1 0 0,0 1 0 0 0,1 0 0 0 0,-1-1-1 0 0,1 1 1 0 0,-1-1 0 0 0,1 1-1 0 0,-1-1 1 0 0,0 1 0 0 0,1-1 0 0 0,-1 1-1 0 0,0-1 1 0 0,0 1 0 0 0,1-1 0 0 0,13-22 309 0 0,-14 23-303 0 0,53-107-41 0 0,-44 89-263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4.23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25 333 2304 0 0,'-1'0'260'0'0,"0"0"-1"0"0,0 0 0 0 0,0-1 0 0 0,0 1 1 0 0,-1 0-1 0 0,1-1 0 0 0,0 1 0 0 0,0 0 0 0 0,0-1 1 0 0,0 1-1 0 0,1-1 0 0 0,-1 0 0 0 0,0 1 1 0 0,0-1-1 0 0,0 0 0 0 0,0 1 0 0 0,1-1 0 0 0,-1 0 1 0 0,0 0-1 0 0,0 0 0 0 0,1 1 0 0 0,-1-1 0 0 0,1 0 1 0 0,-1 0-1 0 0,1 0 0 0 0,-1 0 0 0 0,1 0 1 0 0,0 0-1 0 0,0 0 0 0 0,-1 0 0 0 0,1-1 0 0 0,0 1 1 0 0,0 0-1 0 0,0 0 0 0 0,0 0 0 0 0,0 0 1 0 0,0 0-1 0 0,0-1 0 0 0,1-10 642 0 0,0 1 1 0 0,1-1-1 0 0,3-11 1 0 0,-1-2 588 0 0,1-141 3200 0 0,-5 116-3837 0 0,0 50-850 0 0,0 0-1 0 0,0 0 1 0 0,0-1 0 0 0,0 1-1 0 0,0 0 1 0 0,0 0 0 0 0,0 0 0 0 0,1 0-1 0 0,-1-1 1 0 0,0 1 0 0 0,0 0-1 0 0,0 0 1 0 0,0 0 0 0 0,0 0 0 0 0,0 0-1 0 0,1 0 1 0 0,-1 0 0 0 0,0-1-1 0 0,0 1 1 0 0,0 0 0 0 0,0 0 0 0 0,0 0-1 0 0,1 0 1 0 0,-1 0 0 0 0,0 0-1 0 0,0 0 1 0 0,0 0 0 0 0,0 0 0 0 0,1 0-1 0 0,-1 0 1 0 0,0 0 0 0 0,0 0-1 0 0,0 0 1 0 0,0 0 0 0 0,1 0 0 0 0,-1 0-1 0 0,0 0 1 0 0,0 0 0 0 0,0 0-1 0 0,0 0 1 0 0,1 0 0 0 0,-1 0-1 0 0,0 1 1 0 0,0-1 0 0 0,0 0 0 0 0,0 0-1 0 0,0 0 1 0 0,1 0 0 0 0,-1 0-1 0 0,0 0 1 0 0,0 0 0 0 0,0 1 0 0 0,0-1-1 0 0,0 0 1 0 0,0 0 0 0 0,0 0-1 0 0,0 0 1 0 0,0 1 0 0 0,0-1 0 0 0,1 0-1 0 0,-1 0 1 0 0,17 17 325 0 0,18 24 136 0 0,-28-30-464 0 0,35 42 22 0 0,-2 2-1 0 0,60 115 0 0 0,-95-158-39 0 0,0 1 0 0 0,-2 0 0 0 0,1 0 0 0 0,-2 0 0 0 0,0 0 1 0 0,0 0-1 0 0,-1 1 0 0 0,-2 20 0 0 0,2-24-881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4.507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0 118 656 0 0,'6'4'14535'0'0,"110"-93"-9302"0"0,-94 70-5482 0 0,-5 6-178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7.91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18 145 456 0 0,'-18'-28'14654'0'0,"23"30"-14347"0"0,6 7-76 0 0,0 0 0 0 0,-1 0 1 0 0,0 1-1 0 0,0 1 0 0 0,-1-1 1 0 0,9 16-1 0 0,-5-9 142 0 0,0-1 1 0 0,25 24-1 0 0,-29-31-258 0 0,1-1-1 0 0,1 0 1 0 0,0 0 0 0 0,0-1-1 0 0,19 9 1 0 0,-26-14-62 0 0,-1-1 0 0 0,1 0 0 0 0,0 0 0 0 0,0 0 0 0 0,0 0 1 0 0,-1-1-1 0 0,1 1 0 0 0,0-1 0 0 0,0 0 0 0 0,0 0 0 0 0,0 0 0 0 0,0-1 0 0 0,0 0 0 0 0,0 1 0 0 0,0-1 0 0 0,-1-1 0 0 0,1 1 0 0 0,0 0 0 0 0,-1-1 0 0 0,1 0 0 0 0,-1 0 1 0 0,1 0-1 0 0,3-3 0 0 0,6-6 252 0 0,1-2 0 0 0,-2 1 1 0 0,0-2-1 0 0,0 1 1 0 0,-1-2-1 0 0,16-27 1 0 0,44-102 458 0 0,-59 116-798 0 0,-11 25 53 0 0,1 0-1 0 0,-1 0 0 0 0,1 0 1 0 0,-1 1-1 0 0,1-1 0 0 0,0 1 1 0 0,0-1-1 0 0,4-3 1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8.245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14 0 3225 0 0,'-1'0'128'0'0,"0"0"0"0"0,1 0 0 0 0,-1 1 0 0 0,1-1 0 0 0,-1 0 0 0 0,1 0 0 0 0,-1 0 0 0 0,0 1 0 0 0,1-1 0 0 0,-1 0 0 0 0,1 0 0 0 0,-1 1 0 0 0,1-1 0 0 0,-1 0 0 0 0,1 1 1 0 0,0-1-1 0 0,-1 1 0 0 0,1-1 0 0 0,-1 1 0 0 0,1-1 0 0 0,0 1 0 0 0,0-1 0 0 0,-1 1 0 0 0,1-1 0 0 0,0 1 0 0 0,0-1 0 0 0,-1 1 0 0 0,1-1 0 0 0,0 1 0 0 0,0 0 0 0 0,0-1 0 0 0,0 1 0 0 0,0-1 0 0 0,0 1 0 0 0,0-1 1 0 0,0 1-1 0 0,0 0 0 0 0,0-1 0 0 0,0 1 0 0 0,0-1 0 0 0,0 1 0 0 0,1-1 0 0 0,-1 1 0 0 0,0 0 0 0 0,0-1 0 0 0,1 1 0 0 0,-1-1 0 0 0,0 1 0 0 0,1-1 0 0 0,-1 1 0 0 0,0-1 0 0 0,1 1 0 0 0,3 8 145 0 0,29 80 4821 0 0,-15-41-3554 0 0,14 55 1 0 0,29 121-81 0 0,9 39-5028 0 0,-65-239 2036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8.452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37 188 456 0 0,'-3'-3'294'0'0,"-1"0"0"0"0,1-1 0 0 0,0 1 0 0 0,0-1 0 0 0,1 0 0 0 0,-1 0 0 0 0,1 0 0 0 0,0 0 0 0 0,0-1 0 0 0,0 1 0 0 0,0 0 0 0 0,1-1 0 0 0,0 1 0 0 0,0-1 0 0 0,0 0-1 0 0,0 1 1 0 0,1-1 0 0 0,0 0 0 0 0,0 1 0 0 0,0-1 0 0 0,0 0 0 0 0,2-7 0 0 0,0 7-78 0 0,0 1 0 0 0,0-1 0 0 0,0 1 0 0 0,1-1 0 0 0,-1 1 0 0 0,1 0 0 0 0,0 0 0 0 0,0 0 0 0 0,0 1 0 0 0,1-1 0 0 0,-1 1-1 0 0,1-1 1 0 0,0 1 0 0 0,0 0 0 0 0,0 1 0 0 0,0-1 0 0 0,1 1 0 0 0,-1 0 0 0 0,1 0 0 0 0,-1 0 0 0 0,10-2 0 0 0,-7 2-195 0 0,0 1 1 0 0,1 0-1 0 0,-1 0 1 0 0,1 0-1 0 0,-1 1 1 0 0,1 0-1 0 0,-1 0 0 0 0,1 1 1 0 0,-1 0-1 0 0,1 1 1 0 0,-1-1-1 0 0,13 6 1 0 0,-2 2-4363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8.680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5 365 7370 0 0,'0'0'23'0'0,"0"0"1"0"0,-1 0 0 0 0,1 0 0 0 0,0 0-1 0 0,0 0 1 0 0,0 0 0 0 0,-1 0 0 0 0,1 0-1 0 0,0 0 1 0 0,0 0 0 0 0,0 0 0 0 0,0-1 0 0 0,0 1-1 0 0,-1 0 1 0 0,1 0 0 0 0,0 0 0 0 0,0 0-1 0 0,0 0 1 0 0,0 0 0 0 0,0-1 0 0 0,0 1-1 0 0,-1 0 1 0 0,1 0 0 0 0,0 0 0 0 0,0 0 0 0 0,0-1-1 0 0,0 1 1 0 0,0 0 0 0 0,0 0 0 0 0,0 0-1 0 0,0 0 1 0 0,0-1 0 0 0,0 1 0 0 0,0 0-1 0 0,0 0 1 0 0,0 0 0 0 0,0-1 0 0 0,0 1 0 0 0,0 0-1 0 0,0 0 1 0 0,0 0 0 0 0,0 0 0 0 0,0-1-1 0 0,0 1 1 0 0,0 0 0 0 0,1 0 0 0 0,-1 0-1 0 0,0 0 1 0 0,0-1 0 0 0,9-16 1134 0 0,18-20 558 0 0,-24 32-1522 0 0,29-37 1604 0 0,2 1-1 0 0,40-37 0 0 0,-58 63-2158 0 0,1 0 0 0 0,0 2-1 0 0,1 0 1 0 0,0 1 0 0 0,1 1 0 0 0,0 1 0 0 0,38-14-1 0 0,-8 7 333 0 0,-27 10 29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09.118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35 72 3225 0 0,'-18'-8'17'0'0,"17"7"391"0"0,0 0 0 0 0,-1 0 0 0 0,1 0-1 0 0,0 0 1 0 0,0 0 0 0 0,0 0 0 0 0,0-1 0 0 0,0 1 0 0 0,0 0 0 0 0,0-1 0 0 0,0 1 0 0 0,0 0 0 0 0,0-2 0 0 0,0 1-99 0 0,1 1 0 0 0,0 0 0 0 0,0 0 1 0 0,0 0-1 0 0,0 0 0 0 0,0 0 0 0 0,0 0 0 0 0,0 0 1 0 0,0 0-1 0 0,0 0 0 0 0,0 0 0 0 0,0 0 0 0 0,1 0 0 0 0,-1 0 1 0 0,0 0-1 0 0,1 0 0 0 0,-1 0 0 0 0,1 0 0 0 0,0-1 0 0 0,14-12 548 0 0,-13 12-772 0 0,0 1-1 0 0,0 0 1 0 0,0 0 0 0 0,0 0 0 0 0,0 0 0 0 0,0 1 0 0 0,1-1-1 0 0,-1 0 1 0 0,0 1 0 0 0,0 0 0 0 0,0-1 0 0 0,1 1 0 0 0,-1 0 0 0 0,0 0-1 0 0,0 0 1 0 0,1 1 0 0 0,-1-1 0 0 0,0 0 0 0 0,0 1 0 0 0,3 0-1 0 0,-2 1-5 0 0,1 0 0 0 0,-1 0-1 0 0,0 0 1 0 0,1 0 0 0 0,-1 0-1 0 0,0 1 1 0 0,0 0 0 0 0,-1-1-1 0 0,1 1 1 0 0,4 6 0 0 0,1 3-2 0 0,-1 1-1 0 0,0 0 1 0 0,-1 0 0 0 0,10 28 0 0 0,-6-1-38 0 0,-2 0 0 0 0,-1 1 0 0 0,2 81 0 0 0,-6-68 281 0 0,-3-53-259 0 0,0 0 0 0 0,0 0 0 0 0,0 0 0 0 0,0-1 0 0 0,0 1 0 0 0,0 0 0 0 0,0 0 0 0 0,0 0 0 0 0,0-1 0 0 0,1 1 0 0 0,-1 0 0 0 0,0 0-1 0 0,0-1 1 0 0,1 1 0 0 0,-1 0 0 0 0,1 0 0 0 0,-1-1 0 0 0,0 1 0 0 0,1 0 0 0 0,-1-1 0 0 0,1 1 0 0 0,0-1 0 0 0,-1 1 0 0 0,1 0 0 0 0,-1-1 0 0 0,1 0 0 0 0,0 1 0 0 0,-1-1 0 0 0,1 1 0 0 0,0-1-1 0 0,1 1 1 0 0,-1-1 17 0 0,1-1 0 0 0,0 1 1 0 0,0 0-1 0 0,-1-1 0 0 0,1 1 0 0 0,0-1 0 0 0,-1 1 0 0 0,1-1 0 0 0,-1 0 0 0 0,1 0 0 0 0,-1 0 0 0 0,1 1 0 0 0,2-4 0 0 0,7-5 130 0 0,1-2-1 0 0,14-17 1 0 0,-24 25-201 0 0,13-13-460 0 0,-3 1 830 0 0,2 0 0 0 0,17-14 0 0 0,-25 25-1388 0 0,-1 0 1 0 0,1 0-1 0 0,-1 1 1 0 0,1-1-1 0 0,0 2 0 0 0,7-4 1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0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887 156 1376 0 0,'-7'-14'565'0'0,"0"0"0"0"0,-2 1 0 0 0,1 0 0 0 0,-1 1 0 0 0,-1 0 0 0 0,0 0 0 0 0,-15-13 0 0 0,21 22-314 0 0,-1-1 1 0 0,1 1-1 0 0,0 0 1 0 0,-1 0-1 0 0,0 1 1 0 0,0-1 0 0 0,0 1-1 0 0,0 0 1 0 0,0 0-1 0 0,0 1 1 0 0,0-1-1 0 0,-1 1 1 0 0,1 0 0 0 0,0 1-1 0 0,-1-1 1 0 0,1 1-1 0 0,-1 0 1 0 0,1 0-1 0 0,-1 1 1 0 0,1 0 0 0 0,0 0-1 0 0,-1 0 1 0 0,-8 4-1 0 0,-23 13 326 0 0,1 1-1 0 0,0 2 1 0 0,-58 46-1 0 0,17-12-616 0 0,42-31 91 0 0,2 1 1 0 0,0 2-1 0 0,2 1 0 0 0,1 2 0 0 0,2 0 1 0 0,1 2-1 0 0,1 1 0 0 0,-31 53 0 0 0,43-61 24 0 0,1 0-1 0 0,1 1 0 0 0,2 1 0 0 0,0-1 0 0 0,2 2 0 0 0,1-1 0 0 0,1 1 0 0 0,2 0 0 0 0,0 1 1 0 0,2-1-1 0 0,2 0 0 0 0,0 1 0 0 0,6 37 0 0 0,3-3-75 0 0,4 0 1 0 0,2-1-1 0 0,3-1 1 0 0,43 99-1 0 0,-48-132-49 0 0,1 0 1 0 0,1-1-1 0 0,2 0 0 0 0,1-1 0 0 0,0-1 0 0 0,2-1 1 0 0,1-1-1 0 0,1 0 0 0 0,1-2 0 0 0,1-1 1 0 0,40 27-1 0 0,-40-34 22 0 0,0-2 0 0 0,0 0 0 0 0,1-2 1 0 0,0-1-1 0 0,1-1 0 0 0,0-1 0 0 0,0-1 0 0 0,1-1 0 0 0,-1-2 1 0 0,31 0-1 0 0,-10-3 202 0 0,1-2 0 0 0,-1-3 1 0 0,0-1-1 0 0,84-25 0 0 0,-105 23-90 0 0,0-2 0 0 0,0-1 0 0 0,-2-1 0 0 0,1-1-1 0 0,-2-1 1 0 0,0-1 0 0 0,0-1 0 0 0,-2-1 0 0 0,0-1-1 0 0,20-25 1 0 0,5-10 254 0 0,-2-2-1 0 0,66-113 0 0 0,-92 138-185 0 0,-2-1-1 0 0,0 0 1 0 0,-3-1 0 0 0,0-1-1 0 0,14-66 1 0 0,-22 74 52 0 0,-2-1 0 0 0,-1 0 0 0 0,-1 0 0 0 0,-1 1 0 0 0,-1-1 0 0 0,-2 0 0 0 0,0 0 0 0 0,-12-39 0 0 0,-6-12 432 0 0,-3 2 0 0 0,-45-97-1 0 0,57 148-568 0 0,-1 1 1 0 0,-1 0-1 0 0,-1 1 0 0 0,-1 0 0 0 0,-1 1 0 0 0,-1 1 0 0 0,0 1 0 0 0,-2 1 1 0 0,0 0-1 0 0,-34-23 0 0 0,29 28-126 0 0,0 2 1 0 0,0 0-1 0 0,-2 1 1 0 0,1 2-1 0 0,-1 1 1 0 0,0 1-1 0 0,-1 1 1 0 0,1 1-1 0 0,-1 2 1 0 0,0 1-1 0 0,0 1 1 0 0,-1 1-1 0 0,1 1 1 0 0,-30 6-1 0 0,22 2-751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50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199 230 5985 0 0,'-62'0'3509'0'0,"-75"-10"0"0"0,154 9 82 0 0,21-6-2564 0 0,5-1-818 0 0,423-55 2317 0 0,-316 44-1489 0 0,174 1 0 0 0,-128 10-798 0 0,-132 4-291 0 0,204-17 193 0 0,-223 15-343 0 0,0-3-1 0 0,-1-1 1 0 0,80-31 0 0 0,-113 37-1563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50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8754 0 0,'-3'3'10741'0'0,"5"2"-9862"0"0,6 15-543 0 0,-1 1 1 0 0,-1 0-1 0 0,0 0 0 0 0,3 37 1 0 0,2 96 1602 0 0,-8-96-1697 0 0,-4 83-387 0 0,-1-92-23 0 0,8 93 1 0 0,4-104-846 0 0,-2-23 106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50.9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46 3225 0 0,'0'-1'128'0'0,"0"1"-1"0"0,0-1 1 0 0,0 0 0 0 0,0 1 0 0 0,-1-1 0 0 0,1 0 0 0 0,0 1 0 0 0,0-1 0 0 0,-1 0 0 0 0,1 1 0 0 0,0-1-1 0 0,0 0 1 0 0,-1 1 0 0 0,1-1 0 0 0,-1 1 0 0 0,1-1 0 0 0,-1 1 0 0 0,1-1 0 0 0,-1 1 0 0 0,1-1 0 0 0,-1 1-1 0 0,1-1 1 0 0,-1 1 0 0 0,0-1 0 0 0,1 1 0 0 0,-1 0 0 0 0,1 0 0 0 0,-1-1 0 0 0,0 1 0 0 0,1 0 0 0 0,-1 0-1 0 0,0 0 1 0 0,0-1 0 0 0,1 1 0 0 0,-1 0 0 0 0,0 0 0 0 0,1 0 0 0 0,-1 0 0 0 0,0 1 0 0 0,0-1 0 0 0,1 0-1 0 0,-1 0 1 0 0,0 0 0 0 0,1 0 0 0 0,-1 1 0 0 0,0-1 0 0 0,1 0 0 0 0,-1 1 0 0 0,1-1 0 0 0,-1 0 0 0 0,0 1-1 0 0,1-1 1 0 0,-1 1 0 0 0,1-1 0 0 0,-1 1 0 0 0,1-1 0 0 0,-1 1 0 0 0,1 0 0 0 0,0-1 0 0 0,-1 1 0 0 0,-19 24 5865 0 0,13-10-4926 0 0,3 1-645 0 0,1 0 0 0 0,1 0 0 0 0,0 0 1 0 0,1 0-1 0 0,0 0 0 0 0,2 1 1 0 0,0-1-1 0 0,5 28 0 0 0,-1-22-319 0 0,0 1 0 0 0,2-1 1 0 0,0-1-1 0 0,1 1 0 0 0,19 32 0 0 0,-21-43-93 0 0,2 0 0 0 0,-1-1 0 0 0,1 0 0 0 0,1 0-1 0 0,0-1 1 0 0,0 0 0 0 0,1 0 0 0 0,0-1 0 0 0,0-1 0 0 0,1 1-1 0 0,0-2 1 0 0,0 0 0 0 0,14 6 0 0 0,-20-10 0 0 0,1 0 0 0 0,-1 0-1 0 0,1-1 1 0 0,0 0 0 0 0,0 0 0 0 0,-1 0 0 0 0,1 0 0 0 0,0-1-1 0 0,0 0 1 0 0,0 0 0 0 0,-1-1 0 0 0,1 0 0 0 0,0 0 0 0 0,0 0 0 0 0,-1-1-1 0 0,1 1 1 0 0,-1-1 0 0 0,1-1 0 0 0,-1 1 0 0 0,0-1 0 0 0,0 0-1 0 0,0 0 1 0 0,0 0 0 0 0,-1-1 0 0 0,1 0 0 0 0,-1 0 0 0 0,0 0-1 0 0,0 0 1 0 0,0-1 0 0 0,5-8 0 0 0,-2 1 34 0 0,0 0 0 0 0,-2 0 1 0 0,1-1-1 0 0,-2 0 0 0 0,0 0 0 0 0,0 0 1 0 0,-1 0-1 0 0,0 0 0 0 0,-2-1 0 0 0,1 1 1 0 0,-2-19-1 0 0,0 13 7 0 0,-1 1 0 0 0,-1 0 0 0 0,0 0 0 0 0,-1 0 0 0 0,-1 0 0 0 0,-1 1 0 0 0,-1-1 0 0 0,-8-16-1 0 0,5 17-191 0 0,-1 1 0 0 0,-1 0 0 0 0,0 1 0 0 0,-2 0 0 0 0,-20-20 0 0 0,9 12-538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07.5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0 210 5065 0 0,'14'-13'1156'0'0,"15"-18"815"0"0,2 1 0 0 0,1 1 0 0 0,1 2 1 0 0,63-39-1 0 0,-92 64-1863 0 0,-1 0 0 0 0,1 1 0 0 0,-1-1 0 0 0,1 1 0 0 0,0-1-1 0 0,-1 1 1 0 0,1 0 0 0 0,0 1 0 0 0,0-1 0 0 0,0 1 0 0 0,0-1 0 0 0,0 1 0 0 0,0 0 0 0 0,0 1 0 0 0,0-1 0 0 0,0 1 0 0 0,-1 0 0 0 0,1 0 0 0 0,0 0 0 0 0,0 0 0 0 0,-1 0 0 0 0,1 1 0 0 0,-1 0-1 0 0,1 0 1 0 0,4 3 0 0 0,-4-1-54 0 0,0-1 0 0 0,0 2-1 0 0,0-1 1 0 0,-1 0 0 0 0,1 1 0 0 0,-1 0-1 0 0,0 0 1 0 0,-1 0 0 0 0,1 0-1 0 0,-1 0 1 0 0,0 0 0 0 0,0 1-1 0 0,0-1 1 0 0,-1 1 0 0 0,0 0 0 0 0,1 10-1 0 0,-2 2-48 0 0,0 0-1 0 0,-1-1 1 0 0,0 1 0 0 0,-8 31-1 0 0,-26 71-27 0 0,14-52 15 0 0,12-41 16 0 0,6-20 2 0 0,0 0-1 0 0,1 0 1 0 0,-1 0-1 0 0,2 0 0 0 0,-1 0 1 0 0,1 1-1 0 0,0-1 1 0 0,0 1-1 0 0,1-1 1 0 0,0 0-1 0 0,2 15 1 0 0,-1-20 35 0 0,0-1 0 0 0,0 0 0 0 0,0 0 0 0 0,0 1 1 0 0,1-1-1 0 0,-1 0 0 0 0,0 0 0 0 0,0 0 0 0 0,1-1 1 0 0,-1 1-1 0 0,0 0 0 0 0,1 0 0 0 0,-1-1 0 0 0,1 1 1 0 0,-1-1-1 0 0,1 1 0 0 0,0-1 0 0 0,-1 1 0 0 0,1-1 1 0 0,-1 0-1 0 0,1 0 0 0 0,-1 0 0 0 0,1 0 0 0 0,0 0 1 0 0,-1 0-1 0 0,1-1 0 0 0,-1 1 0 0 0,1 0 0 0 0,2-2 1 0 0,49-14 877 0 0,-22 3-587 0 0,54-15 1 0 0,-72 25-358 0 0,0 0 0 0 0,0 1 0 0 0,0 1 0 0 0,0 0 0 0 0,0 1 0 0 0,0 0 0 0 0,18 2 0 0 0,-24 0-1563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08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49 175 1840 0 0,'-30'-11'5995'0'0,"29"10"-5802"0"0,0 1 1 0 0,0 0-1 0 0,0 0 1 0 0,1-1-1 0 0,-1 1 1 0 0,0-1-1 0 0,0 1 1 0 0,0 0-1 0 0,0-1 0 0 0,0 0 1 0 0,1 1-1 0 0,-1-1 1 0 0,0 1-1 0 0,0-1 1 0 0,1 0-1 0 0,-1 0 1 0 0,0 1-1 0 0,1-1 0 0 0,-1 0 1 0 0,1 0-1 0 0,-1 0 1 0 0,1 0-1 0 0,0 0 1 0 0,-1 0-1 0 0,1 0 1 0 0,0 0-1 0 0,0 1 0 0 0,-1-1 1 0 0,1-2-1 0 0,10-29 1314 0 0,-8 26-1263 0 0,2-3-31 0 0,1 0 0 0 0,0 1 1 0 0,1 0-1 0 0,0 0 0 0 0,0 0 1 0 0,0 0-1 0 0,1 1 0 0 0,9-8 1 0 0,-12 12-164 0 0,-1 1 1 0 0,1-1 0 0 0,0 1-1 0 0,0-1 1 0 0,0 1 0 0 0,0 0-1 0 0,0 1 1 0 0,9-4-1 0 0,-10 5-26 0 0,-1 0 0 0 0,0-1 0 0 0,0 1 0 0 0,1 0 0 0 0,-1 0-1 0 0,0 1 1 0 0,1-1 0 0 0,-1 0 0 0 0,0 1 0 0 0,0-1 0 0 0,0 1-1 0 0,0 0 1 0 0,1-1 0 0 0,-1 1 0 0 0,0 0 0 0 0,0 0 0 0 0,0 1-1 0 0,3 1 1 0 0,-2 1-16 0 0,0-1 0 0 0,0 1 0 0 0,0-1 0 0 0,-1 1 0 0 0,1 0 0 0 0,-1 0 0 0 0,0 0 0 0 0,0 0 0 0 0,0 1 1 0 0,-1-1-1 0 0,1 1 0 0 0,-1-1 0 0 0,0 1 0 0 0,0-1 0 0 0,0 8 0 0 0,0 9 42 0 0,-1-1 0 0 0,-1 22 0 0 0,0-39-42 0 0,-3 39 371 0 0,-3 0 0 0 0,-1-1 0 0 0,-20 58 0 0 0,23-85-252 0 0,3-10 84 0 0,0 0-1 0 0,0 1 1 0 0,1-1 0 0 0,0 1 0 0 0,-1 9 0 0 0,2-14-188 0 0,0 0 1 0 0,0 1-1 0 0,0-1 1 0 0,0 0-1 0 0,0 1 1 0 0,0-1-1 0 0,0 0 0 0 0,0 1 1 0 0,0-1-1 0 0,0 0 1 0 0,0 1-1 0 0,0-1 1 0 0,1 0-1 0 0,-1 1 1 0 0,0-1-1 0 0,0 0 1 0 0,0 1-1 0 0,1-1 1 0 0,-1 0-1 0 0,0 0 1 0 0,0 1-1 0 0,1-1 1 0 0,-1 0-1 0 0,0 0 0 0 0,1 1 1 0 0,-1-1-1 0 0,0 0 1 0 0,1 0-1 0 0,-1 0 1 0 0,1 0-1 0 0,19-4 480 0 0,5-9-485 0 0,-1-1 0 0 0,0-1 1 0 0,35-30-1 0 0,-19 14-1608 0 0,-13 11-5980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09.8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76 3225 0 0,'6'-2'225'0'0,"1"0"0"0"0,-1 0 1 0 0,0 0-1 0 0,0-1 1 0 0,0 0-1 0 0,0 0 0 0 0,0-1 1 0 0,-1 1-1 0 0,7-7 0 0 0,5-1 521 0 0,30-13 1459 0 0,-45 23-2079 0 0,0 0-1 0 0,0 0 1 0 0,0 0 0 0 0,1 0 0 0 0,-1 1 0 0 0,0-1 0 0 0,0 1 0 0 0,1 0 0 0 0,-1-1-1 0 0,0 1 1 0 0,1 0 0 0 0,-1 0 0 0 0,0 1 0 0 0,1-1 0 0 0,-1 0 0 0 0,0 1 0 0 0,1 0 0 0 0,-1-1-1 0 0,4 3 1 0 0,0 2 31 0 0,0 1 0 0 0,-1 0-1 0 0,1 0 1 0 0,-1 0-1 0 0,-1 1 1 0 0,1 0-1 0 0,-1 0 1 0 0,-1 0 0 0 0,1 0-1 0 0,-1 0 1 0 0,0 1-1 0 0,-1-1 1 0 0,0 1 0 0 0,0 0-1 0 0,0 0 1 0 0,-1 0-1 0 0,0 0 1 0 0,-1 0 0 0 0,-1 13-1 0 0,-1 15 55 0 0,-1-1 0 0 0,-17 71 0 0 0,18-99-119 0 0,-6 24 91 0 0,5-18 362 0 0,0 0 1 0 0,0 0-1 0 0,-1 25 1 0 0,4-37-457 0 0,0 0 0 0 0,0 0-1 0 0,0-1 1 0 0,0 1 0 0 0,0 0 0 0 0,0 0 0 0 0,0 0 0 0 0,1-1 0 0 0,-1 1 0 0 0,0 0 0 0 0,1 0 0 0 0,-1 0 0 0 0,0-1 0 0 0,1 1 0 0 0,-1 0 0 0 0,1-1 0 0 0,-1 1-1 0 0,1-1 1 0 0,0 1 0 0 0,-1 0 0 0 0,1-1 0 0 0,0 1 0 0 0,-1-1 0 0 0,1 1 0 0 0,0-1 0 0 0,1 1 0 0 0,0 0 51 0 0,1 0 1 0 0,0-1-1 0 0,-1 1 0 0 0,1-1 1 0 0,0 0-1 0 0,0 1 0 0 0,-1-1 1 0 0,5-1-1 0 0,3 0 87 0 0,0 0 0 0 0,0-1 1 0 0,14-5-1 0 0,26-10-1161 0 0,94-18 1 0 0,-109 29-289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11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 1376 0 0,'0'0'128'0'0,"0"-1"-128"0"0,-1-1 0 0 0,1 1-272 0 0,0-1 272 0 0,0 1 256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0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338 131 4145 0 0,'0'-7'355'0'0,"-1"1"0"0"0,0-1 0 0 0,-1 1 0 0 0,1 0 1 0 0,-1 0-1 0 0,0 0 0 0 0,-1 0 0 0 0,1 0 0 0 0,-1 0 0 0 0,-1 0 0 0 0,1 1 1 0 0,-1 0-1 0 0,-7-9 0 0 0,9 11-131 0 0,-1 0 0 0 0,0 0-1 0 0,0 0 1 0 0,0 0 0 0 0,0 0 0 0 0,0 1 0 0 0,-1-1 0 0 0,0 1 0 0 0,1 0-1 0 0,-1 0 1 0 0,0 1 0 0 0,0-1 0 0 0,0 1 0 0 0,0-1 0 0 0,0 1 0 0 0,0 0-1 0 0,0 1 1 0 0,0-1 0 0 0,0 1 0 0 0,-1 0 0 0 0,-5 0 0 0 0,3 2 85 0 0,0-1 0 0 0,0 1 0 0 0,1 1 1 0 0,-1-1-1 0 0,1 1 0 0 0,-1 1 0 0 0,1-1 1 0 0,0 1-1 0 0,0 0 0 0 0,0 0 0 0 0,-9 10 1 0 0,6-5-40 0 0,1 1 1 0 0,1-1-1 0 0,-1 2 1 0 0,1-1-1 0 0,1 1 1 0 0,-6 14 0 0 0,-1 8 43 0 0,1 0 1 0 0,2 1 0 0 0,-11 64 0 0 0,16-70-173 0 0,1 1-1 0 0,1 0 1 0 0,2 0 0 0 0,0 0 0 0 0,2 0 0 0 0,8 44-1 0 0,-7-63-91 0 0,0-1-1 0 0,1-1 0 0 0,0 1 0 0 0,1 0 1 0 0,-1-1-1 0 0,2 1 0 0 0,-1-1 0 0 0,1-1 0 0 0,1 1 1 0 0,8 10-1 0 0,-8-13-21 0 0,-1 0 0 0 0,1 0 0 0 0,0 0 0 0 0,1-1 0 0 0,-1 0 0 0 0,1-1 0 0 0,0 1 0 0 0,0-1 0 0 0,0 0 1 0 0,0-1-1 0 0,0 0 0 0 0,1 0 0 0 0,-1 0 0 0 0,12 0 0 0 0,-9-2 23 0 0,0 0 1 0 0,0 0-1 0 0,0-1 0 0 0,0 0 1 0 0,0 0-1 0 0,0-2 0 0 0,0 1 1 0 0,-1-1-1 0 0,1 0 0 0 0,-1-1 1 0 0,0 0-1 0 0,0-1 0 0 0,0 0 1 0 0,0 0-1 0 0,8-8 0 0 0,-1 1-469 0 0,0-1-1 0 0,18-21 1 0 0,20-32-6323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0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 5985 0 0,'-1'0'235'0'0,"0"0"-1"0"0,0 0 1 0 0,0 0-1 0 0,0 0 0 0 0,-1 0 1 0 0,1 0-1 0 0,0 0 1 0 0,0 0-1 0 0,0 1 0 0 0,0-1 1 0 0,0 0-1 0 0,0 1 1 0 0,0-1-1 0 0,0 1 1 0 0,0-1-1 0 0,0 1 0 0 0,0-1 1 0 0,0 1-1 0 0,0 0 1 0 0,0-1-1 0 0,1 1 1 0 0,-1 0-1 0 0,0 0 0 0 0,0 0 1 0 0,1-1-1 0 0,-1 1 1 0 0,0 0-1 0 0,1 0 1 0 0,-1 0-1 0 0,1 0 0 0 0,-1 0 1 0 0,1 0-1 0 0,0 0 1 0 0,0 1-1 0 0,-1-1 0 0 0,1 0 1 0 0,0 0-1 0 0,0 0 1 0 0,0 0-1 0 0,0 2 1 0 0,1 5 549 0 0,0 0 0 0 0,1 0 0 0 0,-1 0 0 0 0,7 15 0 0 0,0 3 191 0 0,1 29 418 0 0,-4-24-937 0 0,1 0 0 0 0,13 41 1 0 0,-16-64-447 0 0,0-1 1 0 0,0 1 0 0 0,0-1-1 0 0,1 0 1 0 0,0 0-1 0 0,0-1 1 0 0,1 1 0 0 0,0-1-1 0 0,0 0 1 0 0,0 0 0 0 0,1-1-1 0 0,0 1 1 0 0,0-1-1 0 0,11 6 1 0 0,-16-10-18 0 0,1 1 1 0 0,0-1-1 0 0,0 0 1 0 0,0 0-1 0 0,0-1 1 0 0,0 1-1 0 0,0 0 1 0 0,0-1-1 0 0,1 1 1 0 0,-1-1-1 0 0,0 0 1 0 0,0 1-1 0 0,0-1 1 0 0,0 0-1 0 0,1 0 1 0 0,-1-1-1 0 0,0 1 1 0 0,0 0-1 0 0,0-1 1 0 0,0 1-1 0 0,0-1 1 0 0,0 0-1 0 0,0 0 1 0 0,0 0-1 0 0,0 0 1 0 0,0 0-1 0 0,0 0 1 0 0,0 0-1 0 0,0 0 1 0 0,-1-1-1 0 0,1 1 1 0 0,-1-1-1 0 0,1 0 1 0 0,-1 1-1 0 0,1-1 1 0 0,-1 0-1 0 0,0 0 1 0 0,0 1-1 0 0,0-1 1 0 0,0 0-1 0 0,1-4 1 0 0,4-8-243 0 0,-1-1 0 0 0,0-1 0 0 0,-1 1 0 0 0,3-25 1 0 0,-5 27-50 0 0,3-13 146 0 0,0 0-1 0 0,2 1 1 0 0,10-26-1 0 0,-17 50 195 0 0,0 1-1 0 0,0-1 0 0 0,0 1 0 0 0,1-1 0 0 0,-1 1 0 0 0,0-1 0 0 0,0 1 0 0 0,1-1 0 0 0,-1 1 0 0 0,0-1 1 0 0,1 1-1 0 0,-1-1 0 0 0,0 1 0 0 0,1 0 0 0 0,-1-1 0 0 0,0 1 0 0 0,1 0 0 0 0,-1-1 0 0 0,1 1 0 0 0,-1 0 1 0 0,1 0-1 0 0,-1-1 0 0 0,1 1 0 0 0,-1 0 0 0 0,1 0 0 0 0,-1 0 0 0 0,1 0 0 0 0,-1-1 0 0 0,1 1 0 0 0,0 0 1 0 0,-1 0-1 0 0,1 0 0 0 0,-1 0 0 0 0,1 0 0 0 0,-1 0 0 0 0,2 1 0 0 0,-1 0 9 0 0,1 0 0 0 0,0 0 0 0 0,0 0 0 0 0,-1 0 0 0 0,1 0 0 0 0,0 1 0 0 0,-1-1 1 0 0,0 1-1 0 0,1-1 0 0 0,1 3 0 0 0,24 42 247 0 0,-11-11-382 0 0,-3-5 310 0 0,32 54 0 0 0,-37-73-718 0 0,0 0 1 0 0,1 0 0 0 0,0-1 0 0 0,15 13 0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1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0 190 5065 0 0,'1'-2'271'0'0,"1"0"-1"0"0,-1 0 1 0 0,1 0-1 0 0,-1 1 1 0 0,1-1-1 0 0,0 1 1 0 0,-1-1-1 0 0,1 1 1 0 0,0 0-1 0 0,0-1 1 0 0,0 1-1 0 0,0 0 1 0 0,0 0-1 0 0,0 1 1 0 0,4-2 0 0 0,35-9 4155 0 0,-35 10-4012 0 0,1 1 0 0 0,-1 0 0 0 0,0 0 1 0 0,0 0-1 0 0,1 1 0 0 0,-1 0 0 0 0,0 0 0 0 0,0 1 0 0 0,0 0 0 0 0,0 0 0 0 0,0 0 0 0 0,0 0 0 0 0,-1 1 0 0 0,1 0 0 0 0,-1 1 0 0 0,7 4 0 0 0,9 9 181 0 0,-1 0-1 0 0,30 34 1 0 0,6 6 36 0 0,-40-42-588 0 0,-14-11 16 0 0,1-1 0 0 0,0 0 0 0 0,0 0 0 0 0,0 0 0 0 0,1 0 0 0 0,-1-1 0 0 0,5 3 0 0 0,-7-6 14 0 0,0-1 0 0 0,-1 0-1 0 0,1 0 1 0 0,-1 0 0 0 0,1 0-1 0 0,-1 0 1 0 0,0 0 0 0 0,0 0 0 0 0,0 0-1 0 0,0 0 1 0 0,0 0 0 0 0,-1-2-1 0 0,1 4-57 0 0,0-153 588 0 0,2 131-1146 0 0,1 0 0 0 0,1 1 0 0 0,0-1 0 0 0,15-40 0 0 0,-8 41-5045 0 0,2 3-1755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1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2 125 9674 0 0,'-2'-2'1548'0'0,"12"2"-334"0"0,18 7 1009 0 0,-22-3-1859 0 0,-1 1 1 0 0,1 0-1 0 0,-1 0 0 0 0,1 0 0 0 0,-1 1 1 0 0,-1 0-1 0 0,1-1 0 0 0,-1 2 0 0 0,0-1 1 0 0,4 9-1 0 0,5 13 695 0 0,10 35 1 0 0,-5-15-91 0 0,-17-46-905 0 0,1 6 76 0 0,1-1 0 0 0,0 1 0 0 0,0-1 0 0 0,1 0 0 0 0,0 0 0 0 0,1-1 0 0 0,-1 1-1 0 0,1-1 1 0 0,0 0 0 0 0,7 6 0 0 0,-11-12-118 0 0,-1 0 0 0 0,1 0 0 0 0,-1 0 0 0 0,1-1-1 0 0,-1 1 1 0 0,0 0 0 0 0,1 0 0 0 0,-1-1 0 0 0,1 1 0 0 0,-1 0 0 0 0,0-1 0 0 0,1 1 0 0 0,-1 0 0 0 0,1-1-1 0 0,-1 1 1 0 0,0-1 0 0 0,0 1 0 0 0,1-1 0 0 0,-1 1 0 0 0,0 0 0 0 0,0-1 0 0 0,0 1 0 0 0,1-1-1 0 0,-1 1 1 0 0,0-1 0 0 0,0 1 0 0 0,0-1 0 0 0,0 1 0 0 0,0-1 0 0 0,0 1 0 0 0,0-1 0 0 0,0 1 0 0 0,0-1-1 0 0,0 1 1 0 0,-1-2 0 0 0,4-24 159 0 0,-3 25-158 0 0,2-35 48 0 0,2 0 0 0 0,1 0 0 0 0,13-42 0 0 0,-12 54-625 0 0,2 1 0 0 0,1 1 1 0 0,1 0-1 0 0,0 0 0 0 0,25-36 0 0 0,-19 36-7137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2.3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1 301 456 0 0,'8'-4'903'0'0,"0"0"-1"0"0,1 0 0 0 0,-1-1 1 0 0,-1 0-1 0 0,1-1 1 0 0,-1 0-1 0 0,0 0 1 0 0,0 0-1 0 0,0-1 1 0 0,-1 0-1 0 0,0-1 0 0 0,-1 1 1 0 0,0-1-1 0 0,0 0 1 0 0,5-10-1 0 0,-5 7 48 0 0,-1-1 0 0 0,1 1 1 0 0,-2-1-1 0 0,5-20 0 0 0,-7 21-811 0 0,0 1-1 0 0,0 0 1 0 0,-1-1 0 0 0,0 1 0 0 0,-3-17 0 0 0,3 26-138 0 0,-1-1-1 0 0,1 1 1 0 0,0-1-1 0 0,0 0 1 0 0,-1 1-1 0 0,1-1 1 0 0,-1 1-1 0 0,1 0 1 0 0,-1-1-1 0 0,1 1 1 0 0,-1-1-1 0 0,0 1 1 0 0,0 0 0 0 0,0 0-1 0 0,0-1 1 0 0,0 1-1 0 0,0 0 1 0 0,0 0-1 0 0,0 0 1 0 0,0 0-1 0 0,-1 0 1 0 0,1 0-1 0 0,0 1 1 0 0,-1-1-1 0 0,1 0 1 0 0,0 0 0 0 0,-1 1-1 0 0,-1-1 1 0 0,1 1-2 0 0,0 0 1 0 0,1 1-1 0 0,-1-1 0 0 0,1 0 1 0 0,-1 1-1 0 0,1-1 1 0 0,-1 1-1 0 0,1 0 1 0 0,-1-1-1 0 0,1 1 1 0 0,-1 0-1 0 0,1 0 1 0 0,0 0-1 0 0,0 0 1 0 0,-1 0-1 0 0,1 0 1 0 0,0 1-1 0 0,0-1 1 0 0,0 0-1 0 0,0 0 1 0 0,0 1-1 0 0,1-1 0 0 0,-1 1 1 0 0,0-1-1 0 0,1 1 1 0 0,-2 2-1 0 0,-2 7-48 0 0,0 1-1 0 0,0-1 0 0 0,2 1 0 0 0,-1-1 0 0 0,1 1 1 0 0,1 0-1 0 0,0 0 0 0 0,1 0 0 0 0,0 0 1 0 0,1 0-1 0 0,0 0 0 0 0,4 15 0 0 0,-3-21 24 0 0,-1 0 0 0 0,1 0 0 0 0,1 0-1 0 0,-1 0 1 0 0,1 0 0 0 0,0 0 0 0 0,0 0 0 0 0,1-1-1 0 0,0 0 1 0 0,0 0 0 0 0,0 0 0 0 0,0 0-1 0 0,1-1 1 0 0,0 1 0 0 0,0-1 0 0 0,0 0 0 0 0,1-1-1 0 0,-1 1 1 0 0,1-1 0 0 0,0 0 0 0 0,-1 0 0 0 0,2-1-1 0 0,10 3 1 0 0,-12-3 11 0 0,0-1 0 0 0,0 0 0 0 0,0-1-1 0 0,0 1 1 0 0,1-1 0 0 0,-1 0 0 0 0,0 0 0 0 0,1 0-1 0 0,-1-1 1 0 0,0 0 0 0 0,0 0 0 0 0,0 0 0 0 0,0-1-1 0 0,0 1 1 0 0,0-1 0 0 0,0-1 0 0 0,0 1 0 0 0,7-6-1 0 0,-5 2-20 0 0,0 0-1 0 0,0 0 1 0 0,-1-1-1 0 0,0 0 1 0 0,0-1 0 0 0,-1 1-1 0 0,0-1 1 0 0,0 0-1 0 0,6-16 1 0 0,38-102-60 0 0,-49 126 136 0 0,0-1 1 0 0,0 1-1 0 0,0 0 1 0 0,0 0-1 0 0,0-1 1 0 0,1 1-1 0 0,-1 0 1 0 0,0 0 0 0 0,0 0-1 0 0,0-1 1 0 0,0 1-1 0 0,0 0 1 0 0,1 0-1 0 0,-1-1 1 0 0,0 1-1 0 0,0 0 1 0 0,0 0-1 0 0,1 0 1 0 0,-1 0 0 0 0,0-1-1 0 0,0 1 1 0 0,1 0-1 0 0,-1 0 1 0 0,0 0-1 0 0,0 0 1 0 0,1 0-1 0 0,-1 0 1 0 0,0 0-1 0 0,0 0 1 0 0,1 0 0 0 0,-1 0-1 0 0,0 0 1 0 0,0 0-1 0 0,1 0 1 0 0,-1 0-1 0 0,0 0 1 0 0,1 0-1 0 0,-1 0 1 0 0,0 0-1 0 0,12 9 863 0 0,9 22-178 0 0,-18-26-555 0 0,65 87 305 0 0,-58-80-416 0 0,1-1 0 0 0,0 0-1 0 0,1 0 1 0 0,0-1-1 0 0,16 10 1 0 0,-26-19-96 0 0,0 1 1 0 0,-1-1-1 0 0,1 0 0 0 0,0 0 1 0 0,0 0-1 0 0,0 0 0 0 0,-1 0 1 0 0,1-1-1 0 0,0 1 0 0 0,0-1 1 0 0,0 1-1 0 0,0-1 1 0 0,0 0-1 0 0,0 1 0 0 0,0-1 1 0 0,0 0-1 0 0,0 0 0 0 0,1-1 1 0 0,-1 1-1 0 0,0 0 0 0 0,0-1 1 0 0,0 1-1 0 0,-1-1 1 0 0,1 1-1 0 0,0-1 0 0 0,2-1 1 0 0,0-1-68 0 0,-1-1 1 0 0,0 1 0 0 0,-1 0 0 0 0,1-1 0 0 0,0 0-1 0 0,-1 0 1 0 0,0 0 0 0 0,0 0 0 0 0,0 0 0 0 0,2-8-1 0 0,7-19-380 0 0,19-43-21 0 0,-27 67 694 0 0,0 0 1 0 0,1 1 0 0 0,0-1 0 0 0,1 1 0 0 0,0 0 0 0 0,0 0 0 0 0,10-9 0 0 0,-15 14-153 0 0,1 0 0 0 0,0 1 1 0 0,-1-1-1 0 0,1 1 0 0 0,0-1 1 0 0,0 1-1 0 0,-1-1 0 0 0,1 1 1 0 0,0-1-1 0 0,0 1 0 0 0,0 0 1 0 0,0 0-1 0 0,-1-1 0 0 0,1 1 1 0 0,0 0-1 0 0,0 0 0 0 0,0 0 1 0 0,0 0-1 0 0,0 0 0 0 0,0 0 1 0 0,0 0-1 0 0,0 0 0 0 0,0 0 1 0 0,-1 0-1 0 0,1 1 0 0 0,0-1 1 0 0,0 0-1 0 0,0 1 0 0 0,0-1 1 0 0,-1 0-1 0 0,1 1 0 0 0,0-1 1 0 0,0 1-1 0 0,0-1 0 0 0,-1 1 0 0 0,1 0 1 0 0,0-1-1 0 0,-1 1 0 0 0,1 0 1 0 0,-1-1-1 0 0,1 1 0 0 0,-1 0 1 0 0,1 0-1 0 0,0 1 0 0 0,2 5 14 0 0,1 0 0 0 0,-1 0 0 0 0,0 1 0 0 0,2 10 0 0 0,-1-5 58 0 0,1 0-104 0 0,0 0-1 0 0,1-1 1 0 0,1 0-1 0 0,0 0 1 0 0,1 0-1 0 0,16 18 1 0 0,13 6-2438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2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50 9218 0 0,'-2'-7'375'0'0,"0"5"-206"0"0,1 0-1 0 0,0 0 0 0 0,0-1 1 0 0,0 1-1 0 0,0 0 1 0 0,1 0-1 0 0,-1-1 0 0 0,0 1 1 0 0,1-1-1 0 0,0 1 1 0 0,0 0-1 0 0,0-1 0 0 0,0 1 1 0 0,0-1-1 0 0,0 1 1 0 0,1-3-1 0 0,-1 5-35 0 0,1 0-1 0 0,-1 0 1 0 0,1 0 0 0 0,-1 0 0 0 0,1 0-1 0 0,-1 0 1 0 0,1 1 0 0 0,-1-1-1 0 0,1 0 1 0 0,-1 0 0 0 0,0 1 0 0 0,1-1-1 0 0,-1 0 1 0 0,1 1 0 0 0,-1-1 0 0 0,0 0-1 0 0,1 1 1 0 0,-1-1 0 0 0,0 1-1 0 0,1-1 1 0 0,-1 0 0 0 0,0 1 0 0 0,0-1-1 0 0,0 1 1 0 0,1-1 0 0 0,-1 1-1 0 0,0-1 1 0 0,0 1 0 0 0,0-1 0 0 0,0 1-1 0 0,0-1 1 0 0,0 1 0 0 0,0-1-1 0 0,0 2 1 0 0,6 20 1194 0 0,13 49-365 0 0,3 0 0 0 0,3-1-1 0 0,3-2 1 0 0,59 105 0 0 0,-24-65-1717 0 0,-49-85 6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2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75 6913 0 0,'-32'-9'342'0'0,"-2"-3"10077"0"0,182-23-9988 0 0,-120 27-1070 0 0,8-2-71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3.5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226 401 10594 0 0,'-2'0'185'0'0,"1"0"0"0"0,0 0-1 0 0,-1 0 1 0 0,1 0 0 0 0,-1 0 0 0 0,1 0-1 0 0,0 0 1 0 0,-1 1 0 0 0,1-1 0 0 0,0 0-1 0 0,-1 1 1 0 0,1 0 0 0 0,0-1 0 0 0,0 1-1 0 0,-1 0 1 0 0,1-1 0 0 0,-2 3 0 0 0,-25 18 1500 0 0,20-15-1523 0 0,-8 7 1 0 0,0 1 0 0 0,1 0 0 0 0,1 1 1 0 0,0 1-1 0 0,1 1 0 0 0,1-1 0 0 0,0 2 0 0 0,1 0 0 0 0,1 0 0 0 0,1 1 0 0 0,-7 20 0 0 0,15-36-125 0 0,0-1 1 0 0,0 1 0 0 0,1-1-1 0 0,-1 1 1 0 0,1-1-1 0 0,-1 1 1 0 0,1 0 0 0 0,0-1-1 0 0,0 1 1 0 0,0 0-1 0 0,0-1 1 0 0,1 1 0 0 0,-1 0-1 0 0,1-1 1 0 0,-1 1-1 0 0,1-1 1 0 0,0 1 0 0 0,0-1-1 0 0,0 1 1 0 0,1-1-1 0 0,-1 0 1 0 0,0 0 0 0 0,1 1-1 0 0,-1-1 1 0 0,1 0-1 0 0,0 0 1 0 0,0-1-1 0 0,0 1 1 0 0,0 0 0 0 0,0 0-1 0 0,0-1 1 0 0,5 3 0 0 0,-3-2-8 0 0,0-1 0 0 0,0 1 1 0 0,1-1-1 0 0,-1 0 1 0 0,0 0-1 0 0,1-1 0 0 0,-1 1 1 0 0,1-1-1 0 0,-1 0 1 0 0,0 0-1 0 0,1-1 0 0 0,-1 1 1 0 0,1-1-1 0 0,-1 0 1 0 0,0 0-1 0 0,0 0 0 0 0,1-1 1 0 0,-1 1-1 0 0,5-4 1 0 0,7-6-154 0 0,0 0 1 0 0,-1-1-1 0 0,-1 0 0 0 0,0-2 1 0 0,-1 1-1 0 0,0-2 1 0 0,-1 0-1 0 0,0 0 1 0 0,-2-1-1 0 0,1 0 1 0 0,-2-1-1 0 0,-1 0 1 0 0,0-1-1 0 0,-1 0 1 0 0,0 0-1 0 0,5-31 1 0 0,-8 14-69 0 0,-2 1 0 0 0,-1 0 0 0 0,-2-1 0 0 0,-1 1 0 0 0,-2-1 1 0 0,-1 1-1 0 0,-19-62 0 0 0,22 89 234 0 0,-17-48 223 0 0,17 51-120 0 0,1 1 0 0 0,0 0 0 0 0,-1 0 0 0 0,0 1 0 0 0,0-1 0 0 0,0 0 0 0 0,0 1 0 0 0,0-1 0 0 0,-1 1-1 0 0,1-1 1 0 0,-1 1 0 0 0,1 0 0 0 0,-1 0 0 0 0,-5-2 0 0 0,8 4-45 0 0,-1 1 1 0 0,1 0-1 0 0,-1 0 1 0 0,1 0 0 0 0,-1 0-1 0 0,1 0 1 0 0,0 0-1 0 0,0 0 1 0 0,-1 0-1 0 0,1 0 1 0 0,0 0-1 0 0,0 1 1 0 0,0-1-1 0 0,0 0 1 0 0,0 0-1 0 0,0 0 1 0 0,0 0-1 0 0,1 0 1 0 0,-1 2-1 0 0,4 27 215 0 0,4 4-30 0 0,2-2 1 0 0,1 1-1 0 0,28 56 0 0 0,-9-33-85 0 0,44 61 1 0 0,-36-64-684 0 0,-10-13-5300 0 0,-6-9-1184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3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7370 0 0,'1'-1'136'0'0,"-1"1"1"0"0,0-1-1 0 0,0 0 1 0 0,0 0 0 0 0,0 0-1 0 0,1 1 1 0 0,-1-1-1 0 0,0 0 1 0 0,1 0 0 0 0,-1 1-1 0 0,1-1 1 0 0,-1 0-1 0 0,1 1 1 0 0,-1-1 0 0 0,1 0-1 0 0,-1 1 1 0 0,1-1-1 0 0,0 1 1 0 0,-1-1 0 0 0,1 1-1 0 0,0-1 1 0 0,-1 1-1 0 0,1 0 1 0 0,0-1-1 0 0,0 1 1 0 0,0 0 0 0 0,-1 0-1 0 0,1-1 1 0 0,0 1-1 0 0,1 0 1 0 0,-1 1 87 0 0,1-1 0 0 0,-1 1 0 0 0,0 0-1 0 0,0 0 1 0 0,0 0 0 0 0,0-1 0 0 0,0 1 0 0 0,0 0-1 0 0,0 1 1 0 0,0-1 0 0 0,0 0 0 0 0,0 0 0 0 0,0 0 0 0 0,-1 1-1 0 0,2 1 1 0 0,2 6 396 0 0,0 0-1 0 0,0 1 1 0 0,-1 0-1 0 0,2 10 1 0 0,6 82 1685 0 0,-2-15-3628 0 0,-5-56-5571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3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39 115 2761 0 0,'-10'-22'248'0'0,"2"6"-248"0"0,2 1 0 0 0,0-7 7609 0 0,5 14-4864 0 0,-2-2-1393 0 0,0-1-272 0 0,1 4-55 0 0,2 4-17 0 0,3 7-1328 0 0,0 8-272 0 0,2 6-49 0 0,1 4-15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1 149 4145 0 0,'34'3'519'0'0,"-19"-1"1335"0"0,-1 2 0 0 0,0-1 0 0 0,0 2 0 0 0,18 8 0 0 0,5 4-497 0 0,-18-7-416 0 0,-1 2-1 0 0,0 0 1 0 0,20 17 0 0 0,18 13 1490 0 0,-55-45-2253 0 0,1-1-1 0 0,-1 0 1 0 0,0 1 0 0 0,0-1 0 0 0,-1 0 0 0 0,1-7 0 0 0,1-5 44 0 0,2-21 112 0 0,11-51 1 0 0,-13 79-448 0 0,0 0-1 0 0,1-1 0 0 0,0 2 1 0 0,1-1-1 0 0,0 0 0 0 0,0 1 1 0 0,1 0-1 0 0,0 0 1 0 0,0 0-1 0 0,14-14 0 0 0,-17 20-335 0 0,1 0-1 0 0,0 0 1 0 0,0 0-1 0 0,1 0 1 0 0,-1 1-1 0 0,0-1 0 0 0,0 1 1 0 0,1 0-1 0 0,-1 0 1 0 0,1 0-1 0 0,-1 0 0 0 0,1 1 1 0 0,-1-1-1 0 0,1 1 1 0 0,0 0-1 0 0,5 1 0 0 0,3-1-1235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4.3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6449 0 0,'1'1'236'0'0,"-1"0"0"0"0,1-1 0 0 0,0 1 0 0 0,0 0 0 0 0,-1 0 0 0 0,1-1 0 0 0,0 1 0 0 0,-1 0 0 0 0,1 0 0 0 0,-1 0 0 0 0,1 0 0 0 0,-1 0 0 0 0,1 0 0 0 0,-1 0 0 0 0,0 0 0 0 0,0 0 0 0 0,1 0-1 0 0,-1 0 1 0 0,0 0 0 0 0,0 0 0 0 0,0 2 0 0 0,1 32 3752 0 0,-2-20-3110 0 0,11 81 3057 0 0,-4-63-3676 0 0,2 0 0 0 0,14 41 0 0 0,-16-59-785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4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46 17972 0 0,'-2'-9'800'0'0,"2"2"160"0"0,2 1-768 0 0,-1 2-192 0 0,2 2 0 0 0,-1 1 0 0 0,-1-1-184 0 0,2-1-72 0 0,3-1-8 0 0,2 1-8 0 0,2 0-104 0 0,-1 1-16 0 0,0 5-8 0 0,1 5 0 0 0,-1 4-1905 0 0,2 2-383 0 0,-1 0-81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5.0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542 497 2961 0 0,'6'-5'14'0'0,"19"-20"148"0"0,-24 24-156 0 0,0 0 0 0 0,-1 0 0 0 0,1 0-1 0 0,0 0 1 0 0,-1 0 0 0 0,1 0 0 0 0,0 0 0 0 0,-1 0 0 0 0,1 0 0 0 0,-1-1 0 0 0,0 1 0 0 0,1 0 0 0 0,-1 0 0 0 0,0 0-1 0 0,0-1 1 0 0,0 1 0 0 0,0 0 0 0 0,0 0 0 0 0,0-1 0 0 0,0 1 0 0 0,0 0 0 0 0,-1-3 0 0 0,-1-1 164 0 0,0-1 0 0 0,0 1 0 0 0,-1 0 0 0 0,0 0 0 0 0,0 0 0 0 0,0 0 0 0 0,0 1 1 0 0,-1-1-1 0 0,0 1 0 0 0,0 0 0 0 0,0 0 0 0 0,0 0 0 0 0,-1 1 0 0 0,1-1 0 0 0,-1 1 0 0 0,0 0 1 0 0,0 0-1 0 0,0 1 0 0 0,0 0 0 0 0,-1 0 0 0 0,1 0 0 0 0,-1 0 0 0 0,1 1 0 0 0,-1 0 0 0 0,0 0 1 0 0,-7 0-1 0 0,-2 1 466 0 0,-1 0 0 0 0,1 1 1 0 0,-1 1-1 0 0,1 0 0 0 0,0 1 1 0 0,0 1-1 0 0,0 0 0 0 0,1 1 1 0 0,-1 0-1 0 0,-20 12 0 0 0,6-1 458 0 0,0 2-1 0 0,2 0 0 0 0,-48 42 1 0 0,62-48-936 0 0,1 0 1 0 0,0 1-1 0 0,1 1 1 0 0,0 0-1 0 0,1 1 1 0 0,1-1-1 0 0,-11 25 1 0 0,17-34-153 0 0,1 1-1 0 0,0-1 1 0 0,0 1 0 0 0,1 0-1 0 0,0 0 1 0 0,0 0 0 0 0,0 0-1 0 0,1 0 1 0 0,0 0 0 0 0,0 0 0 0 0,1 7-1 0 0,0-9-4 0 0,0 0 0 0 0,1 0-1 0 0,-1 0 1 0 0,1 0 0 0 0,0 0 0 0 0,0-1-1 0 0,0 1 1 0 0,0 0 0 0 0,1-1 0 0 0,-1 0-1 0 0,1 1 1 0 0,0-1 0 0 0,0 0-1 0 0,0-1 1 0 0,0 1 0 0 0,1 0 0 0 0,5 2-1 0 0,-4-1 11 0 0,1-1 1 0 0,-1-1-1 0 0,1 1 0 0 0,0-1 0 0 0,0 0 0 0 0,0 0 0 0 0,0-1 0 0 0,0 1 0 0 0,1-2 0 0 0,-1 1 0 0 0,0-1 0 0 0,0 1 1 0 0,13-3-1 0 0,-9 1-15 0 0,-1-1 1 0 0,1-1 0 0 0,0 0 0 0 0,-1 0 0 0 0,0-1-1 0 0,0 0 1 0 0,0-1 0 0 0,11-6 0 0 0,-7 2-9 0 0,0-1 1 0 0,-1 0-1 0 0,0-1 1 0 0,-1 0-1 0 0,0-1 1 0 0,0 0-1 0 0,-2 0 1 0 0,1-1-1 0 0,-2-1 1 0 0,14-26-1 0 0,-11 11 122 0 0,-2-1-1 0 0,-1 0 0 0 0,-1 0 1 0 0,-2-1-1 0 0,-1 0 1 0 0,0-35-1 0 0,-14-186 480 0 0,9 245-512 0 0,1-6 70 0 0,-1 1-1 0 0,-1 1 1 0 0,0-1-1 0 0,-1 0 1 0 0,0 0 0 0 0,-7-16-1 0 0,19 74 544 0 0,110 334-169 0 0,-108-343-1016 0 0,2-1 0 0 0,2 0 0 0 0,1-1 0 0 0,33 53 0 0 0,-27-52-7340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5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1 351 14283 0 0,'4'-1'233'0'0,"0"1"-1"0"0,1-1 1 0 0,-1 0-1 0 0,0 0 1 0 0,0-1-1 0 0,0 1 1 0 0,0-1-1 0 0,0 0 1 0 0,0 0 0 0 0,0 0-1 0 0,5-5 1 0 0,40-35 1494 0 0,-36 31-1340 0 0,0-2-12 0 0,0-1 0 0 0,-1 0-1 0 0,0 0 1 0 0,-1-1 0 0 0,17-31-1 0 0,-24 40-345 0 0,-1 1-1 0 0,0-1 0 0 0,-1 0 0 0 0,1 0 0 0 0,-1-1 1 0 0,0 1-1 0 0,-1 0 0 0 0,0-1 0 0 0,0 1 0 0 0,0-1 1 0 0,-1 1-1 0 0,1-1 0 0 0,-2 1 0 0 0,1-1 0 0 0,-1 0 1 0 0,0 1-1 0 0,0 0 0 0 0,-1-1 0 0 0,1 1 1 0 0,-4-7-1 0 0,5 12-18 0 0,-1 0 1 0 0,1 0-1 0 0,-1 0 1 0 0,0-1-1 0 0,1 1 1 0 0,-1 0 0 0 0,0 0-1 0 0,1 0 1 0 0,-1 0-1 0 0,0 0 1 0 0,0 0-1 0 0,0 0 1 0 0,0 1-1 0 0,0-1 1 0 0,0 0 0 0 0,0 0-1 0 0,0 1 1 0 0,0-1-1 0 0,-1 1 1 0 0,1-1-1 0 0,0 1 1 0 0,0-1-1 0 0,0 1 1 0 0,-1 0 0 0 0,-1-1-1 0 0,2 2 6 0 0,-1-1-1 0 0,1 1 1 0 0,-1 0-1 0 0,1-1 1 0 0,-1 1-1 0 0,1 0 1 0 0,-1 0-1 0 0,1 0 1 0 0,0 0-1 0 0,0 0 1 0 0,-1 0-1 0 0,1 0 1 0 0,0 0-1 0 0,0 0 1 0 0,0 1-1 0 0,-1 1 1 0 0,-4 6 39 0 0,1-1 1 0 0,1 1 0 0 0,0 0-1 0 0,0 0 1 0 0,-3 12 0 0 0,6-14-36 0 0,-1 0 0 0 0,1 0 0 0 0,0 0 0 0 0,0 1 0 0 0,1-1 0 0 0,0 0 0 0 0,1 0-1 0 0,-1 0 1 0 0,1 0 0 0 0,1 0 0 0 0,-1 0 0 0 0,1 0 0 0 0,0 0 0 0 0,1 0 0 0 0,0-1 0 0 0,0 1 0 0 0,0-1 0 0 0,5 7 0 0 0,1-2-326 0 0,0 0 0 0 0,0-1 0 0 0,1 0 0 0 0,0 0 1 0 0,1-1-1 0 0,0 0 0 0 0,1-1 0 0 0,15 8 0 0 0,-9-5-7106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5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0 192 3681 0 0,'11'-30'432'0'0,"-10"25"657"0"0,2 0 1 0 0,-1 0-1 0 0,1 0 1 0 0,-1 1-1 0 0,1-1 1 0 0,5-5-1 0 0,-7 9-725 0 0,1-1 1 0 0,-1 1-1 0 0,0 0 0 0 0,1 0 0 0 0,-1-1 1 0 0,1 1-1 0 0,0 0 0 0 0,-1 1 1 0 0,1-1-1 0 0,0 0 0 0 0,0 0 0 0 0,-1 1 1 0 0,1-1-1 0 0,0 1 0 0 0,0-1 0 0 0,0 1 1 0 0,0 0-1 0 0,0 0 0 0 0,2 0 1 0 0,-1 0-383 0 0,0 1 1 0 0,0-1-1 0 0,0 1 1 0 0,0 0 0 0 0,0 0-1 0 0,0 0 1 0 0,0 1-1 0 0,0-1 1 0 0,3 3 0 0 0,19 14 518 0 0,-1 1 0 0 0,-1 0 0 0 0,22 26 0 0 0,-10-10 1 0 0,-28-28-227 0 0,1 1 1 0 0,-2 0 0 0 0,1 0-1 0 0,-1 1 1 0 0,-1 0 0 0 0,7 13-1 0 0,-12-25-70 0 0,-1-1-1 0 0,1 0 1 0 0,0 0-1 0 0,0 0 1 0 0,0 0-1 0 0,0 1 1 0 0,1-1 0 0 0,-1 0-1 0 0,1 0 1 0 0,2-5-1 0 0,13-44 354 0 0,-3 23-878 0 0,0 1 0 0 0,2 1 0 0 0,2 0 0 0 0,0 1 0 0 0,27-31 0 0 0,-23 31-8347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6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1 11522 0 0,'-3'0'239'0'0,"0"1"0"0"0,1-1 0 0 0,-1 1 0 0 0,0 0 0 0 0,1 0 0 0 0,-1 0 0 0 0,1 0 0 0 0,-1 0 0 0 0,1 0 0 0 0,0 1 0 0 0,0-1 0 0 0,-1 1 0 0 0,1 0-1 0 0,0-1 1 0 0,0 1 0 0 0,1 0 0 0 0,-1 0 0 0 0,0 1 0 0 0,1-1 0 0 0,-1 0 0 0 0,1 0 0 0 0,-1 1 0 0 0,1-1 0 0 0,-1 3 0 0 0,-1 3 8 0 0,0-1 0 0 0,0 1 1 0 0,1 0-1 0 0,0-1 0 0 0,1 1 0 0 0,-2 15 1 0 0,4 35 1155 0 0,17 113 0 0 0,-1-32-746 0 0,-9-23-433 0 0,35 284-385 0 0,-29-349-2066 0 0,-8-32-5184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7.2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89 5529 0 0,'-31'-16'2276'0'0,"30"15"-1991"0"0,0 0 0 0 0,0 1 0 0 0,0-1 0 0 0,0 0 0 0 0,0 1 0 0 0,0-1 0 0 0,0 0 0 0 0,1 0 0 0 0,-1 0 0 0 0,0 0 0 0 0,0 0 0 0 0,1 0 0 0 0,-1 0 0 0 0,1 0-1 0 0,-1 0 1 0 0,1 0 0 0 0,-1 0 0 0 0,1 0 0 0 0,0-1 0 0 0,-1 1 0 0 0,1 0 0 0 0,0 0 0 0 0,0 0 0 0 0,0 0 0 0 0,0-1 0 0 0,0-1 0 0 0,1 2-54 0 0,0 0 0 0 0,0-1 1 0 0,0 1-1 0 0,0 0 0 0 0,0 0 0 0 0,0 0 0 0 0,1 0 0 0 0,-1 0 0 0 0,0 0 0 0 0,0 1 0 0 0,1-1 0 0 0,-1 0 0 0 0,1 1 0 0 0,-1-1 0 0 0,1 0 1 0 0,-1 1-1 0 0,2-1 0 0 0,30-6 866 0 0,-28 6-843 0 0,31-6 385 0 0,0 2-1 0 0,57-2 1 0 0,-80 7-648 0 0,1 1-1 0 0,-1 0 1 0 0,0 1-1 0 0,-1 1 1 0 0,1 0-1 0 0,0 1 1 0 0,-1 0-1 0 0,0 1 1 0 0,0 0 0 0 0,19 12-1 0 0,-8-2-2217 0 0,25 23 0 0 0,-47-38 2070 0 0,16 15-6588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7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13827 0 0,'21'-2'1176'0'0,"-1"-1"-1"0"0,0-1 1 0 0,0 0 0 0 0,33-13-1 0 0,-9 4 4 0 0,-16 5-727 0 0,0 1-1 0 0,30-2 0 0 0,-44 8-1237 0 0,1 0 0 0 0,-1 1 0 0 0,20 3-1 0 0,-13 0-6167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8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21 196 5985 0 0,'-4'-8'611'0'0,"1"0"0"0"0,0-1 0 0 0,0 1 0 0 0,1-1 0 0 0,0 0 1 0 0,1 0-1 0 0,-1 0 0 0 0,2 0 0 0 0,-1 0 0 0 0,2-11 0 0 0,0 16-355 0 0,0-1 0 0 0,1 1 0 0 0,0-1 0 0 0,-1 1 0 0 0,2 0 0 0 0,-1 0 0 0 0,0 0 1 0 0,1 0-1 0 0,0 0 0 0 0,0 1 0 0 0,0-1 0 0 0,0 1 0 0 0,0 0 0 0 0,1-1 0 0 0,-1 2 0 0 0,1-1 0 0 0,0 0 1 0 0,0 1-1 0 0,0-1 0 0 0,0 1 0 0 0,1 1 0 0 0,-1-1 0 0 0,1 0 0 0 0,8-1 0 0 0,-9 2-149 0 0,1-1-1 0 0,-1 1 1 0 0,1 0-1 0 0,-1 0 1 0 0,1 1-1 0 0,0-1 1 0 0,-1 1 0 0 0,1 0-1 0 0,0 0 1 0 0,0 1-1 0 0,-1-1 1 0 0,1 1-1 0 0,-1 0 1 0 0,1 1-1 0 0,-1-1 1 0 0,1 1-1 0 0,-1-1 1 0 0,0 1-1 0 0,0 1 1 0 0,1-1-1 0 0,-2 1 1 0 0,1-1 0 0 0,0 1-1 0 0,6 6 1 0 0,-3 2-89 0 0,0 1 1 0 0,-1 0 0 0 0,0 0-1 0 0,-1 0 1 0 0,0 1 0 0 0,-1 0-1 0 0,0 0 1 0 0,-1 0-1 0 0,2 21 1 0 0,-1 16-42 0 0,-2 63 1 0 0,-2-43-18 0 0,-1-42 41 0 0,0-21 12 0 0,1 0 0 0 0,-1 0 0 0 0,1 0 0 0 0,1 0 0 0 0,-1 1 0 0 0,1-1 0 0 0,1 0 0 0 0,-1-1 0 0 0,1 1 0 0 0,0 0 0 0 0,1 0-1 0 0,4 9 1 0 0,-6-15 4 0 0,0-1 0 0 0,-1 1-1 0 0,1-1 1 0 0,0 1-1 0 0,0-1 1 0 0,0 1 0 0 0,0-1-1 0 0,0 0 1 0 0,0 1 0 0 0,0-1-1 0 0,-1 0 1 0 0,1 0-1 0 0,0 0 1 0 0,0 1 0 0 0,0-1-1 0 0,0 0 1 0 0,0 0 0 0 0,0-1-1 0 0,0 1 1 0 0,0 0-1 0 0,0 0 1 0 0,0 0 0 0 0,0-1-1 0 0,0 1 1 0 0,0 0-1 0 0,0-1 1 0 0,0 1 0 0 0,-1-1-1 0 0,3 0 1 0 0,28-20 358 0 0,-24 16-304 0 0,105-79 635 0 0,32-21-1291 0 0,-120 91-39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28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1273 101 5529 0 0,'-49'-8'2430'0'0,"1"2"-1"0"0,-79 2 1 0 0,99 5-2186 0 0,1 2-1 0 0,-1 0 1 0 0,1 2-1 0 0,1 1 1 0 0,-1 1 0 0 0,-30 13-1 0 0,10 2-194 0 0,1 1 0 0 0,1 3 0 0 0,1 1 0 0 0,1 2-1 0 0,-62 57 1 0 0,22-9 317 0 0,-107 133 1 0 0,163-177-392 0 0,2 2 1 0 0,2 0 0 0 0,1 2-1 0 0,2 0 1 0 0,1 1-1 0 0,2 1 1 0 0,2 1 0 0 0,1 0-1 0 0,3 1 1 0 0,1 0 0 0 0,-8 76-1 0 0,15-77-272 0 0,1 1-1 0 0,3-1 0 0 0,1 1 1 0 0,2-1-1 0 0,2 0 0 0 0,1 0 1 0 0,2-1-1 0 0,2 0 0 0 0,2-1 0 0 0,1 0 1 0 0,2 0-1 0 0,31 51 0 0 0,-5-26-649 0 0,2-1 0 0 0,4-2-1 0 0,1-2 1 0 0,102 90-1 0 0,-104-110 971 0 0,2-2-1 0 0,1-2 1 0 0,1-3-1 0 0,2-1 0 0 0,1-3 1 0 0,2-2-1 0 0,0-3 1 0 0,1-2-1 0 0,105 21 0 0 0,-122-34-53 0 0,0-1 0 0 0,0-2 0 0 0,1-2 0 0 0,0-2 0 0 0,-1-2 0 0 0,1-1 0 0 0,41-9 0 0 0,-20-2 18 0 0,0-2 0 0 0,-2-3-1 0 0,106-48 1 0 0,-24-1 1480 0 0,200-129 0 0 0,-241 130-1126 0 0,-7 8 293 0 0,153-129 1 0 0,-220 164-67 0 0,-2-2 0 0 0,-1 0 0 0 0,-1-1 0 0 0,-1-2 0 0 0,-1 0 0 0 0,-2-1 0 0 0,-1-1 0 0 0,-1 0 0 0 0,22-61 0 0 0,-28 55-30 0 0,-1-1-1 0 0,-1 0 1 0 0,-2 0 0 0 0,-2-1 0 0 0,-2 0 0 0 0,-1 0 0 0 0,-2 0 0 0 0,-6-44 0 0 0,0 40-374 0 0,-2 0 0 0 0,-2 1 1 0 0,-2 0-1 0 0,-1 1 1 0 0,-3 0-1 0 0,-1 1 0 0 0,-24-42 1 0 0,13 35-64 0 0,-2 0 1 0 0,-1 2-1 0 0,-3 1 1 0 0,-1 2 0 0 0,-2 1-1 0 0,-71-58 1 0 0,73 71-74 0 0,-1 2 0 0 0,-1 2 1 0 0,-1 1-1 0 0,-1 3 0 0 0,-1 0 0 0 0,-1 3 1 0 0,-1 1-1 0 0,-75-17 0 0 0,34 16-339 0 0,-1 4-1 0 0,0 4 1 0 0,-1 4-1 0 0,-126 7 0 0 0,152 3-626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1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9218 0 0,'0'0'707'0'0,"20"-11"2380"0"0,-8 7-2785 0 0,0 0 0 0 0,0 0 0 0 0,1 2 0 0 0,19-3 0 0 0,-29 4-493 0 0,-1 1 1 0 0,1-1 0 0 0,0 1 0 0 0,0 0-1 0 0,-1 0 1 0 0,1 0 0 0 0,0 1-1 0 0,0-1 1 0 0,-1 1 0 0 0,1-1-1 0 0,0 1 1 0 0,-1 0 0 0 0,1 0 0 0 0,-1 0-1 0 0,1 0 1 0 0,-1 1 0 0 0,0-1-1 0 0,1 1 1 0 0,-1-1 0 0 0,0 1 0 0 0,0 0-1 0 0,0 0 1 0 0,0 0 0 0 0,0 0-1 0 0,-1 0 1 0 0,1 0 0 0 0,0 1 0 0 0,1 2-1 0 0,-1 2 86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1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49 7370 0 0,'0'0'784'0'0,"1"0"-784"0"0,2-1 784 0 0,0 1 128 0 0,2 0 24 0 0,4-3 9 0 0,4-2-65 0 0,3 1-16 0 0,2-2 0 0 0,2 2 0 0 0,-1-2-960 0 0,0 1-200 0 0,1 1-40 0 0,0-2-8 0 0,1 1 280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2.1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0 302 2304 0 0,'0'-1'167'0'0,"1"1"-6"0"0,-1-1-1 0 0,1 0 1 0 0,-1 0-1 0 0,1 1 1 0 0,-1-1 0 0 0,1 0-1 0 0,0 1 1 0 0,-1-1-1 0 0,1 0 1 0 0,0 1-1 0 0,0-1 1 0 0,-1 1 0 0 0,1-1-1 0 0,0 1 1 0 0,0 0-1 0 0,0-1 1 0 0,-1 1 0 0 0,1 0-1 0 0,0 0 1 0 0,0-1-1 0 0,1 1 1 0 0,24-6 1130 0 0,-22 6-900 0 0,110-24 1984 0 0,2 5 1 0 0,0 5-1 0 0,160 2 1 0 0,-111 13-2376 0 0,188-24 0 0 0,-9 10-3 0 0,-83 7 16 0 0,-62-3 374 0 0,132-12 1072 0 0,345-41 827 0 0,-412 47-1888 0 0,55-5 429 0 0,113-26-393 0 0,-431 46-416 0 0,4 0-325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3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245 417 3681 0 0,'-4'-2'515'0'0,"0"1"0"0"0,0-1 0 0 0,0 0 0 0 0,1 0 0 0 0,-1 0 0 0 0,1-1 0 0 0,-1 1 0 0 0,1-1 0 0 0,0 0 0 0 0,-5-5 0 0 0,4 3 214 0 0,-7-5 372 0 0,0 0 0 0 0,1-1 0 0 0,1 0 0 0 0,0 0 0 0 0,0-1 0 0 0,-6-14 0 0 0,11 18-784 0 0,1 0 0 0 0,0 0-1 0 0,0 0 1 0 0,1 0 0 0 0,0-1-1 0 0,0 1 1 0 0,1-1-1 0 0,0 1 1 0 0,1-1 0 0 0,0 0-1 0 0,1-14 1 0 0,0 14-296 0 0,1 0 0 0 0,0 0-1 0 0,0 1 1 0 0,0-1 0 0 0,1 1 0 0 0,1-1 0 0 0,-1 1-1 0 0,1 0 1 0 0,1 0 0 0 0,-1 1 0 0 0,1-1 0 0 0,1 1-1 0 0,-1 0 1 0 0,1 1 0 0 0,0-1 0 0 0,1 1 0 0 0,8-7-1 0 0,-9 9-10 0 0,0 1 0 0 0,0-1 0 0 0,1 1-1 0 0,-1 0 1 0 0,1 1 0 0 0,-1-1 0 0 0,1 1-1 0 0,0 1 1 0 0,0-1 0 0 0,0 1 0 0 0,0 0-1 0 0,0 1 1 0 0,0 0 0 0 0,0 0 0 0 0,0 0-1 0 0,0 1 1 0 0,0 0 0 0 0,0 0 0 0 0,0 1-1 0 0,0 0 1 0 0,-1 0 0 0 0,9 5 0 0 0,-7-4-54 0 0,-2 0 0 0 0,1 1 0 0 0,0 0 0 0 0,-1 0 0 0 0,0 1 0 0 0,0 0 0 0 0,0 0 0 0 0,0 0 0 0 0,-1 1 0 0 0,0-1 0 0 0,0 1 0 0 0,0 1 0 0 0,-1-1 0 0 0,0 1 0 0 0,-1-1 0 0 0,1 1 0 0 0,4 15 0 0 0,-4-9-45 0 0,-1 0 0 0 0,-1 0 0 0 0,0 1 0 0 0,-1-1 0 0 0,-1 1 1 0 0,0-1-1 0 0,0 1 0 0 0,-2 0 0 0 0,-3 18 0 0 0,-8 26-123 0 0,-23 58 0 0 0,17-60 314 0 0,-12 65-1 0 0,30-115-101 0 0,0 1 1 0 0,0-1-1 0 0,1 1 1 0 0,0-1-1 0 0,1 1 1 0 0,-1 0-1 0 0,1-1 1 0 0,0 1-1 0 0,1-1 0 0 0,-1 0 1 0 0,5 11-1 0 0,-5-15 3 0 0,0 0 0 0 0,0 0 0 0 0,1 0 0 0 0,-1 0 1 0 0,0-1-1 0 0,1 1 0 0 0,-1 0 0 0 0,1 0 0 0 0,0-1 0 0 0,-1 1 0 0 0,1-1 0 0 0,0 1 0 0 0,0-1 0 0 0,0 0 0 0 0,0 0 0 0 0,0 0 0 0 0,0 0 0 0 0,0 0 0 0 0,1 0 0 0 0,-1-1 0 0 0,0 1 0 0 0,0-1 0 0 0,1 1 0 0 0,-1-1 0 0 0,0 0 0 0 0,1 0 0 0 0,-1 0 0 0 0,0 0 0 0 0,1-1 0 0 0,-1 1 0 0 0,0 0 0 0 0,0-1 0 0 0,1 0 0 0 0,-1 1 0 0 0,0-1 0 0 0,2-1 0 0 0,9-4 123 0 0,0 0 0 0 0,-1-1-1 0 0,0 0 1 0 0,0-1-1 0 0,-1 0 1 0 0,0-1 0 0 0,-1 0-1 0 0,1-1 1 0 0,-2 0-1 0 0,1-1 1 0 0,-2 0 0 0 0,1 0-1 0 0,-1-1 1 0 0,-1 0-1 0 0,0 0 1 0 0,8-23-1 0 0,-14 33-104 0 0,0-1-1 0 0,-1 1 0 0 0,0 0 0 0 0,1-1 0 0 0,-1 1 1 0 0,0 0-1 0 0,0-1 0 0 0,0 1 0 0 0,0-1 0 0 0,-1 1 1 0 0,1 0-1 0 0,-1-1 0 0 0,1 1 0 0 0,-1 0 0 0 0,0 0 1 0 0,0-1-1 0 0,-2-2 0 0 0,0 1 20 0 0,0 0 0 0 0,0 0 0 0 0,0 0 0 0 0,0 0 0 0 0,-1 1 0 0 0,0-1 0 0 0,-8-5 0 0 0,-2 1 39 0 0,-1-1 1 0 0,0 2 0 0 0,0 0-1 0 0,-17-5 1 0 0,-14 0 34 0 0,0 1 0 0 0,-88-8 0 0 0,90 14-488 0 0,1-1-1 0 0,0-2 1 0 0,-71-23 0 0 0,100 25-423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4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94 11522 0 0,'-21'1'4394'0'0,"32"-3"-2826"0"0,147-20 3355 0 0,-8 2-4354 0 0,-123 15-1265 0 0,0-2-1 0 0,-1 0 1 0 0,36-16 0 0 0,-42 14-6612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4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5985 0 0,'9'9'2100'0'0,"-1"1"1"0"0,0 0-1 0 0,-1 1 0 0 0,0-1 0 0 0,0 1 0 0 0,10 24 0 0 0,-10-15-995 0 0,0 0 0 0 0,-2 1-1 0 0,6 34 1 0 0,-4 10-2225 0 0,-5 121 0 0 0,-3-108 2484 0 0,1-43-1581 0 0,2 67-1816 0 0,-1-91 1853 0 0,1 0 1 0 0,0 0-1 0 0,0 0 0 0 0,1-1 0 0 0,1 1 0 0 0,0-1 0 0 0,5 11 0 0 0,-5-14 180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5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80 100 6449 0 0,'-24'-14'3644'0'0,"19"12"-3056"0"0,1 1-1 0 0,0-2 1 0 0,0 1-1 0 0,0 0 0 0 0,0-1 1 0 0,1 0-1 0 0,-1 0 1 0 0,1 0-1 0 0,0 0 1 0 0,-1 0-1 0 0,1-1 1 0 0,1 0-1 0 0,-1 1 1 0 0,-2-6-1 0 0,5 8-481 0 0,0 0-1 0 0,0 0 0 0 0,0 0 0 0 0,0 0 1 0 0,0 0-1 0 0,1 0 0 0 0,-1 1 0 0 0,0-1 1 0 0,1 0-1 0 0,-1 0 0 0 0,1 0 0 0 0,-1 0 1 0 0,1 1-1 0 0,-1-1 0 0 0,1 0 0 0 0,-1 0 1 0 0,1 1-1 0 0,0-1 0 0 0,-1 0 1 0 0,1 1-1 0 0,0-1 0 0 0,0 1 0 0 0,0-1 1 0 0,-1 1-1 0 0,1-1 0 0 0,0 1 0 0 0,0 0 1 0 0,0-1-1 0 0,0 1 0 0 0,0 0 0 0 0,1 0 1 0 0,29-11 190 0 0,-26 10-284 0 0,0 0 1 0 0,0 0-1 0 0,0 0 0 0 0,0 0 1 0 0,0 1-1 0 0,1 0 0 0 0,-1 0 1 0 0,0 0-1 0 0,0 1 0 0 0,0-1 1 0 0,0 1-1 0 0,0 1 0 0 0,0-1 1 0 0,0 1-1 0 0,0-1 0 0 0,-1 2 1 0 0,1-1-1 0 0,6 4 0 0 0,-6-2 33 0 0,0 1 0 0 0,-1-1 0 0 0,1 1 0 0 0,-1 0-1 0 0,0 1 1 0 0,0-1 0 0 0,0 1 0 0 0,-1-1 0 0 0,0 1-1 0 0,0 0 1 0 0,-1 0 0 0 0,1 1 0 0 0,2 11 0 0 0,-2-6-115 0 0,-1 0 1 0 0,0 1-1 0 0,-1-1 0 0 0,-1 1 1 0 0,0-1-1 0 0,0 0 1 0 0,-1 1-1 0 0,-1-1 1 0 0,0 0-1 0 0,-5 19 0 0 0,-6 7 12 0 0,-34 70 0 0 0,29-70 104 0 0,-17 50 0 0 0,34-87-30 0 0,1 0-1 0 0,-1 0 0 0 0,1 0 1 0 0,0 0-1 0 0,0 0 0 0 0,-1 0 1 0 0,1 0-1 0 0,0 0 0 0 0,0 0 1 0 0,0 1-1 0 0,0-1 1 0 0,0 0-1 0 0,0 0 0 0 0,0 0 1 0 0,1 0-1 0 0,-1 0 0 0 0,0 0 1 0 0,1 0-1 0 0,-1 0 0 0 0,0 0 1 0 0,1 0-1 0 0,-1 0 1 0 0,1 0-1 0 0,0 0 0 0 0,1 1 1 0 0,-1-1 0 0 0,1 0 0 0 0,-1 0 1 0 0,1 0-1 0 0,0-1 1 0 0,-1 1-1 0 0,1 0 0 0 0,0-1 1 0 0,0 1-1 0 0,-1-1 0 0 0,1 0 1 0 0,0 0-1 0 0,0 0 1 0 0,0 0-1 0 0,2 0 0 0 0,10-1 63 0 0,-1-2 0 0 0,1 1 0 0 0,17-7 0 0 0,-21 6 3 0 0,53-13-160 0 0,-1-2 1 0 0,-1-4-1 0 0,91-44 0 0 0,-137 58-459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6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 1376 0 0,'3'-2'128'0'0,"0"0"1"0"0,-1 0-1 0 0,2 0 0 0 0,-1 0 0 0 0,0 0 1 0 0,0 1-1 0 0,0-1 0 0 0,1 1 0 0 0,-1 0 0 0 0,1 0 1 0 0,-1 0-1 0 0,1 1 0 0 0,-1-1 0 0 0,5 1 0 0 0,-7 1-132 0 0,0 1-1 0 0,0 0 1 0 0,-1 0-1 0 0,1 0 1 0 0,-1 0-1 0 0,1-1 1 0 0,-1 1-1 0 0,0 0 1 0 0,1 0-1 0 0,-1 0 1 0 0,0 0-1 0 0,0 0 1 0 0,-1 0 0 0 0,1 0-1 0 0,-1 3 1 0 0,0 10-538 0 0,7 4-894 0 0,-6-17 1290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7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40 200 5985 0 0,'-16'-13'2641'0'0,"13"12"-1945"0"0,1-1 1 0 0,0 0-1 0 0,-1 1 1 0 0,1-1-1 0 0,0 0 1 0 0,0 0-1 0 0,0 0 1 0 0,1 0-1 0 0,-3-3 1 0 0,4 4-625 0 0,0 0 0 0 0,0 0 1 0 0,0 0-1 0 0,0 0 0 0 0,0 0 1 0 0,0 0-1 0 0,0 0 1 0 0,0 0-1 0 0,0 0 0 0 0,0 0 1 0 0,1 0-1 0 0,-1 0 0 0 0,0 0 1 0 0,1 0-1 0 0,-1 0 0 0 0,1 0 1 0 0,-1 0-1 0 0,1 1 0 0 0,-1-1 1 0 0,1 0-1 0 0,0 0 1 0 0,-1 1-1 0 0,1-1 0 0 0,0 0 1 0 0,0 1-1 0 0,-1-1 0 0 0,1 1 1 0 0,0-1-1 0 0,0 1 0 0 0,0-1 1 0 0,0 1-1 0 0,2-1 1 0 0,59-43 1326 0 0,-43 29-1054 0 0,0 1 1 0 0,1 1 0 0 0,0 1-1 0 0,1 1 1 0 0,23-9 0 0 0,-38 18-295 0 0,1 0 1 0 0,-1 0 0 0 0,0 1 0 0 0,1 0-1 0 0,-1 0 1 0 0,1 1 0 0 0,-1 0 0 0 0,1 0 0 0 0,-1 0-1 0 0,1 1 1 0 0,-1 0 0 0 0,1 0 0 0 0,-1 1-1 0 0,0 0 1 0 0,1 0 0 0 0,-1 0 0 0 0,0 1 0 0 0,-1 0-1 0 0,1 0 1 0 0,0 0 0 0 0,-1 1 0 0 0,0-1-1 0 0,6 7 1 0 0,-7-6-51 0 0,0 0 1 0 0,0 0-1 0 0,0 1 0 0 0,-1 0 0 0 0,0-1 1 0 0,0 1-1 0 0,0 1 0 0 0,-1-1 0 0 0,1 0 1 0 0,-1 1-1 0 0,-1-1 0 0 0,1 1 0 0 0,-1-1 1 0 0,0 1-1 0 0,0 0 0 0 0,0-1 0 0 0,-1 1 1 0 0,-1 10-1 0 0,-1 9 1 0 0,-1 1 0 0 0,-12 47 0 0 0,10-50 7 0 0,-10 30 64 0 0,-3-1 0 0 0,-1 0 0 0 0,-36 64 1 0 0,24-51 242 0 0,31-64-289 0 0,-1 0 0 0 0,0 0-1 0 0,1 1 1 0 0,-1-1 0 0 0,0 0 0 0 0,1 1-1 0 0,0-1 1 0 0,-1 0 0 0 0,1 1-1 0 0,0-1 1 0 0,0 0 0 0 0,-1 1 0 0 0,1-1-1 0 0,0 1 1 0 0,1-1 0 0 0,-1 0-1 0 0,0 1 1 0 0,1 1 0 0 0,-1-2-10 0 0,1-1 0 0 0,-1 1 0 0 0,1-1 1 0 0,0 1-1 0 0,-1-1 0 0 0,1 0 0 0 0,0 1 1 0 0,-1-1-1 0 0,1 0 0 0 0,0 1 0 0 0,-1-1 0 0 0,1 0 1 0 0,0 0-1 0 0,-1 0 0 0 0,1 0 0 0 0,0 0 1 0 0,0 0-1 0 0,-1 0 0 0 0,1 0 0 0 0,0 0 0 0 0,0 0 1 0 0,-1 0-1 0 0,1 0 0 0 0,1-1 0 0 0,9-2 103 0 0,-1-1 0 0 0,1 0 0 0 0,14-8 0 0 0,-16 7-107 0 0,71-37 153 0 0,-38 19-667 0 0,49-19 0 0 0,-73 36-365 0 0,0 0 1 0 0,0 1-1 0 0,25-3 1 0 0,-16 5-334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8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5529 0 0,'-1'0'66'0'0,"1"0"0"0"0,0 0 0 0 0,-2 2 925 0 0,2-2-925 0 0,0 0 0 0 0,-1 0 1 0 0,1 0-1 0 0,0 0 0 0 0,0 1 0 0 0,0-1 0 0 0,0 0 0 0 0,0 0 0 0 0,0 0 0 0 0,0 1 0 0 0,0-1 0 0 0,0 0 0 0 0,0 0 0 0 0,0 0 0 0 0,0 0 0 0 0,0 1 0 0 0,0-1 1 0 0,0 0-1 0 0,0 0 0 0 0,0 0 0 0 0,0 1 0 0 0,0-1 0 0 0,0 0 0 0 0,0 0 0 0 0,0 0 0 0 0,1 1 0 0 0,5 14 2062 0 0,12 14 568 0 0,-4-12-1727 0 0,1-1 1 0 0,1 0-1 0 0,0-1 1 0 0,20 13-1 0 0,79 49 1223 0 0,13 10-1702 0 0,-108-71-1916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38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317 10 5065 0 0,'-1'-1'135'0'0,"1"0"1"0"0,-1 0-1 0 0,0 1 0 0 0,0-1 0 0 0,1 0 1 0 0,-1 1-1 0 0,0-1 0 0 0,0 0 0 0 0,0 1 1 0 0,0-1-1 0 0,0 1 0 0 0,0 0 1 0 0,0-1-1 0 0,0 1 0 0 0,0 0 0 0 0,0-1 1 0 0,0 1-1 0 0,-2 0 0 0 0,2 1 211 0 0,-1 1 1 0 0,1-1-1 0 0,0 0 0 0 0,0 1 0 0 0,0-1 0 0 0,0 0 1 0 0,0 1-1 0 0,0 0 0 0 0,0-1 0 0 0,0 1 1 0 0,0 2-1 0 0,0-3-299 0 0,-52 100 4775 0 0,-34 46-1743 0 0,2-2-1556 0 0,82-140-1534 0 0,-11 19-737 0 0,-20 50 0 0 0,26-52-6347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0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195 83 9218 0 0,'1'-4'386'0'0,"0"1"1"0"0,-1-1-1 0 0,1 0 1 0 0,-1 0-1 0 0,1 0 1 0 0,-1 0-1 0 0,0 0 1 0 0,-1 0-1 0 0,1 1 1 0 0,0-1-1 0 0,-1 0 1 0 0,0 0-1 0 0,0 0 0 0 0,-2-4 1 0 0,2 7-278 0 0,1 0 1 0 0,0 0 0 0 0,-1-1-1 0 0,0 1 1 0 0,1 0-1 0 0,-1 0 1 0 0,0 0-1 0 0,0 0 1 0 0,1 0-1 0 0,-1 0 1 0 0,0 0-1 0 0,0 0 1 0 0,0 1-1 0 0,0-1 1 0 0,0 0 0 0 0,0 0-1 0 0,-1 1 1 0 0,1-1-1 0 0,0 1 1 0 0,0-1-1 0 0,0 1 1 0 0,0-1-1 0 0,-1 1 1 0 0,1 0-1 0 0,0-1 1 0 0,-1 1-1 0 0,1 0 1 0 0,0 0-1 0 0,0 0 1 0 0,-1 0 0 0 0,1 0-1 0 0,0 1 1 0 0,-1-1-1 0 0,1 0 1 0 0,0 0-1 0 0,0 1 1 0 0,-1-1-1 0 0,1 1 1 0 0,0-1-1 0 0,0 1 1 0 0,0 0-1 0 0,0-1 1 0 0,0 1 0 0 0,0 0-1 0 0,-2 1 1 0 0,-10 9 28 0 0,0 1 1 0 0,1 0 0 0 0,0 1 0 0 0,1 0 0 0 0,0 1-1 0 0,1 0 1 0 0,1 0 0 0 0,0 1 0 0 0,1 1 0 0 0,1-1-1 0 0,0 1 1 0 0,2 0 0 0 0,-6 23 0 0 0,9-34-132 0 0,2 1 1 0 0,-1 0-1 0 0,1-1 1 0 0,-1 1-1 0 0,2 0 1 0 0,-1-1-1 0 0,0 1 1 0 0,1 0-1 0 0,0-1 1 0 0,1 1-1 0 0,-1-1 1 0 0,1 1-1 0 0,0-1 1 0 0,1 0-1 0 0,-1 1 1 0 0,1-1-1 0 0,0 0 1 0 0,6 7-1 0 0,3 1-60 0 0,1 0 1 0 0,0 0-1 0 0,1-2 0 0 0,23 16 0 0 0,-22-17-80 0 0,0 1 1 0 0,-1 1-1 0 0,0 0 0 0 0,12 15 0 0 0,-24-25 123 0 0,0 0 0 0 0,-1 0-1 0 0,1 0 1 0 0,-1 0 0 0 0,0 1-1 0 0,0-1 1 0 0,0 0 0 0 0,0 1 0 0 0,0-1-1 0 0,0 1 1 0 0,-1-1 0 0 0,1 1-1 0 0,-1-1 1 0 0,0 1 0 0 0,0-1 0 0 0,0 1-1 0 0,0-1 1 0 0,0 1 0 0 0,0-1-1 0 0,-1 1 1 0 0,0 2 0 0 0,-1 0 45 0 0,0-1 1 0 0,0 0-1 0 0,0 1 0 0 0,0-1 1 0 0,-1 0-1 0 0,0-1 1 0 0,0 1-1 0 0,0 0 0 0 0,0-1 1 0 0,0 0-1 0 0,-5 4 1 0 0,1-1-183 0 0,-2 0 0 0 0,1-1 0 0 0,-1 1 0 0 0,1-2 0 0 0,-1 1 0 0 0,-1-1 0 0 0,1 0 0 0 0,0-1 0 0 0,-1 0 0 0 0,-17 2 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0.3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25 5065 0 0,'-8'-24'11285'0'0,"6"31"-10970"0"0,0 1 0 0 0,1 0 0 0 0,0 0 0 0 0,0 0 0 0 0,0 0 0 0 0,1 0 0 0 0,2 14 0 0 0,-2-9-181 0 0,1 7 17 0 0,1-1 1 0 0,1 0-1 0 0,0 0 1 0 0,1-1-1 0 0,11 31 0 0 0,-12-43-92 0 0,0 0 0 0 0,0 1 1 0 0,0-1-1 0 0,1 0 0 0 0,0 0 0 0 0,0-1 0 0 0,0 1 0 0 0,8 6 0 0 0,-9-10-4 0 0,0 1 0 0 0,0-1 0 0 0,0 0 1 0 0,0 0-1 0 0,0 0 0 0 0,1-1 0 0 0,-1 1 0 0 0,1-1 0 0 0,-1 0 1 0 0,1 0-1 0 0,-1 0 0 0 0,1 0 0 0 0,0-1 0 0 0,-1 1 1 0 0,1-1-1 0 0,6 0 0 0 0,-6-1-11 0 0,-1 1 1 0 0,0-1-1 0 0,0 0 0 0 0,0 0 1 0 0,0 0-1 0 0,1 0 1 0 0,-1 0-1 0 0,-1-1 0 0 0,1 1 1 0 0,0-1-1 0 0,0 0 0 0 0,-1 0 1 0 0,1 0-1 0 0,-1 0 1 0 0,1 0-1 0 0,-1-1 0 0 0,0 1 1 0 0,0-1-1 0 0,0 1 1 0 0,0-1-1 0 0,0 0 0 0 0,-1 0 1 0 0,1 0-1 0 0,1-5 0 0 0,-1 1-14 0 0,0 1-1 0 0,0-1 0 0 0,0 0 0 0 0,-1 0 1 0 0,0 1-1 0 0,-1-1 0 0 0,1 0 0 0 0,-1 0 0 0 0,-1 0 1 0 0,-1-12-1 0 0,0 10-90 0 0,-1-1 0 0 0,-1 1 0 0 0,1 0-1 0 0,-1 0 1 0 0,-1 0 0 0 0,1 1 0 0 0,-2 0 0 0 0,1 0 0 0 0,-1 0 0 0 0,0 0 0 0 0,-1 1 0 0 0,0 0 0 0 0,0 0-1 0 0,0 1 1 0 0,-1 0 0 0 0,0 0 0 0 0,0 1 0 0 0,-1 0 0 0 0,1 0 0 0 0,-1 1 0 0 0,-16-6 0 0 0,14 11-2372 0 0,8 1 1185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0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35 8754 0 0,'-3'-1'10503'0'0,"5"26"-6988"0"0,6 51-4489 0 0,-5-53 2081 0 0,0-2-1001 0 0,0 0 0 0 0,12 39 0 0 0,-14-56-105 0 0,0 1 0 0 0,1-1 0 0 0,0 1 0 0 0,0-1 1 0 0,0 1-1 0 0,1-1 0 0 0,-1 0 0 0 0,1 0 0 0 0,0 0 0 0 0,0-1 1 0 0,0 1-1 0 0,1-1 0 0 0,-1 1 0 0 0,1-1 0 0 0,0 0 0 0 0,0-1 1 0 0,0 1-1 0 0,9 4 0 0 0,-12-7-1 0 0,1 1 0 0 0,-1-1-1 0 0,1 0 1 0 0,0 1 0 0 0,-1-1 0 0 0,1 0 0 0 0,0 0 0 0 0,-1 0-1 0 0,1 0 1 0 0,-1-1 0 0 0,1 1 0 0 0,0 0 0 0 0,-1-1 0 0 0,1 1-1 0 0,-1-1 1 0 0,1 1 0 0 0,-1-1 0 0 0,1 0 0 0 0,2-1-1 0 0,-1 0 2 0 0,0-1 0 0 0,0 0 0 0 0,0 1 0 0 0,-1-1 0 0 0,1 0 0 0 0,-1 0 0 0 0,1-1 0 0 0,1-3 0 0 0,2-5-17 0 0,0 0 0 0 0,-1-1-1 0 0,7-23 1 0 0,10-82-137 0 0,-3 10 59 0 0,0 139 38 0 0,-11-11-59 0 0,2 0 0 0 0,0 0 0 0 0,1-2 1 0 0,1 1-1 0 0,1-1 0 0 0,1-1 0 0 0,0 0 0 0 0,1-1 0 0 0,1-1 0 0 0,0 0 0 0 0,20 13 0 0 0,-26-21-1032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1.1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45 920 0 0,'0'0'67'0'0,"3"3"845"0"0,-1 0 0 0 0,1 0 0 0 0,-1 0 0 0 0,0 0 1 0 0,0 1-1 0 0,3 5 0 0 0,-3-5 10 0 0,34 52 4130 0 0,-23-37-3645 0 0,-1 0 1 0 0,0 0 0 0 0,-2 1 0 0 0,12 29-1 0 0,-18-19-218 0 0,-5-25-138 0 0,0-20-550 0 0,1-2-375 0 0,1-1 1 0 0,0 1-1 0 0,1 0 1 0 0,1 0-1 0 0,1 0 0 0 0,0 0 1 0 0,1 0-1 0 0,11-23 1 0 0,-9 25-609 0 0,0 0 1 0 0,1 1 0 0 0,1 0 0 0 0,0 1-1 0 0,15-17 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1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263 82 920 0 0,'-1'-5'528'0'0,"-1"0"0"0"0,0 1 0 0 0,0-1 0 0 0,0 0 0 0 0,-1 1 0 0 0,1 0 0 0 0,-1-1 0 0 0,0 1 0 0 0,-1 0 0 0 0,1 1 0 0 0,-1-1 0 0 0,1 1 0 0 0,-1-1 0 0 0,0 1 0 0 0,-5-3 0 0 0,6 4-143 0 0,0 0 0 0 0,0 1 0 0 0,0-1-1 0 0,0 1 1 0 0,0 0 0 0 0,0 0 0 0 0,-1 0-1 0 0,1 0 1 0 0,0 0 0 0 0,0 1 0 0 0,-1-1-1 0 0,1 1 1 0 0,-1 0 0 0 0,1 0 0 0 0,0 0 0 0 0,-1 1-1 0 0,1-1 1 0 0,0 1 0 0 0,-1 0 0 0 0,1 0-1 0 0,0 0 1 0 0,0 0 0 0 0,-4 2 0 0 0,-3 4-104 0 0,0 1 0 0 0,0-1 1 0 0,1 2-1 0 0,0-1 0 0 0,1 1 1 0 0,0 0-1 0 0,0 1 1 0 0,1 0-1 0 0,0 0 0 0 0,1 1 1 0 0,-8 15-1 0 0,10-17-236 0 0,1-1 0 0 0,-1 1 1 0 0,1 0-1 0 0,0 0 0 0 0,1 0 0 0 0,0 0 0 0 0,1 0 1 0 0,0 0-1 0 0,0 0 0 0 0,1 1 0 0 0,0-1 0 0 0,1 0 1 0 0,0 1-1 0 0,0-1 0 0 0,5 15 0 0 0,-4-19 2 0 0,0-1-1 0 0,0 1 1 0 0,0-1 0 0 0,1 0-1 0 0,0 1 1 0 0,0-1 0 0 0,0 0-1 0 0,1-1 1 0 0,-1 1-1 0 0,1-1 1 0 0,0 1 0 0 0,0-1-1 0 0,0 0 1 0 0,0-1-1 0 0,1 1 1 0 0,-1-1 0 0 0,1 1-1 0 0,-1-1 1 0 0,1-1 0 0 0,0 1-1 0 0,0-1 1 0 0,0 0-1 0 0,0 0 1 0 0,6 1 0 0 0,-1-1-255 0 0,1-1 1 0 0,0 0 0 0 0,0 0 0 0 0,14-3 0 0 0,39-12-5888 0 0,-33 4-1096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2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2 218 6913 0 0,'0'1'182'0'0,"0"1"0"0"0,-1 0-1 0 0,1 0 1 0 0,0 0 0 0 0,0 0-1 0 0,0-1 1 0 0,0 1 0 0 0,0 0-1 0 0,0 0 1 0 0,1 0 0 0 0,-1 0-1 0 0,0-1 1 0 0,1 1 0 0 0,0 0 0 0 0,-1 0-1 0 0,1-1 1 0 0,0 1 0 0 0,0 0-1 0 0,0-1 1 0 0,0 1 0 0 0,0-1-1 0 0,0 0 1 0 0,1 1 0 0 0,-1-1-1 0 0,0 0 1 0 0,1 1 0 0 0,-1-1-1 0 0,1 0 1 0 0,-1 0 0 0 0,1 0-1 0 0,0-1 1 0 0,-1 1 0 0 0,1 0-1 0 0,0 0 1 0 0,-1-1 0 0 0,1 1-1 0 0,0-1 1 0 0,0 0 0 0 0,0 1-1 0 0,0-1 1 0 0,-1 0 0 0 0,1 0-1 0 0,0 0 1 0 0,3-1 0 0 0,-1-1-53 0 0,0 1 1 0 0,0-1 0 0 0,0 0-1 0 0,0-1 1 0 0,0 1 0 0 0,-1 0-1 0 0,1-1 1 0 0,-1 0 0 0 0,0 0 0 0 0,0 0-1 0 0,0 0 1 0 0,0-1 0 0 0,0 1-1 0 0,-1-1 1 0 0,0 0 0 0 0,1 0 0 0 0,-1 1-1 0 0,-1-1 1 0 0,1-1 0 0 0,-1 1-1 0 0,1 0 1 0 0,-1 0 0 0 0,0 0-1 0 0,0-5 1 0 0,1-5-34 0 0,0 0 0 0 0,-1 0-1 0 0,-1 0 1 0 0,0 0 0 0 0,-1 0 0 0 0,-3-18-1 0 0,2 25 44 0 0,0-1-1 0 0,-1 1 0 0 0,0 0 1 0 0,0 0-1 0 0,-4-7 1 0 0,6 12-109 0 0,0 0 1 0 0,0 1-1 0 0,-1-1 1 0 0,1 1 0 0 0,0-1-1 0 0,0 1 1 0 0,-1 0-1 0 0,1 0 1 0 0,-1-1-1 0 0,1 1 1 0 0,-1 0 0 0 0,-1-1-1 0 0,2 2-12 0 0,0 0-1 0 0,1 0 0 0 0,-1 0 0 0 0,0 0 1 0 0,0 0-1 0 0,1-1 0 0 0,-1 2 1 0 0,0-1-1 0 0,0 0 0 0 0,0 0 1 0 0,1 0-1 0 0,-1 0 0 0 0,0 0 1 0 0,0 1-1 0 0,1-1 0 0 0,-1 0 0 0 0,0 1 1 0 0,1-1-1 0 0,-1 0 0 0 0,0 1 1 0 0,1-1-1 0 0,-1 1 0 0 0,0-1 1 0 0,1 1-1 0 0,-1-1 0 0 0,1 1 0 0 0,-1 0 1 0 0,1-1-1 0 0,-1 2 0 0 0,-2 3 41 0 0,0-1 0 0 0,1 1-1 0 0,-1 0 1 0 0,1 0 0 0 0,1 0-1 0 0,-1 0 1 0 0,1 0 0 0 0,-1 0-1 0 0,2 0 1 0 0,-1 0 0 0 0,0 1-1 0 0,1-1 1 0 0,0 0 0 0 0,0 1-1 0 0,1-1 1 0 0,0 0-1 0 0,1 7 1 0 0,0-1-36 0 0,1 0 1 0 0,1 0-1 0 0,-1-1 0 0 0,2 0 1 0 0,-1 1-1 0 0,1-1 0 0 0,8 11 1 0 0,-7-13-90 0 0,0-1 0 0 0,0 1 0 0 0,1-1 0 0 0,0-1 0 0 0,0 1 1 0 0,1-1-1 0 0,0 0 0 0 0,0-1 0 0 0,0 0 0 0 0,1 0 0 0 0,-1-1 0 0 0,1 0 1 0 0,0-1-1 0 0,0 1 0 0 0,1-2 0 0 0,-1 1 0 0 0,1-2 0 0 0,-1 1 0 0 0,1-1 1 0 0,0 0-1 0 0,-1-1 0 0 0,12-1 0 0 0,15-2-7261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3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312 109 4609 0 0,'0'1'287'0'0,"0"0"0"0"0,1 1 1 0 0,-1-1-1 0 0,0 0 0 0 0,0 0 0 0 0,0 0 0 0 0,1 0 1 0 0,-1 0-1 0 0,1 0 0 0 0,-1 0 0 0 0,1 0 0 0 0,-1 0 1 0 0,1 0-1 0 0,0 0 0 0 0,-1 0 0 0 0,1 0 1 0 0,0-1-1 0 0,-1 1 0 0 0,1 0 0 0 0,0 0 0 0 0,0-1 1 0 0,0 1-1 0 0,0 0 0 0 0,1 0 0 0 0,2 0-66 0 0,0 1 0 0 0,-1-1-1 0 0,1 0 1 0 0,0 0 0 0 0,0 0-1 0 0,0-1 1 0 0,5 1 0 0 0,11-1-484 0 0,-1-1-1 0 0,24-3 1 0 0,-34 2 908 0 0,873-79 2815 0 0,3 39-3750 0 0,-830 40 283 0 0,400-7-89 0 0,-329 12 63 0 0,199 32 1 0 0,-286-28 584 0 0,55 16 0 0 0,-83-19-419 0 0,-1 0 1 0 0,1 0 0 0 0,0 1-1 0 0,-1 0 1 0 0,0 1 0 0 0,-1 0-1 0 0,1 0 1 0 0,-1 1-1 0 0,15 14 1 0 0,-20-16-34 0 0,-1 1 0 0 0,1 0 0 0 0,-1-1 0 0 0,0 1 0 0 0,-1 0 0 0 0,1 0 0 0 0,-1 1 0 0 0,2 6 0 0 0,8 54 568 0 0,-10-21-727 0 0,-1 1-1 0 0,-6 51 1 0 0,1-57-1 0 0,3 0 0 0 0,1 0 0 0 0,7 57 0 0 0,5-42-173 0 0,30 84 1 0 0,-27-91-21 0 0,-12-42 254 0 0,-1 0-1 0 0,-1 0 0 0 0,1 0 1 0 0,-1 1-1 0 0,-1-1 1 0 0,1 0-1 0 0,-1 1 1 0 0,-1-1-1 0 0,1 1 1 0 0,-1-1-1 0 0,-1 0 1 0 0,1 1-1 0 0,-1-1 1 0 0,0 0-1 0 0,-5 9 0 0 0,2-6 5 0 0,-1 0 0 0 0,0 0 0 0 0,-1 0 0 0 0,0-1 0 0 0,0 0 0 0 0,-1-1 0 0 0,0 0-1 0 0,-1 0 1 0 0,-11 8 0 0 0,7-7 94 0 0,0-1 0 0 0,-1 0 0 0 0,1-1 0 0 0,-2-1 0 0 0,1 0-1 0 0,-1-1 1 0 0,0-1 0 0 0,-19 4 0 0 0,-131 11 377 0 0,104-14-495 0 0,-494 37 280 0 0,87 1-1669 0 0,119-6 196 0 0,217-34 981 0 0,-240-25 0 0 0,274 13-545 0 0,89 8 705 0 0,-480-36-2449 0 0,418 30 4255 0 0,-111-26 0 0 0,107 17-1890 0 0,-81-6 1 0 0,135 20-584 0 0,-1 0-1 0 0,1-1 1 0 0,-28-8 0 0 0,48 11 591 0 0,1-1 0 0 0,-1 1 0 0 0,0-1 0 0 0,1 1 0 0 0,-1-1 0 0 0,1 1 0 0 0,-1-1 0 0 0,1 1 0 0 0,-1-1 0 0 0,1 1 0 0 0,0-1 0 0 0,-1 0 0 0 0,1 1 0 0 0,0-1 0 0 0,-1 0 0 0 0,1 1 0 0 0,0-1 0 0 0,0 0 0 0 0,0 1 0 0 0,-1-1 0 0 0,1 0 0 0 0,0 1 0 0 0,0-1 0 0 0,0 0 0 0 0,0-1 0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3.7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91 6913 0 0,'3'-40'797'0'0,"-1"15"1636"0"0,-1-1 4180 0 0,1 89-2044 0 0,-2 32-3243 0 0,1 25-1308 0 0,0-85-104 0 0,0 50-369 0 0,5 0 0 0 0,20 106 0 0 0,-17-150-7120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6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1209 70 10594 0 0,'4'-4'373'0'0,"13"-11"647"0"0,0 1 1 0 0,34-22 180 0 0,-51 36-1165 0 0,0-1 0 0 0,0 1 0 0 0,0 0 0 0 0,0 0 1 0 0,0 0-1 0 0,0 0 0 0 0,0 0 0 0 0,0 0 0 0 0,0 0 0 0 0,1 0 0 0 0,-1 0 1 0 0,0 0-1 0 0,0 0 0 0 0,0 0 0 0 0,0 0 0 0 0,0 0 0 0 0,0 0 0 0 0,0 0 0 0 0,1 0 1 0 0,-1 0-1 0 0,0 0 0 0 0,0 0 0 0 0,0 0 0 0 0,0 0 0 0 0,0 0 0 0 0,0 0 0 0 0,1 1 290 0 0,-1-1-290 0 0,0 0 0 0 0,0 0 0 0 0,0 0 0 0 0,0 0 0 0 0,0 0 0 0 0,0 1 1 0 0,0-1-1 0 0,0 0 0 0 0,0 0 0 0 0,0 0 0 0 0,1 0 0 0 0,-1 0 0 0 0,0 0 0 0 0,0 0 1 0 0,0 0-1 0 0,0 1 0 0 0,0-1 0 0 0,0 0 0 0 0,0 0 0 0 0,0 0 0 0 0,-1 0 0 0 0,1 0 1 0 0,0 0-1 0 0,0 0 0 0 0,0 1 0 0 0,0-1 0 0 0,-4 13 1027 0 0,-9 16-339 0 0,-125 244 365 0 0,-63 117-1246 0 0,-106 264-1415 0 0,290-612 1506 0 0,-22 52-43 0 0,-3-1 0 0 0,-81 132-1 0 0,83-166 103 0 0,-278 433-2381 0 0,308-476 1999 0 0,-24 45 877 0 0,20-20-4889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6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371 228 3225 0 0,'-3'-3'20'0'0,"-1"1"0"0"0,1 0-1 0 0,-1 1 1 0 0,1-1 0 0 0,-1 1 0 0 0,0-1 0 0 0,1 1 0 0 0,-1 0 0 0 0,0 0 0 0 0,0 1 0 0 0,0-1 0 0 0,0 1 0 0 0,0 0-1 0 0,0 0 1 0 0,-7 1 0 0 0,-5 0-50 0 0,0 1 0 0 0,-24 7 0 0 0,15 0 1100 0 0,-1 1 1 0 0,1 1-1 0 0,0 2 1 0 0,1 0 0 0 0,1 2-1 0 0,0 0 1 0 0,-26 24-1 0 0,37-26 824 0 0,22-14-894 0 0,21-12-561 0 0,166-121 1033 0 0,-96 61-1120 0 0,-75 54 114 0 0,34-34-1 0 0,11-8 1636 0 0,-70 60-2043 0 0,0 0 0 0 0,0 0 0 0 0,0 1 0 0 0,0-1 0 0 0,0 1 0 0 0,0-1 0 0 0,0 1 0 0 0,0-1-1 0 0,0 1 1 0 0,0 0 0 0 0,0-1 0 0 0,0 1 0 0 0,0 0 0 0 0,1 0 0 0 0,-1 0 0 0 0,0 0 0 0 0,0 0 0 0 0,0 0 0 0 0,0 0 0 0 0,0 0 0 0 0,0 1 0 0 0,1-1 0 0 0,-1 0 0 0 0,0 1 0 0 0,0-1 0 0 0,0 0 0 0 0,0 1 0 0 0,0-1 0 0 0,0 1 0 0 0,0 0 0 0 0,0-1 0 0 0,0 1 0 0 0,-1 0 0 0 0,1 0 0 0 0,0 0 0 0 0,0-1 0 0 0,-1 1 0 0 0,1 0 0 0 0,0 0 0 0 0,-1 0 0 0 0,1 0 0 0 0,-1 0 0 0 0,1 0 0 0 0,0 2 0 0 0,3 7-68 0 0,0 0-1 0 0,0 0 1 0 0,4 20 0 0 0,-6-20 133 0 0,28 155 277 0 0,-27-130-1036 0 0,2 0 0 0 0,2 0 1 0 0,1 0-1 0 0,1-1 0 0 0,25 56 1 0 0,-25-73-460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7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11058 0 0,'12'0'7249'0'0,"-12"-1"-7134"0"0,0 1 0 0 0,5 21 2353 0 0,-5-20-2981 0 0,5 37 998 0 0,-2-1-1 0 0,-2 1 1 0 0,-1-1-1 0 0,-6 39 1 0 0,0 41-578 0 0,12 26 315 0 0,4-84-5063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7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6 193 1376 0 0,'-3'-54'3133'0'0,"2"39"-1693"0"0,0-1 0 0 0,1 0-1 0 0,0 0 1 0 0,1 1 0 0 0,3-18 0 0 0,-3 32-1300 0 0,-1 0 0 0 0,0-1 0 0 0,1 1 0 0 0,-1 0 0 0 0,1-1 0 0 0,0 1 0 0 0,-1 0 0 0 0,1-1 0 0 0,0 1 0 0 0,0 0 0 0 0,-1 0 0 0 0,1 0 0 0 0,0 0 0 0 0,0 0 0 0 0,0 0 1 0 0,0 0-1 0 0,1 0 0 0 0,-1 0 0 0 0,0 1 0 0 0,0-1 0 0 0,1 0 0 0 0,-1 1 0 0 0,0-1 0 0 0,2 0 0 0 0,0 1 42 0 0,0-1 0 0 0,1 1 0 0 0,-1 0 0 0 0,0 0 0 0 0,0 0 0 0 0,0 0-1 0 0,0 1 1 0 0,0-1 0 0 0,1 1 0 0 0,4 2 0 0 0,3 1 288 0 0,0 1-1 0 0,1 1 0 0 0,-1 0 0 0 0,16 12 0 0 0,2 5-296 0 0,-1 1 0 0 0,0 1 0 0 0,-2 2 0 0 0,-1 1-1 0 0,-1 0 1 0 0,-2 2 0 0 0,-1 1 0 0 0,-1 1-1 0 0,-2 0 1 0 0,-1 1 0 0 0,-1 1 0 0 0,16 54-1 0 0,-21-49-4273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8.0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81 6449 0 0,'0'-1'67'0'0,"-1"1"-1"0"0,1 0 0 0 0,0 0 0 0 0,0 0 1 0 0,0-1-1 0 0,0 1 0 0 0,0 0 0 0 0,0 0 0 0 0,0 0 1 0 0,0-1-1 0 0,0 1 0 0 0,0 0 0 0 0,0 0 1 0 0,0-1-1 0 0,0 1 0 0 0,0 0 0 0 0,0 0 1 0 0,0-1-1 0 0,0 1 0 0 0,0 0 0 0 0,0 0 0 0 0,0-1 1 0 0,0 1-1 0 0,0 0 0 0 0,0 0 0 0 0,0 0 1 0 0,0-1-1 0 0,0 1 0 0 0,1 0 0 0 0,-1 0 0 0 0,0 0 1 0 0,0-1-1 0 0,0 1 0 0 0,0 0 0 0 0,1 0 1 0 0,-1 0-1 0 0,0 0 0 0 0,0 0 0 0 0,0-1 1 0 0,1 1-1 0 0,-1 0 0 0 0,18-9 2052 0 0,29-8 841 0 0,-37 14-2160 0 0,31-9-188 0 0,1 2-1 0 0,61-8 0 0 0,-79 15-952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8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45 10594 0 0,'10'-4'2222'0'0,"0"0"0"0"0,0 1 0 0 0,17-3 0 0 0,80-11-1922 0 0,-72 13-586 0 0,-5 1-5520 0 0,-17 0-90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1:48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 7370 0 0,'15'-3'5199'0'0,"21"-5"-2157"0"0,64-15 604 0 0,-34 11-4835 0 0,-42 7-5293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1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42 266 5065 0 0,'-2'0'326'0'0,"0"-1"0"0"0,0 1 0 0 0,0-1-1 0 0,0 0 1 0 0,0 0 0 0 0,0 0 0 0 0,0 0 0 0 0,0 0 0 0 0,0 0 0 0 0,0-1-1 0 0,0 1 1 0 0,1-1 0 0 0,-1 1 0 0 0,1-1 0 0 0,-1 0 0 0 0,1 1-1 0 0,0-1 1 0 0,-1 0 0 0 0,1 0 0 0 0,0 0 0 0 0,0 0 0 0 0,0 0 0 0 0,1 0-1 0 0,-1 0 1 0 0,0-1 0 0 0,1 1 0 0 0,-1 0 0 0 0,1 0 0 0 0,0-1 0 0 0,0 1-1 0 0,0 0 1 0 0,0 0 0 0 0,0 0 0 0 0,0-1 0 0 0,1-1 0 0 0,4-8 129 0 0,1 1 0 0 0,0 0 0 0 0,0 1 0 0 0,1-1 0 0 0,0 2 0 0 0,1-1 0 0 0,0 1 0 0 0,1 0 0 0 0,15-13 0 0 0,-7 8-284 0 0,2 0 1 0 0,-1 2 0 0 0,2 0 0 0 0,27-12 0 0 0,-42 21-153 0 0,0 1 1 0 0,1 0 0 0 0,-1 0-1 0 0,0 1 1 0 0,1 0-1 0 0,-1 0 1 0 0,1 0 0 0 0,-1 0-1 0 0,1 1 1 0 0,0 0-1 0 0,-1 0 1 0 0,1 1 0 0 0,-1-1-1 0 0,8 3 1 0 0,-9-2-7 0 0,1 1 0 0 0,-1 0 0 0 0,0 0 0 0 0,0 0 0 0 0,0 1 0 0 0,0-1 0 0 0,-1 1 0 0 0,1 0 0 0 0,-1 0 0 0 0,1 0 0 0 0,-1 0 0 0 0,0 1 0 0 0,0 0 0 0 0,-1-1 0 0 0,1 1 0 0 0,-1 0 0 0 0,4 8 0 0 0,-2-2-12 0 0,0-1 1 0 0,-1 1-1 0 0,0 0 0 0 0,-1 0 1 0 0,0-1-1 0 0,0 2 0 0 0,-1-1 1 0 0,-1 0-1 0 0,0 0 0 0 0,-1 13 1 0 0,-4 9 12 0 0,-15 59 1 0 0,13-66-10 0 0,1 0 0 0 0,1 0 0 0 0,-3 48 0 0 0,7-71 5 0 0,1 0 1 0 0,0 1-1 0 0,0-1 1 0 0,1 1 0 0 0,-1-1-1 0 0,1 0 1 0 0,-1 1-1 0 0,1-1 1 0 0,-1 0-1 0 0,1 1 1 0 0,0-1-1 0 0,0 0 1 0 0,0 0-1 0 0,1 0 1 0 0,-1 0-1 0 0,0 0 1 0 0,1 0-1 0 0,-1 0 1 0 0,1 0 0 0 0,2 1-1 0 0,-1-1 26 0 0,0 0 0 0 0,0-1-1 0 0,0 0 1 0 0,0 1 0 0 0,0-1-1 0 0,0 0 1 0 0,0-1 0 0 0,0 1 0 0 0,1-1-1 0 0,-1 1 1 0 0,0-1 0 0 0,0 0 0 0 0,5 0-1 0 0,10-3 137 0 0,0 0 0 0 0,0-1 0 0 0,-1 0 0 0 0,24-10-1 0 0,-29 9-151 0 0,5 0-1 0 0,6-2 101 0 0,0-2 1 0 0,0 0-1 0 0,-1-1 1 0 0,38-24 0 0 0,-52 26-305 0 0,-1-2-94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18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89 262 456 0 0,'-6'-23'1510'0'0,"2"-1"-1"0"0,0 0 1 0 0,2 1 0 0 0,0-1-1 0 0,2 0 1 0 0,3-29 0 0 0,-2 47-807 0 0,0 0-1 0 0,1 0 1 0 0,-1 0 0 0 0,1 0 0 0 0,1 1 0 0 0,-1-1-1 0 0,1 1 1 0 0,0-1 0 0 0,7-9 0 0 0,-10 60 1213 0 0,-10 54-1602 0 0,-35 140-1 0 0,45-237-304 0 0,-19 70 151 0 0,11-47 171 0 0,2 1 0 0 0,-7 46 0 0 0,13-71-305 0 0,0 1 0 0 0,0-1 0 0 0,0 0 1 0 0,0 1-1 0 0,0-1 0 0 0,0 1 0 0 0,0-1 1 0 0,0 0-1 0 0,1 1 0 0 0,-1-1 0 0 0,0 0 1 0 0,1 1-1 0 0,-1-1 0 0 0,1 0 0 0 0,0 1 1 0 0,-1-1-1 0 0,1 0 0 0 0,0 0 0 0 0,0 0 1 0 0,0 0-1 0 0,0 0 0 0 0,0 0 0 0 0,0 0 1 0 0,0 0-1 0 0,1 1 0 0 0,1-1 0 0 0,0 0 0 0 0,-1 0 0 0 0,1 0 0 0 0,0 0 0 0 0,0-1 0 0 0,0 1 0 0 0,-1-1 0 0 0,1 0 0 0 0,0 0 0 0 0,0 0 0 0 0,5-1 0 0 0,6-1 39 0 0,0-1 0 0 0,1-1 0 0 0,22-8-1 0 0,252-98-1839 0 0,-230 82-221 0 0,-33 14 433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18.7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 7834 0 0,'-1'0'315'0'0,"0"-1"0"0"0,0 1 0 0 0,0 0 1 0 0,0 0-1 0 0,0 1 0 0 0,0-1 0 0 0,0 0 1 0 0,0 0-1 0 0,1 0 0 0 0,-1 1 0 0 0,0-1 0 0 0,0 0 1 0 0,0 1-1 0 0,0-1 0 0 0,-4 4 1892 0 0,4-2-1892 0 0,0-1-81 0 0,1 0-1 0 0,-1 0 1 0 0,1 0-1 0 0,0 1 1 0 0,0-1-1 0 0,-1 0 1 0 0,1 0 0 0 0,0 0-1 0 0,0 0 1 0 0,0 1-1 0 0,1-1 1 0 0,-1 0-1 0 0,0 0 1 0 0,0 0 0 0 0,1 2-1 0 0,3 6 311 0 0,-1 0 0 0 0,2-1 1 0 0,8 15-1 0 0,-5-10 171 0 0,5 14-281 0 0,-1 1 1 0 0,-2 1-1 0 0,-1 0 1 0 0,11 58 0 0 0,4 125-1255 0 0,-18-141-635 0 0,-2-28-6321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19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165 5 11058 0 0,'-1'-1'333'0'0,"-1"0"0"0"0,0 1 0 0 0,0-1-1 0 0,0 0 1 0 0,0 1 0 0 0,0 0 0 0 0,0-1 0 0 0,0 1-1 0 0,0 0 1 0 0,0 0 0 0 0,-1 0 0 0 0,1 0 0 0 0,0 1-1 0 0,0-1 1 0 0,-3 1 0 0 0,3 1-119 0 0,0-1 0 0 0,1 1 0 0 0,-1-1 0 0 0,1 1 0 0 0,-1-1 0 0 0,1 1 0 0 0,0 0 0 0 0,0 0 0 0 0,0 0 0 0 0,0 0 0 0 0,0 0 0 0 0,0 0 0 0 0,0 0 0 0 0,1 0 0 0 0,-2 3 0 0 0,-52 233 1312 0 0,27-102-1278 0 0,18-96-169 0 0,1 1 1 0 0,3 1 0 0 0,-1 42 0 0 0,6-61-1347 0 0,7 42-1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19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0 175 5985 0 0,'4'-14'935'0'0,"0"1"0"0"0,1-1-1 0 0,1 1 1 0 0,0 0 0 0 0,1 1-1 0 0,0 0 1 0 0,1 0-1 0 0,0 0 1 0 0,1 1 0 0 0,0 0-1 0 0,12-10 1 0 0,-19 19-782 0 0,0 0 0 0 0,0 0 0 0 0,0 1-1 0 0,0 0 1 0 0,1-1 0 0 0,-1 1 0 0 0,0 0 0 0 0,1 0 0 0 0,-1 0-1 0 0,1 0 1 0 0,0 1 0 0 0,-1-1 0 0 0,1 1 0 0 0,-1-1 0 0 0,1 1-1 0 0,0 0 1 0 0,-1 0 0 0 0,1 0 0 0 0,3 1 0 0 0,-1 0-14 0 0,0 1 1 0 0,-1-1-1 0 0,1 1 1 0 0,-1 0-1 0 0,0 0 1 0 0,0 1-1 0 0,1-1 1 0 0,-2 1-1 0 0,1 0 1 0 0,4 4-1 0 0,4 5 2 0 0,-1 0 1 0 0,-1 0-1 0 0,0 1 1 0 0,0 1-1 0 0,9 19 1 0 0,-2 0-428 0 0,24 70 0 0 0,-12-10-3340 0 0,-10-32-2230 0 0,-13-44 927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19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234 125 3225 0 0,'-60'5'590'0'0,"-27"2"3162"0"0,71-7-1728 0 0,-1 0 1 0 0,1-1-1 0 0,-22-6 2065 0 0,38 7-4030 0 0,0 0 0 0 0,0-1 0 0 0,0 1 0 0 0,0 0 0 0 0,0 0-1 0 0,0 0 1 0 0,0 0 0 0 0,0 0 0 0 0,0-1 0 0 0,0 1 0 0 0,0 0 59 0 0,0 0-59 0 0,7-7 1352 0 0,12-4-433 0 0,20-9-418 0 0,2 3 0 0 0,49-15-1 0 0,28 1-2571 0 0,-73 22-5387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19.8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78 8290 0 0,'5'-5'1441'0'0,"0"1"0"0"0,0 0 0 0 0,1 0 0 0 0,9-5 0 0 0,29-10 1407 0 0,-17 12-4889 0 0,40-7-1 0 0,-39 8 1689 0 0,-16 0 353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20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20 5529 0 0,'-7'8'3913'0'0,"11"-10"-2977"0"0,2 1 16 0 0,3-2 1 0 0,3-2-1 0 0,2 1-1240 0 0,0-1-256 0 0,4 1-40 0 0,-3 1-17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20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 9218 0 0,'1'-1'321'0'0,"0"-1"0"0"0,0 1 0 0 0,0-1 0 0 0,0 1 0 0 0,0 0 1 0 0,0 0-1 0 0,0 0 0 0 0,0-1 0 0 0,0 1 0 0 0,1 0 0 0 0,-1 0 0 0 0,0 1 0 0 0,1-1 0 0 0,-1 0 0 0 0,1 0 1 0 0,-1 1-1 0 0,1-1 0 0 0,-1 1 0 0 0,3-1 0 0 0,-3 0-83 0 0,0 1 0 0 0,0-1 0 0 0,1 1 0 0 0,-1-1 0 0 0,0 1 0 0 0,0-1 0 0 0,1 1 1 0 0,-1 0-1 0 0,0 0 0 0 0,1 0 0 0 0,-1 0 0 0 0,0 0 0 0 0,1 0 0 0 0,-1 0 0 0 0,0 0 0 0 0,1 0 0 0 0,-1 1 0 0 0,0-1 0 0 0,0 0 1 0 0,1 1-1 0 0,-1-1 0 0 0,0 1 0 0 0,0 0 0 0 0,0-1 0 0 0,2 2 0 0 0,-2 2-169 0 0,1 0 0 0 0,-1 0 0 0 0,-1 1 1 0 0,1-1-1 0 0,-1 0 0 0 0,1 0 0 0 0,-1 0 0 0 0,0 0 0 0 0,-2 7 0 0 0,2-9-419 0 0,0 0 0 0 0,0 1 0 0 0,-1-1 0 0 0,1 0 0 0 0,-1 0 0 0 0,1 0 0 0 0,-1 0 0 0 0,0 0 0 0 0,0 0 0 0 0,0 0 0 0 0,-1 2 0 0 0,-4 0-1175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20.9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45 4609 0 0,'-2'-6'-179'0'0,"-15"-32"10890"0"0,17 48-6823 0 0,-6 31-2745 0 0,-25 96 58 0 0,15-73-859 0 0,3 1 1 0 0,-9 111 0 0 0,22-170-329 0 0,0 1 1 0 0,0-1 0 0 0,0 0-1 0 0,1 0 1 0 0,0 0 0 0 0,0 0-1 0 0,1 0 1 0 0,-1 0-1 0 0,1 0 1 0 0,1-1 0 0 0,-1 1-1 0 0,1 0 1 0 0,5 7 0 0 0,-5-10-1 0 0,0 0 0 0 0,0 0 0 0 0,0 0 0 0 0,0-1 0 0 0,0 0 0 0 0,0 1 0 0 0,1-1 0 0 0,-1 0 0 0 0,1-1 0 0 0,-1 1 0 0 0,1-1 0 0 0,0 1 0 0 0,0-1 0 0 0,-1 0 0 0 0,1-1 0 0 0,0 1 1 0 0,0 0-1 0 0,0-1 0 0 0,0 0 0 0 0,0 0 0 0 0,0-1 0 0 0,5 0 0 0 0,21-4 86 0 0,1-1-1 0 0,-1-2 1 0 0,40-15 0 0 0,-37 11-362 0 0,1 1 1 0 0,48-8-1 0 0,-56 16-574 0 0,-1 0-227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21.1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10 6913 0 0,'-31'-10'10752'0'0,"33"24"-7326"0"0,0-10-3305 0 0,55 198 2780 0 0,-49-164-2930 0 0,-2 0-1 0 0,-1 0 1 0 0,-1 61 0 0 0,-5-63-1714 0 0,1 0-6243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21.4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1 13363 0 0,'2'0'3061'0'0,"3"13"-1397"0"0,3 21 60 0 0,-4 41-585 0 0,-3 0 1 0 0,-10 81-1 0 0,-32 147-953 0 0,39-290-146 0 0,-14 141-967 0 0,12-110-852 0 0,1-11-5720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21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1 219 7370 0 0,'2'-18'299'0'0,"0"0"1"0"0,2 0 0 0 0,6-21 0 0 0,6-1 3064 0 0,-10 26-2416 0 0,-4 8-481 0 0,0 0 1 0 0,1 1 0 0 0,0-1-1 0 0,0 0 1 0 0,0 1-1 0 0,0-1 1 0 0,1 1 0 0 0,0 0-1 0 0,0 0 1 0 0,1 1-1 0 0,6-7 1 0 0,-9 11-358 0 0,-1-1 0 0 0,0 1 0 0 0,0 0-1 0 0,1 0 1 0 0,-1 0 0 0 0,0-1 0 0 0,0 1 0 0 0,1 0 0 0 0,-1 1 0 0 0,0-1 0 0 0,0 0 0 0 0,1 0-1 0 0,-1 0 1 0 0,0 1 0 0 0,0-1 0 0 0,0 1 0 0 0,0-1 0 0 0,1 1 0 0 0,-1-1 0 0 0,0 1 0 0 0,0 0-1 0 0,0-1 1 0 0,0 1 0 0 0,0 0 0 0 0,0 0 0 0 0,0 0 0 0 0,0 1 0 0 0,26 31 781 0 0,-22-27-643 0 0,22 33 48 0 0,-2 2 0 0 0,-1 0 0 0 0,-3 1 0 0 0,19 51 0 0 0,-20-37-1572 0 0,16 72 1 0 0,-30-102-6511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2:21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10138 0 0,'8'5'6469'0'0,"17"-2"-3354"0"0,-1-6-2423 0 0,0-1 1 0 0,-1-1 0 0 0,38-12 0 0 0,27-7-2332 0 0,-52 19 653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3:29.6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0 919 4145 0 0,'12'-3'153'0'0,"-1"-1"0"0"0,0 0 0 0 0,0-1 0 0 0,-1-1 0 0 0,1 0 0 0 0,9-7 1 0 0,6-2 30 0 0,149-82 839 0 0,128-75 36 0 0,-60 35-1292 0 0,47-30 537 0 0,-177 97 30 0 0,204-95 1 0 0,-280 147-323 0 0,-23 10-12 0 0,1 1-1 0 0,-1 0 1 0 0,29-8 0 0 0,-43 15-2 0 0,-1 0 0 0 0,1 1 0 0 0,0-1 0 0 0,0 0 0 0 0,0 0 1 0 0,0 0-1 0 0,0 0 0 0 0,0 0 0 0 0,0 0 0 0 0,0 0 0 0 0,0 0 0 0 0,0 0 1 0 0,0 0-1 0 0,0 0 0 0 0,0 1 0 0 0,0-1 0 0 0,0 0 0 0 0,0 0 0 0 0,0 0 0 0 0,0 0 1 0 0,0 0-1 0 0,0 0 0 0 0,0 0 0 0 0,0 0 0 0 0,0 0 0 0 0,0 1 0 0 0,0-1 1 0 0,0 0-1 0 0,0 0 0 0 0,0 0 0 0 0,0 0 0 0 0,0 0 0 0 0,0 0 0 0 0,0 0 0 0 0,0 0 1 0 0,0 0-1 0 0,0 1 0 0 0,0-1 0 0 0,0 0 0 0 0,0 0 0 0 0,0 0 0 0 0,0 0 1 0 0,0 0-1 0 0,0 0 0 0 0,1 0 0 0 0,-1 0 0 0 0,0 0 0 0 0,0 0 0 0 0,0 0 1 0 0,0 0-1 0 0,0 0 0 0 0,0 0 0 0 0,0 0 0 0 0,0 0 0 0 0,0 0 0 0 0,1 0 0 0 0,-1 0 1 0 0,0 0-1 0 0,0 0 0 0 0,0 0 0 0 0,0 0 0 0 0,0 0 0 0 0,0 0 0 0 0,0 0 1 0 0,0 0-1 0 0,1 0 0 0 0,-11 12-299 0 0,-14 12-380 0 0,-25 13-698 0 0,-80 46 1 0 0,-18 12 649 0 0,-75 90 61 0 0,18-15 688 0 0,144-123 294 0 0,2 3 1 0 0,3 2 0 0 0,-92 110 0 0 0,-97 132 1453 0 0,218-264-1431 0 0,22-26-274 0 0,-32 44 654 0 0,33-45-643 0 0,1 1 0 0 0,0-1-1 0 0,0 1 1 0 0,1-1 0 0 0,-1 1 0 0 0,1 0 0 0 0,0 0-1 0 0,0 0 1 0 0,0 0 0 0 0,0 0 0 0 0,1 0 0 0 0,-1 5-1 0 0,1-9-52 0 0,0 1-1 0 0,0 0 1 0 0,1 0-1 0 0,-1-1 1 0 0,0 1-1 0 0,0 0 1 0 0,0 0-1 0 0,1-1 1 0 0,-1 1-1 0 0,0 0 1 0 0,1-1-1 0 0,-1 1 1 0 0,1 0-1 0 0,-1-1 1 0 0,0 1-1 0 0,1 0 1 0 0,0-1-1 0 0,-1 1 1 0 0,1-1-1 0 0,-1 1 1 0 0,1-1-1 0 0,0 0 1 0 0,-1 1-1 0 0,1-1 1 0 0,0 1-1 0 0,0-1 1 0 0,25 1 330 0 0,26-17-58 0 0,-49 15-281 0 0,32-15 372 0 0,-1-2 1 0 0,-1-2-1 0 0,0 0 1 0 0,47-42-1 0 0,2 1 111 0 0,393-262 745 0 0,-402 270-1194 0 0,2 4 0 0 0,2 4 0 0 0,113-49 0 0 0,-82 41-182 0 0,-270 130-152 0 0,-252 160 0 0 0,298-161 320 0 0,-358 259-64 0 0,399-275 34 0 0,-110 94-98 0 0,153-124 87 0 0,1 1 1 0 0,2 1-1 0 0,-36 53 1 0 0,48-51-14 0 0,16-34 16 0 0,1 1 0 0 0,0-1 1 0 0,-1 1-1 0 0,1-1 0 0 0,0 1 1 0 0,0-1-1 0 0,0 1 0 0 0,-1 0 0 0 0,1-1 1 0 0,0 1-1 0 0,0 0 0 0 0,0-1 0 0 0,0 1 1 0 0,0-1-1 0 0,0 1 0 0 0,0 0 0 0 0,0-1 1 0 0,1 1-1 0 0,-1 0 0 0 0,0-1 0 0 0,0 1 1 0 0,0-1-1 0 0,1 1 0 0 0,-1-1 0 0 0,0 1 1 0 0,1 0-1 0 0,-1-1 0 0 0,0 1 0 0 0,1-1 1 0 0,-1 0-1 0 0,1 1 0 0 0,-1-1 1 0 0,1 1-1 0 0,-1-1 0 0 0,1 0 0 0 0,-1 1 1 0 0,1-1-1 0 0,-1 0 0 0 0,1 1 0 0 0,-1-1 1 0 0,1 0-1 0 0,0 0 0 0 0,-1 0 0 0 0,1 1 1 0 0,-1-1-1 0 0,1 0 0 0 0,0 0 0 0 0,-1 0 1 0 0,1 0-1 0 0,0 0 0 0 0,-1 0 0 0 0,1 0 1 0 0,-1 0-1 0 0,2-1 0 0 0,14-1-115 0 0,1-1 1 0 0,-1 0-1 0 0,1-1 0 0 0,-1-1 0 0 0,25-12 0 0 0,77-43 186 0 0,-106 53-92 0 0,263-175 371 0 0,-30 17 221 0 0,-6 21-250 0 0,185-103 167 0 0,-413 241-479 0 0,56-30-26 0 0,1 3 0 0 0,129-44 1 0 0,-193 75 16 0 0,-1 1 0 0 0,1 1 0 0 0,0-1 0 0 0,-1 0 1 0 0,1 1-1 0 0,0 0 0 0 0,-1 0 0 0 0,1 0 0 0 0,0 0 1 0 0,6 2-1 0 0,-9-2 4 0 0,-1 0 0 0 0,1 1 0 0 0,0-1 0 0 0,-1 0 0 0 0,1 1 0 0 0,0-1 0 0 0,-1 0 0 0 0,1 1 1 0 0,-1-1-1 0 0,1 1 0 0 0,-1-1 0 0 0,1 1 0 0 0,-1-1 0 0 0,1 1 0 0 0,-1 0 0 0 0,0-1 0 0 0,1 1 0 0 0,-1 0 0 0 0,0-1 0 0 0,1 1 1 0 0,-1 0-1 0 0,0 0 0 0 0,0 1 0 0 0,0 0 0 0 0,0 0 1 0 0,0 0-1 0 0,0 0 0 0 0,0 0 1 0 0,-1 0-1 0 0,1 0 0 0 0,0 0 1 0 0,-1 0-1 0 0,0 0 0 0 0,-1 3 1 0 0,-11 21 84 0 0,-2 0 1 0 0,0-2 0 0 0,-25 32-1 0 0,-63 64 374 0 0,86-102-428 0 0,-235 218 45 0 0,48-51-40 0 0,166-146-28 0 0,-310 290-622 0 0,234-227 411 0 0,-103 122 0 0 0,98-98 43 0 0,58-69 150 0 0,42-41 12 0 0,2 0 1 0 0,0 0-1 0 0,1 2 0 0 0,-22 29 1 0 0,38-46-1 0 0,-1-1 1 0 0,0 1-1 0 0,1 0 1 0 0,-1-1 0 0 0,1 1-1 0 0,-1 0 1 0 0,1 0-1 0 0,0-1 1 0 0,-1 1 0 0 0,1 0-1 0 0,0 0 1 0 0,0 0-1 0 0,-1-1 1 0 0,1 1 0 0 0,0 0-1 0 0,0 0 1 0 0,0 0-1 0 0,0 0 1 0 0,0 0 0 0 0,0-1-1 0 0,0 1 1 0 0,0 0-1 0 0,0 0 1 0 0,1 0 0 0 0,-1 0-1 0 0,1 1 1 0 0,-1-2 1 0 0,1 1-1 0 0,0-1 1 0 0,0 1 0 0 0,0-1 0 0 0,0 0 0 0 0,0 1-1 0 0,0-1 1 0 0,0 0 0 0 0,0 0 0 0 0,0 1 0 0 0,0-1-1 0 0,0 0 1 0 0,1 0 0 0 0,-1 0 0 0 0,0 0 0 0 0,0 0-1 0 0,2-1 1 0 0,52-15 14 0 0,-51 15-26 0 0,41-17-88 0 0,-1-2 0 0 0,68-41 1 0 0,77-66 16 0 0,-55 36 22 0 0,-13 11-101 0 0,435-257-123 0 0,-326 203 432 0 0,23-10 4 0 0,-237 136-151 0 0,61-26 33 0 0,-71 32-32 0 0,1-1 0 0 0,1 1 0 0 0,-1 0 0 0 0,0 1 0 0 0,0 0 0 0 0,1 0 0 0 0,-1 1 0 0 0,13 0 0 0 0,-20 0 1 0 0,0 1 1 0 0,0 0-1 0 0,0-1 0 0 0,0 1 1 0 0,1-1-1 0 0,-1 1 1 0 0,0-1-1 0 0,0 1 1 0 0,0-1-1 0 0,-1 1 1 0 0,1 0-1 0 0,0-1 1 0 0,0 1-1 0 0,0-1 1 0 0,0 1-1 0 0,0-1 1 0 0,-1 1-1 0 0,1-1 1 0 0,0 1-1 0 0,0-1 0 0 0,-1 1 1 0 0,1-1-1 0 0,0 1 1 0 0,-1-1-1 0 0,1 0 1 0 0,-1 1-1 0 0,1-1 1 0 0,0 1-1 0 0,-1-1 1 0 0,1 0-1 0 0,-1 0 1 0 0,1 1-1 0 0,-2-1 1 0 0,-15 19 259 0 0,-620 520 1512 0 0,243-186-1800 0 0,212-179 16 0 0,135-131-26 0 0,-55 66 0 0 0,88-92 22 0 0,1 1 1 0 0,0 1 0 0 0,1 0 0 0 0,1 1-1 0 0,1 0 1 0 0,0 1 0 0 0,-8 28-1 0 0,17-47-6 0 0,1-1-1 0 0,-1 1 0 0 0,0 0 1 0 0,1-1-1 0 0,0 1 0 0 0,-1 0 0 0 0,1-1 1 0 0,0 1-1 0 0,0 0 0 0 0,0-1 1 0 0,0 1-1 0 0,0 0 0 0 0,0-1 0 0 0,1 1 1 0 0,-1 0-1 0 0,1-1 0 0 0,-1 1 1 0 0,1-1-1 0 0,-1 1 0 0 0,1-1 0 0 0,0 1 1 0 0,0-1-1 0 0,0 1 0 0 0,0-1 1 0 0,0 1-1 0 0,0-1 0 0 0,0 0 0 0 0,0 0 1 0 0,0 0-1 0 0,1 0 0 0 0,-1 0 1 0 0,0 0-1 0 0,1 0 0 0 0,-1 0 0 0 0,1 0 1 0 0,-1 0-1 0 0,1-1 0 0 0,-1 1 1 0 0,1-1-1 0 0,0 1 0 0 0,-1-1 1 0 0,1 0-1 0 0,0 1 0 0 0,-1-1 0 0 0,1 0 1 0 0,3 0-1 0 0,7 0-163 0 0,0-1 1 0 0,1 0-1 0 0,-1 0 0 0 0,0-1 0 0 0,13-4 1 0 0,19-7 3 0 0,-1-2-1 0 0,0-1 1 0 0,-2-3 0 0 0,52-30 0 0 0,148-110 327 0 0,-24 14 402 0 0,51-28 84 0 0,-28 16 207 0 0,-159 109-629 0 0,88-38 0 0 0,-161 83-213 0 0,-6 1 0 0 0,0 1 0 0 0,1 0 0 0 0,-1 0 0 0 0,1 0 0 0 0,-1 0 0 0 0,1 0 0 0 0,-1 0 0 0 0,1 1 0 0 0,0-1 0 0 0,-1 1 0 0 0,1 0 0 0 0,0-1 0 0 0,3 2 0 0 0,-24 25 584 0 0,-25 21-132 0 0,-96 82 1 0 0,-63 26-671 0 0,22-17-11 0 0,-550 474 91 0 0,507-402-371 0 0,186-170 377 0 0,2 0 0 0 0,1 3 0 0 0,-46 77 0 0 0,78-117 116 0 0,0 1 0 0 0,0 0 0 0 0,0 0 0 0 0,0 0 0 0 0,1 0 0 0 0,0 0 0 0 0,-1 1 0 0 0,1-1 0 0 0,1 0 0 0 0,-1 1 0 0 0,1-1 0 0 0,0 0 0 0 0,0 7 0 0 0,1-9-6 0 0,-1 0 1 0 0,1 0-1 0 0,0 0 1 0 0,0 0-1 0 0,0 0 1 0 0,0 0-1 0 0,0 0 1 0 0,1 0-1 0 0,-1-1 1 0 0,0 1-1 0 0,1-1 1 0 0,0 1-1 0 0,-1-1 1 0 0,1 1 0 0 0,0-1-1 0 0,-1 0 1 0 0,1 0-1 0 0,0 0 1 0 0,0 0-1 0 0,0 0 1 0 0,0 0-1 0 0,0 0 1 0 0,0-1-1 0 0,0 1 1 0 0,1-1-1 0 0,-1 1 1 0 0,0-1-1 0 0,4 0 1 0 0,10 1-106 0 0,1-1 0 0 0,-1 0 0 0 0,0-1 1 0 0,1-1-1 0 0,-1 0 0 0 0,20-6 0 0 0,98-35-221 0 0,-107 34 275 0 0,88-37 107 0 0,127-71 0 0 0,-117 54 43 0 0,80-48 152 0 0,-120 62 3 0 0,2 4 0 0 0,93-35 0 0 0,-173 77-225 0 0,54-15 76 0 0,-57 17-78 0 0,0 0 0 0 0,0 0-1 0 0,1 1 1 0 0,-1-1 0 0 0,0 1-1 0 0,0 0 1 0 0,1 0 0 0 0,-1 1 0 0 0,0-1-1 0 0,0 1 1 0 0,8 3 0 0 0,-11-4 6 0 0,-1 0 1 0 0,1 0-1 0 0,-1 1 1 0 0,1-1-1 0 0,-1 0 1 0 0,1 1-1 0 0,-1-1 1 0 0,1 1-1 0 0,-1-1 1 0 0,0 1-1 0 0,1-1 1 0 0,-1 1-1 0 0,0-1 1 0 0,1 1-1 0 0,-1-1 1 0 0,0 1 0 0 0,0-1-1 0 0,1 1 1 0 0,-1 0-1 0 0,0-1 1 0 0,0 1-1 0 0,0-1 1 0 0,0 1-1 0 0,0 0 1 0 0,0-1-1 0 0,0 1 1 0 0,0-1-1 0 0,0 1 1 0 0,0 0-1 0 0,0-1 1 0 0,0 1-1 0 0,0-1 1 0 0,-1 1-1 0 0,1 0 1 0 0,0-1-1 0 0,0 1 1 0 0,-1 0-1 0 0,-14 23 680 0 0,12-20-594 0 0,-36 46 819 0 0,-81 79-1 0 0,79-87-764 0 0,-69 62-8 0 0,-4-5 0 0 0,-127 84 1 0 0,-56 61 151 0 0,34-25 78 0 0,194-167-1345 0 0,3 4 1 0 0,-115 121 0 0 0,146-134-4229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3:32.0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1418 262 6449 0 0,'2'-13'200'0'0,"0"-1"-1"0"0,0 1 0 0 0,1 0 0 0 0,1 0 0 0 0,9-21 0 0 0,4-17-143 0 0,-15 44-24 0 0,-1 1-1 0 0,1 0 1 0 0,-1-1-1 0 0,-1 1 1 0 0,1-1-1 0 0,-1 1 1 0 0,0-1-1 0 0,-1 1 1 0 0,-1-8-1 0 0,2 12-21 0 0,-1 0-1 0 0,0 0 1 0 0,0-1 0 0 0,0 1-1 0 0,0 1 1 0 0,0-1 0 0 0,0 0-1 0 0,0 0 1 0 0,-1 0-1 0 0,1 0 1 0 0,-1 1 0 0 0,1-1-1 0 0,-1 1 1 0 0,0-1 0 0 0,1 1-1 0 0,-1 0 1 0 0,0 0 0 0 0,0-1-1 0 0,0 1 1 0 0,0 0-1 0 0,0 1 1 0 0,0-1 0 0 0,-1 0-1 0 0,1 1 1 0 0,0-1 0 0 0,0 1-1 0 0,0 0 1 0 0,0-1 0 0 0,-1 1-1 0 0,-1 0 1 0 0,-7 1-56 0 0,1-1 1 0 0,0 2-1 0 0,-1-1 1 0 0,1 1-1 0 0,0 1 1 0 0,0 0-1 0 0,0 0 1 0 0,-10 6 0 0 0,-76 41-529 0 0,79-40 526 0 0,-314 194 367 0 0,300-183 369 0 0,-47 40 1 0 0,68-52-452 0 0,0 1-1 0 0,1-1 1 0 0,0 1 0 0 0,1 1 0 0 0,0 0 0 0 0,1 0 0 0 0,0 0 0 0 0,-6 15-1 0 0,13-25-225 0 0,-1 1 0 0 0,0-1-1 0 0,0 1 1 0 0,1 0-1 0 0,-1-1 1 0 0,1 1-1 0 0,0-1 1 0 0,-1 1 0 0 0,1 0-1 0 0,0 0 1 0 0,0-1-1 0 0,0 1 1 0 0,0 0-1 0 0,0-1 1 0 0,0 1 0 0 0,1 0-1 0 0,-1-1 1 0 0,0 1-1 0 0,1 0 1 0 0,-1-1-1 0 0,1 1 1 0 0,0-1 0 0 0,1 4-1 0 0,0-4-38 0 0,0 1 0 0 0,0-1-1 0 0,0 0 1 0 0,-1 0 0 0 0,1 0-1 0 0,0 0 1 0 0,1 0 0 0 0,-1 0 0 0 0,0 0-1 0 0,0-1 1 0 0,0 1 0 0 0,0-1-1 0 0,1 1 1 0 0,-1-1 0 0 0,4 0 0 0 0,10-1-163 0 0,0 0 0 0 0,0-1 0 0 0,30-7 0 0 0,-42 8 231 0 0,149-41 12 0 0,209-86 0 0 0,-235 80 655 0 0,235-58 1 0 0,-356 105-683 0 0,0 0 1 0 0,0 0-1 0 0,-1 1 1 0 0,1 0-1 0 0,0 0 1 0 0,0 0-1 0 0,6 1 1 0 0,-12-1-17 0 0,1 1-1 0 0,0-1 1 0 0,0 0 0 0 0,0 0-1 0 0,0 1 1 0 0,0-1 0 0 0,-1 0-1 0 0,1 1 1 0 0,0-1 0 0 0,0 1 0 0 0,-1-1-1 0 0,1 1 1 0 0,0 0 0 0 0,0-1-1 0 0,-1 1 1 0 0,1 0 0 0 0,-1-1-1 0 0,1 1 1 0 0,-1 0 0 0 0,2 1 0 0 0,-2-1 0 0 0,0 1 1 0 0,0-1-1 0 0,0 0 1 0 0,0 1-1 0 0,0-1 1 0 0,0 1-1 0 0,0-1 1 0 0,0 1-1 0 0,-1-1 1 0 0,1 0 0 0 0,0 1-1 0 0,-1-1 1 0 0,1 0-1 0 0,-1 1 1 0 0,0-1-1 0 0,1 0 1 0 0,-3 3-1 0 0,-7 12 179 0 0,-2 0 0 0 0,0 0 0 0 0,-1-1 0 0 0,-1 0 0 0 0,0-1 0 0 0,-25 18 0 0 0,-103 65-7 0 0,137-94-168 0 0,-34 21 14 0 0,-406 269-42 0 0,274-184-2 0 0,106-70 20 0 0,1 2 0 0 0,-64 56 0 0 0,100-66 207 0 0,28-31-202 0 0,-1 1 0 0 0,1 0 0 0 0,-1-1 0 0 0,1 1 0 0 0,0 0 0 0 0,-1-1 0 0 0,1 1 1 0 0,0 0-1 0 0,0 0 0 0 0,-1-1 0 0 0,1 1 0 0 0,0 0 0 0 0,0 0 0 0 0,0-1 0 0 0,0 1 0 0 0,0 0 0 0 0,0 0 0 0 0,0 0 0 0 0,0 0 0 0 0,1 0-3 0 0,-1-1-1 0 0,1 1 0 0 0,0 0 1 0 0,-1-1-1 0 0,1 0 0 0 0,-1 1 1 0 0,1-1-1 0 0,0 1 0 0 0,0-1 1 0 0,-1 0-1 0 0,1 1 0 0 0,0-1 1 0 0,0 0-1 0 0,-1 0 1 0 0,1 0-1 0 0,0 1 0 0 0,0-1 1 0 0,-1 0-1 0 0,1 0 0 0 0,0 0 1 0 0,0 0-1 0 0,0-1 0 0 0,-1 1 1 0 0,2 0-1 0 0,22-4 79 0 0,-1-1 0 0 0,0-1 0 0 0,0-1 0 0 0,0-1 0 0 0,-1-1 0 0 0,29-16 0 0 0,-10 6 16 0 0,70-36 229 0 0,-3-4 0 0 0,131-96 0 0 0,-5 10-9 0 0,-52 34-351 0 0,-168 102-10 0 0,-4 3-101 0 0,1-1-1 0 0,-1 0 1 0 0,0-1-1 0 0,0 0 1 0 0,14-16-1 0 0,-24 24 143 0 0,0 0 0 0 0,1-1-1 0 0,-1 1 1 0 0,0 0 0 0 0,0 0-1 0 0,0 0 1 0 0,0 0 0 0 0,0 0-1 0 0,0 0 1 0 0,0 0 0 0 0,0 0-1 0 0,0 0 1 0 0,1-1 0 0 0,-1 1-1 0 0,0 0 1 0 0,0 0 0 0 0,0 0-1 0 0,0 0 1 0 0,0 0 0 0 0,0 0 0 0 0,0-1-1 0 0,0 1 1 0 0,0 0 0 0 0,0 0-1 0 0,0 0 1 0 0,0 0 0 0 0,0 0-1 0 0,0 0 1 0 0,0-1 0 0 0,0 1-1 0 0,0 0 1 0 0,0 0 0 0 0,0 0-1 0 0,0 0 1 0 0,0 0 0 0 0,0 0-1 0 0,0-1 1 0 0,-1 1 0 0 0,1 0-1 0 0,0 0 1 0 0,0 0 0 0 0,0 0-1 0 0,0 0 1 0 0,0 0 0 0 0,0 0-1 0 0,0 0 1 0 0,0-1 0 0 0,0 1-1 0 0,-1 0 1 0 0,1 0 0 0 0,0 0 0 0 0,0 0-1 0 0,0 0 1 0 0,0 0 0 0 0,0 0-1 0 0,0 0 1 0 0,-1 0 0 0 0,1 0-1 0 0,-13 1-76 0 0,-15 7-6 0 0,-297 156-1061 0 0,314-159 1114 0 0,-351 222-1803 0 0,172-102 1577 0 0,-7 8 274 0 0,7 9 0 0 0,-184 178 0 0 0,374-320-17 0 0,-105 104 31 0 0,92-91-17 0 0,1 2-1 0 0,1-1 1 0 0,1 2 0 0 0,0-1-1 0 0,-14 33 1 0 0,22-46 10 0 0,1 1 1 0 0,0 0-1 0 0,0 0 0 0 0,0 0 1 0 0,0 0-1 0 0,1 1 1 0 0,-1-1-1 0 0,1 0 0 0 0,-1 0 1 0 0,1 0-1 0 0,0 0 1 0 0,1 1-1 0 0,-1-1 0 0 0,0 0 1 0 0,1 0-1 0 0,0 0 1 0 0,0 0-1 0 0,0 0 0 0 0,0 0 1 0 0,0 0-1 0 0,0 0 1 0 0,1 0-1 0 0,0 0 0 0 0,-1-1 1 0 0,1 1-1 0 0,0-1 1 0 0,0 1-1 0 0,0-1 0 0 0,1 0 1 0 0,-1 0-1 0 0,1 0 1 0 0,-1 0-1 0 0,5 3 0 0 0,1-1-14 0 0,0-1 0 0 0,0 1-1 0 0,0-1 1 0 0,0 0 0 0 0,1-1-1 0 0,0 0 1 0 0,-1 0 0 0 0,1-1-1 0 0,0 0 1 0 0,0-1 0 0 0,11 0-1 0 0,19-4-94 0 0,0-1 0 0 0,70-19 0 0 0,74-35 554 0 0,-156 50-373 0 0,417-170 1282 0 0,-365 145-1173 0 0,356-184 794 0 0,-184 86-638 0 0,-142 74-267 0 0,-44 23-180 0 0,119-47-1 0 0,-153 73 93 0 0,-30 9-7 0 0,-1 0 1 0 0,0 0 0 0 0,0 0 0 0 0,0 0-1 0 0,0 0 1 0 0,0 0 0 0 0,0 0 0 0 0,0 0 0 0 0,1 0-1 0 0,-1 0 1 0 0,0 0 0 0 0,0 0 0 0 0,0 0 0 0 0,0 0-1 0 0,0 0 1 0 0,0 0 0 0 0,1 0 0 0 0,-1 0 0 0 0,0 0-1 0 0,0 0 1 0 0,0 0 0 0 0,0 0 0 0 0,0 0-1 0 0,0 0 1 0 0,0 0 0 0 0,1 0 0 0 0,-1 0 0 0 0,0 0-1 0 0,0 0 1 0 0,0 0 0 0 0,0 0 0 0 0,0 0 0 0 0,0 0-1 0 0,0 1 1 0 0,0-1 0 0 0,1 0 0 0 0,-1 0 0 0 0,0 0-1 0 0,0 0 1 0 0,0 0 0 0 0,0 0 0 0 0,0 0-1 0 0,0 1 1 0 0,0-1 0 0 0,0 0 0 0 0,0 0 0 0 0,0 0-1 0 0,0 0 1 0 0,0 0 0 0 0,0 0 0 0 0,0 1 0 0 0,0-1-1 0 0,0 0 1 0 0,-13 12-63 0 0,-248 162-625 0 0,193-129 547 0 0,-383 234-1672 0 0,326-196 1762 0 0,-137 117 0 0 0,258-196 78 0 0,-26 24 99 0 0,28-27-93 0 0,1 1-1 0 0,-1-1 0 0 0,1 0 1 0 0,0 1-1 0 0,0-1 0 0 0,0 1 1 0 0,0 0-1 0 0,0-1 1 0 0,0 1-1 0 0,0 0 0 0 0,0 0 1 0 0,1-1-1 0 0,-1 1 1 0 0,1 0-1 0 0,-1 0 0 0 0,1 3 1 0 0,0-4 4 0 0,1-1-1 0 0,-1 1 1 0 0,1 0 0 0 0,-1 0 0 0 0,1-1 0 0 0,0 1 0 0 0,-1 0 0 0 0,1-1 0 0 0,0 1 0 0 0,-1 0-1 0 0,1-1 1 0 0,0 1 0 0 0,0-1 0 0 0,0 0 0 0 0,0 1 0 0 0,-1-1 0 0 0,1 1 0 0 0,0-1-1 0 0,0 0 1 0 0,0 0 0 0 0,0 0 0 0 0,0 1 0 0 0,0-1 0 0 0,0 0 0 0 0,0 0 0 0 0,0 0 0 0 0,1-1-1 0 0,30-1 538 0 0,-30 2-535 0 0,33-7 349 0 0,-1 0-1 0 0,0-3 0 0 0,56-22 1 0 0,97-55 726 0 0,-101 44-849 0 0,275-126 79 0 0,-348 162-349 0 0,44-19 41 0 0,-54 25-25 0 0,-1 0-1 0 0,1 0 1 0 0,-1 1-1 0 0,1-1 1 0 0,-1 0-1 0 0,1 1 1 0 0,0 0-1 0 0,-1 0 1 0 0,1 0-1 0 0,0 0 1 0 0,-1 0-1 0 0,1 0 1 0 0,-1 1-1 0 0,1-1 1 0 0,0 1-1 0 0,-1-1 1 0 0,1 1-1 0 0,4 3 1 0 0,-6-3 9 0 0,0 0 0 0 0,0 0 0 0 0,0 1-1 0 0,0-1 1 0 0,-1 0 0 0 0,1 1 0 0 0,0-1 0 0 0,0 1 0 0 0,-1-1 0 0 0,1 1 0 0 0,-1 0 0 0 0,0-1 0 0 0,1 1 0 0 0,-1-1 0 0 0,0 1 0 0 0,0 0 0 0 0,0-1 0 0 0,0 1-1 0 0,0 0 1 0 0,0-1 0 0 0,0 1 0 0 0,-1 0 0 0 0,1-1 0 0 0,-1 1 0 0 0,1-1 0 0 0,-2 3 0 0 0,-19 43 95 0 0,19-44-95 0 0,-71 112-448 0 0,-10 19 129 0 0,76-120 293 0 0,0 1 0 0 0,1 0 0 0 0,1 0-1 0 0,0 0 1 0 0,1 1 0 0 0,1 0 0 0 0,-3 24 0 0 0,6-38-15 0 0,0-1 0 0 0,0 0 0 0 0,0 1 1 0 0,0-1-1 0 0,0 0 0 0 0,0 1 0 0 0,0-1 0 0 0,0 0 0 0 0,1 1 0 0 0,-1-1 1 0 0,0 0-1 0 0,1 1 0 0 0,-1-1 0 0 0,1 0 0 0 0,0 0 0 0 0,-1 0 0 0 0,1 0 1 0 0,0 1-1 0 0,0-1 0 0 0,-1 0 0 0 0,1 0 0 0 0,0 0 0 0 0,0 0 0 0 0,0-1 1 0 0,0 1-1 0 0,1 0 0 0 0,-1 0 0 0 0,0-1 0 0 0,0 1 0 0 0,0 0 0 0 0,1-1 1 0 0,-1 0-1 0 0,0 1 0 0 0,0-1 0 0 0,1 1 0 0 0,-1-1 0 0 0,0 0 0 0 0,1 0 1 0 0,-1 0-1 0 0,0 0 0 0 0,1 0 0 0 0,-1 0 0 0 0,0 0 0 0 0,1-1 0 0 0,1 1 1 0 0,9-3-219 0 0,0 1 0 0 0,-1-1 0 0 0,1-1 1 0 0,12-5-1 0 0,-15 5 240 0 0,44-19-268 0 0,62-38-1 0 0,-82 41 340 0 0,1 2 0 0 0,0 1 0 0 0,1 1-1 0 0,1 2 1 0 0,52-12 0 0 0,-87 25-76 0 0,-1 1 0 0 0,0 0 0 0 0,1 0 0 0 0,-1 0 0 0 0,1-1 1 0 0,-1 1-1 0 0,1 0 0 0 0,-1 0 0 0 0,1 0 0 0 0,-1 0 0 0 0,1 0 1 0 0,-1 0-1 0 0,0 0 0 0 0,1 0 0 0 0,-1 0 0 0 0,1 0 0 0 0,-1 1 1 0 0,1-1-1 0 0,-1 0 0 0 0,1 0 0 0 0,-1 0 0 0 0,0 0 0 0 0,1 1 1 0 0,-1-1-1 0 0,1 0 0 0 0,-1 0 0 0 0,0 1 0 0 0,1 0 0 0 0,-6 10-262 0 0,-22 16-332 0 0,25-26 541 0 0,-314 267-1460 0 0,-46 1 2330 0 0,324-243-752 0 0,0 2-1 0 0,2 1 1 0 0,2 3 0 0 0,0 0-1 0 0,3 2 1 0 0,-30 41-1 0 0,60-74-54 0 0,0 0 0 0 0,0 0 0 0 0,0 0-1 0 0,0 0 1 0 0,0 1 0 0 0,0-1 0 0 0,0 0-1 0 0,1 1 1 0 0,-1-1 0 0 0,0 1 0 0 0,1-1-1 0 0,0 0 1 0 0,-1 1 0 0 0,1-1 0 0 0,0 1-1 0 0,-1-1 1 0 0,1 1 0 0 0,0-1 0 0 0,0 1-1 0 0,0-1 1 0 0,1 1 0 0 0,-1 0 0 0 0,1 1 0 0 0,0-2-27 0 0,0-1 1 0 0,1 1-1 0 0,-1 0 1 0 0,1 0-1 0 0,-1-1 1 0 0,1 1 0 0 0,-1-1-1 0 0,1 1 1 0 0,0-1-1 0 0,-1 0 1 0 0,1 0 0 0 0,-1 0-1 0 0,1 0 1 0 0,0 0-1 0 0,-1 0 1 0 0,1 0 0 0 0,0 0-1 0 0,-1-1 1 0 0,1 1-1 0 0,-1 0 1 0 0,4-2 0 0 0,44-12-80 0 0,-1-2 0 0 0,69-33 1 0 0,-79 32 158 0 0,219-109 438 0 0,-28 12 205 0 0,-169 87-522 0 0,121-34 0 0 0,-177 60-173 0 0,0 0 0 0 0,1 0 0 0 0,-1 1 0 0 0,1-1 0 0 0,-1 1 0 0 0,9 1 1 0 0,-13-1-7 0 0,1 0 0 0 0,-1 0 1 0 0,1 0-1 0 0,-1 0 1 0 0,0 0-1 0 0,1 0 1 0 0,-1 0-1 0 0,1 0 1 0 0,-1 1-1 0 0,0-1 1 0 0,1 0-1 0 0,-1 0 1 0 0,0 0-1 0 0,1 1 1 0 0,-1-1-1 0 0,0 0 1 0 0,1 0-1 0 0,-1 1 1 0 0,0-1-1 0 0,0 0 1 0 0,1 1-1 0 0,-1-1 1 0 0,0 0-1 0 0,0 1 1 0 0,0-1-1 0 0,0 1 1 0 0,1-1-1 0 0,-1 0 1 0 0,0 1-1 0 0,0 0 2 0 0,0 1 0 0 0,-1-1-1 0 0,1 0 1 0 0,-1 0 0 0 0,1 1 0 0 0,0-1-1 0 0,-1 0 1 0 0,0 0 0 0 0,1 0 0 0 0,-1 0-1 0 0,0 0 1 0 0,0 0 0 0 0,1 0 0 0 0,-3 2 0 0 0,-27 28 204 0 0,-2-2 1 0 0,-1-1 0 0 0,-43 27 0 0 0,-5 6 38 0 0,-80 58-16 0 0,75-58-40 0 0,-128 119 1 0 0,212-178-196 0 0,0 0 1 0 0,0 0-1 0 0,0 1 1 0 0,0-1-1 0 0,1 0 1 0 0,-1 1-1 0 0,0-1 1 0 0,1 1-1 0 0,0 0 1 0 0,0-1-1 0 0,0 1 1 0 0,0 0-1 0 0,0 0 1 0 0,-1 4-1 0 0,2-6-4 0 0,0-1 0 0 0,0 1 0 0 0,0 0 0 0 0,1-1 0 0 0,-1 1 0 0 0,0 0-1 0 0,0-1 1 0 0,0 1 0 0 0,1 0 0 0 0,-1-1 0 0 0,0 1 0 0 0,1-1 0 0 0,-1 1 0 0 0,0-1 0 0 0,1 1 0 0 0,-1-1 0 0 0,1 1 0 0 0,-1-1 0 0 0,1 1-1 0 0,-1-1 1 0 0,1 1 0 0 0,-1-1 0 0 0,1 0 0 0 0,0 1 0 0 0,1 0-22 0 0,0-1 1 0 0,0 1-1 0 0,0-1 0 0 0,0 1 1 0 0,0-1-1 0 0,1 0 0 0 0,-1 1 1 0 0,0-1-1 0 0,0-1 0 0 0,0 1 1 0 0,3 0-1 0 0,13-3-211 0 0,-1-1 0 0 0,1 0 0 0 0,-1-1 0 0 0,28-13 1 0 0,66-37-180 0 0,-49 22 313 0 0,127-57 140 0 0,-142 71 11 0 0,1 1-1 0 0,54-11 1 0 0,-100 28-42 0 0,0 0-1 0 0,-1 1 0 0 0,1-1 0 0 0,0 1 0 0 0,0 0 1 0 0,0-1-1 0 0,0 1 0 0 0,0 0 0 0 0,0 0 0 0 0,0 0 0 0 0,0 1 1 0 0,0-1-1 0 0,0 0 0 0 0,0 1 0 0 0,0-1 0 0 0,0 1 1 0 0,3 1-1 0 0,-4-1-1 0 0,-1-1 1 0 0,0 1-1 0 0,1-1 1 0 0,-1 1-1 0 0,0-1 1 0 0,0 1-1 0 0,1-1 1 0 0,-1 1-1 0 0,0-1 1 0 0,0 1-1 0 0,0-1 1 0 0,0 1-1 0 0,1-1 1 0 0,-1 1-1 0 0,0 0 1 0 0,0-1-1 0 0,0 1 1 0 0,0-1-1 0 0,0 1 1 0 0,-1-1 0 0 0,1 1-1 0 0,0 0 1 0 0,-11 21-53 0 0,-14 10-31 0 0,-2-2-1 0 0,-1-1 1 0 0,-2-1-1 0 0,-48 35 0 0 0,-12 13 282 0 0,-131 138 280 0 0,-20 18 13 0 0,235-226-479 0 0,-72 68 365 0 0,72-67-333 0 0,0 0 1 0 0,0 1-1 0 0,1-1 1 0 0,0 1-1 0 0,0 1 1 0 0,0-1-1 0 0,1 1 1 0 0,-5 17-1 0 0,8-25-83 0 0,1 1-1 0 0,0 0 0 0 0,-1 0 0 0 0,1-1 0 0 0,0 1 0 0 0,0 0 0 0 0,0 0 1 0 0,0 0-1 0 0,0-1 0 0 0,0 1 0 0 0,1 0 0 0 0,-1 0 0 0 0,1-1 1 0 0,-1 1-1 0 0,1 0 0 0 0,0 0 0 0 0,-1-1 0 0 0,1 1 0 0 0,0-1 1 0 0,0 1-1 0 0,0-1 0 0 0,0 1 0 0 0,2 1 0 0 0,0-1-176 0 0,0 0 0 0 0,-1 0 0 0 0,1 0-1 0 0,0-1 1 0 0,0 1 0 0 0,0-1 0 0 0,0 0 0 0 0,0 0 0 0 0,0 0-1 0 0,1 0 1 0 0,-1-1 0 0 0,4 1 0 0 0,13 1-1047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3:32.2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 0 6913 0 0,'-4'3'609'0'0,"1"-1"-481"0"0,0 1-128 0 0,1 0 0 0 0,1 0 152 0 0,-1-2 8 0 0,1 4 0 0 0,-1 1 0 0 0,-1 4 440 0 0,-1 5 88 0 0,-1 3 16 0 0,2 3 8 0 0,2 1-712 0 0,1 3-112 0 0,1 3-40 0 0,-2-7-8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0.2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90 5985 0 0,'-11'2'275'0'0,"4"-1"89"0"0,1 0 0 0 0,0 0 0 0 0,0 1 0 0 0,-1-1 0 0 0,1 1 0 0 0,0 1 0 0 0,1-1 0 0 0,-1 1 0 0 0,0 0 0 0 0,-7 6 0 0 0,12-9-326 0 0,1 0 1 0 0,0 0-1 0 0,0 0 1 0 0,0 0-1 0 0,0 1 1 0 0,0-1-1 0 0,0 0 1 0 0,0 0-1 0 0,0 0 1 0 0,0 0-1 0 0,0 0 1 0 0,0 0-1 0 0,0 0 1 0 0,0 1 0 0 0,0-1-1 0 0,0 0 1 0 0,0 0-1 0 0,0 0 1 0 0,0 0-1 0 0,0 0 1 0 0,0 1-1 0 0,0-1 1 0 0,0 0-1 0 0,0 0 1 0 0,0 0-1 0 0,0 0 1 0 0,0 0 0 0 0,0 0-1 0 0,0 1 1 0 0,0-1-1 0 0,0 0 1 0 0,0 0-1 0 0,0 0 1 0 0,0 0-1 0 0,0 0 1 0 0,1 0-1 0 0,-1 0 1 0 0,0 0-1 0 0,0 0 1 0 0,0 1-1 0 0,0-1 1 0 0,0 0 0 0 0,0 0-1 0 0,0 0 1 0 0,0 0-1 0 0,1 0 1 0 0,-1 0-1 0 0,0 0 1 0 0,0 0-1 0 0,0 0 1 0 0,0 0-1 0 0,13 4 827 0 0,12-2-99 0 0,245-19 1648 0 0,-24-1-554 0 0,-93 10-3043 0 0,160-28 0 0 0,-216 18-128 0 0,-34 1-2678 0 0,-16 1-548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1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0 276 5065 0 0,'4'0'376'0'0,"0"0"0"0"0,-1 0 0 0 0,1 1-1 0 0,0-1 1 0 0,-1 1 0 0 0,1 0 0 0 0,-1 0 0 0 0,1 0 0 0 0,-1 1-1 0 0,1-1 1 0 0,-1 1 0 0 0,0 0 0 0 0,0 0 0 0 0,5 3 0 0 0,-2 2 218 0 0,1-1 1 0 0,-1 1-1 0 0,0 0 0 0 0,6 11 1 0 0,0-1-203 0 0,-11-15-352 0 0,0-1 1 0 0,0 1-1 0 0,0-1 1 0 0,0 1-1 0 0,1-1 1 0 0,-1 1-1 0 0,0-1 1 0 0,1 0-1 0 0,-1 0 0 0 0,1 0 1 0 0,-1 1-1 0 0,1-2 1 0 0,0 1-1 0 0,-1 0 1 0 0,1 0-1 0 0,2 0 0 0 0,-3-1 0 0 0,0 0-1 0 0,0 0 1 0 0,-1 0-1 0 0,1 0 1 0 0,0 0-1 0 0,0-1 1 0 0,0 1-1 0 0,-1 0 1 0 0,1-1-1 0 0,0 1 1 0 0,0 0-1 0 0,-1-1 1 0 0,1 1-1 0 0,0-1 0 0 0,-1 1 1 0 0,1-1-1 0 0,0 0 1 0 0,-1 1-1 0 0,1-1 1 0 0,-1 1-1 0 0,1-1 1 0 0,-1 0-1 0 0,1 0 1 0 0,0-1-1 0 0,3-7 355 0 0,-1 0-1 0 0,0 0 1 0 0,0 0-1 0 0,2-19 1 0 0,-1 10 32 0 0,2-11-322 0 0,2 0 1 0 0,1 1 0 0 0,1 0 0 0 0,2 0 0 0 0,20-36 0 0 0,-32 64-100 0 0,1-1 0 0 0,-1 0 0 0 0,0 0 1 0 0,1 0-1 0 0,-1 0 0 0 0,1 1 0 0 0,0-1 0 0 0,-1 0 0 0 0,1 1 0 0 0,0-1 0 0 0,-1 0 1 0 0,1 1-1 0 0,0-1 0 0 0,0 1 0 0 0,-1-1 0 0 0,1 1 0 0 0,0 0 0 0 0,0-1 0 0 0,0 1 1 0 0,0 0-1 0 0,-1-1 0 0 0,1 1 0 0 0,0 0 0 0 0,0 0 0 0 0,0 0 0 0 0,0 0 0 0 0,1 0 1 0 0,0 0 14 0 0,-1 1 0 0 0,0 0 1 0 0,0 0-1 0 0,0-1 1 0 0,1 1-1 0 0,-1 0 1 0 0,0 0-1 0 0,0 0 0 0 0,0 0 1 0 0,0 0-1 0 0,-1 1 1 0 0,1-1-1 0 0,0 0 1 0 0,0 0-1 0 0,0 3 0 0 0,4 7 126 0 0,0 1 0 0 0,-1 0 0 0 0,2 13-1 0 0,-5-21-126 0 0,13 79 71 0 0,2 8-41 0 0,-14-81-73 0 0,1 0 0 0 0,0-1 0 0 0,0 0 1 0 0,1 0-1 0 0,1 0 0 0 0,10 16 0 0 0,-13-22-22 0 0,0 0 0 0 0,1 0 0 0 0,-1 0 0 0 0,1-1 0 0 0,0 1 0 0 0,0-1 0 0 0,0 1 0 0 0,0-1 0 0 0,0 0 0 0 0,1 0 0 0 0,-1 0 0 0 0,1-1 0 0 0,-1 1 0 0 0,1-1 0 0 0,0 0 0 0 0,4 1 0 0 0,-5-2-38 0 0,0 1-1 0 0,0-1 0 0 0,0-1 1 0 0,0 1-1 0 0,0 0 0 0 0,0-1 1 0 0,0 1-1 0 0,-1-1 0 0 0,1 0 1 0 0,0 0-1 0 0,0 0 0 0 0,-1 0 1 0 0,1-1-1 0 0,-1 1 0 0 0,1-1 1 0 0,-1 1-1 0 0,1-1 0 0 0,-1 0 1 0 0,0 0-1 0 0,0 0 0 0 0,4-5 1 0 0,12-18-84 0 0,-1-1 0 0 0,-1-2 0 0 0,-1 1 1 0 0,21-58-1 0 0,-21 49 578 0 0,0 1 0 0 0,36-56 1 0 0,-47 84-171 0 0,1 0-1 0 0,1 0 1 0 0,0 1 0 0 0,0 0 0 0 0,12-11 0 0 0,-17 16-199 0 0,1 0 1 0 0,-1 0-1 0 0,0 1 1 0 0,0-1-1 0 0,0 0 1 0 0,0 1-1 0 0,1-1 0 0 0,-1 1 1 0 0,0-1-1 0 0,1 1 1 0 0,-1-1-1 0 0,0 1 1 0 0,1 0-1 0 0,-1 0 1 0 0,0 0-1 0 0,1-1 1 0 0,-1 1-1 0 0,0 1 1 0 0,1-1-1 0 0,-1 0 0 0 0,1 0 1 0 0,-1 0-1 0 0,0 1 1 0 0,1-1-1 0 0,-1 1 1 0 0,0-1-1 0 0,0 1 1 0 0,1-1-1 0 0,-1 1 1 0 0,0 0-1 0 0,0 0 1 0 0,0 0-1 0 0,0-1 0 0 0,0 1 1 0 0,0 0-1 0 0,0 0 1 0 0,0 1-1 0 0,0-1 1 0 0,0 0-1 0 0,-1 0 1 0 0,1 0-1 0 0,0 0 1 0 0,-1 1-1 0 0,1 0 0 0 0,8 18 63 0 0,-2 1 0 0 0,0-1 0 0 0,-1 1 0 0 0,-1 0 0 0 0,2 22 0 0 0,14 51-111 0 0,2 4-778 0 0,-23-97 740 0 0,1-1 0 0 0,-1 0-1 0 0,0 0 1 0 0,0 1-1 0 0,0-1 1 0 0,1 0-1 0 0,-1 0 1 0 0,0 0-1 0 0,0 1 1 0 0,1-1 0 0 0,-1 0-1 0 0,0 0 1 0 0,0 0-1 0 0,1 0 1 0 0,-1 1-1 0 0,0-1 1 0 0,0 0 0 0 0,1 0-1 0 0,-1 0 1 0 0,0 0-1 0 0,1 0 1 0 0,-1 0-1 0 0,0 0 1 0 0,0 0-1 0 0,1 0 1 0 0,-1 0 0 0 0,0 0-1 0 0,1 0 1 0 0,-1 0-1 0 0,0 0 1 0 0,1 0-1 0 0,-1 0 1 0 0,0 0-1 0 0,0-1 1 0 0,1 1 0 0 0,-1 0-1 0 0,0 0 1 0 0,1 0-1 0 0,11-7-2633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1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5985 0 0,'31'-1'4288'0'0,"79"-11"1542"0"0,-1-7-3612 0 0,123-12-5456 0 0,-204 30-589 0 0,-1 1-1036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2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14 330 456 0 0,'-14'0'17928'0'0,"16"2"-17879"0"0,-1-1-1 0 0,1 0 1 0 0,0 1-1 0 0,0-1 1 0 0,-1 0 0 0 0,1 0-1 0 0,0 0 1 0 0,0 0-1 0 0,0-1 1 0 0,0 1 0 0 0,0 0-1 0 0,0-1 1 0 0,0 0 0 0 0,0 1-1 0 0,0-1 1 0 0,1 0-1 0 0,-1 0 1 0 0,0 0 0 0 0,0 0-1 0 0,0 0 1 0 0,0-1-1 0 0,0 1 1 0 0,0-1 0 0 0,0 1-1 0 0,0-1 1 0 0,0 0 0 0 0,0 1-1 0 0,0-1 1 0 0,0 0-1 0 0,0-1 1 0 0,-1 1 0 0 0,4-3-1 0 0,-3 2-54 0 0,-1 0 0 0 0,0-1-1 0 0,0 1 1 0 0,0-1 0 0 0,0 1-1 0 0,0-1 1 0 0,-1 1 0 0 0,1-1-1 0 0,-1 0 1 0 0,0 1 0 0 0,0-5-1 0 0,0-32-69 0 0,-4-17 88 0 0,1 30 13 0 0,1 0 1 0 0,2 0 0 0 0,0 0-1 0 0,2-1 1 0 0,6-33 0 0 0,-5 62 1196 0 0,3 11-787 0 0,3 15-187 0 0,-5-10-121 0 0,4 14 11 0 0,18 43-1 0 0,-23-66-139 0 0,1-1 0 0 0,0 0 0 0 0,1 0 0 0 0,0 0-1 0 0,0-1 1 0 0,0 0 0 0 0,1 1 0 0 0,0-2 0 0 0,1 1 0 0 0,6 5 0 0 0,-12-11-14 0 0,-1-1 0 0 0,1 0 0 0 0,-1 1 0 0 0,1-1 0 0 0,-1 0 0 0 0,1 0 0 0 0,-1 1 0 0 0,1-1 0 0 0,-1 0 0 0 0,1 0 0 0 0,-1 0 0 0 0,1 1 0 0 0,-1-1 0 0 0,1 0 0 0 0,0 0 0 0 0,-1 0 0 0 0,1 0 0 0 0,-1 0 0 0 0,1 0 0 0 0,-1 0 0 0 0,1 0 0 0 0,-1 0 0 0 0,1-1 0 0 0,0 1 0 0 0,-1 0 0 0 0,1 0 0 0 0,-1 0 0 0 0,1-1 0 0 0,11-15-233 0 0,1-33 75 0 0,-11 38 118 0 0,5-18 55 0 0,-5 15 9 0 0,2-1 1 0 0,0 1 0 0 0,0 0 0 0 0,1 0 0 0 0,1 0 0 0 0,1 1 0 0 0,10-18 0 0 0,-16 30 9 0 0,0 0 0 0 0,0 0 0 0 0,-1 0 0 0 0,1 0 1 0 0,0 0-1 0 0,0 0 0 0 0,0 0 0 0 0,0 1 0 0 0,0-1 0 0 0,0 0 1 0 0,1 1-1 0 0,-1-1 0 0 0,0 1 0 0 0,0-1 0 0 0,0 1 1 0 0,1 0-1 0 0,-1-1 0 0 0,0 1 0 0 0,0 0 0 0 0,1 0 1 0 0,-1 0-1 0 0,0 0 0 0 0,3 0 0 0 0,-1 1 4 0 0,-1 0 0 0 0,1 0 0 0 0,0 0 0 0 0,-1 0 0 0 0,1 0 0 0 0,-1 1 0 0 0,1-1 0 0 0,-1 1 0 0 0,1 0-1 0 0,2 2 1 0 0,4 6 3 0 0,0 0 0 0 0,0 0 0 0 0,10 17 0 0 0,-18-26-26 0 0,5 7-10 0 0,1 4 10 0 0,1-1 0 0 0,1 0-1 0 0,17 17 1 0 0,-25-27-22 0 0,1 1 1 0 0,-1 0-1 0 0,1-1 0 0 0,0 1 0 0 0,0-1 1 0 0,0 0-1 0 0,0 0 0 0 0,0 0 1 0 0,0 0-1 0 0,0 0 0 0 0,0 0 0 0 0,1 0 1 0 0,-1 0-1 0 0,0-1 0 0 0,0 0 0 0 0,1 1 1 0 0,-1-1-1 0 0,0 0 0 0 0,1 0 1 0 0,-1 0-1 0 0,0 0 0 0 0,1 0 0 0 0,-1-1 1 0 0,0 1-1 0 0,0-1 0 0 0,1 0 0 0 0,-1 1 1 0 0,0-1-1 0 0,3-2 0 0 0,-2 1-4 0 0,-1 0 0 0 0,1 0 1 0 0,-1-1-1 0 0,0 1 0 0 0,0-1 0 0 0,0 1 0 0 0,0-1 0 0 0,0 0 0 0 0,0 0 0 0 0,-1 0 0 0 0,2-5 0 0 0,13-42 96 0 0,-5 16 81 0 0,-11 33-139 0 0,15-32 79 0 0,-15 31-66 0 0,1 0 0 0 0,0 1 1 0 0,0-1-1 0 0,0 0 0 0 0,0 1 1 0 0,0-1-1 0 0,1 1 0 0 0,-1-1 1 0 0,0 1-1 0 0,1 0 0 0 0,-1-1 0 0 0,1 1 1 0 0,-1 0-1 0 0,1 0 0 0 0,1-1 1 0 0,-2 2-9 0 0,0 0 1 0 0,0 1 0 0 0,-1-1 0 0 0,1 0-1 0 0,0 1 1 0 0,0-1 0 0 0,-1 0 0 0 0,1 1 0 0 0,0-1-1 0 0,-1 1 1 0 0,1-1 0 0 0,0 1 0 0 0,-1-1-1 0 0,1 1 1 0 0,-1-1 0 0 0,1 1 0 0 0,-1 0-1 0 0,1-1 1 0 0,-1 1 0 0 0,0 0 0 0 0,1 1-1 0 0,11 19 153 0 0,-10-16-122 0 0,30 62 38 0 0,40 74 422 0 0,-63-126-801 0 0,2 0-1 0 0,-1 0 0 0 0,2-1 0 0 0,0-1 0 0 0,1 0 1 0 0,22 19-1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2.9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1 203 6449 0 0,'11'-6'725'0'0,"1"1"-1"0"0,-1 0 1 0 0,1 0-1 0 0,0 2 1 0 0,0-1-1 0 0,14-1 0 0 0,7-2 456 0 0,415-72 7376 0 0,-231 48-7585 0 0,-154 22-879 0 0,-30 5-241 0 0,0-1-1 0 0,0-2 0 0 0,34-12 1 0 0,-56 15-716 0 0,-2-1-251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3.6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78 7834 0 0,'-1'4'189'0'0,"1"0"0"0"0,-1 0 0 0 0,1 0 0 0 0,0 0 0 0 0,0 0 0 0 0,0 0 0 0 0,1 0 1 0 0,0 0-1 0 0,-1 1 0 0 0,4 6 0 0 0,16 39 1837 0 0,-19-48-1945 0 0,0 0 1 0 0,0 0-1 0 0,0 1 1 0 0,0-1-1 0 0,0 0 1 0 0,1 0-1 0 0,-1-1 1 0 0,1 1-1 0 0,-1 0 1 0 0,1 0-1 0 0,0-1 1 0 0,0 1-1 0 0,-1-1 1 0 0,1 0-1 0 0,0 1 1 0 0,0-1-1 0 0,1 0 1 0 0,-1 0 0 0 0,0 0-1 0 0,0-1 1 0 0,0 1-1 0 0,1 0 1 0 0,-1-1-1 0 0,0 1 1 0 0,1-1-1 0 0,-1 0 1 0 0,4 0-1 0 0,-3-1-22 0 0,-1 1 0 0 0,1-1 0 0 0,0 0 0 0 0,-1 0 0 0 0,0-1 0 0 0,1 1 0 0 0,-1-1 0 0 0,0 1 0 0 0,1-1-1 0 0,-1 0 1 0 0,0 1 0 0 0,0-1 0 0 0,0 0 0 0 0,-1 0 0 0 0,1-1 0 0 0,0 1 0 0 0,-1 0 0 0 0,0 0 0 0 0,1-1 0 0 0,-1 1 0 0 0,0-1 0 0 0,0 1 0 0 0,1-6 0 0 0,0 1 102 0 0,-1-1 0 0 0,0 1 0 0 0,-1-1 0 0 0,1 0 0 0 0,-1 1 0 0 0,-1-1 0 0 0,1 0 0 0 0,-1 1 0 0 0,-1-1 0 0 0,1 0 0 0 0,-2 1 0 0 0,1 0 0 0 0,-1 0 1 0 0,-3-8-1 0 0,5 12-91 0 0,0 0 1 0 0,-1 0 0 0 0,1 1 0 0 0,-1-1 0 0 0,1 0 0 0 0,-1 1 0 0 0,0-1 0 0 0,0 1 0 0 0,0 0 0 0 0,0 0 0 0 0,-1 0-1 0 0,1 0 1 0 0,0 0 0 0 0,-1 0 0 0 0,1 0 0 0 0,-1 1 0 0 0,0 0 0 0 0,0-1 0 0 0,1 1 0 0 0,-1 0 0 0 0,0 0 0 0 0,0 0-1 0 0,0 1 1 0 0,0-1 0 0 0,0 1 0 0 0,0 0 0 0 0,0-1 0 0 0,0 1 0 0 0,0 1 0 0 0,-1-1 0 0 0,1 0 0 0 0,0 1 0 0 0,0 0-1 0 0,0-1 1 0 0,1 1 0 0 0,-1 0 0 0 0,-4 2 0 0 0,4-1-163 0 0,-1 1 0 0 0,1-1 1 0 0,-1 0-1 0 0,1 1 0 0 0,0 0 0 0 0,0 0 0 0 0,1 0 0 0 0,-1 0 0 0 0,0 0 1 0 0,1 0-1 0 0,0 1 0 0 0,0-1 0 0 0,0 1 0 0 0,0 0 0 0 0,-1 4 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4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11979 0 0,'2'-1'170'0'0,"1"0"0"0"0,-1 0 0 0 0,0 0 0 0 0,1 1 0 0 0,-1-1 0 0 0,0 0 0 0 0,1 1 0 0 0,-1 0 0 0 0,1 0 0 0 0,-1 0 0 0 0,1 0 0 0 0,-1 0 0 0 0,1 0 0 0 0,-1 0 1 0 0,1 1-1 0 0,-1-1 0 0 0,0 1 0 0 0,1 0 0 0 0,-1 0 0 0 0,0 0 0 0 0,0 0 0 0 0,1 0 0 0 0,-1 0 0 0 0,0 1 0 0 0,0-1 0 0 0,0 1 0 0 0,0-1 0 0 0,-1 1 0 0 0,1 0 1 0 0,0-1-1 0 0,-1 1 0 0 0,1 0 0 0 0,-1 0 0 0 0,1 1 0 0 0,-1-1 0 0 0,2 4 0 0 0,3 6 181 0 0,-1 0 0 0 0,0 0 0 0 0,-1 0 0 0 0,0 1 1 0 0,4 20-1 0 0,8 66 117 0 0,5 28-483 0 0,1-44-7597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4.3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0 295 1840 0 0,'4'-16'566'0'0,"1"0"-1"0"0,0 0 1 0 0,1 0-1 0 0,0 1 1 0 0,2 0-1 0 0,15-24 1 0 0,-9 19 849 0 0,1 0 1 0 0,0 1 0 0 0,34-33-1 0 0,-41 46-824 0 0,0 0 1 0 0,1 0-1 0 0,-1 0 0 0 0,1 1 1 0 0,0 0-1 0 0,1 1 0 0 0,17-6 0 0 0,-25 10-469 0 0,0-1-1 0 0,1 0 0 0 0,-1 1 1 0 0,0 0-1 0 0,1 0 0 0 0,-1-1 0 0 0,0 1 1 0 0,1 1-1 0 0,-1-1 0 0 0,1 0 0 0 0,-1 0 1 0 0,0 1-1 0 0,0 0 0 0 0,1-1 1 0 0,-1 1-1 0 0,3 1 0 0 0,-3 0-78 0 0,-1-1 0 0 0,1 1 1 0 0,-1-1-1 0 0,0 1 0 0 0,1 0 0 0 0,-1-1 0 0 0,0 1 0 0 0,0 0 1 0 0,0 0-1 0 0,0 0 0 0 0,0 0 0 0 0,0 0 0 0 0,-1 0 0 0 0,1 0 1 0 0,-1 0-1 0 0,1 0 0 0 0,-1 0 0 0 0,0 0 0 0 0,0 1 0 0 0,0-1 1 0 0,0 3-1 0 0,-3 23 11 0 0,-1-1 0 0 0,-1 1 0 0 0,-1-1 0 0 0,-1-1 0 0 0,-2 1 0 0 0,-12 26 0 0 0,-10 35 23 0 0,27-77-17 0 0,1-1 0 0 0,1 1 0 0 0,0 0 0 0 0,0 0 0 0 0,1 0 0 0 0,0 0 0 0 0,1 0 0 0 0,1 10 0 0 0,0-18-21 0 0,-1 0 0 0 0,1 0 0 0 0,0 0 0 0 0,0 0 0 0 0,0 0 0 0 0,0-1 0 0 0,0 1 0 0 0,1 0 0 0 0,-1-1 0 0 0,1 1 0 0 0,0-1 0 0 0,0 1 0 0 0,0-1 0 0 0,0 0 0 0 0,0 0 1 0 0,0 0-1 0 0,0 0 0 0 0,1 0 0 0 0,-1-1 0 0 0,1 1 0 0 0,-1-1 0 0 0,1 1 0 0 0,0-1 0 0 0,0 0 0 0 0,-1 0 0 0 0,1 0 0 0 0,0-1 0 0 0,0 1 0 0 0,0-1 0 0 0,0 1 0 0 0,0-1 0 0 0,0 0 1 0 0,0 0-1 0 0,4-1 0 0 0,14 1-742 0 0,0-2 1 0 0,0-1-1 0 0,-1-1 0 0 0,32-9 1 0 0,-25 6-930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4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10 920 0 0,'34'-9'15096'0'0,"-24"21"-14670"0"0,14 27 2073 0 0,19 44 0 0 0,15 27-5635 0 0,-42-86-3534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4.8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1376 0 0,'18'18'11698'0'0,"21"29"-7587"0"0,-22-23-3333 0 0,0 1 1 0 0,-2 0-1 0 0,-1 2 1 0 0,0-1-1 0 0,15 50 1 0 0,-18-40-1026 0 0,-1 0 0 0 0,-2 1 0 0 0,-2 0-1 0 0,2 44 1 0 0,-7-69-791 0 0,-1 0 0 0 0,-1-1 0 0 0,0 1 0 0 0,-2 12 0 0 0,-3-7-4790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5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1 213 1840 0 0,'3'-16'886'0'0,"1"0"1"0"0,1 1-1 0 0,0 0 0 0 0,1 0 0 0 0,0 0 0 0 0,1 1 0 0 0,1 0 0 0 0,0 0 0 0 0,1 1 0 0 0,1 0 0 0 0,17-18 0 0 0,-25 29-659 0 0,0 0 1 0 0,0 0-1 0 0,0 0 0 0 0,0 1 0 0 0,0-1 0 0 0,0 1 0 0 0,1-1 1 0 0,-1 1-1 0 0,1 0 0 0 0,-1 0 0 0 0,1 0 0 0 0,-1 0 0 0 0,1 0 1 0 0,-1 1-1 0 0,6-1 0 0 0,-7 1-153 0 0,0 0 1 0 0,0 1-1 0 0,1-1 0 0 0,-1 1 1 0 0,0 0-1 0 0,0-1 0 0 0,0 1 1 0 0,0 0-1 0 0,0-1 0 0 0,0 1 1 0 0,0 0-1 0 0,0 0 0 0 0,0 0 1 0 0,0 0-1 0 0,0 0 1 0 0,-1 0-1 0 0,1 0 0 0 0,0 0 1 0 0,-1 1-1 0 0,1-1 0 0 0,-1 0 1 0 0,1 0-1 0 0,-1 0 0 0 0,0 1 1 0 0,1-1-1 0 0,-1 0 0 0 0,0 0 1 0 0,0 1-1 0 0,0-1 1 0 0,0 0-1 0 0,0 1 0 0 0,0-1 1 0 0,-1 2-1 0 0,0 14 69 0 0,-1 0 0 0 0,-1 0 0 0 0,0 0 0 0 0,-1 0 0 0 0,-1-1 0 0 0,-1 0 1 0 0,-10 23-1 0 0,-7 18-50 0 0,23-57-92 0 0,-12 35-8 0 0,-10 53 1 0 0,20-79 36 0 0,0 1 0 0 0,1 0-1 0 0,0 0 1 0 0,1 0-1 0 0,0 0 1 0 0,1 0 0 0 0,0 0-1 0 0,0 0 1 0 0,1 0 0 0 0,5 15-1 0 0,-5-21 22 0 0,-1-1-1 0 0,1 0 1 0 0,0-1-1 0 0,-1 1 1 0 0,2 0-1 0 0,-1 0 1 0 0,0-1-1 0 0,0 1 1 0 0,1-1-1 0 0,-1 0 1 0 0,1 1-1 0 0,0-1 0 0 0,-1 0 1 0 0,1-1-1 0 0,0 1 1 0 0,0-1-1 0 0,0 1 1 0 0,1-1-1 0 0,-1 0 1 0 0,0 0-1 0 0,0 0 1 0 0,1 0-1 0 0,-1-1 1 0 0,1 1-1 0 0,-1-1 1 0 0,0 0-1 0 0,1 0 1 0 0,-1 0-1 0 0,1-1 1 0 0,-1 1-1 0 0,4-2 1 0 0,13-2 4 0 0,-1-1 1 0 0,0 0 0 0 0,0-2-1 0 0,20-9 1 0 0,-19 8-196 0 0,36-17-379 0 0,20-8-4016 0 0,-58 27-1727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5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61 6449 0 0,'0'0'158'0'0,"-1"0"0"0"0,0 0 0 0 0,1 0 0 0 0,-1 0-1 0 0,0 0 1 0 0,0 0 0 0 0,1-1 0 0 0,-1 1-1 0 0,0 0 1 0 0,1 0 0 0 0,-1-1 0 0 0,0 1 0 0 0,1 0-1 0 0,-1-1 1 0 0,1 1 0 0 0,-1 0 0 0 0,0-1-1 0 0,1 1 1 0 0,-1-1 0 0 0,1 1 0 0 0,-1-1 0 0 0,1 1-1 0 0,-1-1 1 0 0,1 1 0 0 0,0-1 0 0 0,-1 0 0 0 0,1 1-1 0 0,0-1 1 0 0,-1 0 0 0 0,1 0 0 0 0,0-1 70 0 0,0 1 1 0 0,1 0-1 0 0,-1 0 1 0 0,1 0-1 0 0,0 0 1 0 0,-1 0-1 0 0,1 0 1 0 0,0 0-1 0 0,0 0 1 0 0,0 0-1 0 0,-1 0 1 0 0,1 0-1 0 0,0 0 1 0 0,0 0-1 0 0,2 0 1 0 0,4-4 758 0 0,1 0 1 0 0,0 1 0 0 0,15-7 0 0 0,-19 10-873 0 0,0 0 0 0 0,0-1 0 0 0,0 2 0 0 0,0-1 0 0 0,0 0 1 0 0,0 1-1 0 0,0 0 0 0 0,0 0 0 0 0,1 0 0 0 0,-1 0 0 0 0,0 1 0 0 0,0 0 0 0 0,0 0 0 0 0,0 0 0 0 0,0 0 0 0 0,6 3 0 0 0,-7-2-42 0 0,0 0 0 0 0,0 0-1 0 0,-1 1 1 0 0,1-1-1 0 0,-1 1 1 0 0,1-1 0 0 0,-1 1-1 0 0,0 0 1 0 0,0 0-1 0 0,0 0 1 0 0,-1 0 0 0 0,1 0-1 0 0,-1 0 1 0 0,1 0-1 0 0,-1 1 1 0 0,0-1-1 0 0,0 0 1 0 0,0 1 0 0 0,-1-1-1 0 0,1 4 1 0 0,0 12-69 0 0,-1 0 0 0 0,-1 1-1 0 0,0-1 1 0 0,-1-1 0 0 0,-5 20 0 0 0,2-13 6 0 0,2-1 0 0 0,-1 27 0 0 0,4-50-4 0 0,0 0-1 0 0,0 0 1 0 0,-1 0-1 0 0,1 0 1 0 0,1 0-1 0 0,-1 0 1 0 0,0 0-1 0 0,0 0 1 0 0,0 0-1 0 0,0 0 1 0 0,1-1-1 0 0,-1 1 1 0 0,0 0-1 0 0,1 0 1 0 0,-1 0-1 0 0,1 0 1 0 0,-1 0-1 0 0,1-1 1 0 0,-1 1-1 0 0,1 0 1 0 0,0 0-1 0 0,-1-1 1 0 0,1 1-1 0 0,0 0 1 0 0,0-1-1 0 0,-1 1 1 0 0,1-1-1 0 0,0 1 1 0 0,0-1-1 0 0,0 1 1 0 0,0-1-1 0 0,0 0 1 0 0,-1 1-1 0 0,1-1 1 0 0,0 0-1 0 0,0 0 1 0 0,0 1-1 0 0,0-1 1 0 0,0 0-1 0 0,0 0 1 0 0,0 0-1 0 0,0 0 1 0 0,0-1-1 0 0,0 1 1 0 0,0 0-1 0 0,0 0 1 0 0,0 0-1 0 0,0-1 1 0 0,0 1-1 0 0,0-1 1 0 0,0 0-1 0 0,8-2 23 0 0,0-1 1 0 0,0 0-1 0 0,15-11 0 0 0,-21 13-32 0 0,39-28-854 0 0,-1-2 1 0 0,54-55-1 0 0,-31 26-807 0 0,-49 48 1598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6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18 8754 0 0,'-20'-17'5146'0'0,"21"31"-1122"0"0,22 129-1196 0 0,9 40-2238 0 0,-23-147-3955 0 0,18 46 0 0 0,-19-62-2933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6.5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0 180 7370 0 0,'3'-8'312'0'0,"-1"1"0"0"0,1 0 0 0 0,0 0 0 0 0,1 0 0 0 0,0 0 0 0 0,0 0 0 0 0,0 1 0 0 0,1 0 0 0 0,0 0 0 0 0,0 0 0 0 0,9-7 0 0 0,1-1 1017 0 0,1 2 0 0 0,0 0 0 0 0,23-13 0 0 0,-29 20-806 0 0,0 0 0 0 0,1 0-1 0 0,-1 1 1 0 0,15-3 0 0 0,-21 6-404 0 0,-1 0 1 0 0,1 1 0 0 0,-1-1 0 0 0,1 1-1 0 0,-1 0 1 0 0,1 0 0 0 0,-1 0 0 0 0,5 1-1 0 0,-7 0-85 0 0,1-1 0 0 0,-1 0 0 0 0,0 1 0 0 0,0-1-1 0 0,0 1 1 0 0,0-1 0 0 0,1 1 0 0 0,-1 0 0 0 0,0-1 0 0 0,0 1-1 0 0,0 0 1 0 0,0 0 0 0 0,0 0 0 0 0,-1 0 0 0 0,1 0-1 0 0,0 0 1 0 0,0 0 0 0 0,-1 0 0 0 0,1 0 0 0 0,0 0 0 0 0,-1 0-1 0 0,1 2 1 0 0,0 1-9 0 0,0-1 1 0 0,-1 1-1 0 0,0-1 0 0 0,0 1 0 0 0,0-1 1 0 0,0 1-1 0 0,0-1 0 0 0,-1 1 0 0 0,1-1 0 0 0,-1 0 1 0 0,-2 7-1 0 0,-18 39 114 0 0,14-35-89 0 0,-29 58 193 0 0,21-45-61 0 0,1 0 1 0 0,2 1 0 0 0,-11 36 0 0 0,22-62-159 0 0,0 0 1 0 0,1 1-1 0 0,-1-1 1 0 0,1 0-1 0 0,-1 1 1 0 0,1-1-1 0 0,0 1 1 0 0,0-1-1 0 0,0 1 1 0 0,1-1-1 0 0,-1 0 1 0 0,0 1-1 0 0,1-1 1 0 0,0 0-1 0 0,-1 1 1 0 0,1-1-1 0 0,0 0 0 0 0,0 0 1 0 0,1 1-1 0 0,1 2 1 0 0,0-2-6 0 0,-1-1-1 0 0,1 0 1 0 0,0 0 0 0 0,-1 0-1 0 0,1 0 1 0 0,0 0 0 0 0,0-1-1 0 0,0 1 1 0 0,1-1-1 0 0,-1 0 1 0 0,0 0 0 0 0,1 0-1 0 0,2 1 1 0 0,9 0 9 0 0,-1-1-1 0 0,1 0 1 0 0,0-1-1 0 0,-1-1 1 0 0,26-4-1 0 0,44-11-188 0 0,31-5-4654 0 0,-91 18-1968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6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80 4609 0 0,'8'-6'9354'0'0,"18"-7"-5860"0"0,102-23 916 0 0,3 12-6649 0 0,-108 23-288 0 0,-13 1 677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7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0,'3'7'15969'0'0,"2"0"-18089"0"0,-2 1 2313 0 0,-1 1-1 0 0,1-1 1 0 0,-2 0-1 0 0,1 1 0 0 0,-1 0 1 0 0,0-1-1 0 0,-1 16 1 0 0,0 4 28 0 0,3 5-680 0 0,9 88 1292 0 0,-8-102-3200 0 0,0 0-1 0 0,8 21 1 0 0,-2-16-4819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7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21 10594 0 0,'-17'-20'8416'0'0,"18"31"-6069"0"0,2 31-1985 0 0,-1 0 0 0 0,-2 0 0 0 0,-7 48 0 0 0,3-54-564 0 0,2-1 1 0 0,1 1 0 0 0,1 0-1 0 0,11 69 1 0 0,1-66-1075 0 0,0-15-4392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7.8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0 109 1376 0 0,'0'-3'247'0'0,"0"-1"0"0"0,0 1 0 0 0,1 0 0 0 0,-1-1 0 0 0,1 1 0 0 0,-1 0 0 0 0,1 0 0 0 0,0-1 0 0 0,1 1 0 0 0,-1 0 0 0 0,0 0 0 0 0,1 0 0 0 0,0 0 1 0 0,-1 1-1 0 0,1-1 0 0 0,0 0 0 0 0,3-2 0 0 0,0 0 351 0 0,0 0 0 0 0,0 1 0 0 0,0-1 1 0 0,1 1-1 0 0,0 0 0 0 0,-1 1 1 0 0,2-1-1 0 0,9-3 0 0 0,-12 5-197 0 0,1 0-1 0 0,0 1 1 0 0,1-1-1 0 0,-1 1 1 0 0,0 0-1 0 0,0 1 1 0 0,0-1-1 0 0,0 1 1 0 0,1 0-1 0 0,-1 0 1 0 0,7 2 0 0 0,-9-2-278 0 0,-1 1 0 0 0,1 0 0 0 0,0 0 1 0 0,-1 0-1 0 0,1 0 0 0 0,-1 0 0 0 0,1 1 1 0 0,-1-1-1 0 0,0 1 0 0 0,0-1 0 0 0,1 1 1 0 0,-1 0-1 0 0,0 0 0 0 0,0 0 0 0 0,-1 0 1 0 0,1 0-1 0 0,0 1 0 0 0,-1-1 1 0 0,1 0-1 0 0,-1 1 0 0 0,2 4 0 0 0,-1 2-77 0 0,1 0-1 0 0,-1 0 1 0 0,-1 0-1 0 0,0 0 0 0 0,0 0 1 0 0,-1 0-1 0 0,0 0 1 0 0,-1 0-1 0 0,0 1 0 0 0,-4 16 1 0 0,-3 9-95 0 0,-19 46 1 0 0,24-72 45 0 0,-18 40-112 0 0,14-36 292 0 0,2 0 0 0 0,-1 1 1 0 0,2-1-1 0 0,0 1 0 0 0,-5 24 1 0 0,9-37-110 0 0,0 0 0 0 0,0 0 0 0 0,0 0 0 0 0,0 0 1 0 0,0 0-1 0 0,0 0 0 0 0,0 0 0 0 0,1 0 0 0 0,-1 0 0 0 0,0 0 1 0 0,1 0-1 0 0,-1 0 0 0 0,0 0 0 0 0,1 0 0 0 0,-1 0 1 0 0,1 0-1 0 0,-1 0 0 0 0,1 0 0 0 0,0-1 0 0 0,-1 1 0 0 0,1 0 1 0 0,0 0-1 0 0,0-1 0 0 0,0 2 0 0 0,1-1-13 0 0,0 0 1 0 0,0-1-1 0 0,1 1 0 0 0,-1 0 0 0 0,0-1 0 0 0,0 1 1 0 0,0-1-1 0 0,0 0 0 0 0,0 1 0 0 0,1-1 0 0 0,1-1 0 0 0,8 0-29 0 0,1 0 0 0 0,-1-2-1 0 0,15-4 1 0 0,-20 5 41 0 0,37-10-246 0 0,41-10-950 0 0,-28 10-2388 0 0,-35 9-3050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8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 2761 0 0,'4'-3'619'0'0,"-1"1"0"0"0,1 0 0 0 0,0 0 0 0 0,0 0 1 0 0,-1 0-1 0 0,1 1 0 0 0,0-1 0 0 0,1 1 1 0 0,-1 0-1 0 0,0 0 0 0 0,0 1 0 0 0,0-1 0 0 0,6 1 1 0 0,-1-1 201 0 0,0 1 0 0 0,0 1 0 0 0,0-1 0 0 0,1 2 0 0 0,10 2-1 0 0,-17-4-669 0 0,-1 1 0 0 0,1 0 0 0 0,0 1 0 0 0,0-1 0 0 0,0 0 0 0 0,-1 1 0 0 0,1 0 0 0 0,-1-1 0 0 0,1 1-1 0 0,-1 0 1 0 0,0 0 0 0 0,0 0 0 0 0,0 1 0 0 0,0-1 0 0 0,0 1 0 0 0,0-1 0 0 0,2 5 0 0 0,-2-2-2 0 0,0 0-1 0 0,0 1 1 0 0,-1-1 0 0 0,1 1 0 0 0,-1-1 0 0 0,-1 1 0 0 0,1-1 0 0 0,-1 12 0 0 0,-1 3 96 0 0,-2 0 0 0 0,0 0 0 0 0,-1 0 0 0 0,-8 23 0 0 0,11-42-240 0 0,-1 6 101 0 0,-1 1 0 0 0,2 0 0 0 0,-1-1-1 0 0,1 1 1 0 0,-1 10 0 0 0,2-18-90 0 0,0 1 1 0 0,0 0-1 0 0,0 0 1 0 0,1 0-1 0 0,-1 0 0 0 0,0 0 1 0 0,0 0-1 0 0,0 0 1 0 0,1-1-1 0 0,-1 1 0 0 0,0 0 1 0 0,1 0-1 0 0,-1 0 1 0 0,1-1-1 0 0,-1 1 1 0 0,1 0-1 0 0,0-1 0 0 0,-1 1 1 0 0,1 0-1 0 0,-1-1 1 0 0,2 2-1 0 0,0-2-7 0 0,-1 1 0 0 0,1-1-1 0 0,-1 0 1 0 0,1 1 0 0 0,0-1 0 0 0,-1 0 0 0 0,1 0 0 0 0,-1 0-1 0 0,1 0 1 0 0,-1 0 0 0 0,1-1 0 0 0,0 1 0 0 0,-1 0 0 0 0,1-1-1 0 0,-1 1 1 0 0,1-1 0 0 0,1-1 0 0 0,14-6-390 0 0,0-1-1 0 0,-1 0 1 0 0,0-2-1 0 0,17-14 1 0 0,-14 11-938 0 0,1-1-5809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8.6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5529 0 0,'-2'12'9258'0'0,"4"21"-5237"0"0,-2-27-3271 0 0,1 12 123 0 0,1 1 1 0 0,0-1 0 0 0,7 22 0 0 0,-6-28-1197 0 0,1 0 1 0 0,1-1-1 0 0,0 1 1 0 0,1-1-1 0 0,11 17 1 0 0,-4-10-7257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09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222 42 4145 0 0,'-90'22'1777'0'0,"56"-11"1824"0"0,-63 29-1 0 0,105-40-660 0 0,45-5-2263 0 0,586-72 888 0 0,-369 50-5583 0 0,-223 21-1259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0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10 387 1952 0 0,'-10'3'9541'0'0,"21"-21"-7338"0"0,-7 12-1887 0 0,1-1-1 0 0,-1 0 1 0 0,-1 0-1 0 0,4-9 1 0 0,-3-7 949 0 0,4-46-1 0 0,-8 51-926 0 0,2 1-1 0 0,0 0 1 0 0,1-1-1 0 0,1 1 1 0 0,6-17-1 0 0,-10 33-322 0 0,0 0 0 0 0,0 0 0 0 0,0 0 0 0 0,1 0 0 0 0,-1 0 0 0 0,0 0 0 0 0,1 1 0 0 0,-1-1 0 0 0,1 0 0 0 0,-1 0 0 0 0,1 0-1 0 0,0 0 1 0 0,-1 1 0 0 0,1-1 0 0 0,0 0 0 0 0,-1 0 0 0 0,1 1 0 0 0,0-1 0 0 0,0 1 0 0 0,0-1 0 0 0,-1 1 0 0 0,1-1 0 0 0,0 1 0 0 0,0-1 0 0 0,0 1 0 0 0,0 0-1 0 0,0 0 1 0 0,0-1 0 0 0,0 1 0 0 0,0 0 0 0 0,0 0 0 0 0,0 0 0 0 0,0 0 0 0 0,0 0 0 0 0,0 0 0 0 0,0 0 0 0 0,0 0 0 0 0,0 1 0 0 0,0-1 0 0 0,0 0-1 0 0,0 1 1 0 0,0-1 0 0 0,0 0 0 0 0,-1 1 0 0 0,1-1 0 0 0,0 1 0 0 0,0-1 0 0 0,0 1 0 0 0,-1 0 0 0 0,2 1 0 0 0,6 5 96 0 0,-1 0-1 0 0,0 0 1 0 0,0 1 0 0 0,6 10 0 0 0,-5-7-74 0 0,24 31 30 0 0,34 42 143 0 0,-56-74-189 0 0,0 1-1 0 0,0-1 1 0 0,1-1-1 0 0,0 0 0 0 0,14 8 1 0 0,-24-16-22 0 0,0-1 0 0 0,0 1 1 0 0,0-1-1 0 0,0 1 0 0 0,0-1 1 0 0,1 0-1 0 0,-1 1 1 0 0,0-1-1 0 0,0 0 0 0 0,0 0 1 0 0,0 0-1 0 0,1 0 0 0 0,-1 0 1 0 0,0 0-1 0 0,0 0 0 0 0,0 0 1 0 0,1 0-1 0 0,-1 0 1 0 0,0-1-1 0 0,0 1 0 0 0,0 0 1 0 0,0-1-1 0 0,2 0 0 0 0,-1-1-2 0 0,0 1-1 0 0,1-1 1 0 0,-1 0-1 0 0,0 0 0 0 0,0 0 1 0 0,0-1-1 0 0,0 1 1 0 0,0 0-1 0 0,2-5 0 0 0,3-7-22 0 0,0 0 0 0 0,9-30 0 0 0,-11 30 14 0 0,9-27-16 0 0,-3 7 89 0 0,20-40 0 0 0,-27 66 10 0 0,0 0-1 0 0,0 1 0 0 0,1 0 1 0 0,0 0-1 0 0,0 0 1 0 0,1 0-1 0 0,-1 1 0 0 0,2-1 1 0 0,-1 2-1 0 0,11-9 0 0 0,-15 13-61 0 0,0-1-1 0 0,0 1 1 0 0,0 0-1 0 0,0 0 1 0 0,0 0-1 0 0,0 0 1 0 0,0 0-1 0 0,1 1 1 0 0,-1-1-1 0 0,0 1 1 0 0,0-1-1 0 0,0 1 1 0 0,1 0-1 0 0,-1 0 1 0 0,0 0-1 0 0,1 0 1 0 0,-1 0-1 0 0,0 0 1 0 0,0 1-1 0 0,0-1 1 0 0,1 1-1 0 0,-1-1 1 0 0,0 1-1 0 0,0 0 1 0 0,0 0-1 0 0,0 0 1 0 0,0 0-1 0 0,0 0 1 0 0,0 1-1 0 0,3 2 1 0 0,2 4 53 0 0,0 0 1 0 0,-1 0-1 0 0,0 1 1 0 0,0 0-1 0 0,7 16 1 0 0,13 19 44 0 0,-15-29-109 0 0,1 0 1 0 0,0-1-1 0 0,1 0 0 0 0,1-1 0 0 0,0-1 1 0 0,19 12-1 0 0,-33-23-4 0 0,0-1 1 0 0,1 0-1 0 0,-1 0 0 0 0,0 0 1 0 0,0 0-1 0 0,0 0 0 0 0,1 0 1 0 0,-1 0-1 0 0,0 0 0 0 0,0 0 1 0 0,1 0-1 0 0,-1 0 0 0 0,0 0 1 0 0,0 0-1 0 0,1 0 0 0 0,-1 0 1 0 0,0 0-1 0 0,0 0 0 0 0,1 0 1 0 0,-1 0-1 0 0,0 0 1 0 0,0 0-1 0 0,0 0 0 0 0,1 0 1 0 0,-1 0-1 0 0,0 0 0 0 0,0-1 1 0 0,0 1-1 0 0,1 0 0 0 0,-1 0 1 0 0,0 0-1 0 0,0 0 0 0 0,0-1 1 0 0,0 1-1 0 0,1 0 0 0 0,-1 0 1 0 0,5-14-114 0 0,0-20 25 0 0,-5 27 66 0 0,4-36 17 0 0,-3 28 11 0 0,0 1 0 0 0,1-1 1 0 0,0 1-1 0 0,1 0 0 0 0,1 0 0 0 0,6-16 0 0 0,-10 30 1 0 0,0 0-1 0 0,0 0 1 0 0,1-1 0 0 0,-1 1 0 0 0,0 0 0 0 0,0 0 0 0 0,0 0-1 0 0,0-1 1 0 0,0 1 0 0 0,1 0 0 0 0,-1 0 0 0 0,0 0 0 0 0,0 0-1 0 0,0-1 1 0 0,1 1 0 0 0,-1 0 0 0 0,0 0 0 0 0,0 0-1 0 0,1 0 1 0 0,-1 0 0 0 0,0 0 0 0 0,0 0 0 0 0,1 0 0 0 0,-1 0-1 0 0,0 0 1 0 0,0-1 0 0 0,1 1 0 0 0,-1 0 0 0 0,0 0 0 0 0,0 1-1 0 0,1-1 1 0 0,-1 0 0 0 0,0 0 0 0 0,0 0 0 0 0,1 0-1 0 0,-1 0 1 0 0,11 9 71 0 0,11 19 78 0 0,-17-20-130 0 0,9 8-143 0 0,0 0 1 0 0,26 22-1 0 0,12 1-3725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0.5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1 187 3169 0 0,'7'-2'267'0'0,"-1"1"0"0"0,1-1 0 0 0,-1 0 0 0 0,1 0 0 0 0,-1 0 0 0 0,7-5 0 0 0,2 0 1218 0 0,79-33 4851 0 0,-47 18-4199 0 0,1 2 0 0 0,1 3 0 0 0,65-15 0 0 0,-56 23-1805 0 0,1 3 0 0 0,61 2-1 0 0,42-3-1174 0 0,-149 5 50 0 0,0 0-209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1.1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9674 0 0,'1'0'99'0'0,"-1"-1"1"0"0,0 1-1 0 0,0 0 0 0 0,1-1 0 0 0,-1 1 1 0 0,0-1-1 0 0,1 1 0 0 0,-1-1 0 0 0,0 1 0 0 0,1 0 1 0 0,-1-1-1 0 0,0 1 0 0 0,1 0 0 0 0,-1 0 1 0 0,1-1-1 0 0,-1 1 0 0 0,1 0 0 0 0,-1 0 1 0 0,1-1-1 0 0,-1 1 0 0 0,1 0 0 0 0,-1 0 1 0 0,1 0-1 0 0,-1 0 0 0 0,1 0 0 0 0,-1 0 1 0 0,1 0-1 0 0,-1 0 0 0 0,1 0 0 0 0,-1 0 1 0 0,1 0-1 0 0,-1 0 0 0 0,1 0 0 0 0,-1 0 0 0 0,1 1 1 0 0,-1-1-1 0 0,1 0 0 0 0,-1 0 0 0 0,1 1 1 0 0,0-1-1 0 0,20 9 3302 0 0,-15-5-3019 0 0,-1 1 1 0 0,0 0-1 0 0,-1 0 0 0 0,1 0 1 0 0,-1 1-1 0 0,0 0 1 0 0,0 0-1 0 0,-1 0 1 0 0,6 12-1 0 0,19 67 568 0 0,-16-47-631 0 0,125 348 212 0 0,-102-292-518 0 0,-22-62-938 0 0,0-1 1 0 0,35 56-1 0 0,-31-63-6319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1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1 213 2761 0 0,'64'-23'5495'0'0,"-8"-4"-1992"0"0,132-58 3114 0 0,-156 73-6044 0 0,1 1 0 0 0,-1 2 0 0 0,2 2 1 0 0,36-5-1 0 0,144-1-41 0 0,-3 0-5270 0 0,-205 12 3119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1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0 383 3681 0 0,'2'0'342'0'0,"-1"-1"0"0"0,1 1 0 0 0,-1-1 0 0 0,0 0 0 0 0,1 1 0 0 0,-1-1 0 0 0,0 0 0 0 0,0 0 0 0 0,1 1 0 0 0,-1-1 0 0 0,0 0 0 0 0,0 0 0 0 0,0 0 0 0 0,0-1 0 0 0,0 1 0 0 0,0 0 0 0 0,0 0 0 0 0,-1 0 0 0 0,2-3 0 0 0,15-31 3175 0 0,-13 26-2767 0 0,12-26 719 0 0,-7 14-1054 0 0,0 0 0 0 0,2 1 0 0 0,0 0 0 0 0,22-28 0 0 0,-32 47-397 0 0,0 0 1 0 0,0 1-1 0 0,0-1 0 0 0,0 0 1 0 0,0 1-1 0 0,0-1 1 0 0,0 1-1 0 0,1-1 0 0 0,-1 1 1 0 0,0 0-1 0 0,0-1 1 0 0,0 1-1 0 0,0 0 0 0 0,1 0 1 0 0,-1 0-1 0 0,0 0 1 0 0,0 0-1 0 0,1 0 0 0 0,-1 0 1 0 0,0 0-1 0 0,0 1 0 0 0,0-1 1 0 0,0 0-1 0 0,1 1 1 0 0,-1-1-1 0 0,0 0 0 0 0,0 1 1 0 0,0 0-1 0 0,0-1 1 0 0,0 1-1 0 0,0 0 0 0 0,0-1 1 0 0,0 1-1 0 0,0 0 1 0 0,-1 0-1 0 0,1 0 0 0 0,1 1 1 0 0,35 40 253 0 0,-34-37-170 0 0,8 9 51 0 0,-5-4-76 0 0,1-1 0 0 0,0 0 0 0 0,1 0 0 0 0,0-1 0 0 0,0 0 0 0 0,11 8 0 0 0,-17-15-77 0 0,0 0 1 0 0,-1 0 0 0 0,1-1-1 0 0,0 1 1 0 0,0 0 0 0 0,0 0-1 0 0,0-1 1 0 0,0 1 0 0 0,0-1 0 0 0,-1 0-1 0 0,1 0 1 0 0,0 1 0 0 0,0-1-1 0 0,0 0 1 0 0,0-1 0 0 0,0 1-1 0 0,3-1 1 0 0,-2 0-18 0 0,-1 0-1 0 0,1 0 1 0 0,-1-1-1 0 0,1 1 1 0 0,-1-1 0 0 0,1 0-1 0 0,-1 0 1 0 0,0 0 0 0 0,0 0-1 0 0,0 0 1 0 0,0 0-1 0 0,0-1 1 0 0,0 1 0 0 0,0-1-1 0 0,0-2 1 0 0,3-4-59 0 0,-1-1-1 0 0,0 0 1 0 0,-1 0 0 0 0,0 0 0 0 0,-1 0 0 0 0,0-1-1 0 0,1-18 1 0 0,-2 15 95 0 0,1-1-1 0 0,1 1 0 0 0,6-21 1 0 0,-6 28 55 0 0,0-1-1 0 0,0 1 1 0 0,1 0 0 0 0,0 0 0 0 0,0 1 0 0 0,1-1-1 0 0,-1 1 1 0 0,10-10 0 0 0,-12 15-40 0 0,-1 0-1 0 0,1-1 1 0 0,0 1-1 0 0,-1 0 1 0 0,1 0 0 0 0,0 0-1 0 0,0 0 1 0 0,0 0 0 0 0,0 0-1 0 0,0 1 1 0 0,0-1-1 0 0,0 1 1 0 0,0-1 0 0 0,0 1-1 0 0,0 0 1 0 0,0 0 0 0 0,0 0-1 0 0,0 0 1 0 0,0 0-1 0 0,0 0 1 0 0,0 0 0 0 0,0 1-1 0 0,0-1 1 0 0,0 1-1 0 0,0 0 1 0 0,0-1 0 0 0,0 1-1 0 0,0 0 1 0 0,0 0 0 0 0,-1 0-1 0 0,1 0 1 0 0,0 1-1 0 0,-1-1 1 0 0,1 0 0 0 0,-1 1-1 0 0,1-1 1 0 0,1 3 0 0 0,148 142 950 0 0,-146-142-1050 0 0,6 5-267 0 0,-1 2 0 0 0,0-1-1 0 0,0 1 1 0 0,-1 1-1 0 0,15 24 1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2.1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80 1840 0 0,'26'-1'5663'0'0,"44"-6"0"0"0,-46 3-4400 0 0,-1-1 0 0 0,24-10-1 0 0,61-14-1100 0 0,-51 15-5882 0 0,-42 10 813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2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2761 0 0,'3'-7'15202'0'0,"4"22"-12042"0"0,1 13-4645 0 0,-4-13 3329 0 0,12 157-205 0 0,-8-66-1371 0 0,44 370-132 0 0,-51-467-285 0 0,10 64 92 0 0,-10-66-227 0 0,1-1 0 0 0,0 1 0 0 0,0 0 0 0 0,1-1 0 0 0,0 1 0 0 0,0-1 0 0 0,1 0 0 0 0,4 7 0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2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0 144 456 0 0,'323'-64'12555'0'0,"-301"61"-12188"0"0,-1 0 89 0 0,80-17 1668 0 0,-93 18-2277 0 0,0-1 0 0 0,1 0 0 0 0,-1 0 0 0 0,0-1 0 0 0,-1 0 0 0 0,1 0 0 0 0,-1-1 0 0 0,1 0 0 0 0,8-8 0 0 0,-10 6-1064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3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0 2449 0 0,'-4'0'655'0'0,"1"1"1"0"0,-1-1-1 0 0,1 1 1 0 0,-1 0 0 0 0,1 0-1 0 0,-1 0 1 0 0,-7 5 1291 0 0,11-6-1804 0 0,0 0 1 0 0,-1 1-1 0 0,1-1 1 0 0,0 0-1 0 0,0 1 0 0 0,0-1 1 0 0,0 1-1 0 0,0-1 1 0 0,-1 0-1 0 0,1 1 1 0 0,0-1-1 0 0,0 1 1 0 0,0-1-1 0 0,0 0 1 0 0,0 1-1 0 0,0 0 0 0 0,11 15 1813 0 0,-8-13-1465 0 0,-1 0 1 0 0,1 0 0 0 0,0-1-1 0 0,0 0 1 0 0,1 1-1 0 0,-1-1 1 0 0,0 0 0 0 0,1-1-1 0 0,-1 1 1 0 0,7 2-1 0 0,-10-4-429 0 0,1 0 0 0 0,0 0 0 0 0,-1 0-1 0 0,1 0 1 0 0,0 0 0 0 0,-1 0 0 0 0,1 0-1 0 0,0 0 1 0 0,-1 0 0 0 0,1-1-1 0 0,0 1 1 0 0,-1 0 0 0 0,1 0 0 0 0,-1 0-1 0 0,1-1 1 0 0,0 1 0 0 0,-1 0 0 0 0,1-1-1 0 0,-1 1 1 0 0,1-1 0 0 0,-1 1-1 0 0,1 0 1 0 0,-1-1 0 0 0,1 0 0 0 0,0-1-93 0 0,0 1 1 0 0,0-1-1 0 0,0 0 0 0 0,-1 0 1 0 0,1 0-1 0 0,-1 1 1 0 0,1-1-1 0 0,-1 0 1 0 0,0 0-1 0 0,1 0 0 0 0,-1 0 1 0 0,0-3-1 0 0,-1-14-1198 0 0,-1 10 58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3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93 1840 0 0,'0'0'65'0'0,"0"0"0"0"0,0 1 0 0 0,0-1 0 0 0,1 0 0 0 0,-1 1 0 0 0,0-1 0 0 0,0 0 0 0 0,1 1-1 0 0,-1-1 1 0 0,0 0 0 0 0,0 1 0 0 0,1-1 0 0 0,-1 0 0 0 0,0 0 0 0 0,1 1 0 0 0,-1-1 0 0 0,0 0-1 0 0,1 0 1 0 0,-1 0 0 0 0,1 0 0 0 0,-1 1 0 0 0,0-1 0 0 0,1 0 0 0 0,-1 0 0 0 0,1 0 0 0 0,-1 0 0 0 0,0 0-1 0 0,1 0 1 0 0,-1 0 0 0 0,1 0 0 0 0,-1 0 0 0 0,0 0 0 0 0,1 0 0 0 0,-1 0 0 0 0,1 0 0 0 0,-1-1-1 0 0,0 1 1 0 0,1 0 0 0 0,-1 0 0 0 0,0 0 0 0 0,1 0 0 0 0,-1-1 0 0 0,0 1 0 0 0,1 0 0 0 0,-1 0 0 0 0,0-1-1 0 0,1 1 1 0 0,-1 0 0 0 0,0-1 0 0 0,1 1 0 0 0,13-10 1046 0 0,45-28 5648 0 0,-47 31-5804 0 0,0 0 0 0 0,1 1 0 0 0,0 1 1 0 0,26-8-1 0 0,-65 28-4492 0 0,-41 5 3059 0 0,40-17 3396 0 0,34-8-1088 0 0,43-19-922 0 0,-30 15-1971 0 0,0 0-3649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7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8 202 7370 0 0,'-3'-19'1223'0'0,"1"0"0"0"0,0 1 0 0 0,2-1 0 0 0,0 0 1 0 0,1 0-1 0 0,1 0 0 0 0,1 0 0 0 0,5-18 1 0 0,-9 36-1121 0 0,1 1 1 0 0,0-1-1 0 0,0 1 1 0 0,0-1-1 0 0,0 1 1 0 0,0-1-1 0 0,0 1 1 0 0,0-1-1 0 0,1 1 1 0 0,-1-1-1 0 0,0 1 1 0 0,0-1-1 0 0,0 1 1 0 0,0-1-1 0 0,1 1 1 0 0,-1 0-1 0 0,0-1 1 0 0,0 1-1 0 0,1-1 1 0 0,-1 1-1 0 0,0 0 1 0 0,1-1-1 0 0,-1 1 1 0 0,0 0-1 0 0,1-1 1 0 0,-1 1-1 0 0,0 0 1 0 0,1-1-1 0 0,-1 1 1 0 0,1 0-1 0 0,-1 0 1 0 0,1 0-1 0 0,-1-1 1 0 0,1 1-1 0 0,0 0 1 0 0,9 15 1002 0 0,5 30-1038 0 0,-15-44-1 0 0,28 159 215 0 0,-21-106-214 0 0,16 61-1 0 0,-18-97-151 0 0,1-1 0 0 0,1 0 1 0 0,0 1-1 0 0,1-2 0 0 0,1 1 0 0 0,0-1 0 0 0,16 19 0 0 0,27 26-3233 0 0,-36-43-3895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7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173 289 2304 0 0,'-83'25'3029'0'0,"-7"10"10838"0"0,472-208-10361 0 0,-266 129-2889 0 0,166-39 0 0 0,-226 69-629 0 0,-25 5-272 0 0,1 1 1 0 0,0 2-1 0 0,0 1 1 0 0,55-1-1 0 0,-72 7-453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7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10 11979 0 0,'-2'-1'694'0'0,"2"1"-631"0"0,0 0 0 0 0,0 0 0 0 0,0 0 1 0 0,0-1-1 0 0,0 1 0 0 0,0 0 0 0 0,-1 0 0 0 0,1 0 0 0 0,0 0 0 0 0,0-1 0 0 0,0 1 1 0 0,0 0-1 0 0,0 0 0 0 0,0 0 0 0 0,0 0 0 0 0,0-1 0 0 0,0 1 0 0 0,0 0 0 0 0,0 0 1 0 0,0 0-1 0 0,0-1 0 0 0,0 1 0 0 0,1 0 0 0 0,-1 0 0 0 0,0 0 0 0 0,0 0 1 0 0,0-1 314 0 0,1 0-315 0 0,10-1 2440 0 0,14 5 971 0 0,-20 0-3295 0 0,0 0-1 0 0,0 1 1 0 0,0 0-1 0 0,-1 0 1 0 0,0 0-1 0 0,0 0 1 0 0,0 1-1 0 0,0 0 0 0 0,-1 0 1 0 0,1 0-1 0 0,-1 0 1 0 0,-1 0-1 0 0,5 11 1 0 0,2 9-108 0 0,11 46 0 0 0,-17-61 42 0 0,57 344-373 0 0,-56-290-1349 0 0,-5-49 396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8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0 189 6913 0 0,'3'-9'320'0'0,"1"0"0"0"0,0 0-1 0 0,1 0 1 0 0,0 0 0 0 0,0 1-1 0 0,1 0 1 0 0,-1 0 0 0 0,2 0-1 0 0,-1 1 1 0 0,1 0 0 0 0,1 0-1 0 0,8-6 1 0 0,0 1 705 0 0,0 1 0 0 0,1 1 0 0 0,0 0 0 0 0,0 1 1 0 0,22-7-1 0 0,-34 14-799 0 0,0 0-1 0 0,0 1 1 0 0,0-1 0 0 0,0 1 0 0 0,0 1 0 0 0,0-1 0 0 0,0 1 0 0 0,0 0 0 0 0,0 0 0 0 0,0 0 0 0 0,1 1 0 0 0,-1 0-1 0 0,0 0 1 0 0,7 2 0 0 0,-10-2-176 0 0,1 0 0 0 0,0 1 0 0 0,-1-1 0 0 0,0 1 0 0 0,1 0 0 0 0,-1-1 0 0 0,0 1 0 0 0,0 0 0 0 0,0 0 0 0 0,0 1 0 0 0,0-1 0 0 0,-1 0 0 0 0,1 1-1 0 0,-1-1 1 0 0,1 1 0 0 0,-1-1 0 0 0,0 1 0 0 0,0 0 0 0 0,0-1 0 0 0,0 1 0 0 0,-1 0 0 0 0,1 0 0 0 0,-1-1 0 0 0,1 1 0 0 0,-1 0 0 0 0,0 6 0 0 0,-2 10 59 0 0,-1 0 0 0 0,0 0 0 0 0,-1 0 0 0 0,-1 0 0 0 0,-1-1 0 0 0,-13 30 0 0 0,10-27 27 0 0,1 1-1 0 0,1 0 0 0 0,1 0 1 0 0,-3 24-1 0 0,8-44-117 0 0,1-1-1 0 0,0 0 1 0 0,0 1-1 0 0,-1-1 1 0 0,1 0-1 0 0,0 1 1 0 0,0-1-1 0 0,0 0 1 0 0,1 1-1 0 0,-1-1 1 0 0,0 0 0 0 0,0 1-1 0 0,1-1 1 0 0,-1 0-1 0 0,1 0 1 0 0,-1 1-1 0 0,1-1 1 0 0,0 0-1 0 0,-1 0 1 0 0,1 0 0 0 0,0 0-1 0 0,1 2 1 0 0,-1-2-15 0 0,1-1 0 0 0,-1 1 0 0 0,0-1 1 0 0,0 0-1 0 0,1 0 0 0 0,-1 1 0 0 0,0-1 0 0 0,1 0 1 0 0,-1 0-1 0 0,0 0 0 0 0,0 0 0 0 0,1 0 1 0 0,-1-1-1 0 0,0 1 0 0 0,1 0 0 0 0,-1-1 1 0 0,0 1-1 0 0,2-1 0 0 0,9-5-110 0 0,0 0 0 0 0,0-1 0 0 0,17-13 0 0 0,-19 13-26 0 0,73-51-4236 0 0,-64 46-2608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8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1 232 4145 0 0,'1'2'317'0'0,"1"1"1"0"0,-1-1-1 0 0,1-1 1 0 0,0 1 0 0 0,-1 0-1 0 0,1 0 1 0 0,0-1-1 0 0,0 1 1 0 0,0-1-1 0 0,1 1 1 0 0,-1-1-1 0 0,0 0 1 0 0,0 0-1 0 0,1 0 1 0 0,-1 0-1 0 0,1 0 1 0 0,-1-1 0 0 0,1 1-1 0 0,-1-1 1 0 0,1 1-1 0 0,-1-1 1 0 0,1 0-1 0 0,-1 0 1 0 0,1 0-1 0 0,3-1 1 0 0,0 0 227 0 0,1 1-1 0 0,-1-1 1 0 0,0-1 0 0 0,0 1-1 0 0,0-1 1 0 0,-1 0 0 0 0,1-1-1 0 0,0 1 1 0 0,8-6 0 0 0,-2-1-78 0 0,-1-1-1 0 0,0 0 1 0 0,-1 0 0 0 0,0-1-1 0 0,14-20 1 0 0,-20 26-455 0 0,0-1 1 0 0,0 0-1 0 0,-1-1 1 0 0,0 1 0 0 0,0 0-1 0 0,0-1 1 0 0,-1 0-1 0 0,0 0 1 0 0,0 0-1 0 0,0 0 1 0 0,-1 0-1 0 0,0 0 1 0 0,-1-12-1 0 0,0 17-38 0 0,-1-1 1 0 0,0 1-1 0 0,1-1 0 0 0,-1 1 0 0 0,0-1 1 0 0,-1 1-1 0 0,1-1 0 0 0,0 1 0 0 0,-1 0 1 0 0,1 0-1 0 0,-1 0 0 0 0,0 0 0 0 0,0 0 0 0 0,1 0 1 0 0,-1 0-1 0 0,0 0 0 0 0,-1 1 0 0 0,1-1 1 0 0,0 1-1 0 0,0 0 0 0 0,-1-1 0 0 0,1 1 1 0 0,-1 0-1 0 0,1 0 0 0 0,-1 1 0 0 0,1-1 1 0 0,-1 0-1 0 0,0 1 0 0 0,1 0 0 0 0,-1-1 1 0 0,-3 1-1 0 0,1 0-35 0 0,-1 0 1 0 0,1 0 0 0 0,-1 0-1 0 0,1 0 1 0 0,0 1-1 0 0,-1 0 1 0 0,1 0-1 0 0,0 1 1 0 0,0-1-1 0 0,0 1 1 0 0,0 0-1 0 0,0 1 1 0 0,0-1 0 0 0,-8 6-1 0 0,12-7 43 0 0,0 0 0 0 0,0-1 0 0 0,0 1-1 0 0,0 0 1 0 0,1 0 0 0 0,-1 0 0 0 0,0 0 0 0 0,0 0-1 0 0,1 0 1 0 0,-1 0 0 0 0,1 0 0 0 0,-1 0 0 0 0,1 0 0 0 0,-1 0-1 0 0,1 0 1 0 0,-1 0 0 0 0,1 0 0 0 0,0 0 0 0 0,0 1-1 0 0,0-1 1 0 0,0 0 0 0 0,-1 0 0 0 0,2 0 0 0 0,-1 0 0 0 0,0 1-1 0 0,0-1 1 0 0,0 0 0 0 0,0 0 0 0 0,1 0 0 0 0,-1 0 0 0 0,1 0-1 0 0,-1 0 1 0 0,1 0 0 0 0,-1 1 0 0 0,1-1 0 0 0,-1-1-1 0 0,1 1 1 0 0,0 0 0 0 0,0 0 0 0 0,-1 0 0 0 0,1 0 0 0 0,0 0-1 0 0,0-1 1 0 0,0 1 0 0 0,2 1 0 0 0,0 0-262 0 0,1 1 0 0 0,0 0 0 0 0,1-1 0 0 0,-1 0 0 0 0,0 0 0 0 0,1 0 0 0 0,-1-1 0 0 0,1 1 1 0 0,9 0-1 0 0,32-2-4817 0 0,-19-1 610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8.9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 1376 0 0,'23'-8'-121'0'0,"40"-15"2291"0"0,-26 6 3767 0 0,-44 21-4589 0 0,0 1 1 0 0,1 0-1 0 0,-1 1 1 0 0,1 0-1 0 0,1 0 1 0 0,-11 13-1 0 0,9-9-864 0 0,1 1 1 0 0,-1-1-1 0 0,2 1 0 0 0,-9 21 0 0 0,12-24-482 0 0,-1 0 0 0 0,1 0-1 0 0,0-1 1 0 0,0 1 0 0 0,1 1-1 0 0,0-1 1 0 0,0 0 0 0 0,1 0-1 0 0,0 0 1 0 0,1 0 0 0 0,0 1-1 0 0,0-1 1 0 0,1 0 0 0 0,0 0-1 0 0,0 0 1 0 0,1-1 0 0 0,6 15 0 0 0,-8-20-35 0 0,0-1 0 0 0,-1 0 0 0 0,1 0 0 0 0,0 0 0 0 0,0 0 0 0 0,-1 0 0 0 0,1 0 0 0 0,0 0 0 0 0,0 0 0 0 0,0 0 0 0 0,0 0 0 0 0,1 0 0 0 0,-1 0 0 0 0,0-1 0 0 0,0 1 0 0 0,0-1 0 0 0,1 1 0 0 0,-1-1 0 0 0,3 2 0 0 0,-3-3 5 0 0,0 1-1 0 0,0 0 1 0 0,0 0-1 0 0,0 0 1 0 0,0-1-1 0 0,1 1 1 0 0,-1-1-1 0 0,0 1 1 0 0,0-1-1 0 0,0 1 1 0 0,0-1-1 0 0,0 1 1 0 0,0-1-1 0 0,-1 0 0 0 0,1 0 1 0 0,0 1-1 0 0,0-1 1 0 0,1-2-1 0 0,4-5-27 0 0,-1-1 0 0 0,0 0-1 0 0,0 0 1 0 0,5-13-1 0 0,-3 6 350 0 0,-6 13-265 0 0,4-8 222 0 0,1 0-1 0 0,0 1 1 0 0,0-1 0 0 0,1 1 0 0 0,13-14-1 0 0,-19 23-200 0 0,1-1 0 0 0,0 0 0 0 0,0 1 0 0 0,0-1 0 0 0,0 1 0 0 0,0 0 0 0 0,0-1 0 0 0,1 1 0 0 0,-1 0 0 0 0,0 0 0 0 0,1 1 0 0 0,-1-1 0 0 0,0 0 0 0 0,1 1 0 0 0,-1-1 0 0 0,1 1 0 0 0,-1 0 0 0 0,1 0 0 0 0,-1 0 0 0 0,1 0 0 0 0,-1 1-1 0 0,1-1 1 0 0,-1 0 0 0 0,0 1 0 0 0,1 0 0 0 0,-1-1 0 0 0,0 1 0 0 0,1 0 0 0 0,-1 0 0 0 0,0 1 0 0 0,0-1 0 0 0,0 0 0 0 0,4 4 0 0 0,36 34 350 0 0,-37-33-332 0 0,1 0 1 0 0,-1 0 0 0 0,1-1 0 0 0,0 1 0 0 0,1-1-1 0 0,-1-1 1 0 0,1 1 0 0 0,0-1 0 0 0,0 0-1 0 0,14 4 1 0 0,-21-8-68 0 0,1 0 0 0 0,0 0 0 0 0,0 0 0 0 0,-1 0 0 0 0,1 0 0 0 0,0 0 0 0 0,-1 0 0 0 0,1 0 0 0 0,0-1 0 0 0,-1 1 0 0 0,1 0 0 0 0,0-1 0 0 0,-1 1 0 0 0,1 0 0 0 0,-1-1 0 0 0,1 1 0 0 0,-1-1 0 0 0,1 1 0 0 0,-1-1 0 0 0,1 1 0 0 0,-1-1 0 0 0,1 1 0 0 0,-1-1 0 0 0,1 0 0 0 0,-1 1 0 0 0,0-1 0 0 0,0 1 0 0 0,1-1 0 0 0,-1 0 0 0 0,0 1 0 0 0,0-1 0 0 0,1 0 0 0 0,-1 0 0 0 0,0 1 0 0 0,0-1 0 0 0,0-1 0 0 0,3-35 0 0 0,-2 27 0 0 0,17-130-2598 0 0,-11 107-5262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9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4 144 17052 0 0,'0'0'43'0'0,"-1"0"0"0"0,1 0 0 0 0,0 0 0 0 0,0 0 0 0 0,0 0 0 0 0,-1-1 0 0 0,1 1 0 0 0,0 0 0 0 0,0 0 0 0 0,0 0 0 0 0,0 0 1 0 0,-1 0-1 0 0,1-1 0 0 0,0 1 0 0 0,0 0 0 0 0,0 0 0 0 0,0 0 0 0 0,0 0 0 0 0,0-1 0 0 0,0 1 0 0 0,0 0 0 0 0,-1 0 0 0 0,1 0 0 0 0,0-1 0 0 0,0 1 1 0 0,0 0-1 0 0,0 0 0 0 0,0 0 0 0 0,0-1 0 0 0,0 1 0 0 0,0 0 0 0 0,0 0 0 0 0,0 0 0 0 0,0-1 0 0 0,1 1 0 0 0,-1 0 0 0 0,0 0 0 0 0,0 0 0 0 0,0-1 1 0 0,0 1-1 0 0,8-13 1127 0 0,20-14-20 0 0,-21 20-927 0 0,6-6 102 0 0,-4 3-290 0 0,0 0 0 0 0,1 1 1 0 0,0 0-1 0 0,1 1 1 0 0,0 0-1 0 0,0 1 0 0 0,13-7 1 0 0,-23 14-159 0 0,-1-1 1 0 0,1 1 0 0 0,0 0 0 0 0,-1 0-1 0 0,1-1 1 0 0,0 1 0 0 0,-1 0-1 0 0,1 0 1 0 0,0 0 0 0 0,-1 0 0 0 0,1 0-1 0 0,0 0 1 0 0,-1 0 0 0 0,1 0-1 0 0,0 0 1 0 0,-1 1 0 0 0,1-1 0 0 0,0 0-1 0 0,-1 0 1 0 0,1 0 0 0 0,0 1 0 0 0,-1-1-1 0 0,1 0 1 0 0,-1 1 0 0 0,1-1-1 0 0,-1 0 1 0 0,1 1 0 0 0,0 0 0 0 0,7 21-1493 0 0,-9 31 1248 0 0,1-48 362 0 0,-14 81-170 0 0,7-58 101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9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0 113 7834 0 0,'38'-24'7825'0'0,"26"-21"-8826"0"0,-53 36 187 0 0,1 2 1 0 0,21-11-1 0 0,-14 8 776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9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28 7370 0 0,'-43'-27'14181'0'0,"66"80"-12891"0"0,26 87 0 0 0,-36-97-1437 0 0,2-1 0 0 0,1 0 0 0 0,43 78 1 0 0,-14-53-2420 0 0,-20-32-5049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19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253 181 4609 0 0,'-136'53'5291'0'0,"20"-7"5719"0"0,144-57-10094 0 0,48-27 1 0 0,-29 13-735 0 0,31-14 42 0 0,21-11-272 0 0,132-46 0 0 0,-185 82-1242 0 0,-26 8 139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0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12899 0 0,'3'8'4728'0'0,"16"14"-1764"0"0,-7-8-1856 0 0,113 206 1174 0 0,-102-186-2645 0 0,26 43-363 0 0,-26-23-5416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0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18 261 456 0 0,'-3'-5'16'0'0,"1"0"0"0"0,-1 0 1 0 0,1 0-1 0 0,0-1 0 0 0,-2-6 0 0 0,3 8 433 0 0,1 0 0 0 0,0 0-1 0 0,0 0 1 0 0,0 0 0 0 0,0 0-1 0 0,1 0 1 0 0,0 1 0 0 0,-1-1-1 0 0,2 0 1 0 0,-1 0 0 0 0,0 1-1 0 0,1-1 1 0 0,2-4 0 0 0,2-5 506 0 0,1 0 0 0 0,1 1 0 0 0,0 0 0 0 0,1 1 0 0 0,0 0 0 0 0,0 0 0 0 0,21-17 0 0 0,-23 22-516 0 0,0 1 0 0 0,0-1 0 0 0,1 1 0 0 0,-1 1 0 0 0,1-1 0 0 0,0 1 0 0 0,1 1 0 0 0,-1 0-1 0 0,1 0 1 0 0,-1 0 0 0 0,1 1 0 0 0,0 1 0 0 0,15-2 0 0 0,-22 3-403 0 0,-1 0-1 0 0,1 0 1 0 0,0 0-1 0 0,-1 0 1 0 0,1 0-1 0 0,-1 1 0 0 0,1-1 1 0 0,-1 1-1 0 0,0-1 1 0 0,1 1-1 0 0,-1-1 1 0 0,1 1-1 0 0,-1 0 0 0 0,0-1 1 0 0,1 1-1 0 0,-1 0 1 0 0,0 0-1 0 0,0 0 1 0 0,0 0-1 0 0,0 0 0 0 0,0 1 1 0 0,0-1-1 0 0,1 1 1 0 0,-1 1-2 0 0,1 0 0 0 0,-1 0 0 0 0,0 0 0 0 0,-1 0 0 0 0,1 0-1 0 0,0 0 1 0 0,-1 0 0 0 0,1 0 0 0 0,-1 0 0 0 0,0 6 0 0 0,-2 4 38 0 0,0 1 0 0 0,0-1 1 0 0,-1 0-1 0 0,-5 15 0 0 0,-6 9 132 0 0,8-23-42 0 0,1-1-1 0 0,0 1 1 0 0,1 0 0 0 0,1 0 0 0 0,-3 29 0 0 0,6-42-157 0 0,0 0 0 0 0,0-1 0 0 0,0 1 1 0 0,0 0-1 0 0,0-1 0 0 0,0 1 0 0 0,0 0 0 0 0,1-1 1 0 0,-1 1-1 0 0,0 0 0 0 0,1-1 0 0 0,-1 1 1 0 0,0 0-1 0 0,1-1 0 0 0,-1 1 0 0 0,0-1 0 0 0,1 1 1 0 0,-1-1-1 0 0,1 1 0 0 0,-1-1 0 0 0,1 1 0 0 0,0-1 1 0 0,-1 1-1 0 0,1-1 0 0 0,-1 1 0 0 0,1-1 1 0 0,0 0-1 0 0,-1 0 0 0 0,1 1 0 0 0,0-1 0 0 0,-1 0 1 0 0,1 0-1 0 0,0 0 0 0 0,-1 0 0 0 0,1 1 1 0 0,0-1-1 0 0,0 0 0 0 0,-1 0 0 0 0,1-1 0 0 0,0 1 1 0 0,-1 0-1 0 0,1 0 0 0 0,0 0 0 0 0,-1 0 1 0 0,1-1-1 0 0,0 1 0 0 0,-1 0 0 0 0,1 0 0 0 0,1-2 1 0 0,38-17-338 0 0,-35 17 215 0 0,21-13-305 0 0,62-30-5862 0 0,-68 38 56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0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4145 0 0,'1'6'784'0'0,"1"0"0"0"0,0-1 1 0 0,0 1-1 0 0,1 0 0 0 0,-1-1 0 0 0,1 0 1 0 0,0 1-1 0 0,1-1 0 0 0,-1 0 0 0 0,1-1 0 0 0,6 6 1 0 0,7 13 909 0 0,-4-1-1051 0 0,-1 0 0 0 0,11 28 0 0 0,-21-46-601 0 0,8 18-347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1.1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1 163 6449 0 0,'10'-7'2020'0'0,"0"0"1"0"0,1 1-1 0 0,12-6 0 0 0,152-63 5966 0 0,9 20-11065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1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 6913 0 0,'0'-1'191'0'0,"-1"1"0"0"0,1 0 0 0 0,-1 0 1 0 0,1 0-1 0 0,-1 0 0 0 0,1 0 0 0 0,-1 0 0 0 0,0 0 0 0 0,1 0 0 0 0,-1 0 0 0 0,1 0 0 0 0,-1 0 0 0 0,1 1 0 0 0,-1-1 0 0 0,1 0 0 0 0,-1 0 0 0 0,-4 4 1910 0 0,5-4-1910 0 0,0 1 0 0 0,-1-1 0 0 0,1 1 0 0 0,-1 0 0 0 0,-3 25 4148 0 0,9 34-467 0 0,-4-55-3742 0 0,5 31 942 0 0,19 65 0 0 0,-8-57-2869 0 0,3-2-3615 0 0,-8-23-1679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1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1840 0 0,'0'0'186'0'0,"1"0"-1"0"0,0-1 0 0 0,-1 1 0 0 0,1 0 0 0 0,-1 0 0 0 0,1 0 0 0 0,-1 0 1 0 0,1 0-1 0 0,0 0 0 0 0,-1 0 0 0 0,1 0 0 0 0,-1 0 0 0 0,1 1 0 0 0,0-1 1 0 0,-1 0-1 0 0,1 0 0 0 0,-1 0 0 0 0,1 1 0 0 0,-1-1 0 0 0,1 0 0 0 0,-1 1 1 0 0,1-1-1 0 0,-1 0 0 0 0,1 1 0 0 0,-1-1 0 0 0,0 0 0 0 0,1 1 0 0 0,-1-1 1 0 0,1 1-1 0 0,-1-1 0 0 0,0 1 0 0 0,0-1 0 0 0,1 1 0 0 0,-1-1 1 0 0,0 1-1 0 0,0 0 0 0 0,1 0 0 0 0,12 23 5096 0 0,-13-24-5299 0 0,26 71 5593 0 0,-7 3-3670 0 0,2 6-3173 0 0,-13-50-6000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1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8290 0 0,'5'-6'439'0'0,"1"1"0"0"0,1 0 0 0 0,-1 0 0 0 0,1 0 0 0 0,-1 1 1 0 0,1 0-1 0 0,1 0 0 0 0,12-5 0 0 0,4-2 471 0 0,17-12 318 0 0,-1 0-163 0 0,43-17 1 0 0,-18 20-3491 0 0,-56 18 1066 0 0,1 1 0 0 0,-1 0-1 0 0,1 0 1 0 0,16 2 0 0 0,-11 0 1159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1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4609 0 0,'-2'3'504'0'0,"1"0"0"0"0,-1 0 1 0 0,1 1-1 0 0,0-1 0 0 0,0 0 0 0 0,0 1 1 0 0,1-1-1 0 0,-1 1 0 0 0,1-1 0 0 0,0 1 0 0 0,0-1 1 0 0,0 1-1 0 0,0-1 0 0 0,1 1 0 0 0,0 3 1 0 0,16 60 4934 0 0,-13-54-4656 0 0,48 147 3975 0 0,4 13-4136 0 0,-53-165-798 0 0,-1 0 1 0 0,-1 0 0 0 0,1 1 0 0 0,-1-1 0 0 0,-1 0 0 0 0,0 0 0 0 0,-1 17 0 0 0,-2-14-514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2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41 3225 0 0,'19'-8'2321'0'0,"-1"2"1"0"0,2 0 0 0 0,38-6-1 0 0,-27 6-314 0 0,-30 5-1904 0 0,1 0 0 0 0,0 1 0 0 0,0 0 0 0 0,0-1 0 0 0,0 1 1 0 0,0 0-1 0 0,0 0 0 0 0,0 0 0 0 0,0 0 0 0 0,0 1 0 0 0,-1-1 0 0 0,1 0 1 0 0,0 1-1 0 0,0-1 0 0 0,0 1 0 0 0,0 0 0 0 0,-1 0 0 0 0,1 0 0 0 0,2 1 1 0 0,-3-1-64 0 0,0 0 1 0 0,0 1 0 0 0,0-1 0 0 0,0 1 0 0 0,0-1 0 0 0,0 1 0 0 0,0-1-1 0 0,-1 1 1 0 0,1-1 0 0 0,-1 1 0 0 0,1 0 0 0 0,-1-1 0 0 0,1 1 0 0 0,-1 0-1 0 0,0 0 1 0 0,0-1 0 0 0,0 3 0 0 0,-1 9-47 0 0,0 1-1 0 0,-2-1 1 0 0,1 0 0 0 0,-8 21-1 0 0,2-9 295 0 0,7-18-110 0 0,-1-1 1 0 0,1 1-1 0 0,1-1 1 0 0,-1 1-1 0 0,1 0 1 0 0,0-1-1 0 0,0 1 1 0 0,1-1-1 0 0,2 11 0 0 0,-2-16-99 0 0,-1 1-1 0 0,1-1 0 0 0,-1 1 0 0 0,1-1 0 0 0,0 1 0 0 0,0-1 0 0 0,0 0 0 0 0,0 1 0 0 0,0-1 0 0 0,0 0 0 0 0,0 0 1 0 0,0 0-1 0 0,0 0 0 0 0,0 0 0 0 0,1 0 0 0 0,-1 0 0 0 0,3 1 0 0 0,-2-1-44 0 0,1-1 0 0 0,-1 1-1 0 0,1-1 1 0 0,-1 1 0 0 0,1-1 0 0 0,-1 0-1 0 0,1 0 1 0 0,-1 0 0 0 0,1 0 0 0 0,-1-1 0 0 0,1 1-1 0 0,-1-1 1 0 0,1 1 0 0 0,3-3 0 0 0,32-11-1333 0 0,-24 8 21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21:54:22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9 456 0 0,'3'1'795'0'0,"0"-1"0"0"0,1 1 0 0 0,-1-1-1 0 0,0 0 1 0 0,1 0 0 0 0,-1-1 0 0 0,0 1 0 0 0,1-1-1 0 0,-1 0 1 0 0,6-1 0 0 0,25-4 3721 0 0,-31 6-4160 0 0,0 0 0 0 0,0 1 0 0 0,0-1 0 0 0,0 1 0 0 0,0 0 0 0 0,0 0-1 0 0,0 0 1 0 0,0 0 0 0 0,0 0 0 0 0,0 0 0 0 0,-1 1 0 0 0,1-1 0 0 0,0 1 0 0 0,-1 0 0 0 0,1 0 0 0 0,-1 0 0 0 0,0 0 0 0 0,0 0 0 0 0,3 4 0 0 0,-3-1-306 0 0,1 0 0 0 0,-1 0 0 0 0,0 1 0 0 0,0-1 0 0 0,-1 0 0 0 0,0 1 0 0 0,0-1 0 0 0,0 1 0 0 0,0 10 0 0 0,1 3-641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5529 0 0,'13'3'4856'0'0,"12"2"-2280"0"0,-3-4 68 0 0,41-5-1 0 0,18 1-363 0 0,75 16-631 0 0,-93-5-1595 0 0,1-3-1 0 0,1-3 1 0 0,119-11-1 0 0,-56-22 8 0 0,-95 21 8 0 0,1 1 1 0 0,65-7 0 0 0,-98 16-109 0 0,1-1 0 0 0,0 1 0 0 0,0 0 0 0 0,0 0 0 0 0,0 0 0 0 0,0 1 0 0 0,-1-1 0 0 0,1 0 0 0 0,0 1 0 0 0,0-1 0 0 0,-1 1 0 0 0,1 0 0 0 0,0 0 0 0 0,0-1 0 0 0,-1 1 0 0 0,1 0 0 0 0,-1 0 0 0 0,1 1 0 0 0,-1-1 0 0 0,1 0 0 0 0,-1 0 0 0 0,0 1 0 0 0,0-1 0 0 0,0 1 0 0 0,1-1 0 0 0,-1 1 0 0 0,-1-1 0 0 0,1 1 0 0 0,0 0 0 0 0,0-1 0 0 0,0 1 0 0 0,-1 0 0 0 0,1 0 0 0 0,-1-1 0 0 0,0 1 0 0 0,1 3 0 0 0,0 7-1333 0 0,-1 0 0 0 0,0 0 0 0 0,-1 0 0 0 0,-3 20 0 0 0,1-12-1370 0 0,2-15 2201 0 0,0 0-1 0 0,0 0 1 0 0,0 0 0 0 0,0 0 0 0 0,-5 9-1 0 0,-2 2 320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98 920 0 0,'-10'-25'1120'0'0,"0"-13"6082"0"0,-2 4 4859 0 0,12 34-11832 0 0,-9 10 1714 0 0,-5 25-2176 0 0,-2 32 286 0 0,3-1 0 0 0,3 2 0 0 0,-2 96 0 0 0,18 209-83 0 0,1-145 43 0 0,26 438-36 0 0,-9-277 534 0 0,-23-283-143 0 0,-6-1 0 0 0,-29 171 0 0 0,28-253-636 0 0,-3 17-662 0 0,9-39 882 0 0,0 1 0 0 0,-1-1-1 0 0,1 1 1 0 0,0 0-1 0 0,0-1 1 0 0,0 1 0 0 0,0 0-1 0 0,1-1 1 0 0,-1 1-1 0 0,0-1 1 0 0,1 1-1 0 0,-1 0 1 0 0,1-1 0 0 0,-1 1-1 0 0,1-1 1 0 0,0 1-1 0 0,0-1 1 0 0,1 2 0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2304 0 0,'-11'5'1112'0'0,"-2"0"-1"0"0,1 0 1 0 0,0-1-1 0 0,-1-1 1 0 0,1 0-1 0 0,-1-1 1 0 0,0 0-1 0 0,-15 0 1659 0 0,42 5 2144 0 0,5-2-4620 0 0,0-2 1 0 0,1 0-1 0 0,-1-1 0 0 0,0-1 0 0 0,1-1 1 0 0,-1-1-1 0 0,24-4 0 0 0,-17 3-108 0 0,1 0 1 0 0,0 2-1 0 0,46 5 0 0 0,-4 14 17 0 0,-53-13-26 0 0,1-1 1 0 0,28 5-1 0 0,-24-11-208 0 0,-20 1-165 0 0,0-1-1 0 0,0 1 1 0 0,0 0 0 0 0,0 0 0 0 0,0-1 0 0 0,1 1 0 0 0,-1 0 0 0 0,0 0-1 0 0,0 0 1 0 0,0 1 0 0 0,0-1 0 0 0,1 0 0 0 0,-1 0 0 0 0,0 1 0 0 0,0-1-1 0 0,0 0 1 0 0,0 1 0 0 0,0-1 0 0 0,0 1 0 0 0,0 0 0 0 0,0-1-1 0 0,0 1 1 0 0,0 0 0 0 0,0 0 0 0 0,0-1 0 0 0,0 1 0 0 0,-1 0 0 0 0,1 0-1 0 0,1 2 1 0 0,1 2-295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12 5153 0 0,'-37'-4'-41'0'0,"2"0"317"0"0,-45 1 0 0 0,71 3 111 0 0,0 0 0 0 0,0 1 0 0 0,0 0 0 0 0,0 1-1 0 0,0 0 1 0 0,1 0 0 0 0,-1 1 0 0 0,1 0 0 0 0,0 1 0 0 0,-10 5-1 0 0,13-6 108 0 0,2-1 0 0 0,-1 1-1 0 0,0 0 1 0 0,1 0-1 0 0,-1 1 1 0 0,1-1-1 0 0,0 1 1 0 0,0 0-1 0 0,0 0 1 0 0,0 0-1 0 0,1 0 1 0 0,0 0-1 0 0,0 0 1 0 0,-2 6-1 0 0,4-8-385 0 0,1-1 0 0 0,-1 0-1 0 0,1 0 1 0 0,0 0 0 0 0,0 0-1 0 0,-1 0 1 0 0,1 0 0 0 0,0-1 0 0 0,0 1-1 0 0,0 0 1 0 0,0 0 0 0 0,0 0-1 0 0,0-1 1 0 0,0 1 0 0 0,0-1-1 0 0,0 1 1 0 0,0-1 0 0 0,0 1-1 0 0,0-1 1 0 0,1 1 0 0 0,-1-1 0 0 0,2 0-1 0 0,30 7 434 0 0,63 5 117 0 0,145-2 0 0 0,97-23-166 0 0,199 7 42 0 0,-416 15-553 0 0,225 11 185 0 0,-275-20 34 0 0,0-3 0 0 0,134-24 0 0 0,-98 5-527 0 0,-36 6-2801 0 0,-54 11-4123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98 1376 0 0,'-1'-6'440'0'0,"0"-1"-1"0"0,0 1 1 0 0,0-1 0 0 0,-1 1-1 0 0,-4-10 1 0 0,4 10 736 0 0,0-1 1 0 0,0 1-1 0 0,0-1 1 0 0,1 1-1 0 0,-1-11 1 0 0,4 72 4580 0 0,3 32-4240 0 0,2 11-1060 0 0,15 607 807 0 0,-41 59-1620 0 0,-24-185 3005 0 0,23-403-2351 0 0,-5 71-371 0 0,24-242-33 0 0,1-3 41 0 0,0 1 0 0 0,0 0 1 0 0,0-1-1 0 0,0 1 1 0 0,0 0-1 0 0,1-1 1 0 0,-1 1-1 0 0,2 4 1 0 0,-2-6-120 0 0,1 0 0 0 0,-1 0 0 0 0,1-1 0 0 0,-1 1 0 0 0,1 0 0 0 0,0 0 0 0 0,-1-1 0 0 0,1 1 0 0 0,0-1 0 0 0,-1 1 0 0 0,1-1 0 0 0,0 1 0 0 0,0-1 0 0 0,-1 1 0 0 0,1-1 0 0 0,0 1 0 0 0,0-1 0 0 0,0 0 0 0 0,1 1 0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 5985 0 0,'-25'1'6062'0'0,"42"-2"-5389"0"0,122 0 1402 0 0,284 11 395 0 0,-93 27-1092 0 0,203 14 647 0 0,51 0-636 0 0,-337-25-982 0 0,384-8 1 0 0,-613-18-383 0 0,0 0 0 0 0,-1 1 0 0 0,1 1 0 0 0,-1 0 0 0 0,28 9 0 0 0,-35-8-325 0 0,-1 0 0 0 0,0 1 0 0 0,0 0 0 0 0,-1 1 1 0 0,1 0-1 0 0,-1 0 0 0 0,0 1 0 0 0,0 0 1 0 0,-1 1-1 0 0,1-1 0 0 0,8 12 0 0 0,0 0-3022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10 311 4209 0 0,'-1'0'325'0'0,"0"0"-214"0"0,1 1-103 0 0,-4-1-6 0 0,4-9 31 0 0,0 6-14 0 0,2-2 268 0 0,-1 1 1 0 0,0 0-1 0 0,0-1 0 0 0,0 1 0 0 0,-1-1 1 0 0,0 1-1 0 0,0-1 0 0 0,0 1 1 0 0,0-1-1 0 0,-1 1 0 0 0,1-1 0 0 0,-1 1 1 0 0,-1-1-1 0 0,1 1 0 0 0,-3-7 0 0 0,4 10-10 0 0,-1-1 0 0 0,1 0 0 0 0,0 1 0 0 0,0-1 0 0 0,0 1 0 0 0,1-1 0 0 0,-1 0 0 0 0,0 1 0 0 0,1-1 0 0 0,-1 1 0 0 0,0-1 0 0 0,1 1 0 0 0,0-1 0 0 0,-1 1 0 0 0,1 0 0 0 0,0-1 0 0 0,0 1 0 0 0,0 0 0 0 0,0-1 0 0 0,0 1 0 0 0,2-2 0 0 0,25-27 247 0 0,24-16 1162 0 0,67-46 0 0 0,-117 91-1664 0 0,-1 0 0 0 0,1 0-1 0 0,-1 0 1 0 0,1 0 0 0 0,0 0-1 0 0,-1 0 1 0 0,1 0-1 0 0,0 1 1 0 0,0-1 0 0 0,0 1-1 0 0,-1-1 1 0 0,1 1-1 0 0,0 0 1 0 0,4-1 0 0 0,-6 2-27 0 0,1-1 1 0 0,0 1-1 0 0,0 0 1 0 0,0-1-1 0 0,0 1 1 0 0,-1 0-1 0 0,1-1 1 0 0,0 1-1 0 0,-1 0 1 0 0,1 0-1 0 0,0-1 1 0 0,-1 1-1 0 0,1 0 1 0 0,-1 0-1 0 0,1 0 1 0 0,-1 0-1 0 0,0 0 1 0 0,1 0 0 0 0,-1 0-1 0 0,0 0 1 0 0,0 0-1 0 0,1 0 1 0 0,-1 0-1 0 0,0 0 1 0 0,0 0-1 0 0,0 0 1 0 0,-1 1-1 0 0,7 116-248 0 0,4 39-86 0 0,-10-154 296 0 0,0 0 0 0 0,1 0 1 0 0,-1 0-1 0 0,1 0 0 0 0,0 0 0 0 0,0 0 1 0 0,0 0-1 0 0,0 0 0 0 0,1-1 0 0 0,-1 1 0 0 0,1 0 1 0 0,3 4-1 0 0,-5-7 25 0 0,1 1 0 0 0,-1-1-1 0 0,1 0 1 0 0,0 1 0 0 0,-1-1 0 0 0,1 0 0 0 0,-1 1-1 0 0,1-1 1 0 0,0 0 0 0 0,-1 0 0 0 0,1 0 0 0 0,0 1-1 0 0,-1-1 1 0 0,1 0 0 0 0,0 0 0 0 0,-1 0 0 0 0,1 0 0 0 0,0 0-1 0 0,-1 0 1 0 0,1 0 0 0 0,0 0 0 0 0,0-1 0 0 0,1 0-5 0 0,0 0 1 0 0,0 0 0 0 0,0 0 0 0 0,-1 0 0 0 0,1 0 0 0 0,0-1 0 0 0,-1 1-1 0 0,1 0 1 0 0,-1-1 0 0 0,1 1 0 0 0,0-3 0 0 0,11-14-137 0 0,-2-1 0 0 0,0-1 1 0 0,16-40-1 0 0,2-2-85 0 0,-14 31 267 0 0,24-43-38 0 0,-36 69 120 0 0,0 0-1 0 0,0 0 1 0 0,1 1-1 0 0,0 0 1 0 0,0-1-1 0 0,0 1 1 0 0,0 0 0 0 0,1 1-1 0 0,-1-1 1 0 0,1 1-1 0 0,6-3 1 0 0,-10 6-63 0 0,0 0-1 0 0,-1 0 1 0 0,1-1 0 0 0,0 1 0 0 0,0 1-1 0 0,0-1 1 0 0,-1 0 0 0 0,1 0 0 0 0,0 0-1 0 0,0 0 1 0 0,-1 0 0 0 0,1 1 0 0 0,0-1 0 0 0,0 0-1 0 0,-1 1 1 0 0,1-1 0 0 0,0 0 0 0 0,-1 1-1 0 0,1-1 1 0 0,0 1 0 0 0,-1-1 0 0 0,1 1-1 0 0,-1 0 1 0 0,1-1 0 0 0,-1 1 0 0 0,1-1-1 0 0,-1 1 1 0 0,1 0 0 0 0,-1 0 0 0 0,0-1-1 0 0,1 1 1 0 0,-1 0 0 0 0,0-1 0 0 0,0 1-1 0 0,0 0 1 0 0,1 1 0 0 0,8 31 238 0 0,-8-30-233 0 0,9 61-89 0 0,-8-46-28 0 0,0 1-1 0 0,2-1 0 0 0,0 1 1 0 0,1-1-1 0 0,1 0 1 0 0,13 28-1 0 0,-19-45 73 0 0,1-1-1 0 0,-1 1 1 0 0,1 0 0 0 0,0-1 0 0 0,-1 1-1 0 0,1 0 1 0 0,0-1 0 0 0,0 1-1 0 0,-1-1 1 0 0,1 1 0 0 0,0-1-1 0 0,0 1 1 0 0,0-1 0 0 0,-1 0-1 0 0,1 1 1 0 0,0-1 0 0 0,0 0-1 0 0,0 0 1 0 0,0 0 0 0 0,0 0-1 0 0,0 0 1 0 0,0 0 0 0 0,0 0-1 0 0,-1 0 1 0 0,1 0 0 0 0,0 0-1 0 0,0 0 1 0 0,0 0 0 0 0,0-1-1 0 0,0 1 1 0 0,0 0 0 0 0,0-1-1 0 0,-1 1 1 0 0,1 0 0 0 0,0-1-1 0 0,0 1 1 0 0,-1-1 0 0 0,1 1-1 0 0,0-1 1 0 0,0 0 0 0 0,0 0-1 0 0,33-33-12 0 0,-28 28 16 0 0,7-8-9 0 0,-5 3-5 0 0,1 2 0 0 0,0-1 0 0 0,1 1 0 0 0,0 1 0 0 0,21-14 0 0 0,-28 20 48 0 0,1 1 1 0 0,-1-1-1 0 0,0 1 1 0 0,0 0-1 0 0,0 0 1 0 0,1 1-1 0 0,-1-1 1 0 0,0 1-1 0 0,1-1 1 0 0,-1 1-1 0 0,0 0 1 0 0,1 0-1 0 0,-1 0 1 0 0,1 1-1 0 0,-1 0 1 0 0,0-1-1 0 0,0 1 1 0 0,1 0-1 0 0,-1 0 1 0 0,0 1-1 0 0,0-1 1 0 0,0 1-1 0 0,0-1 1 0 0,0 1-1 0 0,0 0 1 0 0,-1 0-1 0 0,1 0 1 0 0,3 4-1 0 0,-1-1 31 0 0,0 1 0 0 0,0-1 0 0 0,-1 1 0 0 0,1-1 1 0 0,-2 1-1 0 0,1 0 0 0 0,0 1 0 0 0,-1-1 0 0 0,3 10 0 0 0,1 6 141 0 0,6 37 1 0 0,-11-43-240 0 0,1-1 1 0 0,1 1-1 0 0,1-1 0 0 0,0 0 0 0 0,8 16 1 0 0,-12-29-117 0 0,0 1 1 0 0,1-1 0 0 0,-1 0-1 0 0,1 0 1 0 0,0 0 0 0 0,0 0-1 0 0,-1 0 1 0 0,1 0 0 0 0,1 0-1 0 0,-1-1 1 0 0,0 1 0 0 0,0-1-1 0 0,0 0 1 0 0,1 1 0 0 0,-1-1-1 0 0,4 1 1 0 0,1-1-1011 0 0,0 1 0 0 0,0-1 1 0 0,1 0-1 0 0,9 0 0 0 0,18 1-3072 0 0,-33-1 4219 0 0,0-1 0 0 0,0 0 0 0 0,0 1 0 0 0,1-1 0 0 0,-1-1 1 0 0,0 1-1 0 0,0 0 0 0 0,0 0 0 0 0,0-1 0 0 0,0 1 0 0 0,0-1 1 0 0,0 1-1 0 0,0-1 0 0 0,0 0 0 0 0,2-1 0 0 0,8-5-66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2737 0 0,'16'2'8833'0'0,"103"-30"-739"0"0,73 2-5814 0 0,-115 17-1863 0 0,80-10-156 0 0,349-53 690 0 0,-436 58-858 0 0,0 3 0 0 0,1 3-1 0 0,1 3 1 0 0,108 6 0 0 0,-1 9 67 0 0,17 1-2703 0 0,-171-9-5244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65 5985 0 0,'-4'-6'724'0'0,"-1"0"1"0"0,0 0-1 0 0,0 0 0 0 0,0 0 0 0 0,-1 1 0 0 0,0 0 0 0 0,0 0 0 0 0,0 0 1 0 0,-8-4-1 0 0,13 8-584 0 0,-1 0 0 0 0,0 1 0 0 0,0-1 0 0 0,0 0 0 0 0,0 1 0 0 0,0-1 0 0 0,0 1 1 0 0,0-1-1 0 0,0 1 0 0 0,0 0 0 0 0,0 0 0 0 0,0 0 0 0 0,0 0 0 0 0,0 0 0 0 0,0 1 0 0 0,0-1 0 0 0,0 1 1 0 0,0-1-1 0 0,0 1 0 0 0,0 0 0 0 0,0 0 0 0 0,0-1 0 0 0,0 1 0 0 0,0 1 0 0 0,1-1 0 0 0,-1 0 0 0 0,0 0 1 0 0,1 1-1 0 0,-1-1 0 0 0,1 1 0 0 0,-1-1 0 0 0,1 1 0 0 0,0-1 0 0 0,0 1 0 0 0,0 0 0 0 0,0 0 0 0 0,0 0 1 0 0,0-1-1 0 0,-1 5 0 0 0,-3 7-15 0 0,0 0 0 0 0,0 1 0 0 0,1 0 0 0 0,1 0 0 0 0,0 0 0 0 0,-1 28 0 0 0,6 87 581 0 0,-1-94-718 0 0,2 0 0 0 0,2 0 0 0 0,1 0 0 0 0,2-1 0 0 0,21 59 0 0 0,-24-81 6 0 0,0 0 0 0 0,1-1 0 0 0,1 0-1 0 0,0 0 1 0 0,1-1 0 0 0,0 1 0 0 0,0-2-1 0 0,12 11 1 0 0,-12-13 3 0 0,0-1-1 0 0,0-1 1 0 0,0 1 0 0 0,1-1 0 0 0,0-1-1 0 0,0 0 1 0 0,0 0 0 0 0,0-1-1 0 0,1 0 1 0 0,-1 0 0 0 0,20 2-1 0 0,-17-4-13 0 0,1 0 0 0 0,-1-1 0 0 0,1-1 0 0 0,-1 0 1 0 0,1-1-1 0 0,-1 0 0 0 0,0 0 0 0 0,0-2 0 0 0,0 1 0 0 0,0-2 0 0 0,-1 1 0 0 0,1-2 0 0 0,20-12 0 0 0,-19 9 83 0 0,-1 0-1 0 0,0-1 1 0 0,-1 0 0 0 0,0 0 0 0 0,-1-1 0 0 0,0-1-1 0 0,0 0 1 0 0,-1 0 0 0 0,-1-1 0 0 0,0 0 0 0 0,7-17-1 0 0,-12 22 2 0 0,0 0-1 0 0,0 0 0 0 0,-1-1 0 0 0,0 1 0 0 0,0-1 0 0 0,-1 1 0 0 0,0-1 0 0 0,-1 1 1 0 0,0-1-1 0 0,0 0 0 0 0,-1 1 0 0 0,0-1 0 0 0,-3-9 0 0 0,3 14-34 0 0,0 0-1 0 0,-1 0 1 0 0,1 1-1 0 0,-1-1 1 0 0,0 0-1 0 0,0 1 1 0 0,0-1-1 0 0,0 1 1 0 0,0 0-1 0 0,-1 0 1 0 0,0 0-1 0 0,1 0 1 0 0,-1 0-1 0 0,0 1 1 0 0,-1-1-1 0 0,1 1 1 0 0,0 0-1 0 0,-1 0 1 0 0,1 0-1 0 0,-1 0 1 0 0,0 0-1 0 0,1 1 1 0 0,-1 0-1 0 0,0 0 1 0 0,0 0-1 0 0,0 0 1 0 0,0 0 0 0 0,0 1-1 0 0,-8 0 1 0 0,3 1-5 0 0,0 0 1 0 0,-1 1 0 0 0,1 0 0 0 0,0 0-1 0 0,0 1 1 0 0,1 0 0 0 0,-1 1 0 0 0,1 0 0 0 0,-1 0-1 0 0,1 1 1 0 0,1 0 0 0 0,-1 0 0 0 0,1 1 0 0 0,-13 12-1 0 0,-7 9 11 0 0,1 2-1 0 0,-26 37 1 0 0,47-60-26 0 0,2-2-206 0 0,-54 78-39 0 0,37-44-6111 0 0,13-18-724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6913 0 0,'31'-6'391'0'0,"169"-56"5022"0"0,107-4-2083 0 0,-269 62-6102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0 10594 0 0,'-3'1'436'0'0,"0"0"0"0"0,0 0 0 0 0,0 1-1 0 0,0-1 1 0 0,0 1 0 0 0,0-1-1 0 0,0 1 1 0 0,1 0 0 0 0,-1 0 0 0 0,1 0-1 0 0,0 0 1 0 0,-1 0 0 0 0,1 1 0 0 0,0-1-1 0 0,0 1 1 0 0,0-1 0 0 0,1 1 0 0 0,-1 0-1 0 0,1 0 1 0 0,-1 0 0 0 0,0 4 0 0 0,-4 14-170 0 0,-5 32 413 0 0,3 0 0 0 0,-2 59 0 0 0,6 112-536 0 0,4-185-42 0 0,-21 580 432 0 0,19-580-514 0 0,6 318 87 0 0,-2 44-179 0 0,-7-344-119 0 0,-3 48 118 0 0,6-34-3608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 3225 0 0,'-3'1'16651'0'0,"-21"12"-16352"0"0,-6 10 152 0 0,-49 44 1 0 0,12-7 45 0 0,52-48-286 0 0,0 1 0 0 0,1 0-1 0 0,-14 18 1 0 0,25-28-203 0 0,0 1 0 0 0,0-1 0 0 0,1 1-1 0 0,-1 0 1 0 0,1-1 0 0 0,0 1 0 0 0,0 0 0 0 0,0 0 0 0 0,1 1 0 0 0,-1-1 0 0 0,1 0-1 0 0,0 0 1 0 0,0 1 0 0 0,1-1 0 0 0,-1 1 0 0 0,1-1 0 0 0,0 1 0 0 0,0-1 0 0 0,2 8-1 0 0,-1-9-22 0 0,1 0 0 0 0,0 0 0 0 0,-1-1 0 0 0,1 1 0 0 0,0-1 0 0 0,1 1 0 0 0,-1-1 0 0 0,0 0 0 0 0,1 0-1 0 0,-1 0 1 0 0,1 0 0 0 0,0 0 0 0 0,-1-1 0 0 0,1 1 0 0 0,0-1 0 0 0,0 0 0 0 0,0 0 0 0 0,4 1 0 0 0,58 14-9 0 0,-23-10 132 0 0,-22-4-20 0 0,1 1 0 0 0,-1 1 0 0 0,0 0 0 0 0,0 2 0 0 0,-1 0 0 0 0,29 14 0 0 0,-46-19-90 0 0,0 0 1 0 0,0 1 0 0 0,0-1-1 0 0,-1 1 1 0 0,1-1-1 0 0,0 1 1 0 0,-1 0-1 0 0,1 0 1 0 0,-1 0 0 0 0,1 0-1 0 0,-1 0 1 0 0,0 0-1 0 0,0 0 1 0 0,0 0 0 0 0,0 0-1 0 0,0 1 1 0 0,0-1-1 0 0,0 4 1 0 0,0-1-6 0 0,-1 0 0 0 0,0 0 0 0 0,0 0 0 0 0,0 0-1 0 0,-1 0 1 0 0,1 0 0 0 0,-1 0 0 0 0,-2 7 0 0 0,-3 6-25 0 0,-1-1-1 0 0,-1 1 0 0 0,-15 24 1 0 0,5-11-155 0 0,-18 33-62 0 0,33-59 244 0 0,1 0 1 0 0,0 1-1 0 0,0 0 0 0 0,1 0 0 0 0,0-1 1 0 0,0 1-1 0 0,0 0 0 0 0,0 0 1 0 0,2 11-1 0 0,-1-13-3 0 0,2-1 0 0 0,-1 1 0 0 0,0-1 0 0 0,1 1 1 0 0,0-1-1 0 0,0 0 0 0 0,0 0 0 0 0,0 1 0 0 0,0-1 0 0 0,1-1 1 0 0,-1 1-1 0 0,1 0 0 0 0,0-1 0 0 0,0 1 0 0 0,0-1 0 0 0,0 0 0 0 0,0 0 1 0 0,0 0-1 0 0,1 0 0 0 0,-1-1 0 0 0,5 2 0 0 0,2 2 42 0 0,0-1 0 0 0,1-1 0 0 0,0 0-1 0 0,-1 0 1 0 0,1-1 0 0 0,12 1 0 0 0,-16-3-21 0 0,0 1 22 0 0,0-1 1 0 0,0 1 0 0 0,0 0-1 0 0,0 0 1 0 0,11 4 0 0 0,-16-4-32 0 0,-1-1 0 0 0,0 1 1 0 0,0-1-1 0 0,0 1 0 0 0,1 0 1 0 0,-1 0-1 0 0,0 0 0 0 0,0-1 1 0 0,0 1-1 0 0,0 0 1 0 0,-1 0-1 0 0,1 0 0 0 0,0 1 1 0 0,0-1-1 0 0,-1 0 0 0 0,1 0 1 0 0,0 0-1 0 0,-1 0 1 0 0,1 1-1 0 0,-1-1 0 0 0,0 0 1 0 0,1 1-1 0 0,-1-1 0 0 0,0 0 1 0 0,0 1-1 0 0,0-1 1 0 0,0 0-1 0 0,0 1 0 0 0,0-1 1 0 0,0 0-1 0 0,0 1 0 0 0,0-1 1 0 0,-1 0-1 0 0,1 1 0 0 0,-2 1 1 0 0,-3 14-20 0 0,-2-1 1 0 0,0 1-1 0 0,-1-1 0 0 0,-16 24 1 0 0,-48 60-136 0 0,44-64 93 0 0,-39 45-835 0 0,37-47-1890 0 0,-33 50 1 0 0,62-83 2615 0 0,0 0-56 0 0,0 0 0 0 0,1 0 0 0 0,-1 0-1 0 0,1 0 1 0 0,-1 0 0 0 0,1 0 0 0 0,-1 0 0 0 0,1 0 0 0 0,0 0-1 0 0,-1 0 1 0 0,1 1 0 0 0,0-1 0 0 0,0 0 0 0 0,0 0-1 0 0,0 1 1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2304 0 0,'8'10'11818'0'0,"-11"122"-6158"0"0,-5 4-3370 0 0,-4 195-1164 0 0,13-285-1114 0 0,45 815 535 0 0,-41-820-516 0 0,18 221 560 0 0,-18-101-29 0 0,-9-152-2518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3 376 3225 0 0,'-2'9'11882'0'0,"9"-6"-11696"0"0,1-1-1 0 0,0 0 1 0 0,0-1-1 0 0,0 1 1 0 0,0-2-1 0 0,0 1 1 0 0,1-1-1 0 0,-1 0 1 0 0,15-3-1 0 0,399-58 1787 0 0,-154 17-1585 0 0,530-108-56 0 0,-152 31-67 0 0,-561 112-269 0 0,110 4 0 0 0,87 17-8 0 0,-237-9 12 0 0,475 69 160 0 0,-187-18-78 0 0,427 82 1458 0 0,-300-57-1277 0 0,7-32 462 0 0,-423-44-632 0 0,81 3 63 0 0,130-12 1 0 0,29 1 257 0 0,-219 6-163 0 0,0-3-1 0 0,-1-2 1 0 0,104-21 0 0 0,-102 11-292 0 0,71-4 0 0 0,-103 16 55 0 0,0 1 0 0 0,-1 2-1 0 0,1 1 1 0 0,36 8 0 0 0,48 7 435 0 0,1-5-1 0 0,156-3 1 0 0,-208-2-598 0 0,-52-5-32 0 0,-1 0-1 0 0,1-1 1 0 0,0 0 0 0 0,20-2-1 0 0,-23-3-5 0 0,0-1-144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88 234 1840 0 0,'-12'0'1406'0'0,"1"0"-1"0"0,-1 1 0 0 0,0 0 0 0 0,1 1 0 0 0,-18 5 755 0 0,44-7-1129 0 0,-1 0 0 0 0,1 0 0 0 0,0-2 0 0 0,26-5 0 0 0,20-2 648 0 0,59 2-73 0 0,199-21-132 0 0,624-71 375 0 0,-419 67-1465 0 0,-100 11-313 0 0,-229 15-70 0 0,158 5-2 0 0,-56 3 13 0 0,522-18 633 0 0,-400 14-419 0 0,-231 3-94 0 0,108 10-123 0 0,137-5 52 0 0,-232-21 167 0 0,87-4-341 0 0,-283 18-441 0 0,25 1 1388 0 0,-17 5-2569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3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 6449 0 0,'-3'-25'13684'0'0,"5"39"-11772"0"0,11 226-928 0 0,8 72-1091 0 0,63 237 338 0 0,13 113 341 0 0,-85-507-388 0 0,-12-128-864 0 0,-2-1 0 0 0,0 0 0 0 0,-11 49 0 0 0,7-54-6946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0 1840 0 0,'-12'1'811'0'0,"1"0"-1"0"0,-1 1 0 0 0,1 0 1 0 0,0 1-1 0 0,0 0 0 0 0,-20 9 0 0 0,2 1 1456 0 0,-34 22-1 0 0,43-23-1374 0 0,1 1 1 0 0,0 0-1 0 0,1 2 1 0 0,1 0 0 0 0,0 0-1 0 0,-17 22 1 0 0,33-36-842 0 0,0 0 0 0 0,1 0 0 0 0,-1-1-1 0 0,1 1 1 0 0,-1 0 0 0 0,1 0 0 0 0,-1 0 0 0 0,1 0 0 0 0,-1 0 0 0 0,1 0 0 0 0,0 0 0 0 0,-1 0 0 0 0,1 0-1 0 0,0 0 1 0 0,0 0 0 0 0,0 0 0 0 0,0 0 0 0 0,0 0 0 0 0,0 0 0 0 0,0 0 0 0 0,0 0 0 0 0,0 0 0 0 0,1 0-1 0 0,-1 0 1 0 0,0 0 0 0 0,1 0 0 0 0,-1 0 0 0 0,1 0 0 0 0,-1 0 0 0 0,1 0 0 0 0,-1 0 0 0 0,1-1 0 0 0,-1 1-1 0 0,1 0 1 0 0,0 0 0 0 0,0 0 0 0 0,-1-1 0 0 0,1 1 0 0 0,0-1 0 0 0,0 1 0 0 0,0 0 0 0 0,0-1-1 0 0,1 1 1 0 0,6 3 61 0 0,0 0-1 0 0,1-1 1 0 0,-1 0 0 0 0,13 2-1 0 0,-6-1-3 0 0,17 4-47 0 0,0-1 0 0 0,1-2-1 0 0,44 3 1 0 0,99-8 291 0 0,-23 0-203 0 0,-152 0-148 0 0,45 4-3 0 0,-43-4 4 0 0,-1 0 0 0 0,1 1 0 0 0,0 0 0 0 0,0-1 0 0 0,0 1 0 0 0,0 0 0 0 0,-1 1 0 0 0,1-1 0 0 0,0 0 0 0 0,-1 1 0 0 0,1-1 0 0 0,3 5 0 0 0,-5-5 1 0 0,-1 0 0 0 0,1 0 0 0 0,-1 1 0 0 0,1-1-1 0 0,-1 1 1 0 0,1-1 0 0 0,-1 0 0 0 0,0 1 0 0 0,0-1-1 0 0,0 1 1 0 0,0-1 0 0 0,0 0 0 0 0,0 1 0 0 0,0-1-1 0 0,-1 1 1 0 0,1-1 0 0 0,0 0 0 0 0,-1 1 0 0 0,1-1-1 0 0,-1 0 1 0 0,1 1 0 0 0,-1-1 0 0 0,0 0 0 0 0,-1 2-1 0 0,-22 32-98 0 0,21-32 89 0 0,-19 26-190 0 0,-37 63 0 0 0,51-77 179 0 0,0 1-1 0 0,1 0 1 0 0,1 1 0 0 0,0 0-1 0 0,2-1 1 0 0,-4 24-1 0 0,7-37 15 0 0,1 0-1 0 0,-1-1 1 0 0,1 1-1 0 0,0 0 1 0 0,0-1 0 0 0,1 1-1 0 0,-1 0 1 0 0,0 0-1 0 0,1-1 1 0 0,0 1-1 0 0,0 0 1 0 0,0-1-1 0 0,0 1 1 0 0,0-1 0 0 0,0 1-1 0 0,0-1 1 0 0,1 0-1 0 0,-1 1 1 0 0,1-1-1 0 0,3 3 1 0 0,-2-2 6 0 0,1 0-1 0 0,0 0 1 0 0,0-1 0 0 0,1 1 0 0 0,-1-1-1 0 0,0 0 1 0 0,1 0 0 0 0,0-1 0 0 0,-1 1 0 0 0,9 0-1 0 0,8 1 159 0 0,-1-1-1 0 0,1-1 0 0 0,-1-1 0 0 0,28-4 1 0 0,-37 3-95 0 0,33-3 199 0 0,-42 4-255 0 0,0 0-1 0 0,0 0 1 0 0,-1 0 0 0 0,1 0-1 0 0,0 1 1 0 0,-1-1-1 0 0,1 0 1 0 0,0 1 0 0 0,-1-1-1 0 0,1 1 1 0 0,0-1 0 0 0,-1 1-1 0 0,1 0 1 0 0,-1 0 0 0 0,1-1-1 0 0,-1 1 1 0 0,0 0 0 0 0,1 1-1 0 0,1 1 1 0 0,-3-2-8 0 0,1 1 1 0 0,-1-1 0 0 0,0 1 0 0 0,0-1-1 0 0,0 1 1 0 0,0-1 0 0 0,0 1-1 0 0,0-1 1 0 0,0 1 0 0 0,0-1-1 0 0,-1 1 1 0 0,1 0 0 0 0,-1-1 0 0 0,1 0-1 0 0,-1 1 1 0 0,1-1 0 0 0,-1 1-1 0 0,0-1 1 0 0,0 0 0 0 0,-1 2-1 0 0,-22 31 30 0 0,18-27-21 0 0,-46 61 86 0 0,-105 148-19 0 0,151-205-51 0 0,0 0 0 0 0,0 1 0 0 0,1 0 0 0 0,-6 22 0 0 0,10-30-243 0 0,0 0 0 0 0,0 0-1 0 0,0 0 1 0 0,0 0-1 0 0,1 0 1 0 0,0 0 0 0 0,0 1-1 0 0,0-1 1 0 0,0 0-1 0 0,1 0 1 0 0,-1 0 0 0 0,1 0-1 0 0,0 0 1 0 0,0 0 0 0 0,1-1-1 0 0,-1 1 1 0 0,1 0-1 0 0,0 0 1 0 0,2 3 0 0 0,-3-6-100 0 0,0-1 1 0 0,0 1-1 0 0,0 0 1 0 0,0-1-1 0 0,0 1 1 0 0,1-1-1 0 0,-1 1 1 0 0,0-1-1 0 0,0 1 1 0 0,1-1-1 0 0,-1 0 1 0 0,0 0-1 0 0,1 0 1 0 0,-1 0-1 0 0,0 0 1 0 0,1 0-1 0 0,-1 0 1 0 0,0 0-1 0 0,0 0 1 0 0,1 0-1 0 0,-1-1 1 0 0,0 1-1 0 0,1 0 1 0 0,-1-1-1 0 0,0 0 1 0 0,2 0-1 0 0,-2 0-223 0 0,10-2-3515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5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5174 1 6449 0 0,'-2'1'580'0'0,"1"1"0"0"0,0 0-1 0 0,0 0 1 0 0,0 0-1 0 0,0 0 1 0 0,0 0-1 0 0,0 0 1 0 0,0 0-1 0 0,1 1 1 0 0,-1-1 0 0 0,1 0-1 0 0,0 0 1 0 0,0 0-1 0 0,-1 1 1 0 0,1-1-1 0 0,1 0 1 0 0,-1 4 0 0 0,11 43 3948 0 0,-7-34-3773 0 0,15 65 368 0 0,8 28-465 0 0,12 114 1 0 0,-24-68-548 0 0,-6-42-174 0 0,42 193-1 0 0,-20-147 81 0 0,5 16-250 0 0,-8-88 135 0 0,62 127-1 0 0,-83-197 180 0 0,-4-10-56 0 0,-1 0 0 0 0,0 1 0 0 0,0-1-1 0 0,0 1 1 0 0,-1 0 0 0 0,1 0 0 0 0,-2-1 0 0 0,1 1-1 0 0,-1 0 1 0 0,0 0 0 0 0,0 0 0 0 0,-1 0-1 0 0,-2 9 1 0 0,2-12-11 0 0,0-1 0 0 0,-1 1-1 0 0,1 0 1 0 0,-1 0 0 0 0,0 0 0 0 0,0-1-1 0 0,0 1 1 0 0,0-1 0 0 0,-1 0-1 0 0,1 0 1 0 0,-1 0 0 0 0,0 0-1 0 0,0 0 1 0 0,0 0 0 0 0,-1-1 0 0 0,1 1-1 0 0,0-1 1 0 0,-1 0 0 0 0,0 0-1 0 0,1 0 1 0 0,-1-1 0 0 0,0 1 0 0 0,-5 0-1 0 0,-420 105-205 0 0,338-83 264 0 0,-1-5 0 0 0,-177 15 0 0 0,-266-18-122 0 0,94-5 12 0 0,-67-26-252 0 0,171 3 46 0 0,-116-11 144 0 0,103-14 299 0 0,263 33-302 0 0,0 3 0 0 0,-89 11 0 0 0,-214 26-412 0 0,94-5 882 0 0,122-10-171 0 0,80-12-75 0 0,1 5 0 0 0,-148 41 0 0 0,223-49-131 0 0,-28 8 283 0 0,-51 10-1 0 0,83-21-355 0 0,-1-1 0 0 0,1-1 0 0 0,0 0 0 0 0,0-1 1 0 0,0-1-1 0 0,-1 0 0 0 0,1-1 0 0 0,-18-4 0 0 0,30 5-112 0 0,1 1 0 0 0,-1-1 0 0 0,0 1 0 0 0,1-1-1 0 0,-1 0 1 0 0,0 0 0 0 0,1 0 0 0 0,-1 1 0 0 0,1-1 0 0 0,0-1 0 0 0,-2 0-1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6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52 338 3529 0 0,'-2'0'119'0'0,"0"0"-1"0"0,1 0 1 0 0,-1-1 0 0 0,1 1 0 0 0,-1 0 0 0 0,1-1 0 0 0,0 1-1 0 0,-1-1 1 0 0,1 0 0 0 0,-1 1 0 0 0,1-1 0 0 0,0 0 0 0 0,-1 0 0 0 0,1 0-1 0 0,0 0 1 0 0,-2-2 0 0 0,-12-7 1156 0 0,15 10-1253 0 0,0 0 0 0 0,-1 0 1 0 0,1 0-1 0 0,-1-1 0 0 0,1 1 0 0 0,0 0 0 0 0,-1 0 0 0 0,1 1 1 0 0,-1-1-1 0 0,1 0 0 0 0,-1 0 0 0 0,1 0 0 0 0,0 0 0 0 0,-1 0 1 0 0,1 0-1 0 0,0 0 0 0 0,-1 1 0 0 0,1-1 0 0 0,-1 0 0 0 0,1 0 1 0 0,0 1-1 0 0,-1-1 0 0 0,1 0 0 0 0,0 0 0 0 0,0 1 0 0 0,-1-1 1 0 0,1 1-1 0 0,0-1-1 0 0,0 0 0 0 0,0 0 0 0 0,-1 1-1 0 0,1-1 1 0 0,0 0 0 0 0,0 0 0 0 0,0 0 0 0 0,0 0 0 0 0,0 1 0 0 0,0-1 0 0 0,0 0 0 0 0,0 0 0 0 0,0 0 0 0 0,0 1 0 0 0,0-1 0 0 0,0 0 0 0 0,0 0 0 0 0,0 0 0 0 0,0 0 0 0 0,0 1-1 0 0,0-1 1 0 0,0 0 0 0 0,0 0 0 0 0,1 0 0 0 0,-1 0 0 0 0,0 1 0 0 0,0-1 0 0 0,0 0 0 0 0,0 0 0 0 0,0 0 0 0 0,0 0 0 0 0,0 0 0 0 0,1 1 0 0 0,-1-1 0 0 0,0 0 0 0 0,0 0-1 0 0,0 0 1 0 0,0 0 0 0 0,1 0 0 0 0,-1 0 0 0 0,0 0 0 0 0,0 0 0 0 0,0 0 0 0 0,0 0 0 0 0,1 1 0 0 0,-1-1 0 0 0,0 0 0 0 0,0 0 0 0 0,0 0 0 0 0,1 0 0 0 0,-1 0 0 0 0,0 0-1 0 0,0-1 1 0 0,0 1 0 0 0,1 0 0 0 0,-1 0 0 0 0,0 0 0 0 0,0 0 0 0 0,0 0 0 0 0,0 0 0 0 0,1 0 0 0 0,-1 0 0 0 0,0 0 0 0 0,0 0 0 0 0,0 0 0 0 0,0-1 0 0 0,1 1 0 0 0,100-21 1016 0 0,-65 16-201 0 0,-1-1-1 0 0,44-14 0 0 0,27-6 844 0 0,39 2 142 0 0,105-20 455 0 0,531-69 1933 0 0,-760 111-4163 0 0,349-13 215 0 0,-91 7-21 0 0,355-30 530 0 0,-626 37-805 0 0,6 0 56 0 0,0 1 0 0 0,1 0 1 0 0,26 4-1 0 0,-39-3-72 0 0,1-1 1 0 0,-1 1-1 0 0,1-1 1 0 0,-1 1-1 0 0,1 0 1 0 0,-1 0-1 0 0,0 0 1 0 0,1 0-1 0 0,-1 0 1 0 0,0 1-1 0 0,0-1 1 0 0,0 0-1 0 0,0 1 1 0 0,0 0-1 0 0,0 0 1 0 0,0-1-1 0 0,0 1 1 0 0,-1 0-1 0 0,1 0 1 0 0,-1 1-1 0 0,0-1 1 0 0,1 0-1 0 0,-1 0 1 0 0,0 1-1 0 0,0-1 1 0 0,0 1-1 0 0,-1-1 1 0 0,1 4-1 0 0,3 26-2881 0 0,-4-13-4160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17 4145 0 0,'-2'-1'260'0'0,"1"-1"-1"0"0,-1 1 1 0 0,0 0 0 0 0,1-1 0 0 0,-1 1-1 0 0,0 0 1 0 0,0 0 0 0 0,1 0 0 0 0,-1 0-1 0 0,0 1 1 0 0,-3-2 0 0 0,4 2 68 0 0,0-1 0 0 0,0 1 0 0 0,0 0 0 0 0,0-1 0 0 0,0 1 0 0 0,0 0-1 0 0,0 0 1 0 0,0-1 0 0 0,1 1 0 0 0,-1 0 0 0 0,0 0 0 0 0,0 0 0 0 0,0 0 0 0 0,0 0 0 0 0,0 1 0 0 0,0-1 0 0 0,0 0 0 0 0,0 0-1 0 0,0 1 1 0 0,0-1 0 0 0,0 0 0 0 0,1 1 0 0 0,-1-1 0 0 0,0 1 0 0 0,-1 0 656 0 0,0 1-656 0 0,2 15 3555 0 0,11 18-2498 0 0,-5-17-836 0 0,-1 9-431 0 0,-2-1 0 0 0,-1 1 1 0 0,-1 0-1 0 0,-1-1 0 0 0,-5 29 0 0 0,1 35 77 0 0,11 40-195 0 0,44 244 0 0 0,-4-60 0 0 0,15 79 60 0 0,-48-341-17 0 0,-7-30-10 0 0,-2-1-1 0 0,0 1 0 0 0,-1 0 0 0 0,0 23 0 0 0,-9 6-4978 0 0,5-39 3515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794 41 7370 0 0,'-7'-5'464'0'0,"-1"0"1"0"0,0 0-1 0 0,-1 1 1 0 0,1 0-1 0 0,-1 1 1 0 0,1-1-1 0 0,-1 2 1 0 0,0-1 0 0 0,0 1-1 0 0,0 1 1 0 0,-1-1-1 0 0,1 2 1 0 0,-10-1-1 0 0,5 2 62 0 0,-1 1-1 0 0,1 0 1 0 0,0 1 0 0 0,0 1-1 0 0,0 0 1 0 0,0 0-1 0 0,-21 11 1 0 0,-2 6 51 0 0,1 1 0 0 0,1 1 0 0 0,2 2 0 0 0,-56 53 0 0 0,53-44-486 0 0,1 3 1 0 0,2 0-1 0 0,1 2 0 0 0,-37 62 0 0 0,55-78-92 0 0,1 1 1 0 0,1 0-1 0 0,2 1 0 0 0,0 1 1 0 0,2-1-1 0 0,1 1 1 0 0,0 1-1 0 0,2-1 0 0 0,-3 52 1 0 0,8-42-14 0 0,1 1 0 0 0,2-1 0 0 0,2 0 0 0 0,11 47 1 0 0,-10-62 64 0 0,1 0 0 0 0,0 0 0 0 0,2-1 1 0 0,0 0-1 0 0,1-1 0 0 0,1 0 0 0 0,1-1 0 0 0,21 26 1 0 0,-17-26-1 0 0,1-1 0 0 0,1-1 1 0 0,0 0-1 0 0,1-1 1 0 0,1-1-1 0 0,24 12 0 0 0,-10-8-53 0 0,1-2-1 0 0,0-2 1 0 0,42 11-1 0 0,-18-8 68 0 0,2-3 1 0 0,0-3-1 0 0,0-2 1 0 0,90 2-1 0 0,-119-11 16 0 0,0-1 0 0 0,-1-2 0 0 0,1-1 0 0 0,0-1 1 0 0,-1-2-1 0 0,0-1 0 0 0,-1-2 0 0 0,0 0 0 0 0,0-3 0 0 0,40-21 0 0 0,-50 21-38 0 0,0-1 0 0 0,-1-1 1 0 0,0 0-1 0 0,-1-1 0 0 0,-1-1 0 0 0,-1-1 1 0 0,0-1-1 0 0,-1 0 0 0 0,-1-1 0 0 0,-1 0 0 0 0,-1-1 1 0 0,-1 0-1 0 0,-1-1 0 0 0,0 0 0 0 0,8-34 1 0 0,-11 29 16 0 0,-1 0 0 0 0,-2-1 0 0 0,0 0 0 0 0,-2 1 0 0 0,-1-1 0 0 0,-2 0 0 0 0,0 0 0 0 0,-2 0 0 0 0,-1 0 0 0 0,-1 1 0 0 0,-1-1 0 0 0,-20-51 0 0 0,-10 3-9 0 0,-2 1 1 0 0,-53-75-1 0 0,56 94-155 0 0,25 39 17 0 0,-1 0 1 0 0,-1 1-1 0 0,-1 0 1 0 0,0 1-1 0 0,-1 1 1 0 0,-27-23-1 0 0,36 33-12 0 0,-1 0-1 0 0,0 0 0 0 0,1 1 0 0 0,-1 0 1 0 0,0 0-1 0 0,-1 0 0 0 0,1 1 1 0 0,0 0-1 0 0,-1 0 0 0 0,1 1 1 0 0,-1 0-1 0 0,0 0 0 0 0,1 0 1 0 0,-1 1-1 0 0,0 0 0 0 0,0 0 1 0 0,1 1-1 0 0,-1-1 0 0 0,0 2 0 0 0,1-1 1 0 0,-1 1-1 0 0,1 0 0 0 0,-11 5 1 0 0,-10 7-914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42 6913 0 0,'-4'-42'7763'0'0,"7"149"-6238"0"0,5-1 0 0 0,5 0 0 0 0,4-1 0 0 0,38 129 0 0 0,-50-215-2447 0 0,-1 1 0 0 0,0-1 0 0 0,-2 1 1 0 0,1 29-1 0 0,-3-41-719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32 2304 0 0,'-21'-13'295'0'0,"16"10"459"0"0,1 0 0 0 0,-1 1 0 0 0,1-1 0 0 0,-1 1 0 0 0,-9-3 1 0 0,13 5-601 0 0,-1-1 0 0 0,0 1 0 0 0,0 0 0 0 0,0 0 0 0 0,0 0 0 0 0,0 0 0 0 0,0 0 0 0 0,1 1 0 0 0,-1-1 0 0 0,0 1 0 0 0,0-1 0 0 0,0 1 0 0 0,1-1 0 0 0,-1 1 0 0 0,0 0 0 0 0,0 0 0 0 0,1 0 0 0 0,-1 0 0 0 0,1 0 0 0 0,-3 2 0 0 0,-21 21 677 0 0,1 2 0 0 0,1 0 0 0 0,2 1 1 0 0,-26 42-1 0 0,18-27-546 0 0,19-27-266 0 0,4-7 5 0 0,0 0 0 0 0,0 1 0 0 0,1 0 0 0 0,0 0 0 0 0,0 0 0 0 0,-5 19 0 0 0,10-28-22 0 0,-1 0 0 0 0,1 0 1 0 0,0 0-1 0 0,0 0 0 0 0,0 0 1 0 0,0 0-1 0 0,0 1 0 0 0,0-1 1 0 0,0 0-1 0 0,0 0 0 0 0,0 0 1 0 0,0 0-1 0 0,0 0 0 0 0,0 0 0 0 0,0 1 1 0 0,0-1-1 0 0,0 0 0 0 0,0 0 1 0 0,0 0-1 0 0,0 0 0 0 0,0 0 1 0 0,0 0-1 0 0,0 1 0 0 0,0-1 0 0 0,0 0 1 0 0,0 0-1 0 0,0 0 0 0 0,0 0 1 0 0,0 0-1 0 0,0 0 0 0 0,0 1 1 0 0,0-1-1 0 0,0 0 0 0 0,0 0 1 0 0,0 0-1 0 0,0 0 0 0 0,0 0 0 0 0,0 0 1 0 0,1 0-1 0 0,-1 1 0 0 0,0-1 1 0 0,0 0-1 0 0,0 0 0 0 0,0 0 1 0 0,0 0-1 0 0,0 0 0 0 0,1 0 0 0 0,-1 0 1 0 0,0 0-1 0 0,0 0 0 0 0,0 0 1 0 0,0 0-1 0 0,0 0 0 0 0,0 0 1 0 0,1 0-1 0 0,-1 0 0 0 0,0 0 1 0 0,0 0-1 0 0,0 0 0 0 0,0 0 0 0 0,11-7 264 0 0,8-14 105 0 0,45-80 566 0 0,-42 63-93 0 0,46-59 0 0 0,-67 96-699 0 0,0 1 1 0 0,0-1-1 0 0,0 1 0 0 0,0-1 1 0 0,0 1-1 0 0,0 0 0 0 0,0-1 1 0 0,0 1-1 0 0,1 0 1 0 0,-1 0-1 0 0,0 0 0 0 0,0 0 1 0 0,0 0-1 0 0,0 0 0 0 0,1 0 1 0 0,-1 0-1 0 0,0 0 0 0 0,0 1 1 0 0,0-1-1 0 0,0 0 1 0 0,2 2-1 0 0,33 12 846 0 0,-20-7-724 0 0,-8-5-175 0 0,0 2 0 0 0,0-1 0 0 0,0 1 0 0 0,-1 0-1 0 0,0 1 1 0 0,1-1 0 0 0,-2 1 0 0 0,1 1 0 0 0,0 0 0 0 0,7 8 0 0 0,-6-4-443 0 0,-1 1 0 0 0,1-1 0 0 0,-2 1-1 0 0,0 0 1 0 0,0 1 0 0 0,5 16 0 0 0,0 4-7355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9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3715 1 8290 0 0,'-22'8'1721'0'0,"20"-7"-1230"0"0,1 0 0 0 0,0 1 0 0 0,0-1 0 0 0,-1 1 0 0 0,1-1 0 0 0,0 1 1 0 0,0 0-1 0 0,0-1 0 0 0,0 1 0 0 0,1 0 0 0 0,-1 0 0 0 0,0 0 0 0 0,1-1 0 0 0,0 1 1 0 0,-1 0-1 0 0,1 0 0 0 0,0 0 0 0 0,0 0 0 0 0,0 3 0 0 0,-1 5-681 0 0,-5 74 1446 0 0,3-1 0 0 0,11 103-1 0 0,0 64-1205 0 0,-48 186-87 0 0,12-178 115 0 0,24-179-77 0 0,6 110 0 0 0,23 80-160 0 0,-7-83 84 0 0,-5-86 37 0 0,-6-58 205 0 0,1 66 0 0 0,-8-97-113 0 0,-5 194-527 0 0,5-201 510 0 0,0 0-1 0 0,-1 0 1 0 0,1 0-1 0 0,-1-1 1 0 0,0 1-1 0 0,0 0 1 0 0,0 0-1 0 0,-1-1 1 0 0,1 1-1 0 0,-1-1 1 0 0,0 1-1 0 0,0-1 1 0 0,0 0-1 0 0,-5 6 1 0 0,4-7-5 0 0,0 1 0 0 0,0-1 0 0 0,0-1 0 0 0,0 1 0 0 0,-1 0 0 0 0,1-1-1 0 0,-1 0 1 0 0,1 1 0 0 0,-1-2 0 0 0,1 1 0 0 0,-1 0 0 0 0,0-1 0 0 0,1 1 0 0 0,-1-1 0 0 0,-6 0 0 0 0,-4 1-25 0 0,-1 1 0 0 0,1 0 0 0 0,-1 1-1 0 0,1 1 1 0 0,-18 7 0 0 0,-40 9 16 0 0,12-13-86 0 0,-1-2-1 0 0,-73-4 0 0 0,-49 2-90 0 0,-21 17 31 0 0,44-3 260 0 0,-266-5-1 0 0,309-21-201 0 0,-107-3-587 0 0,-237 29 1000 0 0,205-19-252 0 0,2-1-421 0 0,163 4 218 0 0,0 4 1 0 0,-158 29 0 0 0,219-29 194 0 0,1-2 0 0 0,-1-1 1 0 0,0-1-1 0 0,1-1 0 0 0,-45-7 0 0 0,-14 0-416 0 0,70 7 357 0 0,-1 1 0 0 0,-32 6 0 0 0,0 0-7077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60 193 4609 0 0,'-2'-1'403'0'0,"-1"1"0"0"0,0 0 1 0 0,1-1-1 0 0,-1 0 0 0 0,1 1 0 0 0,-1-1 1 0 0,1 0-1 0 0,-1 0 0 0 0,1-1 0 0 0,0 1 0 0 0,-1 0 1 0 0,1-1-1 0 0,0 1 0 0 0,0-1 0 0 0,0 0 1 0 0,0 0-1 0 0,0 0 0 0 0,1 0 0 0 0,-1 0 1 0 0,0 0-1 0 0,1 0 0 0 0,0-1 0 0 0,-2-3 0 0 0,1 4-188 0 0,1 0 0 0 0,1-1 0 0 0,-1 1-1 0 0,0 0 1 0 0,0 0 0 0 0,1-1 0 0 0,0 1-1 0 0,-1 0 1 0 0,1-1 0 0 0,0 1 0 0 0,0-1-1 0 0,0 1 1 0 0,0 0 0 0 0,1-1-1 0 0,-1 1 1 0 0,0 0 0 0 0,1-1 0 0 0,0 1-1 0 0,0 0 1 0 0,0 0 0 0 0,0 0 0 0 0,0-1-1 0 0,0 1 1 0 0,0 0 0 0 0,1 0 0 0 0,1-2-1 0 0,14-14 483 0 0,-5 5-89 0 0,29-25-1 0 0,-38 36-569 0 0,0-1 1 0 0,0 1-1 0 0,1 0 0 0 0,-1 0 0 0 0,1 0 0 0 0,-1 0 1 0 0,1 1-1 0 0,0 0 0 0 0,-1-1 0 0 0,1 1 0 0 0,0 0 1 0 0,0 1-1 0 0,0-1 0 0 0,0 1 0 0 0,5 0 1 0 0,-7 0-37 0 0,1 1 1 0 0,-1 0 0 0 0,0 0 0 0 0,0 0 0 0 0,1 0-1 0 0,-1 0 1 0 0,0 1 0 0 0,0-1 0 0 0,0 1 0 0 0,0-1-1 0 0,0 1 1 0 0,-1 0 0 0 0,1-1 0 0 0,0 1 0 0 0,-1 0 0 0 0,0 0-1 0 0,1 0 1 0 0,-1 1 0 0 0,0-1 0 0 0,0 0 0 0 0,0 0-1 0 0,0 1 1 0 0,0-1 0 0 0,-1 0 0 0 0,1 1 0 0 0,0 3-1 0 0,1 5-8 0 0,0 0 0 0 0,-1 0 0 0 0,0 1 0 0 0,-1 15 0 0 0,-8 39 84 0 0,5-49-33 0 0,1 0 0 0 0,0 0 0 0 0,1 0 1 0 0,3 29-1 0 0,-1-41-57 0 0,0 1 0 0 0,0-1 1 0 0,0 0-1 0 0,1-1 1 0 0,0 1-1 0 0,0 0 0 0 0,0 0 1 0 0,1-1-1 0 0,-1 1 1 0 0,1-1-1 0 0,0 0 1 0 0,0 0-1 0 0,1 0 0 0 0,-1 0 1 0 0,1 0-1 0 0,0-1 1 0 0,0 0-1 0 0,0 0 0 0 0,9 5 1 0 0,1-1-187 0 0,0-1 1 0 0,1-1-1 0 0,27 7 1 0 0,-22-7 113 0 0,-1 0 1 0 0,18 9-1 0 0,-32-12 107 0 0,0 1 1 0 0,0-1 0 0 0,-1 1-1 0 0,1 0 1 0 0,-1 0-1 0 0,0 1 1 0 0,1-1-1 0 0,-2 1 1 0 0,1 0-1 0 0,0 0 1 0 0,-1 0-1 0 0,3 5 1 0 0,-4-5 5 0 0,0 1 0 0 0,0-1 0 0 0,-1 1 0 0 0,0-1 0 0 0,0 1 0 0 0,0 0 1 0 0,-1-1-1 0 0,1 1 0 0 0,-1 0 0 0 0,0 0 0 0 0,-1-1 0 0 0,1 1 0 0 0,-1 0 0 0 0,0 0 0 0 0,0-1 0 0 0,0 1 0 0 0,-1-1 0 0 0,1 1 0 0 0,-1-1 1 0 0,0 0-1 0 0,-4 7 0 0 0,-4 6 56 0 0,-1-1 1 0 0,0 1 0 0 0,-24 25 0 0 0,23-29-630 0 0,-1 0 1 0 0,-25 20-1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2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205 430 6913 0 0,'-6'-1'388'0'0,"-1"0"0"0"0,0-1 0 0 0,1 1 0 0 0,-1-1 0 0 0,1-1 0 0 0,0 1 0 0 0,0-1 0 0 0,0 0 0 0 0,0 0-1 0 0,0-1 1 0 0,1 0 0 0 0,-9-7 0 0 0,-1-2 608 0 0,0-1-1 0 0,1 0 1 0 0,-12-17-1 0 0,22 27-698 0 0,0-2 1 0 0,0 1-1 0 0,1 0 1 0 0,0-1-1 0 0,0 1 0 0 0,0-1 1 0 0,1 0-1 0 0,0 0 0 0 0,0 0 1 0 0,0 0-1 0 0,1 0 1 0 0,0 0-1 0 0,0-1 0 0 0,1 1 1 0 0,-1 0-1 0 0,1-1 0 0 0,1 1 1 0 0,1-12-1 0 0,1 8-186 0 0,1-1-1 0 0,0 1 1 0 0,0-1-1 0 0,1 1 0 0 0,0 0 1 0 0,1 1-1 0 0,0-1 1 0 0,0 1-1 0 0,15-15 1 0 0,-13 15-125 0 0,1 1 0 0 0,-1 0 0 0 0,1 1 0 0 0,0-1 0 0 0,1 2 0 0 0,0 0 0 0 0,0 0 0 0 0,20-8 0 0 0,-27 12 0 0 0,1 1 0 0 0,-1 0 1 0 0,1 0-1 0 0,-1 0 1 0 0,1 0-1 0 0,-1 1 0 0 0,1-1 1 0 0,0 1-1 0 0,-1 0 0 0 0,1 0 1 0 0,-1 0-1 0 0,1 1 0 0 0,0-1 1 0 0,-1 1-1 0 0,1 0 1 0 0,-1 0-1 0 0,1 0 0 0 0,-1 0 1 0 0,0 0-1 0 0,1 1 0 0 0,-1 0 1 0 0,0 0-1 0 0,0 0 0 0 0,0 0 1 0 0,0 0-1 0 0,-1 0 1 0 0,1 1-1 0 0,0-1 0 0 0,-1 1 1 0 0,0 0-1 0 0,0 0 0 0 0,3 4 1 0 0,4 9-150 0 0,-1 0 0 0 0,0 1 1 0 0,-1 1-1 0 0,9 33 0 0 0,7 75-1620 0 0,-19-96 1160 0 0,1 1 0 0 0,1-1 0 0 0,2 0-1 0 0,1 0 1 0 0,19 44 0 0 0,-23-66 507 0 0,32 57-638 0 0,-33-60 682 0 0,-1 0-1 0 0,1 0 1 0 0,0-1 0 0 0,0 0-1 0 0,0 1 1 0 0,1-1-1 0 0,-1-1 1 0 0,1 1 0 0 0,0-1-1 0 0,7 4 1 0 0,-11-7 143 0 0,1 1 0 0 0,-1-1 0 0 0,0 0 0 0 0,1 0 0 0 0,-1 0-1 0 0,0 0 1 0 0,1 0 0 0 0,-1 0 0 0 0,1 0 0 0 0,-1-1 0 0 0,0 1 0 0 0,1 0 0 0 0,-1-1 0 0 0,0 1 0 0 0,0-1 0 0 0,1 0-1 0 0,-1 1 1 0 0,0-1 0 0 0,0 0 0 0 0,0 0 0 0 0,0 1 0 0 0,1-1 0 0 0,-2 0 0 0 0,1 0 0 0 0,0 0 0 0 0,0 0-1 0 0,0-1 1 0 0,0 1 0 0 0,0 0 0 0 0,-1 0 0 0 0,1 0 0 0 0,-1-1 0 0 0,2-1 0 0 0,17-49 2207 0 0,-17 48-2150 0 0,0-4 78 0 0,0 1-1 0 0,-1-1 1 0 0,1 1-1 0 0,-1-1 1 0 0,-1 1-1 0 0,1-1 1 0 0,-1 0-1 0 0,-1 0 1 0 0,-1-12-1 0 0,1 17-122 0 0,0 0 0 0 0,0 0-1 0 0,0 0 1 0 0,0 0-1 0 0,-1 0 1 0 0,1 0-1 0 0,-1 0 1 0 0,0 0-1 0 0,0 1 1 0 0,0-1-1 0 0,0 1 1 0 0,0-1-1 0 0,0 1 1 0 0,-1 0-1 0 0,1 0 1 0 0,-1 0-1 0 0,1 0 1 0 0,-1 1-1 0 0,0-1 1 0 0,0 1-1 0 0,0-1 1 0 0,0 1-1 0 0,0 0 1 0 0,0 0-1 0 0,-6-1 1 0 0,-36-4-102 0 0,0 3-1 0 0,0 1 1 0 0,-83 7 0 0 0,87-2 145 0 0,-4 0-1238 0 0,-85 19 0 0 0,90-11-6435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56 282 2304 0 0,'-12'-22'623'0'0,"10"17"185"0"0,0 1 0 0 0,0 0 1 0 0,0 0-1 0 0,0 0 0 0 0,-1 0 1 0 0,0 0-1 0 0,1 1 0 0 0,-1-1 0 0 0,-1 1 1 0 0,1 0-1 0 0,0 0 0 0 0,-1 0 1 0 0,-4-3-1 0 0,24 16 6399 0 0,34 35-6188 0 0,-26-20-821 0 0,108 97 96 0 0,-117-110-245 0 0,0-1 1 0 0,1 0-1 0 0,0-1 1 0 0,1-1-1 0 0,0-1 1 0 0,1 0-1 0 0,22 6 1 0 0,-39-13-23 0 0,0-1 1 0 0,0 0-1 0 0,0 1 1 0 0,0-1-1 0 0,0 0 1 0 0,0 0-1 0 0,0 0 1 0 0,0 0-1 0 0,0 0 0 0 0,0 0 1 0 0,0-1-1 0 0,0 1 1 0 0,0 0-1 0 0,0 0 1 0 0,0-1-1 0 0,0 1 1 0 0,0 0-1 0 0,0-1 0 0 0,-1 1 1 0 0,1-1-1 0 0,0 0 1 0 0,0 1-1 0 0,0-1 1 0 0,0 1-1 0 0,-1-1 1 0 0,1 0-1 0 0,0 0 0 0 0,-1 0 1 0 0,1 1-1 0 0,0-1 1 0 0,-1 0-1 0 0,1 0 1 0 0,-1 0-1 0 0,0 0 1 0 0,1 0-1 0 0,-1 0 1 0 0,0 0-1 0 0,1 0 0 0 0,-1 0 1 0 0,0 0-1 0 0,0 0 1 0 0,0 0-1 0 0,0 0 1 0 0,0-2-1 0 0,0-7 62 0 0,0 0 1 0 0,0 0-1 0 0,-3-17 0 0 0,1 17 31 0 0,-1-18-5 0 0,-21-256-688 0 0,26 243-523 0 0,4 14-5370 0 0,1 9-877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32 13363 0 0,'-4'4'594'0'0,"0"1"0"0"0,0 1 1 0 0,1-1-1 0 0,0 1 0 0 0,0-1 0 0 0,0 1 1 0 0,1 0-1 0 0,0 0 0 0 0,0 0 1 0 0,0 0-1 0 0,0 7 0 0 0,-1-2-446 0 0,1-4-108 0 0,0-1 1 0 0,1 0-1 0 0,-1 1 1 0 0,1-1 0 0 0,1 1-1 0 0,-1-1 1 0 0,1 1-1 0 0,1-1 1 0 0,-1 1-1 0 0,1-1 1 0 0,0 1 0 0 0,0-1-1 0 0,1 0 1 0 0,0 0-1 0 0,0 1 1 0 0,0-1-1 0 0,1 0 1 0 0,0-1-1 0 0,0 1 1 0 0,1 0 0 0 0,-1-1-1 0 0,1 0 1 0 0,0 0-1 0 0,1 0 1 0 0,-1 0-1 0 0,1-1 1 0 0,0 1 0 0 0,0-1-1 0 0,0-1 1 0 0,1 1-1 0 0,-1-1 1 0 0,1 0-1 0 0,0 0 1 0 0,0 0 0 0 0,7 1-1 0 0,-7-2-2 0 0,0-1 1 0 0,0 0-1 0 0,0-1 0 0 0,0 0 0 0 0,0 1 1 0 0,0-2-1 0 0,0 1 0 0 0,0-1 0 0 0,-1 0 1 0 0,1 0-1 0 0,0-1 0 0 0,0 1 0 0 0,-1-1 1 0 0,1-1-1 0 0,-1 1 0 0 0,1-1 0 0 0,-1 0 1 0 0,0 0-1 0 0,0 0 0 0 0,-1-1 0 0 0,1 0 1 0 0,5-6-1 0 0,-6 7-24 0 0,-1-1 1 0 0,1 0-1 0 0,-1 0 1 0 0,0 0-1 0 0,-1 0 1 0 0,1 0-1 0 0,-1-1 1 0 0,1 1-1 0 0,-1-1 1 0 0,-1 0-1 0 0,1 0 1 0 0,-1 1-1 0 0,1-1 1 0 0,-1 0-1 0 0,-1 0 1 0 0,1 0-1 0 0,-1 0 1 0 0,0-1-1 0 0,0 1 1 0 0,0 0-1 0 0,-1 0 1 0 0,0 0-1 0 0,0 0 1 0 0,0 0-1 0 0,-1 1 1 0 0,-2-7-1 0 0,-1 1-32 0 0,0 0 0 0 0,-1 1 0 0 0,-1 0 1 0 0,0 0-1 0 0,0 0 0 0 0,-1 1 0 0 0,0 0 0 0 0,0 1 0 0 0,0 0 0 0 0,-1 0 1 0 0,0 0-1 0 0,-1 2 0 0 0,0-1 0 0 0,-11-5 0 0 0,12 8-971 0 0,1 0 0 0 0,-1 0 0 0 0,0 1 0 0 0,1 0 0 0 0,-1 0 0 0 0,-13 0 0 0 0,-1 3-5975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12443 0 0,'16'-23'4071'0'0,"-15"21"-4001"0"0,11-14 1145 0 0,1-1 1 0 0,16-15-1 0 0,-25 28-1500 0 0,0 0 0 0 0,0 0-1 0 0,1 1 1 0 0,0-1 0 0 0,0 1 0 0 0,0 0 0 0 0,0 1 0 0 0,0-1 0 0 0,0 1 0 0 0,1 0 0 0 0,-1 0 0 0 0,11-1 0 0 0,-2 2-1028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13187 0 0,'2'2'288'0'0,"0"0"64"0"0,0 0 16 0 0,-1-2 0 0 0,1-2-296 0 0,0 2-72 0 0,0-2 0 0 0,3-1 176 0 0,0-1 16 0 0,4-1 8 0 0,0-4 0 0 0,1 2-1816 0 0,0-1-368 0 0,8 1-65 0 0,-4-2-23 0 0,0 0 1616 0 0,0-3 320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6913 0 0,'2'-3'308'0'0,"0"0"0"0"0,0 0 0 0 0,0 0 0 0 0,0 0 0 0 0,0 1 0 0 0,0-1 0 0 0,1 1 0 0 0,0-1 0 0 0,-1 1 0 0 0,1 0 0 0 0,0 0 0 0 0,0 0 0 0 0,0 0 0 0 0,0 0 0 0 0,1 1 0 0 0,-1-1 0 0 0,0 1 0 0 0,1 0 0 0 0,-1 0 0 0 0,1 0 0 0 0,-1 1 0 0 0,1-1 0 0 0,-1 1 0 0 0,1 0 0 0 0,-1 0 0 0 0,1 0 0 0 0,-1 0 0 0 0,6 2 0 0 0,2-1 516 0 0,-1 0 0 0 0,1 0 1 0 0,0 2-1 0 0,-1-1 0 0 0,0 1 0 0 0,15 6 1 0 0,-22-7-763 0 0,0 0 1 0 0,0 0-1 0 0,0 0 1 0 0,0 0-1 0 0,0 1 1 0 0,0-1-1 0 0,-1 1 1 0 0,1 0-1 0 0,-1-1 1 0 0,0 1 0 0 0,0 0-1 0 0,0 1 1 0 0,0-1-1 0 0,0 0 1 0 0,-1 0-1 0 0,1 1 1 0 0,-1-1-1 0 0,0 1 1 0 0,0-1-1 0 0,0 1 1 0 0,-1 0-1 0 0,1 4 1 0 0,1 24-60 0 0,-2 0 0 0 0,-6 49 0 0 0,0 36 426 0 0,6-104-475 0 0,1 0 1 0 0,1 0-1 0 0,0-1 0 0 0,0 1 1 0 0,1-1-1 0 0,8 22 1 0 0,-8-29 78 0 0,-1-1 1 0 0,1 1-1 0 0,0 0 1 0 0,0-1-1 0 0,0 1 1 0 0,0-1-1 0 0,9 7 1 0 0,17 9-2827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7370 0 0,'-2'9'656'0'0,"2"-2"-528"0"0,2-2-128 0 0,2-1 1040 0 0,-3-1 176 0 0,3 4 40 0 0,-1 4 9 0 0,3 1-1169 0 0,1 0-240 0 0,0 0-48 0 0,0-3 0 0 0,1-4 192 0 0,-1-3-80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12443 0 0,'31'-4'4306'0'0,"183"-34"1898"0"0,-82 14-8012 0 0,-102 18-5766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10594 0 0,'-4'5'862'0'0,"0"-1"0"0"0,0 1-1 0 0,0 0 1 0 0,1 0 0 0 0,0 1-1 0 0,0-1 1 0 0,0 0 0 0 0,-3 11-1 0 0,3-7-176 0 0,1-1-1 0 0,0 1 0 0 0,1 0 1 0 0,0 0-1 0 0,0 12 0 0 0,3 8-168 0 0,2-1-1 0 0,12 54 1 0 0,-4-29-876 0 0,-3-4-1413 0 0,1 5-6085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8754 0 0,'0'2'240'0'0,"-1"-1"0"0"0,1 0-1 0 0,0 1 1 0 0,0-1 0 0 0,0 0 0 0 0,0 1 0 0 0,0-1 0 0 0,0 0-1 0 0,1 1 1 0 0,-1-1 0 0 0,0 0 0 0 0,1 0 0 0 0,-1 1 0 0 0,1-1 0 0 0,-1 0-1 0 0,1 0 1 0 0,-1 0 0 0 0,1 1 0 0 0,0-1 0 0 0,0 0 0 0 0,-1 0-1 0 0,1 0 1 0 0,0 0 0 0 0,0 0 0 0 0,0-1 0 0 0,0 1 0 0 0,0 0 0 0 0,0 0-1 0 0,3 1 1 0 0,1 1 436 0 0,0 1 0 0 0,0 0 0 0 0,0-1 0 0 0,1 0-1 0 0,7 3 1 0 0,-2-3-313 0 0,0-1 1 0 0,0-1-1 0 0,0 1 0 0 0,0-2 0 0 0,0 0 1 0 0,0 0-1 0 0,0-1 0 0 0,15-2 0 0 0,91-26 145 0 0,-46 9-551 0 0,-13 8-610 0 0,-29 7 309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12443 0 0,'0'-1'142'0'0,"1"0"0"0"0,-1 1 0 0 0,1-1 0 0 0,-1 0 1 0 0,1 1-1 0 0,0-1 0 0 0,-1 1 0 0 0,1-1 0 0 0,0 1 0 0 0,0 0 1 0 0,-1-1-1 0 0,1 1 0 0 0,0 0 0 0 0,0-1 0 0 0,0 1 0 0 0,-1 0 1 0 0,1 0-1 0 0,0 0 0 0 0,0 0 0 0 0,0-1 0 0 0,0 1 0 0 0,-1 1 1 0 0,1-1-1 0 0,0 0 0 0 0,0 0 0 0 0,0 0 0 0 0,0 0 0 0 0,-1 0 1 0 0,1 1-1 0 0,0-1 0 0 0,0 0 0 0 0,-1 1 0 0 0,1-1 0 0 0,0 1 1 0 0,0-1-1 0 0,-1 1 0 0 0,1-1 0 0 0,0 1 0 0 0,-1-1 1 0 0,1 1-1 0 0,0 1 0 0 0,29 26 1584 0 0,4 20-634 0 0,34 64 0 0 0,-44-70-1060 0 0,2 0 0 0 0,50 62 1 0 0,-15-41 16 0 0,-34-37-1618 0 0,35 47 0 0 0,-44-47-5472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0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279 221 1840 0 0,'-18'-3'1205'0'0,"1"0"0"0"0,0-1-1 0 0,0 0 1 0 0,0-1 0 0 0,1-2 0 0 0,0 1-1 0 0,-20-12 1 0 0,5 3 184 0 0,12 7-777 0 0,10 5-82 0 0,1 0 1 0 0,1-1 0 0 0,-1 0-1 0 0,1 0 1 0 0,-12-8-1 0 0,18 11-408 0 0,-1-1-1 0 0,1 1 0 0 0,0 0 0 0 0,-1-1 1 0 0,1 1-1 0 0,0-1 0 0 0,0 0 0 0 0,0 1 0 0 0,0-1 1 0 0,0 0-1 0 0,1 1 0 0 0,-1-1 0 0 0,1 0 1 0 0,-1 0-1 0 0,1 0 0 0 0,-1 0 0 0 0,1 1 0 0 0,0-1 1 0 0,0 0-1 0 0,0 0 0 0 0,0 0 0 0 0,0 0 1 0 0,0 0-1 0 0,1 0 0 0 0,-1 0 0 0 0,0 1 0 0 0,1-1 1 0 0,0 0-1 0 0,-1 0 0 0 0,3-2 0 0 0,-1-1-15 0 0,0 1-1 0 0,1 0 0 0 0,-1 0 1 0 0,1 0-1 0 0,0 0 0 0 0,0 0 1 0 0,0 1-1 0 0,1-1 0 0 0,-1 1 1 0 0,1 0-1 0 0,0 0 0 0 0,0 0 1 0 0,0 1-1 0 0,0 0 0 0 0,7-4 0 0 0,-8 5-92 0 0,0 0 0 0 0,-1 1-1 0 0,1-1 1 0 0,0 1-1 0 0,0-1 1 0 0,0 1 0 0 0,-1 0-1 0 0,1 0 1 0 0,0 0-1 0 0,0 1 1 0 0,0-1 0 0 0,-1 0-1 0 0,1 1 1 0 0,0 0-1 0 0,-1 0 1 0 0,1 0 0 0 0,0 0-1 0 0,-1 0 1 0 0,1 0-1 0 0,-1 1 1 0 0,0-1 0 0 0,1 1-1 0 0,-1 0 1 0 0,0 0-1 0 0,0 0 1 0 0,0 0 0 0 0,3 4-1 0 0,7 9-120 0 0,-1 1 0 0 0,-1-1 0 0 0,0 2 0 0 0,-1 0-1 0 0,-1 0 1 0 0,-1 0 0 0 0,6 22 0 0 0,-1 6-466 0 0,10 79-1 0 0,-22-124 576 0 0,0 7 113 0 0,1-1 1 0 0,0 1-1 0 0,0-1 0 0 0,1 1 1 0 0,0-1-1 0 0,0 0 0 0 0,0 0 1 0 0,1 0-1 0 0,3 6 1 0 0,-5-12-83 0 0,0 1 0 0 0,-1-1 0 0 0,1 0 0 0 0,0 0 0 0 0,-1 1 0 0 0,1-1 0 0 0,0 0 0 0 0,0 0 0 0 0,0 0 0 0 0,-1 0 0 0 0,1 0 0 0 0,0 0 0 0 0,0 0 0 0 0,-1 0 0 0 0,1 0 0 0 0,0 0 0 0 0,0 0 0 0 0,-1 0 0 0 0,1-1 0 0 0,0 1 0 0 0,0 0 0 0 0,-1 0 1 0 0,1-1-1 0 0,0 1 0 0 0,-1-1 0 0 0,1 1 0 0 0,0 0 0 0 0,-1-1 0 0 0,1 1 0 0 0,-1-1 0 0 0,1 0 0 0 0,-1 1 0 0 0,1-1 0 0 0,0 0 0 0 0,22-24 326 0 0,-22 24-328 0 0,60-79 365 0 0,-43 54-725 0 0,2 1-1 0 0,0 1 1 0 0,1 0-1 0 0,2 2 1 0 0,24-20-1 0 0,-19 24-7400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294 680 456 0 0,'-9'-4'89'0'0,"1"-1"1"0"0,-1 1-1 0 0,0 1 0 0 0,0-1 1 0 0,-12-1-1 0 0,13 3 31 0 0,-1-1 0 0 0,1 1 0 0 0,0-1 0 0 0,0-1-1 0 0,1 1 1 0 0,-1-1 0 0 0,-9-7 0 0 0,12 8 233 0 0,1 0-1 0 0,0 0 1 0 0,-1 1 0 0 0,0 0-1 0 0,1 0 1 0 0,-1 0 0 0 0,0 1-1 0 0,0-1 1 0 0,0 1 0 0 0,-9 0-1 0 0,-54-1 8361 0 0,42 3-4460 0 0,56 8-24 0 0,35 24-3622 0 0,-2 0-591 0 0,-45-26 8 0 0,178 68 38 0 0,-172-68-55 0 0,1 0 1 0 0,-1-2-1 0 0,2-1 1 0 0,-1 0-1 0 0,0-2 1 0 0,28-2-1 0 0,-51 0 15 0 0,0 0 0 0 0,0 0 0 0 0,-1 0 0 0 0,1-1-1 0 0,0 1 1 0 0,0-1 0 0 0,-1 1 0 0 0,1-1 0 0 0,0 0-1 0 0,-1 1 1 0 0,1-1 0 0 0,-1 0 0 0 0,1 0 0 0 0,-1 0-1 0 0,1-1 1 0 0,-1 1 0 0 0,0 0 0 0 0,0 0 0 0 0,1-1-1 0 0,-1 1 1 0 0,0-1 0 0 0,0 1 0 0 0,0-1 0 0 0,-1 1-1 0 0,1-1 1 0 0,0 1 0 0 0,-1-1 0 0 0,1 0 0 0 0,0 0-1 0 0,-1 1 1 0 0,0-1 0 0 0,0 0 0 0 0,1 0 0 0 0,-1 1-1 0 0,0-1 1 0 0,0 0 0 0 0,0 0 0 0 0,-1 0 0 0 0,1-2-1 0 0,-2-10 145 0 0,-1 1-1 0 0,0-1 0 0 0,0 0 0 0 0,-7-13 0 0 0,5 10 28 0 0,-27-84-298 0 0,-36-134 1624 0 0,49 115-3574 0 0,16 87-1202 0 0,3-57 1 0 0,5 34-4713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12443 0 0,'13'2'8879'0'0,"-12"4"-8463"0"0,1 9-199 0 0,-1 1 0 0 0,0 0 0 0 0,-1-1 0 0 0,-1 1 1 0 0,-3 20-1 0 0,-20 86-18 0 0,4-24-142 0 0,16-71-43 0 0,1 0-1 0 0,1 0 1 0 0,1 0 0 0 0,1 0-1 0 0,5 36 1 0 0,-3-55-17 0 0,-1 0 0 0 0,1 0 1 0 0,1-1-1 0 0,-1 1 0 0 0,1-1 0 0 0,1 1 1 0 0,-1-1-1 0 0,1 0 0 0 0,10 12 0 0 0,-11-15 8 0 0,1 0 0 0 0,0-1 0 0 0,0 1 0 0 0,0-1 0 0 0,0 0 1 0 0,1 0-1 0 0,-1 0 0 0 0,1-1 0 0 0,0 0 0 0 0,0 0 0 0 0,0 0 0 0 0,0 0 0 0 0,0-1 0 0 0,0 0 0 0 0,0 0 0 0 0,9 1 0 0 0,-6-2 16 0 0,-1-1 1 0 0,1 1-1 0 0,-1-1 1 0 0,1 0-1 0 0,-1-1 0 0 0,1 1 1 0 0,-1-2-1 0 0,0 1 1 0 0,0-1-1 0 0,0 0 0 0 0,0 0 1 0 0,10-8-1 0 0,8-6-112 0 0,44-40-1 0 0,1 0-275 0 0,-51 45-205 0 0,1 2-1 0 0,0 0 1 0 0,0 1 0 0 0,1 1 0 0 0,0 1-1 0 0,1 0 1 0 0,0 2 0 0 0,22-3 0 0 0,-18 3-6017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7370 0 0,'-5'2'660'0'0,"1"1"-1"0"0,0 0 1 0 0,0 0 0 0 0,0 1 0 0 0,0-1 0 0 0,0 1 0 0 0,1-1 0 0 0,0 1 0 0 0,0 0 0 0 0,0 1 0 0 0,0-1 0 0 0,0 0 0 0 0,1 1 0 0 0,0 0 0 0 0,0-1 0 0 0,0 1 0 0 0,1 0 0 0 0,-1 0-1 0 0,0 7 1 0 0,-1 11 239 0 0,0 0-1 0 0,2 0 0 0 0,1 26 0 0 0,0 7-846 0 0,-2-5 193 0 0,1 1-1 0 0,8 58 0 0 0,-4-87-641 0 0,1 0-1 0 0,1 0 1 0 0,1 0-1 0 0,1-1 1 0 0,1 0-1 0 0,1-1 1 0 0,14 25-1 0 0,-10-24-7469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14283 0 0,'-1'0'114'0'0,"0"1"0"0"0,0-1 0 0 0,0 1 0 0 0,0-1 0 0 0,0 1 1 0 0,0-1-1 0 0,0 1 0 0 0,0 0 0 0 0,1 0 0 0 0,-1-1 0 0 0,0 1 0 0 0,0 0 0 0 0,1 0 0 0 0,-1 0 0 0 0,0 0 0 0 0,1 0 1 0 0,-1 0-1 0 0,1 0 0 0 0,-1 0 0 0 0,1 0 0 0 0,0 0 0 0 0,-1 0 0 0 0,1 0 0 0 0,0 1 0 0 0,0-1 0 0 0,-1 0 0 0 0,1 0 1 0 0,0 0-1 0 0,1 2 0 0 0,-3 43 2069 0 0,2-38-1458 0 0,-15 192 2005 0 0,1-26-2662 0 0,13-158-128 0 0,1 1 0 0 0,5 32 0 0 0,-4-44-116 0 0,-1-1 0 0 0,1 0 1 0 0,1 0-1 0 0,-1 0 0 0 0,0 0 0 0 0,1 0 1 0 0,0 0-1 0 0,0 0 0 0 0,0-1 0 0 0,0 1 1 0 0,1-1-1 0 0,-1 1 0 0 0,1-1 0 0 0,0 0 1 0 0,0 0-1 0 0,0 0 0 0 0,5 3 0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18 225 3209 0 0,'2'-33'-190'0'0,"-4"-45"0"0"0,1 62 373 0 0,-2 1 1 0 0,-5-20-1 0 0,2-11 10746 0 0,30 44-8139 0 0,-13 3-2398 0 0,0 0-1 0 0,1 0 1 0 0,-1 1 0 0 0,0 1-1 0 0,0 0 1 0 0,0 0-1 0 0,0 1 1 0 0,0 0-1 0 0,-1 1 1 0 0,0 0-1 0 0,0 1 1 0 0,0 0-1 0 0,11 10 1 0 0,-7-5-377 0 0,-1 1 1 0 0,-1 0-1 0 0,0 1 0 0 0,-1 0 1 0 0,0 1-1 0 0,-1 0 0 0 0,-1 1 1 0 0,8 16-1 0 0,-6-9-508 0 0,14 27 96 0 0,-10-15-6020 0 0,-8-18-224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3225 0 0,'18'-4'8098'0'0,"34"-11"-3009"0"0,65-43-313 0 0,-14 6-4930 0 0,-84 45 60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4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56 2761 0 0,'-3'-6'3941'0'0,"3"6"-3857"0"0,10-13 3225 0 0,-10 12-3235 0 0,24-22 516 0 0,-22 22-413 0 0,-1 0 1 0 0,0 0-1 0 0,0 0 1 0 0,0 0-1 0 0,1 0 0 0 0,-1 0 1 0 0,0 0-1 0 0,1 0 1 0 0,-1 1-1 0 0,1-1 0 0 0,-1 1 1 0 0,1-1-1 0 0,-1 1 1 0 0,1-1-1 0 0,-1 1 0 0 0,1 0 1 0 0,0 0-1 0 0,-1-1 1 0 0,3 2-1 0 0,-3 0 9 0 0,0 0 0 0 0,0 0 0 0 0,0 0-1 0 0,0 0 1 0 0,-1 0 0 0 0,1 0 0 0 0,0 1 0 0 0,0-1 0 0 0,-1 0 0 0 0,1 1-1 0 0,-1-1 1 0 0,1 1 0 0 0,-1-1 0 0 0,0 1 0 0 0,1-1 0 0 0,-1 2 0 0 0,4 32 966 0 0,-4-25-719 0 0,43 241 1761 0 0,2-87-5946 0 0,-40-149-669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91 178 920 0 0,'-3'-2'215'0'0,"1"1"0"0"0,-1-1 0 0 0,1 0 0 0 0,-1 1 0 0 0,0 0 0 0 0,1 0 1 0 0,-1-1-1 0 0,0 2 0 0 0,0-1 0 0 0,-5-1 0 0 0,4 2-42 0 0,1-1-1 0 0,0 0 1 0 0,0 0 0 0 0,0 0 0 0 0,0 0 0 0 0,0-1-1 0 0,0 1 1 0 0,-3-3 0 0 0,5 3-83 0 0,-1 0 0 0 0,1 0 0 0 0,0 0 0 0 0,0 0 0 0 0,0-1 0 0 0,0 1-1 0 0,0 0 1 0 0,0-1 0 0 0,0 1 0 0 0,0-1 0 0 0,0 1 0 0 0,1-1 0 0 0,-1 0 0 0 0,0 1 0 0 0,1-1 0 0 0,0 0 0 0 0,-1 1 0 0 0,1-1-1 0 0,0-3 1 0 0,7-30 903 0 0,-6 32-807 0 0,1 1 0 0 0,-1-1 0 0 0,-1 1-1 0 0,1-1 1 0 0,0 0 0 0 0,-1 1 0 0 0,1-1 0 0 0,-1 0-1 0 0,0 0 1 0 0,0 1 0 0 0,0-1 0 0 0,0 0 0 0 0,0 0-1 0 0,-1 1 1 0 0,1-1 0 0 0,-1 0 0 0 0,0 1 0 0 0,-2-6-1 0 0,-14-19 9946 0 0,134 167-9399 0 0,-97-111-2199 0 0,25 49 0 0 0,-35-57-818 0 0,1-1 0 0 0,1 0 0 0 0,20 24 0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76 5529 0 0,'-11'-62'8063'0'0,"8"48"-2726"0"0,8 43-3204 0 0,1 21-1539 0 0,-2 83 0 0 0,-3-59-431 0 0,41 660 16 0 0,-16-333-91 0 0,-19-265 349 0 0,42 224 0 0 0,-44-345-740 0 0,0 0 0 0 0,1 0-1 0 0,0 0 1 0 0,16 25 0 0 0,-17-32-488 0 0,7 13-6861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1070 101 6913 0 0,'-5'-8'353'0'0,"-1"1"0"0"0,1 0 0 0 0,-1 0 0 0 0,-1 0 0 0 0,1 0 0 0 0,-1 1 0 0 0,0 0 0 0 0,0 1 0 0 0,-1-1 0 0 0,0 1-1 0 0,0 1 1 0 0,0 0 0 0 0,0 0 0 0 0,-1 0 0 0 0,0 1 0 0 0,1 0 0 0 0,-1 1 0 0 0,0 0 0 0 0,0 0 0 0 0,-1 1 0 0 0,1 1-1 0 0,0-1 1 0 0,-10 2 0 0 0,2 1 12 0 0,1 2-1 0 0,0 0 0 0 0,0 0 1 0 0,0 2-1 0 0,1 0 0 0 0,-1 0 1 0 0,1 2-1 0 0,1 0 0 0 0,-1 1 1 0 0,-17 14-1 0 0,-17 16 358 0 0,-61 63 0 0 0,86-77-602 0 0,-1-1-8 0 0,-157 165 445 0 0,154-156-543 0 0,2 1 0 0 0,1 1-1 0 0,2 1 1 0 0,-21 43 0 0 0,16-18 34 0 0,3 0 0 0 0,3 2 0 0 0,2 0 0 0 0,3 1 0 0 0,-12 91 0 0 0,25-117-50 0 0,1-1 1 0 0,1 1-1 0 0,3-1 1 0 0,1 1-1 0 0,1-1 1 0 0,3 0 0 0 0,0 0-1 0 0,3 0 1 0 0,1-1-1 0 0,29 69 1 0 0,-29-87 1 0 0,0 1 0 0 0,1-1 0 0 0,0-1 0 0 0,2 0 0 0 0,0-1 0 0 0,1 0 0 0 0,1-1 0 0 0,0-1 0 0 0,1 0 0 0 0,0-1 0 0 0,1-1 0 0 0,0 0 0 0 0,28 13 0 0 0,-20-14 0 0 0,1-1 0 0 0,0-1 0 0 0,0-1 0 0 0,0-1 0 0 0,1-2 0 0 0,0 0 0 0 0,0-2 0 0 0,1-1 0 0 0,50-3 0 0 0,-38-3-13 0 0,-1-2 0 0 0,1-1 0 0 0,-1-2 1 0 0,-1-2-1 0 0,58-24 0 0 0,-22 1 85 0 0,119-72-1 0 0,-142 72 35 0 0,0-2 0 0 0,79-77-1 0 0,71-104 320 0 0,-180 190-411 0 0,0 0 0 0 0,-2-2 0 0 0,-2 0 0 0 0,0 0 0 0 0,-2-2 0 0 0,-1 0 0 0 0,-2-1 0 0 0,15-60 0 0 0,-21 67-7 0 0,-2 0 0 0 0,-1-1 0 0 0,-1 1 0 0 0,-1-1 0 0 0,-1 1-1 0 0,-1-1 1 0 0,-2 0 0 0 0,0 1 0 0 0,-2 0 0 0 0,-1 0 0 0 0,-1 0 0 0 0,-12-30 0 0 0,5 24 9 0 0,-1 0 0 0 0,-1 1 0 0 0,-1 1 0 0 0,-2 1 0 0 0,-1 0 0 0 0,-28-29 0 0 0,29 38-6 0 0,-1 0-1 0 0,-1 1 1 0 0,0 2 0 0 0,-1 0 0 0 0,-1 1 0 0 0,-1 1-1 0 0,0 1 1 0 0,-30-11 0 0 0,-61-17-3001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101 142 6913 0 0,'-12'-22'2089'0'0,"-18"-44"-1"0"0,2 12 8055 0 0,23 85-9459 0 0,-21 413 377 0 0,27-384-1102 0 0,2 1 0 0 0,2-1-1 0 0,17 72 1 0 0,-19-116-465 0 0,7 32-1464 0 0,0-18-3436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70 101 3913 0 0,'-3'-5'362'0'0,"-1"0"0"0"0,0 1-1 0 0,-1-1 1 0 0,1 1 0 0 0,-8-5 0 0 0,9 7 138 0 0,0 0-1 0 0,0 0 1 0 0,1 0 0 0 0,-1 0-1 0 0,1-1 1 0 0,-1 1 0 0 0,1-1-1 0 0,0 1 1 0 0,0-1 0 0 0,0 0-1 0 0,0 0 1 0 0,0 0 0 0 0,1 0-1 0 0,-1-1 1 0 0,1 1 0 0 0,0 0-1 0 0,-1-4 1 0 0,3-9 5845 0 0,7 28-3851 0 0,8 29-2502 0 0,-14-33 1 0 0,9 28-197 0 0,1-1 0 0 0,16 36 0 0 0,-23-62 164 0 0,0 0 0 0 0,0 1-1 0 0,1-2 1 0 0,0 1-1 0 0,0-1 1 0 0,1 0-1 0 0,0 0 1 0 0,1-1 0 0 0,0 1-1 0 0,0-2 1 0 0,0 1-1 0 0,12 5 1 0 0,-16-10 49 0 0,0 0 1 0 0,0 0-1 0 0,0 0 1 0 0,0-1-1 0 0,1 0 0 0 0,-1 0 1 0 0,0 0-1 0 0,1 0 1 0 0,-1-1-1 0 0,1 0 1 0 0,-1 0-1 0 0,1 0 1 0 0,-1 0-1 0 0,1-1 0 0 0,-1 1 1 0 0,1-1-1 0 0,-1 0 1 0 0,0-1-1 0 0,1 1 1 0 0,-1-1-1 0 0,0 0 0 0 0,0 0 1 0 0,0 0-1 0 0,0-1 1 0 0,-1 1-1 0 0,5-4 1 0 0,3-4 28 0 0,1-1 1 0 0,-1 0 0 0 0,-1 0-1 0 0,0-1 1 0 0,-1-1 0 0 0,9-14-1 0 0,-11 16-172 0 0,13-22 166 0 0,43-53 1 0 0,-19 47-2451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60 1376 0 0,'-13'-9'887'0'0,"0"1"-1"0"0,-1 0 0 0 0,0 1 1 0 0,-1 0-1 0 0,1 1 0 0 0,-1 1 1 0 0,-21-4-1 0 0,36 9-741 0 0,-1 0 0 0 0,1 0 0 0 0,-1 0-1 0 0,1 0 1 0 0,-1 0 0 0 0,1 0 0 0 0,-1 0 0 0 0,1 1 0 0 0,-1-1-1 0 0,1 0 1 0 0,-1 0 0 0 0,1 1 0 0 0,0-1 0 0 0,-1 0-1 0 0,1 1 1 0 0,-1-1 0 0 0,1 0 0 0 0,0 1 0 0 0,-1-1 0 0 0,1 1-1 0 0,0-1 1 0 0,-1 0 0 0 0,1 1 0 0 0,0-1 0 0 0,0 1-1 0 0,-1-1 1 0 0,1 1 0 0 0,0-1 0 0 0,0 1 0 0 0,0-1 0 0 0,0 1-1 0 0,0-1 1 0 0,0 1 0 0 0,0-1 0 0 0,0 1 0 0 0,0 0-1 0 0,0-1 1 0 0,0 1 0 0 0,0-1 0 0 0,0 1 0 0 0,0-1 0 0 0,0 1-1 0 0,1 0 1 0 0,-1 1 248 0 0,0 1-1 0 0,0-1 0 0 0,0 0 1 0 0,-1 1-1 0 0,1-1 1 0 0,-1 0-1 0 0,1 0 1 0 0,-1 0-1 0 0,0 1 0 0 0,0-1 1 0 0,-1 2-1 0 0,0-2-388 0 0,1-1 0 0 0,0 1 0 0 0,0 0 0 0 0,0-1-1 0 0,0 1 1 0 0,0 0 0 0 0,1 0 0 0 0,-1 0 0 0 0,0 0 0 0 0,1-1 0 0 0,-1 1-1 0 0,1 0 1 0 0,0 0 0 0 0,0 0 0 0 0,0 0 0 0 0,0 0 0 0 0,0 3 0 0 0,-1 1 729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65 169 6913 0 0,'-35'-3'613'0'0,"33"3"-383"0"0,0 0 1 0 0,1 0-1 0 0,-1-1 1 0 0,0 1 0 0 0,1-1-1 0 0,-1 1 1 0 0,1-1-1 0 0,-1 0 1 0 0,1 0-1 0 0,-1 1 1 0 0,1-1 0 0 0,-1 0-1 0 0,1 0 1 0 0,0 0-1 0 0,-1-1 1 0 0,1 1-1 0 0,0 0 1 0 0,-1-2 0 0 0,16 6 4272 0 0,15 1-4621 0 0,-28-4 332 0 0,22 2-94 0 0,0-1 1 0 0,0-2-1 0 0,0 0 0 0 0,31-6 0 0 0,16-2 121 0 0,17 4 27 0 0,335-35 1112 0 0,-33 1-405 0 0,-58 7-262 0 0,60 11 173 0 0,-219 18-453 0 0,174 12 131 0 0,-78 2-385 0 0,-36-20 97 0 0,0 1-5 0 0,-143 6-156 0 0,-34 0-68 0 0,106 10-1 0 0,-141-4-40 0 0,0 1-1 0 0,-1 0 1 0 0,23 11-1 0 0,-22-8-103 0 0,1-1 0 0 0,31 7 0 0 0,5-2-3241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1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 1376 0 0,'-43'-14'20549'0'0,"42"15"-20535"0"0,-1 0 1 0 0,1 0-1 0 0,0 0 1 0 0,-1 1-1 0 0,1-1 1 0 0,0 0-1 0 0,0 0 0 0 0,0 1 1 0 0,0-1-1 0 0,0 1 1 0 0,0-1-1 0 0,0 1 1 0 0,0-1-1 0 0,1 1 1 0 0,-1-1-1 0 0,0 1 1 0 0,1 0-1 0 0,-1 1 1 0 0,-2 41 207 0 0,3-44-222 0 0,6 106 89 0 0,4 0-1 0 0,36 153 1 0 0,-23-141-87 0 0,14 182 1 0 0,-46-72-48 0 0,4-165 60 0 0,2 0 0 0 0,9 111 0 0 0,7-105-1497 0 0,-9-53 923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2396 456 0 0,'-19'-12'3446'0'0,"16"10"-2500"0"0,0 0 1 0 0,0 0-1 0 0,0 0 0 0 0,0 0 1 0 0,-1 1-1 0 0,1-1 1 0 0,0 1-1 0 0,-1 0 1 0 0,1 0-1 0 0,-1 0 1 0 0,-6 0 941 0 0,25 3-1029 0 0,13-3-571 0 0,1-2 1 0 0,-1-1 0 0 0,0-1 0 0 0,0-1-1 0 0,-1-2 1 0 0,0 0 0 0 0,46-22-1 0 0,-64 25-156 0 0,1 1-1 0 0,-1-2 0 0 0,12-8 0 0 0,-17 12-63 0 0,-1-1 1 0 0,0 1-1 0 0,0-1 0 0 0,-1 0 0 0 0,1 0 0 0 0,0 0 0 0 0,-1 0 1 0 0,0-1-1 0 0,0 1 0 0 0,0-1 0 0 0,0 1 0 0 0,1-6 0 0 0,-3 8-32 0 0,0-1 0 0 0,0 0 0 0 0,0 1 0 0 0,0-1 0 0 0,0 1 0 0 0,-1-1 0 0 0,1 1 0 0 0,0-1 0 0 0,-1 1 0 0 0,0-1 0 0 0,1 1 0 0 0,-1-1 0 0 0,0 1 0 0 0,0-1 0 0 0,0 1 0 0 0,0 0 0 0 0,0 0 0 0 0,0-1 0 0 0,0 1 0 0 0,0 0 0 0 0,0 0 0 0 0,-1 0 0 0 0,1 0 0 0 0,0 0 0 0 0,-1 1 0 0 0,1-1 0 0 0,0 0 0 0 0,-1 1 0 0 0,-1-1 0 0 0,-49-20 162 0 0,49 20-179 0 0,-77-18 127 0 0,62 16-155 0 0,0 0 1 0 0,1-2 0 0 0,-1 0 0 0 0,1-1-1 0 0,0 0 1 0 0,1-2 0 0 0,-22-12 0 0 0,35 18 8 0 0,1 1 0 0 0,-1-1 0 0 0,1 0 0 0 0,-1 0 0 0 0,1 0 0 0 0,0 0 0 0 0,0-1 0 0 0,0 1 0 0 0,0 0 0 0 0,0-1 0 0 0,0 0 0 0 0,1 1 0 0 0,-1-1 0 0 0,1 0 0 0 0,0 0 0 0 0,0 0 0 0 0,0 0 0 0 0,0 0 0 0 0,0 0 0 0 0,1 0 0 0 0,-1 0 0 0 0,1 0 0 0 0,0 0 0 0 0,0 0 0 0 0,0-1 0 0 0,0 1 0 0 0,1 0 0 0 0,-1 0 0 0 0,1 0 0 0 0,0 0 0 0 0,0 0 0 0 0,0 0 0 0 0,0 0 0 0 0,0 0 0 0 0,3-4 0 0 0,0 2 0 0 0,0 0 0 0 0,0-1 0 0 0,1 1 0 0 0,-1 1 0 0 0,1-1 0 0 0,0 1 0 0 0,0 0 0 0 0,0 0 0 0 0,1 0 0 0 0,-1 1 0 0 0,1 0 0 0 0,0 0 0 0 0,0 0 0 0 0,0 1 0 0 0,0 0 0 0 0,7-2 0 0 0,25-3-2 0 0,-19 5 0 0 0,-1-1 0 0 0,1-2 0 0 0,-1 0 0 0 0,1 0 0 0 0,-2-2 0 0 0,20-10 0 0 0,-36 17 2 0 0,-1 0 0 0 0,1-1-1 0 0,-1 1 1 0 0,0-1 0 0 0,1 0 0 0 0,-1 1 0 0 0,1-1 0 0 0,-1 1 0 0 0,0-1 0 0 0,0 1 0 0 0,1-1 0 0 0,-1 0 0 0 0,0 1-1 0 0,0-1 1 0 0,0 0 0 0 0,0 1 0 0 0,0-1 0 0 0,0 0 0 0 0,0 1 0 0 0,0-1 0 0 0,0 0 0 0 0,0 1 0 0 0,0-1 0 0 0,0 0-1 0 0,0 1 1 0 0,-1-1 0 0 0,1 1 0 0 0,0-1 0 0 0,0 0 0 0 0,-1 1 0 0 0,1-1 0 0 0,0 1 0 0 0,-1-2 0 0 0,-17-24 5 0 0,12 17 6 0 0,-9-16-12 0 0,-2 1-1 0 0,0 0 1 0 0,-1 1 0 0 0,-1 1-1 0 0,-1 1 1 0 0,-1 1 0 0 0,-30-22-1 0 0,51 41 2 0 0,-1 1-1 0 0,1-1 0 0 0,-1 1 0 0 0,1-1 1 0 0,-1 0-1 0 0,1 1 0 0 0,0-1 0 0 0,-1 0 1 0 0,1 1-1 0 0,0-1 0 0 0,-1 0 1 0 0,1 1-1 0 0,0-1 0 0 0,0 0 0 0 0,0 0 1 0 0,0 1-1 0 0,0-1 0 0 0,0 0 0 0 0,0 0 1 0 0,0 1-1 0 0,0-1 0 0 0,0 0 0 0 0,0 0 1 0 0,0 1-1 0 0,0-1 0 0 0,1 0 0 0 0,-1 0 1 0 0,0 1-1 0 0,0-1 0 0 0,1 0 1 0 0,-1 1-1 0 0,1-1 0 0 0,-1 0 0 0 0,0 1 1 0 0,1-1-1 0 0,0 1 0 0 0,-1-1 0 0 0,1 1 1 0 0,-1-1-1 0 0,1 1 0 0 0,-1-1 0 0 0,2 1 1 0 0,29-27-58 0 0,-28 25 57 0 0,19-12 13 0 0,1 1 0 0 0,0 1 0 0 0,0 1 0 0 0,28-8 0 0 0,36-18 16 0 0,-86 36-29 0 0,0 1 0 0 0,1-1 1 0 0,-1 1-1 0 0,0-1 0 0 0,0 1 1 0 0,0-1-1 0 0,0 0 0 0 0,0 0 0 0 0,0 0 1 0 0,0 1-1 0 0,0-1 0 0 0,0 0 1 0 0,0 0-1 0 0,-1 0 0 0 0,1-1 0 0 0,0 1 1 0 0,-1 0-1 0 0,1 0 0 0 0,0-2 1 0 0,-1 2-2 0 0,0 0 0 0 0,0 0 1 0 0,0 0-1 0 0,0 0 1 0 0,0 0-1 0 0,-1 0 0 0 0,1 0 1 0 0,0 0-1 0 0,-1 0 1 0 0,1 0-1 0 0,-1 1 0 0 0,1-1 1 0 0,-1 0-1 0 0,1 0 1 0 0,-1 0-1 0 0,0 1 0 0 0,1-1 1 0 0,-1 0-1 0 0,0 1 0 0 0,-1-2 1 0 0,-7-4-14 0 0,0 1 0 0 0,-1 0 0 0 0,0 0 1 0 0,-10-3-1 0 0,-1-2 1 0 0,20 9 13 0 0,0 1 0 0 0,1-1 1 0 0,-1 0-1 0 0,0 0 1 0 0,0 0-1 0 0,0 0 0 0 0,1 0 1 0 0,-1 0-1 0 0,1-1 0 0 0,-1 1 1 0 0,1 0-1 0 0,-1 0 1 0 0,1 0-1 0 0,-1-1 0 0 0,1 1 1 0 0,0 0-1 0 0,0 0 0 0 0,0-1 1 0 0,0 1-1 0 0,0 0 0 0 0,0 0 1 0 0,0-2-1 0 0,6-36-48 0 0,-2 18 49 0 0,-3-25 5 0 0,-2 0 1 0 0,-8-50-1 0 0,-1-35 187 0 0,30-685 304 0 0,-19 806-489 0 0,-1 0-1 0 0,-1 0 1 0 0,0 0 0 0 0,0 1-1 0 0,-1-1 1 0 0,0 0 0 0 0,-1 0-1 0 0,0 1 1 0 0,0 0 0 0 0,-1-1-1 0 0,-6-10 1 0 0,10 20-70 0 0,-1-1 0 0 0,1 0 0 0 0,-1 1-1 0 0,1-1 1 0 0,0 0 0 0 0,-1 0 0 0 0,1 0 0 0 0,0 1 0 0 0,-1-1 0 0 0,1 0 0 0 0,0 0-1 0 0,0 0 1 0 0,0 0 0 0 0,0 1 0 0 0,0-1 0 0 0,0 0 0 0 0,0 0 0 0 0,0 0 0 0 0,0 0 0 0 0,1 1-1 0 0,-1-1 1 0 0,0 0 0 0 0,0 0 0 0 0,1 0 0 0 0,-1 1 0 0 0,0-1 0 0 0,1 0 0 0 0,-1 0 0 0 0,1 1-1 0 0,-1-1 1 0 0,1 0 0 0 0,0 1 0 0 0,-1-1 0 0 0,1 1 0 0 0,-1-1 0 0 0,1 1 0 0 0,0-1 0 0 0,0 1-1 0 0,1-2 1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3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6913 0 0,'-9'7'6983'0'0,"3"316"-2958"0"0,25 7-2497 0 0,1 76 300 0 0,-1-88-720 0 0,-1 31-832 0 0,-18-344-487 0 0,0-1-98 0 0,1-1 0 0 0,-2 1 0 0 0,1 0 0 0 0,0-1 0 0 0,-1 1 0 0 0,0-1 0 0 0,-1 5 0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6913 0 0,'-2'1'205'0'0,"1"-1"-1"0"0,-1 0 1 0 0,0 1-1 0 0,1-1 1 0 0,-1 1-1 0 0,0-1 1 0 0,1 1-1 0 0,-1 0 1 0 0,1 0-1 0 0,-1 0 1 0 0,1 0-1 0 0,-1 0 1 0 0,1 0-1 0 0,0 0 1 0 0,-1 0-1 0 0,1 0 1 0 0,0 1-1 0 0,0-1 1 0 0,0 0-1 0 0,0 1 1 0 0,0-1-1 0 0,0 1 1 0 0,0 0-1 0 0,1-1 1 0 0,-1 1-1 0 0,0-1 1 0 0,1 1-1 0 0,0 0 1 0 0,-1 2-1 0 0,-1 6 178 0 0,0 0 0 0 0,0 1 0 0 0,1 15 0 0 0,1-22-158 0 0,0 108 1911 0 0,21 148 0 0 0,-2-64-1514 0 0,-1 176-365 0 0,26 290-265 0 0,-35-614-1598 0 0,-4-30-4977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5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24 187 920 0 0,'-2'-2'359'0'0,"0"0"-1"0"0,-1 0 1 0 0,2 0 0 0 0,-1 0-1 0 0,0-1 1 0 0,0 1-1 0 0,1 0 1 0 0,-1-1-1 0 0,1 0 1 0 0,0 1 0 0 0,0-1-1 0 0,0 0 1 0 0,0 1-1 0 0,0-1 1 0 0,0-3-1 0 0,2 4-106 0 0,-1 0-1 0 0,0 0 0 0 0,1 1 0 0 0,-1-1 1 0 0,1 0-1 0 0,-1 0 0 0 0,1 1 0 0 0,0-1 1 0 0,0 0-1 0 0,0 1 0 0 0,0-1 0 0 0,0 1 1 0 0,0-1-1 0 0,0 1 0 0 0,1 0 0 0 0,-1 0 1 0 0,0-1-1 0 0,1 1 0 0 0,-1 0 1 0 0,1 0-1 0 0,-1 0 0 0 0,1 0 0 0 0,0 0 1 0 0,3 0-1 0 0,8-6 394 0 0,0 2 1 0 0,0 0 0 0 0,1 0-1 0 0,0 1 1 0 0,0 1-1 0 0,0 0 1 0 0,0 1 0 0 0,21 0-1 0 0,-10 3-143 0 0,1 0 0 0 0,-1 2 0 0 0,48 12-1 0 0,23 9-68 0 0,155 34-186 0 0,-180-45-173 0 0,115 5-1 0 0,619-41 973 0 0,-583 17-1047 0 0,-156 8 17 0 0,1-3 0 0 0,-1-4 1 0 0,117-21-1 0 0,-130 13 36 0 0,63-17 238 0 0,147-18 0 0 0,20 5-114 0 0,-263 39-177 0 0,2 0 0 0 0,-1 2 0 0 0,0 0-1 0 0,0 2 1 0 0,31 2 0 0 0,-3 4 45 0 0,57 15-1 0 0,-28 7-872 0 0,-63-23-46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113 301 6913 0 0,'-3'-1'270'0'0,"-1"1"-1"0"0,0-1 1 0 0,1 0-1 0 0,-1-1 0 0 0,1 1 1 0 0,0-1-1 0 0,-1 1 0 0 0,1-1 1 0 0,0 0-1 0 0,0 0 1 0 0,0 0-1 0 0,0-1 0 0 0,0 1 1 0 0,-2-4-1 0 0,-3-2 575 0 0,0-1 1 0 0,0 0-1 0 0,-7-12 0 0 0,11 14-564 0 0,1 0-1 0 0,0 0 1 0 0,0 0 0 0 0,1 0-1 0 0,0 0 1 0 0,0-1 0 0 0,1 1-1 0 0,0-1 1 0 0,0 1 0 0 0,0-1-1 0 0,1 0 1 0 0,1 1 0 0 0,-1-1-1 0 0,1 1 1 0 0,0-1 0 0 0,1 1-1 0 0,0-1 1 0 0,0 1 0 0 0,0 0-1 0 0,1 0 1 0 0,0 0 0 0 0,1 0-1 0 0,-1 0 1 0 0,2 1 0 0 0,-1 0-1 0 0,0 0 1 0 0,1 0 0 0 0,0 0-1 0 0,7-6 1 0 0,-11 11-280 0 0,0 0 1 0 0,1 1-1 0 0,-1-1 1 0 0,0 0-1 0 0,1 0 1 0 0,-1 1 0 0 0,0-1-1 0 0,1 1 1 0 0,-1-1-1 0 0,1 1 1 0 0,-1-1-1 0 0,1 1 1 0 0,-1 0-1 0 0,1 0 1 0 0,-1 0-1 0 0,1 0 1 0 0,-1 0-1 0 0,1 0 1 0 0,-1 0-1 0 0,1 0 1 0 0,-1 1-1 0 0,3 0 1 0 0,-1 0-1 0 0,-1 1 0 0 0,1-1 1 0 0,-1 1-1 0 0,1 0 0 0 0,-1-1 0 0 0,0 1 1 0 0,0 0-1 0 0,0 1 0 0 0,0-1 1 0 0,3 5-1 0 0,3 5-1 0 0,-1 0 0 0 0,-1 1 1 0 0,8 23-1 0 0,2 15-67 0 0,17 100 0 0 0,-24-102 23 0 0,1 0 1 0 0,27 72-1 0 0,-36-118 43 0 0,-1-1 1 0 0,1 1-1 0 0,1-1 0 0 0,-1 1 0 0 0,0-1 0 0 0,0 0 0 0 0,1 0 0 0 0,0 0 0 0 0,-1 0 0 0 0,1 0 0 0 0,0 0 0 0 0,0 0 0 0 0,0 0 0 0 0,0-1 0 0 0,0 1 0 0 0,0-1 0 0 0,1 1 0 0 0,-1-1 0 0 0,5 2 0 0 0,-5-3 12 0 0,0 0 0 0 0,1 0 0 0 0,-1 0 1 0 0,0 0-1 0 0,0 0 0 0 0,0-1 0 0 0,1 1 0 0 0,-1-1 1 0 0,0 1-1 0 0,0-1 0 0 0,0 0 0 0 0,0 0 1 0 0,0 0-1 0 0,0 0 0 0 0,0 0 0 0 0,0 0 0 0 0,-1 0 1 0 0,1-1-1 0 0,0 1 0 0 0,-1-1 0 0 0,1 1 0 0 0,-1-1 1 0 0,3-3-1 0 0,63-90 396 0 0,-49 66-1299 0 0,1 2-1 0 0,29-33 1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4145 0 0,'-30'6'7665'0'0,"29"-4"-7244"0"0,1-1-52 0 0,0 0 0 0 0,1 1 0 0 0,-1-1 0 0 0,1 1 0 0 0,0-1 0 0 0,-1 0 0 0 0,1 1-1 0 0,0-1 1 0 0,0 0 0 0 0,-1 0 0 0 0,1 0 0 0 0,0 0 0 0 0,2 2 0 0 0,36 43 1103 0 0,-3 2 0 0 0,46 79 1 0 0,-70-106-1596 0 0,60 121 554 0 0,-64-123-1025 0 0,-1 1-1 0 0,-1 0 0 0 0,0 1 1 0 0,-2-1-1 0 0,4 32 0 0 0,-6-15-6187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85 231 2304 0 0,'-13'-20'1543'0'0,"2"0"0"0"0,1-1 0 0 0,0 0-1 0 0,-9-33 1 0 0,12 35-365 0 0,4 11-747 0 0,-8-32 3353 0 0,10 39-3642 0 0,1 0 1 0 0,0 0-1 0 0,0 0 0 0 0,0 0 0 0 0,0 0 0 0 0,0 0 0 0 0,0 1 0 0 0,0-1 1 0 0,1 0-1 0 0,-1 0 0 0 0,0 0 0 0 0,0 0 0 0 0,1 0 0 0 0,-1 0 0 0 0,0 1 1 0 0,1-1-1 0 0,-1 0 0 0 0,1 0 0 0 0,-1 1 0 0 0,1-1 0 0 0,-1 0 1 0 0,1 1-1 0 0,0-1 0 0 0,-1 0 0 0 0,1 1 0 0 0,0-1 0 0 0,-1 1 0 0 0,1-1 1 0 0,0 1-1 0 0,0-1 0 0 0,0 1 0 0 0,-1 0 0 0 0,1-1 0 0 0,0 1 1 0 0,0 0-1 0 0,0 0 0 0 0,0-1 0 0 0,1 1 0 0 0,16-1 5 0 0,0 1 1 0 0,-1 0-1 0 0,1 1 0 0 0,0 1 0 0 0,-1 0 0 0 0,1 2 1 0 0,-1 0-1 0 0,0 1 0 0 0,0 0 0 0 0,0 2 0 0 0,-1 0 1 0 0,0 1-1 0 0,0 0 0 0 0,-1 1 0 0 0,23 19 0 0 0,2-2-179 0 0,14 10-642 0 0,-27-7-3229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30 3681 0 0,'-31'18'187'0'0,"-33"13"12057"0"0,74-43-9965 0 0,18-13-871 0 0,-13 13-1073 0 0,-2 1-1314 0 0,2 1-3433 0 0,2 1-1913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13 6913 0 0,'-35'-6'4970'0'0,"28"5"-3996"0"0,0-1 1 0 0,0 1 0 0 0,0 0-1 0 0,0 0 1 0 0,-11 1 0 0 0,17 0-883 0 0,-1 0 0 0 0,0 1-1 0 0,1-1 1 0 0,0 0 0 0 0,-1 1 0 0 0,1-1 0 0 0,-1 1 0 0 0,1 0 0 0 0,0-1 0 0 0,-1 1-1 0 0,1 0 1 0 0,0 0 0 0 0,-1 0 0 0 0,1 0 0 0 0,0 0 0 0 0,0 0 0 0 0,0 0 0 0 0,0 0-1 0 0,0 1 1 0 0,0-1 0 0 0,1 0 0 0 0,-1 0 0 0 0,0 1 0 0 0,1-1 0 0 0,-1 1 0 0 0,0-1 0 0 0,1 1-1 0 0,0-1 1 0 0,-1 1 0 0 0,1 1 0 0 0,-3 18-2 0 0,1-1 0 0 0,1 1-1 0 0,1 0 1 0 0,0-1 0 0 0,2 1 0 0 0,0 0 0 0 0,2-1-1 0 0,0 0 1 0 0,9 25 0 0 0,-6-22-99 0 0,2-1 0 0 0,1 0 0 0 0,1 0 0 0 0,0-1 0 0 0,2 0 0 0 0,1-1 0 0 0,25 30 0 0 0,-39-49 9 0 0,26 27 0 0 0,53 46 0 0 0,-71-68 0 0 0,-1 0 0 0 0,1 0 0 0 0,0-1 0 0 0,0 0 0 0 0,1-1 0 0 0,0 1 0 0 0,0-2 0 0 0,0 1 0 0 0,0-1 0 0 0,0-1 0 0 0,0 0 0 0 0,1 0 0 0 0,10 0 0 0 0,-14-2 6 0 0,0-1 0 0 0,0 0 1 0 0,-1-1-1 0 0,1 1 1 0 0,0-1-1 0 0,0 0 1 0 0,-1-1-1 0 0,1 1 0 0 0,-1-1 1 0 0,0 0-1 0 0,0 0 1 0 0,0-1-1 0 0,0 0 1 0 0,0 0-1 0 0,-1 0 1 0 0,0 0-1 0 0,1-1 0 0 0,5-8 1 0 0,0-2 110 0 0,0 1 0 0 0,-1-1 0 0 0,-1-1 0 0 0,0 1 0 0 0,6-22 0 0 0,-12 34-96 0 0,-1 1-1 0 0,0-1 1 0 0,-1 1 0 0 0,1-1 0 0 0,0 0-1 0 0,-1 1 1 0 0,1-1 0 0 0,-1 0 0 0 0,0 0 0 0 0,0 1-1 0 0,0-1 1 0 0,0 0 0 0 0,0 0 0 0 0,-1 1-1 0 0,0-1 1 0 0,1 0 0 0 0,-2-3 0 0 0,0 3-2 0 0,0 1 1 0 0,-1 0 0 0 0,1-1-1 0 0,0 1 1 0 0,0 0 0 0 0,-1 1-1 0 0,1-1 1 0 0,-1 0-1 0 0,0 1 1 0 0,0-1 0 0 0,1 1-1 0 0,-1 0 1 0 0,0 0 0 0 0,0 0-1 0 0,-4-1 1 0 0,-7-2 74 0 0,1 1 0 0 0,-1 0 0 0 0,0 1 0 0 0,0 0 1 0 0,0 1-1 0 0,0 1 0 0 0,0 0 0 0 0,0 0 0 0 0,-18 5 0 0 0,25-4-115 0 0,-1 1 0 0 0,1 1-1 0 0,-1-1 1 0 0,1 1 0 0 0,0 1-1 0 0,0-1 1 0 0,0 1 0 0 0,1 1-1 0 0,-1-1 1 0 0,1 1 0 0 0,0 0-1 0 0,0 0 1 0 0,1 1 0 0 0,0 0-1 0 0,0 0 1 0 0,0 0 0 0 0,0 0-1 0 0,-3 8 1 0 0,2-2-357 0 0,1-1 0 0 0,0 1 0 0 0,1 0 0 0 0,0 1 0 0 0,1-1 0 0 0,-3 25 0 0 0,4-7-7130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9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35 3225 0 0,'-6'-3'153'0'0,"0"0"0"0"0,0 1 0 0 0,0 0 0 0 0,0 1 0 0 0,-12-3 0 0 0,-3 3 3478 0 0,50-4 216 0 0,8-2-2709 0 0,213 0 3463 0 0,-184 9-3754 0 0,117 17 1 0 0,-74-1-558 0 0,1-6-1 0 0,155-1 1 0 0,-40-11 219 0 0,160-6 1007 0 0,-342 4-1432 0 0,0 2 0 0 0,1 1 0 0 0,-1 3 0 0 0,0 1 0 0 0,0 2 0 0 0,-1 2 0 0 0,43 16 0 0 0,-68-21-384 0 0,0 0 1 0 0,1-1 0 0 0,0-1-1 0 0,-1-1 1 0 0,1 0-1 0 0,0-1 1 0 0,34-5 0 0 0,-32 7-3243 0 0,-11 0 1717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4609 0 0,'-14'8'433'0'0,"3"8"4980"0"0,9 6 370 0 0,3-5-4693 0 0,29 155 3180 0 0,-5-32-3922 0 0,1 61-269 0 0,48 267 237 0 0,-44-336-85 0 0,7 26-341 0 0,-10-55-3845 0 0,-17-62 3596 0 0,-5-22 359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10 3681 0 0,'-22'-9'8203'0'0,"21"10"-8020"0"0,-4 7 397 0 0,-1 1 0 0 0,1-1 0 0 0,0 2 1 0 0,1-1-1 0 0,0 0 0 0 0,0 1 0 0 0,1-1 1 0 0,-3 20-1 0 0,-11 93 1748 0 0,13-81-1871 0 0,3-28-436 0 0,-2 10 272 0 0,1 1 1 0 0,1 36-1 0 0,1-56-303 0 0,0 1 1 0 0,1-1 0 0 0,-1 1-1 0 0,1-1 1 0 0,0 1 0 0 0,0-1-1 0 0,1 1 1 0 0,-1-1-1 0 0,1 0 1 0 0,0 1 0 0 0,0-1-1 0 0,0 0 1 0 0,1 0-1 0 0,-1-1 1 0 0,1 1 0 0 0,0-1-1 0 0,0 1 1 0 0,0-1-1 0 0,7 6 1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1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31 1840 0 0,'-4'-4'1142'0'0,"0"0"-1"0"0,0 1 0 0 0,0 0 0 0 0,-1 0 0 0 0,1 0 0 0 0,-8-3 0 0 0,11 5-807 0 0,-1 1-1 0 0,1-1 1 0 0,-1 0 0 0 0,1 1-1 0 0,-1 0 1 0 0,1-1-1 0 0,-1 1 1 0 0,0 0-1 0 0,1 0 1 0 0,-1 0 0 0 0,0 0-1 0 0,1 0 1 0 0,-1 0-1 0 0,1 0 1 0 0,-1 0-1 0 0,0 1 1 0 0,1-1 0 0 0,-1 1-1 0 0,1-1 1 0 0,-1 1-1 0 0,1 0 1 0 0,-1-1-1 0 0,1 1 1 0 0,0 0 0 0 0,-1 0-1 0 0,-1 2 1 0 0,27 31 1655 0 0,-10-14-2000 0 0,1-1-1 0 0,1-1 0 0 0,1 0 0 0 0,0-1 0 0 0,2-1 0 0 0,21 16 0 0 0,-34-28 10 0 0,0 0-1 0 0,0 0 1 0 0,1 0-1 0 0,-1-1 1 0 0,1 0-1 0 0,0-1 1 0 0,-1 1-1 0 0,1-1 1 0 0,0-1-1 0 0,0 1 1 0 0,0-1-1 0 0,1 0 1 0 0,-1-1-1 0 0,0 0 1 0 0,0 0-1 0 0,0 0 1 0 0,1-1-1 0 0,-1 0 1 0 0,0 0-1 0 0,0-1 1 0 0,0 0-1 0 0,0 0 1 0 0,-1-1-1 0 0,1 0 1 0 0,7-4-1 0 0,-43 29 15 0 0,0 1-1 0 0,2 1 0 0 0,-41 48 1 0 0,60-63-65 0 0,1-1 0 0 0,0 1 0 0 0,0 1 0 0 0,0-1 0 0 0,2 1 1 0 0,-1 0-1 0 0,1 1 0 0 0,1-1 0 0 0,-1 1 0 0 0,-3 16 0 0 0,8-25 52 0 0,0 0-1 0 0,0 0 1 0 0,0 0 0 0 0,0 1-1 0 0,0-1 1 0 0,1 0-1 0 0,-1 0 1 0 0,1-1-1 0 0,-1 1 1 0 0,1 0 0 0 0,-1 0-1 0 0,1 0 1 0 0,0 0-1 0 0,0 0 1 0 0,0-1 0 0 0,0 1-1 0 0,0 0 1 0 0,1-1-1 0 0,-1 1 1 0 0,0-1-1 0 0,1 1 1 0 0,-1-1 0 0 0,1 0-1 0 0,0 1 1 0 0,-1-1-1 0 0,1 0 1 0 0,0 0-1 0 0,2 1 1 0 0,7 2-13 0 0,-1 0 1 0 0,1-1 0 0 0,0 0-1 0 0,14 2 1 0 0,24 8-3 0 0,-47-12 16 0 0,-1-1-1 0 0,1 1 0 0 0,-1 0 0 0 0,0 0 1 0 0,1 0-1 0 0,-1 0 0 0 0,0 0 0 0 0,0 0 1 0 0,0 1-1 0 0,0-1 0 0 0,0 0 0 0 0,0 1 1 0 0,0-1-1 0 0,0 0 0 0 0,-1 1 0 0 0,1-1 1 0 0,0 1-1 0 0,-1-1 0 0 0,1 1 0 0 0,-1-1 1 0 0,0 1-1 0 0,1 0 0 0 0,-1-1 0 0 0,0 1 1 0 0,0 0-1 0 0,0-1 0 0 0,0 1 0 0 0,0-1 1 0 0,0 1-1 0 0,-1 0 0 0 0,1-1 0 0 0,-1 1 1 0 0,1-1-1 0 0,-1 1 0 0 0,1-1 0 0 0,-1 1 1 0 0,0-1-1 0 0,0 1 0 0 0,0-1 0 0 0,-1 2 1 0 0,-6 9-13 0 0,1-1 1 0 0,-2-1 0 0 0,-17 19 0 0 0,18-21 7 0 0,-38 37-60 0 0,-32 36-414 0 0,71-72 261 0 0,0-1 0 0 0,1 2 0 0 0,0-1 0 0 0,0 1 0 0 0,1 0 0 0 0,0 0 0 0 0,-5 18 0 0 0,10-28 172 0 0,0 1 1 0 0,-1 0 0 0 0,1 0-1 0 0,0 0 1 0 0,-1-1 0 0 0,1 1-1 0 0,0 0 1 0 0,0 0-1 0 0,0 0 1 0 0,0 0 0 0 0,0 0-1 0 0,0 0 1 0 0,0-1-1 0 0,0 1 1 0 0,0 0 0 0 0,0 0-1 0 0,1 0 1 0 0,-1 0 0 0 0,0-1-1 0 0,1 1 1 0 0,-1 0-1 0 0,0 0 1 0 0,1 0 0 0 0,-1-1-1 0 0,1 1 1 0 0,-1 0 0 0 0,1-1-1 0 0,0 1 1 0 0,0 1-1 0 0,1-2-6 0 0,0 1 0 0 0,0-1 0 0 0,-1 1 0 0 0,1-1 0 0 0,0 0 0 0 0,0 1 0 0 0,0-1 0 0 0,-1 0 0 0 0,1 0 0 0 0,0-1 0 0 0,0 1 0 0 0,0 0 0 0 0,2-1-1 0 0,10-3-119 0 0,0-1-1 0 0,23-11 0 0 0,-32 13 116 0 0,2 0 57 0 0,2-2-214 0 0,1 1 0 0 0,0 0 0 0 0,0 0 0 0 0,14-2 0 0 0,-23 6-6 0 0,1-1 0 0 0,0 1 0 0 0,-1 0 0 0 0,1 0 0 0 0,0 0 0 0 0,0 0 1 0 0,-1 0-1 0 0,1 1 0 0 0,0-1 0 0 0,-1 0 0 0 0,1 1 0 0 0,0-1 0 0 0,-1 1 0 0 0,3 1 0 0 0,-3-1-89 0 0,0-1 0 0 0,0 1-1 0 0,0 0 1 0 0,0 0 0 0 0,0 0-1 0 0,-1 1 1 0 0,1-1 0 0 0,0 0-1 0 0,-1 0 1 0 0,1 0-1 0 0,-1 0 1 0 0,1 1 0 0 0,-1-1-1 0 0,1 0 1 0 0,-1 1 0 0 0,0-1-1 0 0,0 0 1 0 0,1 0 0 0 0,-1 1-1 0 0,0-1 1 0 0,-1 2-1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2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1896 1 5065 0 0,'-6'16'1589'0'0,"5"-13"-917"0"0,-1 0-1 0 0,1 0 0 0 0,0 1 0 0 0,0-1 1 0 0,0 0-1 0 0,0 0 0 0 0,0 1 0 0 0,1-1 1 0 0,0 0-1 0 0,0 1 0 0 0,0-1 0 0 0,0 0 1 0 0,0 1-1 0 0,0-1 0 0 0,2 4 0 0 0,7 34 766 0 0,-1 0-1 0 0,4 64 0 0 0,-7 86-927 0 0,-4-100-256 0 0,-4 294-71 0 0,11 221-216 0 0,-3-539 50 0 0,4 0 0 0 0,3 0 1 0 0,3-1-1 0 0,2-1 0 0 0,42 101 0 0 0,-49-141 245 0 0,2 0 0 0 0,20 31 0 0 0,-25-35-286 0 0,-7-19 21 0 0,0 0-1 0 0,1 1 1 0 0,-1-1 0 0 0,1 0-1 0 0,0 0 1 0 0,0 0 0 0 0,0 1-1 0 0,0-1 1 0 0,0 0 0 0 0,0 0 0 0 0,0 0-1 0 0,1-1 1 0 0,1 3 0 0 0,-51 5-183 0 0,30-5 217 0 0,-1-1 0 0 0,0-1 0 0 0,0-1 0 0 0,-31-2 0 0 0,-10 1 44 0 0,56 1-69 0 0,-116 4 94 0 0,-152-11 0 0 0,244 1-30 0 0,1 0 1 0 0,0-2 0 0 0,0-1 0 0 0,-43-20 0 0 0,-33-9 74 0 0,85 32-137 0 0,-1 1-1 0 0,0 1 0 0 0,-1 1 1 0 0,1 1-1 0 0,-32 1 0 0 0,-100 17 61 0 0,40-3-44 0 0,69-10-13 0 0,-17 0 50 0 0,0 2-1 0 0,1 3 1 0 0,-68 20-1 0 0,-39 29-53 0 0,-78 22-363 0 0,199-73-1776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3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77 349 3225 0 0,'-4'-1'405'0'0,"0"0"0"0"0,0-1 0 0 0,0 0-1 0 0,1 0 1 0 0,-1 0 0 0 0,0 0 0 0 0,1 0 0 0 0,0-1 0 0 0,0 0 0 0 0,0 1 0 0 0,0-1 0 0 0,0 0 0 0 0,0-1 0 0 0,1 1 0 0 0,-1 0 0 0 0,1-1 0 0 0,0 1 0 0 0,0-1 0 0 0,1 0 0 0 0,-1 0 0 0 0,1 1 0 0 0,-2-9 0 0 0,0 2 230 0 0,0-1-1 0 0,2 1 1 0 0,-1 0 0 0 0,1-1 0 0 0,1 1 0 0 0,0-1 0 0 0,0 1 0 0 0,2-13 0 0 0,1 9-105 0 0,1 0 0 0 0,0 0-1 0 0,1 0 1 0 0,11-23 0 0 0,-13 31-433 0 0,1-1 1 0 0,-1 1-1 0 0,1 0 1 0 0,1 1-1 0 0,-1-1 1 0 0,1 1-1 0 0,0 0 1 0 0,0 0-1 0 0,0 0 0 0 0,1 1 1 0 0,11-8-1 0 0,-14 11-96 0 0,-1 0-1 0 0,1 0 0 0 0,0 0 1 0 0,0 1-1 0 0,-1-1 0 0 0,1 1 0 0 0,0 0 1 0 0,0 0-1 0 0,0 0 0 0 0,0 0 1 0 0,-1 0-1 0 0,1 0 0 0 0,0 1 1 0 0,0 0-1 0 0,0-1 0 0 0,-1 1 0 0 0,1 0 1 0 0,0 0-1 0 0,-1 1 0 0 0,1-1 1 0 0,-1 0-1 0 0,0 1 0 0 0,1 0 1 0 0,-1-1-1 0 0,0 1 0 0 0,0 0 0 0 0,0 0 1 0 0,0 0-1 0 0,0 1 0 0 0,2 2 1 0 0,7 9-110 0 0,-1 1 1 0 0,0 1 0 0 0,13 25-1 0 0,-15-25-21 0 0,42 92-147 0 0,-40-81-131 0 0,2-1 0 0 0,0-1-1 0 0,1 0 1 0 0,2 0 0 0 0,34 42 0 0 0,-47-64 336 0 0,1 0 0 0 0,0 0 0 0 0,0 0 0 0 0,0-1 1 0 0,0 0-1 0 0,0 1 0 0 0,1-1 0 0 0,-1 0 0 0 0,0-1 1 0 0,1 1-1 0 0,0 0 0 0 0,-1-1 0 0 0,1 0 0 0 0,0 0 0 0 0,6 1 1 0 0,-7-2 90 0 0,0 0 0 0 0,0-1 0 0 0,0 1 0 0 0,0-1 0 0 0,0 0 0 0 0,0 1 0 0 0,0-1 0 0 0,-1-1 0 0 0,1 1 0 0 0,0 0 0 0 0,-1-1 0 0 0,1 1 0 0 0,-1-1 0 0 0,1 0 0 0 0,-1 1 0 0 0,0-1 0 0 0,0 0 0 0 0,0-1 0 0 0,0 1 0 0 0,0 0 0 0 0,2-3 0 0 0,-3 3 87 0 0,1 0 1 0 0,0-1 0 0 0,-1 1-1 0 0,1 0 1 0 0,-1 0-1 0 0,0-1 1 0 0,0 1 0 0 0,0-1-1 0 0,0 1 1 0 0,0-1-1 0 0,0 1 1 0 0,-1-1 0 0 0,1 0-1 0 0,-1 1 1 0 0,0-1-1 0 0,1 0 1 0 0,-1 1 0 0 0,-1-6-1 0 0,-1 4 13 0 0,1 1 0 0 0,-1-1 0 0 0,0 1 0 0 0,0-1-1 0 0,0 1 1 0 0,0 0 0 0 0,-1-1 0 0 0,1 1 0 0 0,-1 0-1 0 0,0 1 1 0 0,0-1 0 0 0,-4-2 0 0 0,-5-5 14 0 0,-2 1 0 0 0,0 0 0 0 0,0 1 1 0 0,0 0-1 0 0,-1 2 0 0 0,0-1 0 0 0,0 2 0 0 0,-1 0 0 0 0,0 1 1 0 0,1 1-1 0 0,-23-3 0 0 0,27 5-204 0 0,-1 0 1 0 0,0 0-1 0 0,0 1 1 0 0,1 1-1 0 0,-1 0 1 0 0,0 0-1 0 0,1 1 1 0 0,-1 1-1 0 0,1 0 1 0 0,0 1-1 0 0,0 0 0 0 0,0 0 1 0 0,0 1-1 0 0,1 1 1 0 0,0-1-1 0 0,-13 11 1 0 0,12-6-834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4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51 243 10138 0 0,'-15'5'762'0'0,"-14"7"927"0"0,23 4 3914 0 0,13-7-5028 0 0,1-1 1 0 0,0 0-1 0 0,0 0 1 0 0,1-1-1 0 0,12 9 0 0 0,8 6 124 0 0,-11-6-542 0 0,1-2-1 0 0,0-1 0 0 0,40 22 0 0 0,-51-31-104 0 0,1 0 0 0 0,-1-1 0 0 0,1 0-1 0 0,0 0 1 0 0,0-1 0 0 0,0 0 0 0 0,0 0 0 0 0,0-1 0 0 0,0-1 0 0 0,0 1 0 0 0,0-1 0 0 0,1-1 0 0 0,8-1-1 0 0,-16 1-25 0 0,0 0-1 0 0,0 0 0 0 0,0 0 0 0 0,0 0 1 0 0,0 0-1 0 0,0-1 0 0 0,0 1 1 0 0,-1-1-1 0 0,1 1 0 0 0,0-1 0 0 0,-1 0 1 0 0,0 1-1 0 0,1-1 0 0 0,-1 0 0 0 0,0 0 1 0 0,0 0-1 0 0,0 0 0 0 0,0 0 1 0 0,0 0-1 0 0,0 0 0 0 0,-1-1 0 0 0,1 1 1 0 0,-1 0-1 0 0,0 0 0 0 0,1 0 0 0 0,-1-4 1 0 0,1-6 11 0 0,-1-1 1 0 0,1 1-1 0 0,-4-17 1 0 0,-21-100 85 0 0,16 96-305 0 0,1 0 1 0 0,2-1 0 0 0,-2-40 0 0 0,8 56-1270 0 0,3 1-3986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4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41 5529 0 0,'-5'13'934'0'0,"0"0"0"0"0,1-1 0 0 0,1 1 0 0 0,0 1 0 0 0,1-1 0 0 0,1 0 0 0 0,0 0 0 0 0,1 15 0 0 0,0-24-539 0 0,0-1-1 0 0,1 1 1 0 0,-1 0-1 0 0,1 0 1 0 0,0 0 0 0 0,0-1-1 0 0,1 1 1 0 0,-1 0-1 0 0,1-1 1 0 0,0 1-1 0 0,0-1 1 0 0,0 0-1 0 0,4 6 1 0 0,-4-7-274 0 0,1 0 1 0 0,-1-1 0 0 0,1 1-1 0 0,-1 0 1 0 0,1-1 0 0 0,0 1-1 0 0,0-1 1 0 0,-1 0-1 0 0,1 0 1 0 0,0 0 0 0 0,0 0-1 0 0,0-1 1 0 0,0 1 0 0 0,0-1-1 0 0,0 0 1 0 0,0 0-1 0 0,1 0 1 0 0,-1 0 0 0 0,5-1-1 0 0,-2 0-93 0 0,-1 0 0 0 0,0 0-1 0 0,0-1 1 0 0,0 1 0 0 0,1-1-1 0 0,-2 0 1 0 0,1-1 0 0 0,0 1 0 0 0,0-1-1 0 0,-1 0 1 0 0,1 0 0 0 0,-1 0-1 0 0,0-1 1 0 0,0 0 0 0 0,0 1-1 0 0,-1-1 1 0 0,1-1 0 0 0,5-7-1 0 0,-7 8-8 0 0,0 0 0 0 0,0 0-1 0 0,-1 0 1 0 0,1 0-1 0 0,-1 0 1 0 0,0 0-1 0 0,0-1 1 0 0,0 1-1 0 0,0 0 1 0 0,-1-1-1 0 0,0 1 1 0 0,0 0-1 0 0,0-1 1 0 0,0 1-1 0 0,-1 0 1 0 0,0 0-1 0 0,1-1 1 0 0,-2 1 0 0 0,1 0-1 0 0,0 0 1 0 0,-1 0-1 0 0,0 0 1 0 0,-4-7-1 0 0,2 5 10 0 0,-1 0 0 0 0,0 0-1 0 0,0 0 1 0 0,0 1 0 0 0,-1-1-1 0 0,0 1 1 0 0,0 1 0 0 0,0-1-1 0 0,-1 1 1 0 0,1 0 0 0 0,-1 1-1 0 0,0-1 1 0 0,0 1 0 0 0,-1 1-1 0 0,1-1 1 0 0,0 1-1 0 0,-1 1 1 0 0,1-1 0 0 0,-10 0-1 0 0,10 2-873 0 0,-1 0 0 0 0,1 0-1 0 0,0 1 1 0 0,0 0-1 0 0,-1 0 1 0 0,1 0-1 0 0,-11 5 1 0 0,0 2-6308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5985 0 0,'-1'0'464'0'0,"0"1"-194"0"0,0-1 0 0 0,0 1 0 0 0,0 0 0 0 0,0 0-1 0 0,0 0 1 0 0,0 0 0 0 0,0 0 0 0 0,0 0 0 0 0,0 0 0 0 0,1 0-1 0 0,-1 0 1 0 0,0 0 0 0 0,1 0 0 0 0,-1 1 0 0 0,1-1-1 0 0,-1 0 1 0 0,1 0 0 0 0,-1 1 0 0 0,1 1 0 0 0,-10 33 1567 0 0,9-32-1312 0 0,-4 30 541 0 0,1 0 0 0 0,1 0-1 0 0,2 0 1 0 0,2 0-1 0 0,6 46 1 0 0,-2-27-2741 0 0,-3 55 0 0 0,-8-80 364 0 0,6-27 1309 0 0,-1 0 1 0 0,1 0-1 0 0,-1-1 1 0 0,1 1-1 0 0,-1-1 0 0 0,1 1 1 0 0,-1 0-1 0 0,0-1 1 0 0,1 1-1 0 0,-1-1 1 0 0,0 1-1 0 0,1-1 1 0 0,-1 1-1 0 0,0-1 1 0 0,1 0-1 0 0,-1 1 1 0 0,0-1-1 0 0,0 0 0 0 0,1 0 1 0 0,-1 0-1 0 0,0 1 1 0 0,0-1-1 0 0,0 0 1 0 0,0 0-1 0 0,1 0 1 0 0,-1 0-1 0 0,0 0 1 0 0,0 0-1 0 0,0-1 0 0 0,1 1 1 0 0,-3 0-1 0 0,-7-4 2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93 920 0 0,'-21'-10'3662'0'0,"17"8"-2834"0"0,0 0 1 0 0,1 0 0 0 0,-1 1-1 0 0,0-1 1 0 0,0 1 0 0 0,-6-1-1 0 0,9 2-642 0 0,-1 0-1 0 0,1 0 0 0 0,-1 0 1 0 0,0 0-1 0 0,1 0 0 0 0,-1 1 1 0 0,1-1-1 0 0,-1 1 0 0 0,1-1 0 0 0,-1 1 1 0 0,1-1-1 0 0,0 1 0 0 0,-1 0 1 0 0,1 0-1 0 0,0 0 0 0 0,-1-1 1 0 0,1 1-1 0 0,0 1 0 0 0,0-1 0 0 0,0 0 1 0 0,-2 2-1 0 0,-10 16 289 0 0,0-1 0 0 0,1 2 0 0 0,2-1 0 0 0,-13 32 0 0 0,23-51-476 0 0,0 0 0 0 0,0 0 1 0 0,0 0-1 0 0,0 0 0 0 0,0 0 0 0 0,0 0 0 0 0,0 0 0 0 0,0 0 1 0 0,0 0-1 0 0,1 0 0 0 0,-1 0 0 0 0,0 0 0 0 0,0 0 1 0 0,0 0-1 0 0,0 0 0 0 0,0 0 0 0 0,0 0 0 0 0,0 0 1 0 0,0 0-1 0 0,0 0 0 0 0,0 0 0 0 0,1 0 0 0 0,-1 0 1 0 0,0 0-1 0 0,0 0 0 0 0,0 0 0 0 0,0 0 0 0 0,0 0 1 0 0,0 0-1 0 0,0 0 0 0 0,0 0 0 0 0,0 0 0 0 0,0 0 1 0 0,0 0-1 0 0,0 0 0 0 0,1 0 0 0 0,-1 0 0 0 0,0 1 1 0 0,13-16 469 0 0,16-20 1133 0 0,-10 7-772 0 0,1 1 0 0 0,1 1 0 0 0,2 1 0 0 0,34-29 0 0 0,-57 53-815 0 0,1 1 0 0 0,0 0-1 0 0,-1-1 1 0 0,1 1 0 0 0,0 0 0 0 0,-1-1 0 0 0,1 1 0 0 0,0 0-1 0 0,0 0 1 0 0,0 0 0 0 0,-1 0 0 0 0,1 0 0 0 0,0-1 0 0 0,0 2-1 0 0,-1-1 1 0 0,1 0 0 0 0,0 0 0 0 0,0 0 0 0 0,0 0 0 0 0,-1 0-1 0 0,1 0 1 0 0,0 1 0 0 0,0-1 0 0 0,-1 0 0 0 0,1 1 0 0 0,0-1 0 0 0,-1 1-1 0 0,1-1 1 0 0,0 1 0 0 0,-1-1 0 0 0,1 1 0 0 0,-1-1 0 0 0,2 2-1 0 0,21 26-25 0 0,-13-14-38 0 0,77 76-2767 0 0,-58-62-4624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4609 0 0,'-1'0'200'0'0,"0"0"1"0"0,0 0-1 0 0,0 0 1 0 0,1 0-1 0 0,-1 0 1 0 0,0 0-1 0 0,0 1 1 0 0,0-1-1 0 0,0 0 1 0 0,0 1-1 0 0,0-1 0 0 0,0 0 1 0 0,1 1-1 0 0,-1-1 1 0 0,0 1-1 0 0,0 0 1 0 0,1-1-1 0 0,-1 1 1 0 0,0-1-1 0 0,1 1 1 0 0,-1 0-1 0 0,1 0 0 0 0,-1-1 1 0 0,0 1-1 0 0,1 0 1 0 0,0 0-1 0 0,-1 0 1 0 0,0 1-1 0 0,-12 25 2133 0 0,6 0-1345 0 0,0 1 0 0 0,2 0 1 0 0,1 0-1 0 0,-2 52 1 0 0,7-28 290 0 0,12 90 0 0 0,-9-117-1353 0 0,0 0 0 0 0,2 0 0 0 0,0 0 0 0 0,2-1 1 0 0,1 0-1 0 0,1 0 0 0 0,1-1 0 0 0,1-1 0 0 0,15 23 0 0 0,-28-80-8489 0 0,-1 20 3819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12443 0 0,'0'1'146'0'0,"-1"0"1"0"0,1 0-1 0 0,0 0 1 0 0,0 0-1 0 0,0-1 1 0 0,0 1-1 0 0,0 0 1 0 0,0 0-1 0 0,0 0 1 0 0,0 0-1 0 0,1 0 1 0 0,-1-1-1 0 0,0 1 1 0 0,0 0 0 0 0,1 0-1 0 0,-1 0 1 0 0,1-1-1 0 0,-1 1 1 0 0,0 0-1 0 0,1-1 1 0 0,-1 1-1 0 0,1 0 1 0 0,0-1-1 0 0,-1 1 1 0 0,1-1-1 0 0,-1 1 1 0 0,1 0-1 0 0,0-1 1 0 0,0 0-1 0 0,-1 1 1 0 0,1-1-1 0 0,0 1 1 0 0,0-1 0 0 0,-1 0-1 0 0,1 1 1 0 0,0-1-1 0 0,0 0 1 0 0,0 0-1 0 0,1 0 1 0 0,37 10 2623 0 0,-36-10-2589 0 0,29 7 388 0 0,1 2-1 0 0,-2 1 0 0 0,42 19 1 0 0,-66-26-616 0 0,-4-2-95 0 0,0 1-1 0 0,1-1 1 0 0,-1 0 0 0 0,1 0-1 0 0,-1 0 1 0 0,1 0-1 0 0,-1-1 1 0 0,1 1-1 0 0,-1-1 1 0 0,1 0 0 0 0,-1 0-1 0 0,1 0 1 0 0,0-1-1 0 0,-1 1 1 0 0,1-1-1 0 0,-1 0 1 0 0,0 0-1 0 0,1 0 1 0 0,-1 0 0 0 0,0-1-1 0 0,1 1 1 0 0,-1-1-1 0 0,0 0 1 0 0,0 0-1 0 0,0 0 1 0 0,0 0 0 0 0,-1 0-1 0 0,1-1 1 0 0,-1 0-1 0 0,4-4 1 0 0,10-12-1289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7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7058 0 0,'4'0'178'0'0,"-1"1"0"0"0,1-1 1 0 0,0 0-1 0 0,-1 0 1 0 0,1 0-1 0 0,-1-1 0 0 0,1 1 1 0 0,4-2-1 0 0,36-8 2578 0 0,-22 5-1922 0 0,0 0 0 0 0,1 2 0 0 0,32-2 0 0 0,69 4-21 0 0,136 3 1160 0 0,-141 7-1055 0 0,-45-3-565 0 0,78-3-1 0 0,302-9 999 0 0,2 0 64 0 0,-354-3-1122 0 0,142-32 0 0 0,78-7-84 0 0,378 36 258 0 0,-282 27-45 0 0,-350-10-500 0 0,0 4 0 0 0,0 2 0 0 0,109 34 0 0 0,-160-38-1766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7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 14283 0 0,'-1'-1'29'0'0,"1"1"0"0"0,0 0-1 0 0,0-1 1 0 0,-1 1 0 0 0,1 0 0 0 0,0 0 0 0 0,0-1-1 0 0,-1 1 1 0 0,1 0 0 0 0,0 0 0 0 0,-1 0-1 0 0,1-1 1 0 0,0 1 0 0 0,-1 0 0 0 0,1 0 0 0 0,0 0-1 0 0,-1 0 1 0 0,1 0 0 0 0,0 0 0 0 0,-1 0-1 0 0,1 0 1 0 0,-1 0 0 0 0,1 0 0 0 0,0 0 0 0 0,-1 0-1 0 0,1 0 1 0 0,0 0 0 0 0,-1 0 0 0 0,1 0 0 0 0,0 0-1 0 0,-1 0 1 0 0,1 0 0 0 0,0 0 0 0 0,-1 1-1 0 0,1-1 1 0 0,-6 4 2457 0 0,4 3-1684 0 0,-12 30-297 0 0,3 1-1 0 0,1 1 1 0 0,2 0 0 0 0,-6 79 0 0 0,10 169 337 0 0,74 352-396 0 0,-63-589-402 0 0,22 204-87 0 0,-25-195 93 0 0,-4-1 0 0 0,-8 79 0 0 0,7-134-173 0 0,1 0 1 0 0,-1 0-1 0 0,0 1 0 0 0,0-1 0 0 0,0 0 0 0 0,0-1 0 0 0,0 1 1 0 0,-1 0-1 0 0,1 0 0 0 0,-1-1 0 0 0,0 1 0 0 0,-3 4 0 0 0,3-5-500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24 3225 0 0,'-1'-2'234'0'0,"0"0"0"0"0,0 1-1 0 0,0-1 1 0 0,0 1 0 0 0,0 0 0 0 0,0-1 0 0 0,-1 1 0 0 0,1 0 0 0 0,0 0 0 0 0,-1 0 0 0 0,1 0 0 0 0,-1 0 0 0 0,1 0 0 0 0,-1 0 0 0 0,0 0 0 0 0,1 1 0 0 0,-1-1-1 0 0,0 0 1 0 0,1 1 0 0 0,-1 0 0 0 0,0-1 0 0 0,0 1 0 0 0,1 0 0 0 0,-1 0 0 0 0,0 0 0 0 0,0 0 0 0 0,0 0 0 0 0,1 0 0 0 0,-3 1 0 0 0,0 0 266 0 0,0 0 0 0 0,0 0 0 0 0,1 0 1 0 0,-1 1-1 0 0,1-1 0 0 0,-1 1 1 0 0,1 0-1 0 0,0 0 0 0 0,-1 0 0 0 0,1 0 1 0 0,0 1-1 0 0,-4 4 0 0 0,6-6-462 0 0,-1 0 0 0 0,1 1 0 0 0,0-1-1 0 0,0 0 1 0 0,0 1 0 0 0,0 0 0 0 0,0-1 0 0 0,0 1 0 0 0,1-1-1 0 0,-1 1 1 0 0,0 0 0 0 0,1-1 0 0 0,0 1 0 0 0,-1 0-1 0 0,1 0 1 0 0,0-1 0 0 0,0 1 0 0 0,-1 0 0 0 0,2 0-1 0 0,-1 0 1 0 0,0-1 0 0 0,1 5 0 0 0,0-4 60 0 0,0 1 1 0 0,1-1 0 0 0,-1 1-1 0 0,1-1 1 0 0,-1 0 0 0 0,1 0-1 0 0,0 0 1 0 0,0 0 0 0 0,0 0-1 0 0,0 0 1 0 0,0 0 0 0 0,1 0-1 0 0,2 1 1 0 0,9 5 386 0 0,1-1-1 0 0,0-1 1 0 0,31 10 0 0 0,-44-15-481 0 0,61 15-6 0 0,-40-11 6 0 0,0 1-1 0 0,0 1 0 0 0,26 12 0 0 0,-48-19-1 0 0,0 1-1 0 0,1-1 1 0 0,-1 1 0 0 0,0 0-1 0 0,0-1 1 0 0,0 1 0 0 0,0 0-1 0 0,0 0 1 0 0,0 0 0 0 0,-1 0-1 0 0,1 0 1 0 0,0 0 0 0 0,0 0-1 0 0,-1 0 1 0 0,1 0-1 0 0,0 1 1 0 0,-1-1 0 0 0,1 0-1 0 0,-1 0 1 0 0,0 0 0 0 0,1 1-1 0 0,-1-1 1 0 0,0 0 0 0 0,0 3-1 0 0,0-1 6 0 0,0 0 0 0 0,-1 1 0 0 0,1-1 0 0 0,-1 0 0 0 0,0 1 0 0 0,0-1 0 0 0,0 0 0 0 0,-1 0 0 0 0,-2 4 0 0 0,-3 5 17 0 0,-1 0-1 0 0,0-1 1 0 0,-15 16 0 0 0,-8 2-194 0 0,20-19 42 0 0,1 1 0 0 0,-1-1-1 0 0,2 2 1 0 0,-1-1 0 0 0,-11 21 0 0 0,20-30 114 0 0,0-1 0 0 0,0 0 0 0 0,0 1 0 0 0,1-1 0 0 0,-1 0 0 0 0,0 1 0 0 0,1-1 1 0 0,0 1-1 0 0,-1-1 0 0 0,1 1 0 0 0,0-1 0 0 0,-1 1 0 0 0,1 0 0 0 0,0-1 0 0 0,0 1 1 0 0,0-1-1 0 0,1 1 0 0 0,-1-1 0 0 0,0 1 0 0 0,1 0 0 0 0,-1-1 0 0 0,0 0 0 0 0,1 1 0 0 0,0-1 1 0 0,-1 1-1 0 0,1-1 0 0 0,0 1 0 0 0,0-1 0 0 0,0 0 0 0 0,0 0 0 0 0,0 1 0 0 0,0-1 0 0 0,0 0 1 0 0,0 0-1 0 0,0 0 0 0 0,1 0 0 0 0,-1 0 0 0 0,0-1 0 0 0,1 1 0 0 0,-1 0 0 0 0,0-1 1 0 0,1 1-1 0 0,-1 0 0 0 0,1-1 0 0 0,-1 0 0 0 0,3 1 0 0 0,9 2-286 0 0,1-1 0 0 0,0 0 0 0 0,-1-1 1 0 0,21 0-1 0 0,-13-1 193 0 0,-15 0 99 0 0,0 1 0 0 0,1-1 0 0 0,-1 1 0 0 0,0 1 1 0 0,0-1-1 0 0,0 1 0 0 0,0 0 0 0 0,10 5 0 0 0,-14-6 16 0 0,0 1 0 0 0,0-1 0 0 0,-1 0-1 0 0,1 1 1 0 0,0-1 0 0 0,-1 1 0 0 0,0-1 0 0 0,1 1-1 0 0,-1 0 1 0 0,0-1 0 0 0,0 1 0 0 0,1 0-1 0 0,-2 0 1 0 0,1 0 0 0 0,0 0 0 0 0,0 0-1 0 0,-1 0 1 0 0,1 0 0 0 0,-1 0 0 0 0,1 0-1 0 0,-1 0 1 0 0,0 0 0 0 0,0 1 0 0 0,0-1-1 0 0,0 0 1 0 0,0 0 0 0 0,0 0 0 0 0,-1 0-1 0 0,0 3 1 0 0,-3 9 107 0 0,0 0-1 0 0,-1 1 0 0 0,0-2 1 0 0,-1 1-1 0 0,-14 23 1 0 0,-47 56 232 0 0,-1 1-3908 0 0,64-89 2862 0 0,1 1 0 0 0,0 0 0 0 0,1 0 0 0 0,-1 0 0 0 0,1 0 0 0 0,1 1 0 0 0,-1-1-1 0 0,1 1 1 0 0,0-1 0 0 0,0 12 0 0 0,2 18 182 0 0,-1-27 604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3592 0 5529 0 0,'-21'52'3175'0'0,"15"-40"-2532"0"0,0 0 1 0 0,2 0-1 0 0,-1 1 1 0 0,-4 25-1 0 0,4 25 1012 0 0,3 1 0 0 0,2-1 0 0 0,9 68-1 0 0,0-12-727 0 0,33 366-481 0 0,-39-453-443 0 0,7 202 186 0 0,-10-160-30 0 0,4 0 0 0 0,24 142 0 0 0,-20-186 237 0 0,-2 0 1 0 0,-2 0-1 0 0,0 0 1 0 0,-2 0-1 0 0,-1 1 1 0 0,-7 56-1 0 0,-5-24 51 0 0,-19 94 429 0 0,24-130-728 0 0,-15 44 855 0 0,19-67-966 0 0,0 0 1 0 0,-1-1-1 0 0,0 1 1 0 0,1-1-1 0 0,-1 1 1 0 0,0-1-1 0 0,-1 0 1 0 0,1 0-1 0 0,-1 0 1 0 0,1-1-1 0 0,-1 1 1 0 0,0-1-1 0 0,-5 2 1 0 0,-55 22-196 0 0,11-11-134 0 0,-1-3 1 0 0,-91 8-1 0 0,45-7 229 0 0,59-10-120 0 0,0-2 0 0 0,0-2-1 0 0,0-1 1 0 0,-76-15 0 0 0,-7 0 68 0 0,12 7-62 0 0,-204-26-678 0 0,249 27 908 0 0,-113-1 0 0 0,-68 17 70 0 0,19 0-560 0 0,175-6 400 0 0,0 3 1 0 0,0 2-1 0 0,0 3 0 0 0,1 2 1 0 0,-94 31-1 0 0,113-30 57 0 0,-1-2 0 0 0,0-1 0 0 0,0-2 0 0 0,-1-1 0 0 0,0-2 0 0 0,0-2 0 0 0,0-1 0 0 0,-71-8 0 0 0,73 2-30 0 0,-1 1 1 0 0,0 1-1 0 0,0 3 1 0 0,1 0-1 0 0,-1 2 1 0 0,0 2-1 0 0,-36 9 1 0 0,-140 31 651 0 0,180-40-703 0 0,0-2 1 0 0,0-1 0 0 0,0-1-1 0 0,-61-8 1 0 0,72 3-268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0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49 199 4609 0 0,'-3'-2'681'0'0,"0"0"0"0"0,-1 1 0 0 0,1-1 0 0 0,0 0 0 0 0,0-1-1 0 0,0 1 1 0 0,1 0 0 0 0,-1-1 0 0 0,1 0 0 0 0,-1 1 0 0 0,1-1 0 0 0,0 0 0 0 0,0 0 0 0 0,0 0 0 0 0,0-1 0 0 0,1 1 0 0 0,-1 0 0 0 0,0-4-1 0 0,1 3-466 0 0,1 1-1 0 0,0 0 1 0 0,-1-1-1 0 0,2 1 1 0 0,-1 0-1 0 0,0-1 1 0 0,1 1-1 0 0,-1 0 1 0 0,1 0-1 0 0,0-1 1 0 0,0 1-1 0 0,0 0 1 0 0,1 0-1 0 0,-1 0 1 0 0,1 0 0 0 0,-1 0-1 0 0,1 1 1 0 0,0-1-1 0 0,0 0 1 0 0,5-4-1 0 0,0 0-161 0 0,1 0-1 0 0,0 0 1 0 0,0 0 0 0 0,1 1 0 0 0,0 0-1 0 0,0 1 1 0 0,0 0 0 0 0,0 0 0 0 0,1 1-1 0 0,0 1 1 0 0,0-1 0 0 0,20-3 0 0 0,-25 6-34 0 0,0 1 0 0 0,0-1 0 0 0,0 1 0 0 0,0 0 0 0 0,0 0 0 0 0,0 0 1 0 0,0 1-1 0 0,0 0 0 0 0,0 0 0 0 0,0 0 0 0 0,-1 0 0 0 0,1 1 1 0 0,0 0-1 0 0,-1 0 0 0 0,1 0 0 0 0,-1 1 0 0 0,0-1 0 0 0,0 1 0 0 0,0 0 1 0 0,0 0-1 0 0,0 1 0 0 0,0-1 0 0 0,-1 1 0 0 0,0 0 0 0 0,0 0 1 0 0,0 0-1 0 0,0 0 0 0 0,3 7 0 0 0,-1 1-28 0 0,-1-1 0 0 0,0 1 0 0 0,-1 0 0 0 0,-1 0 0 0 0,0 0 0 0 0,0 0 0 0 0,-1 0 0 0 0,-1 0 0 0 0,0 0 0 0 0,0 1 0 0 0,-4 16 0 0 0,-4 16-73 0 0,-21 70 0 0 0,28-112 81 0 0,-19 56-139 0 0,12-38 144 0 0,1 0 0 0 0,1 0 1 0 0,-7 40-1 0 0,13-59-6 0 0,0-1 1 0 0,0 0 0 0 0,0 0-1 0 0,1 0 1 0 0,-1 0 0 0 0,0 0-1 0 0,0 1 1 0 0,1-1-1 0 0,-1 0 1 0 0,0 0 0 0 0,1 0-1 0 0,-1 0 1 0 0,1 0 0 0 0,-1 0-1 0 0,1 0 1 0 0,0 0-1 0 0,0 0 1 0 0,-1 0 0 0 0,1-1-1 0 0,0 1 1 0 0,0 0 0 0 0,0 0-1 0 0,0-1 1 0 0,0 1-1 0 0,0 0 1 0 0,0-1 0 0 0,0 1-1 0 0,0-1 1 0 0,0 0 0 0 0,0 1-1 0 0,0-1 1 0 0,0 0-1 0 0,2 1 1 0 0,6 0-3 0 0,0 0 0 0 0,-1 0 0 0 0,16-1 0 0 0,-3 1-2 0 0,5 2-95 0 0,-1 1 0 0 0,49 16 0 0 0,-60-16 78 0 0,-1 1 0 0 0,0 1-1 0 0,0 0 1 0 0,0 1 0 0 0,-1 1-1 0 0,22 16 1 0 0,-32-22 24 0 0,1 0 0 0 0,-1 0 0 0 0,0 1 0 0 0,1-1 0 0 0,-1 1-1 0 0,0 0 1 0 0,-1-1 0 0 0,1 1 0 0 0,0 0 0 0 0,-1 0 0 0 0,1 0 0 0 0,-1 1 0 0 0,0-1 0 0 0,0 0 0 0 0,-1 0 0 0 0,1 1 0 0 0,0 5 0 0 0,-1-4 13 0 0,-1 0-1 0 0,1-1 1 0 0,-1 1 0 0 0,0 0 0 0 0,-1-1-1 0 0,1 1 1 0 0,-1 0 0 0 0,0-1 0 0 0,0 0-1 0 0,0 1 1 0 0,-3 3 0 0 0,-8 9 94 0 0,1-1 0 0 0,-2-1 0 0 0,0 0 1 0 0,-27 21-1 0 0,12-12-9 0 0,-82 66 246 0 0,95-78-439 0 0,-1-1-1 0 0,-1 0 1 0 0,0-2 0 0 0,-35 14-1 0 0,36-18-405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0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17 319 3681 0 0,'0'0'65'0'0,"-1"0"0"0"0,0 0 0 0 0,0 0 0 0 0,1 0 0 0 0,-1 0 0 0 0,0-1 0 0 0,0 1 0 0 0,1 0 0 0 0,-1-1 0 0 0,0 1 0 0 0,0 0 0 0 0,1-1 0 0 0,-1 1 0 0 0,1-1 1 0 0,-1 1-1 0 0,0-1 0 0 0,1 1 0 0 0,-1-1 0 0 0,1 1 0 0 0,-1-1 0 0 0,1 1 0 0 0,-1-1 0 0 0,1 0 0 0 0,0 1 0 0 0,-1-1 0 0 0,1 0 0 0 0,0 0 0 0 0,-1 0 0 0 0,1-1 168 0 0,0 1-1 0 0,0 0 1 0 0,1-1-1 0 0,-1 1 1 0 0,0 0-1 0 0,1-1 0 0 0,-1 1 1 0 0,1 0-1 0 0,-1 0 1 0 0,1-1-1 0 0,0 1 1 0 0,-1 0-1 0 0,1 0 1 0 0,2-2-1 0 0,0-1 392 0 0,0 1-1 0 0,0 0 1 0 0,0 0 0 0 0,0 0-1 0 0,1 0 1 0 0,0 1 0 0 0,-1-1-1 0 0,1 1 1 0 0,0 0-1 0 0,5-2 1 0 0,10 1-39 0 0,0 1 0 0 0,0 1 0 0 0,1 0 0 0 0,-1 2 1 0 0,37 5-1 0 0,20 0 77 0 0,283-12 538 0 0,180 9-2 0 0,-507 0-1123 0 0,152 14 331 0 0,195-8 1 0 0,-230-19-78 0 0,252-50-1 0 0,-77 1 84 0 0,619-29-1 0 0,-625 55-404 0 0,12-1 80 0 0,-309 34-101 0 0,0 0 1 0 0,-1 1-1 0 0,1 1 0 0 0,-1 1 1 0 0,1 1-1 0 0,-1 1 1 0 0,0 1-1 0 0,-1 0 0 0 0,1 2 1 0 0,26 13-1 0 0,-41-18-263 0 0,0 0 0 0 0,0 0 1 0 0,1-1-1 0 0,-1 0 0 0 0,1 0 0 0 0,0 0 0 0 0,-1-1 0 0 0,1 1 0 0 0,0-1 0 0 0,0-1 0 0 0,0 1 0 0 0,0-1 0 0 0,10-1 0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1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62 5985 0 0,'0'-2'167'0'0,"-1"-1"0"0"0,1 0 0 0 0,-1 0 0 0 0,1 0 0 0 0,0 0 0 0 0,1 0 0 0 0,-1 0 0 0 0,1-4 0 0 0,10-20 5279 0 0,-8 22-3941 0 0,-4 17 2991 0 0,3 16-3224 0 0,-1-16-583 0 0,16 198 309 0 0,2 38-31 0 0,37 333-956 0 0,-22-198 262 0 0,-1-9 402 0 0,-26-325-596 0 0,-3 2-1 0 0,-1-1 1 0 0,-2 0 0 0 0,-3 1 0 0 0,-2-1 0 0 0,-2 0 0 0 0,-16 62 0 0 0,14-87-264 0 0,5-15-13 0 0,0-1 0 0 0,0 1 0 0 0,1 0 0 0 0,0 0 0 0 0,0-1 0 0 0,1 1 0 0 0,1 0 0 0 0,0 1 0 0 0,1 12 0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69 6913 0 0,'0'-8'154'0'0,"-3"-13"640"0"0,2 20-705 0 0,1 0-1 0 0,-1 1 1 0 0,0-1-1 0 0,0 1 1 0 0,1 0 0 0 0,-1-1-1 0 0,0 1 1 0 0,0 0-1 0 0,0-1 1 0 0,0 1-1 0 0,1 0 1 0 0,-1 0 0 0 0,0 0-1 0 0,0 0 1 0 0,0-1-1 0 0,0 1 1 0 0,0 1-1 0 0,0-1 1 0 0,1 0 0 0 0,-1 0-1 0 0,0 0 1 0 0,0 0-1 0 0,0 1 1 0 0,-1 0-1 0 0,-14 3 883 0 0,0 1 0 0 0,1 1-1 0 0,0 0 1 0 0,1 1-1 0 0,-1 0 1 0 0,-17 14 0 0 0,7-4 329 0 0,0 2 0 0 0,-31 32 0 0 0,30-24-829 0 0,2 2-1 0 0,1 1 1 0 0,-31 52 0 0 0,-42 108-332 0 0,84-162-204 0 0,2-1 1 0 0,1 2-1 0 0,1-1 1 0 0,1 1-1 0 0,2 0 1 0 0,1 1 0 0 0,-1 44-1 0 0,6-50 5 0 0,1 0 0 0 0,1 0 0 0 0,0 0 0 0 0,2 0 0 0 0,1 0 0 0 0,1-1 0 0 0,1 0-1 0 0,1 0 1 0 0,19 34 0 0 0,-13-32-2 0 0,1 0 0 0 0,1-2-1 0 0,1 0 1 0 0,1-1-1 0 0,1-1 1 0 0,1-1 0 0 0,1 0-1 0 0,0-2 1 0 0,2-1 0 0 0,0 0-1 0 0,0-2 1 0 0,32 14 0 0 0,-24-14-83 0 0,1-2 1 0 0,1-2-1 0 0,0 0 1 0 0,1-3-1 0 0,-1 0 1 0 0,2-3-1 0 0,-1 0 1 0 0,1-3 0 0 0,54-2-1 0 0,-12-7 700 0 0,0-3 0 0 0,-1-3 0 0 0,-1-4-1 0 0,0-3 1 0 0,-1-4 0 0 0,125-56 0 0 0,-174 66-501 0 0,1-1 0 0 0,-2-1 1 0 0,0-1-1 0 0,-1-1 1 0 0,37-37-1 0 0,-46 41-19 0 0,-2-1 0 0 0,0-1 0 0 0,0 0 0 0 0,-2-1 1 0 0,0 0-1 0 0,-1-1 0 0 0,-1 0 0 0 0,0 0 0 0 0,8-28 0 0 0,-14 32 5 0 0,0-1 1 0 0,-2 0-1 0 0,1 1 0 0 0,-2-1 1 0 0,0 0-1 0 0,0 0 0 0 0,-2 0 1 0 0,0 1-1 0 0,0-1 0 0 0,-2 0 1 0 0,1 1-1 0 0,-2 0 0 0 0,-8-19 1 0 0,-10-16 282 0 0,-2 1 1 0 0,-40-57 0 0 0,60 98-284 0 0,-36-52-55 0 0,-3 1 0 0 0,-3 3 0 0 0,-2 1 0 0 0,-2 3 0 0 0,-3 2 0 0 0,-70-50 0 0 0,110 88-141 0 0,-2 1-1 0 0,1 0 1 0 0,-1 1-1 0 0,-1 1 1 0 0,-29-11-1 0 0,39 16-98 0 0,0 2 0 0 0,0-1 0 0 0,0 1 0 0 0,0-1 0 0 0,0 2 0 0 0,0-1 0 0 0,0 1 0 0 0,0 0-1 0 0,-1 1 1 0 0,1 0 0 0 0,0 0 0 0 0,0 0 0 0 0,0 1 0 0 0,0 0 0 0 0,1 0 0 0 0,-1 1 0 0 0,-10 5 0 0 0,-11 11-7032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3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 6913 0 0,'-10'-7'12583'0'0,"18"21"-7842"0"0,-3 4-6152 0 0,0 35 1760 0 0,43 311 214 0 0,-33-304-599 0 0,-8-39-107 0 0,-2 0 0 0 0,0 1 0 0 0,-1 0 0 0 0,-2 0 0 0 0,1 44 0 0 0,-6-53-1762 0 0,-1-10 922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3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9 8930 0 0,'-1'-1'23'0'0,"1"1"1"0"0,0-1-1 0 0,0 1 1 0 0,-1-1-1 0 0,1 1 1 0 0,0-1-1 0 0,-1 1 1 0 0,1 0-1 0 0,0-1 1 0 0,-1 1-1 0 0,1-1 1 0 0,-1 1-1 0 0,1 0 1 0 0,0-1-1 0 0,-1 1 0 0 0,1 0 1 0 0,-1 0-1 0 0,1-1 1 0 0,-1 1-1 0 0,1 0 1 0 0,-1 0-1 0 0,1 0 1 0 0,-1 0-1 0 0,1 0 1 0 0,-1 0-1 0 0,0 0 1 0 0,1 0-1 0 0,-1 0 1 0 0,1 0-1 0 0,-1 0 1 0 0,1 0-1 0 0,-1 0 0 0 0,1 0 1 0 0,-1 0-1 0 0,1 0 1 0 0,-1 0-1 0 0,1 1 1 0 0,-1-1-1 0 0,1 0 1 0 0,-1 1-1 0 0,-23 7 786 0 0,7 0-427 0 0,2 1 0 0 0,-1 0 0 0 0,1 2 0 0 0,0-1 0 0 0,1 2 0 0 0,0 0 1 0 0,1 0-1 0 0,-18 23 0 0 0,5-2 66 0 0,1 2 1 0 0,-32 57 0 0 0,55-87-320 0 0,-6 8 326 0 0,1 0 1 0 0,0 1-1 0 0,1 0 0 0 0,0 0 0 0 0,1 0 0 0 0,-4 24 0 0 0,9-38-452 0 0,-1 1-1 0 0,1-1 1 0 0,0 1-1 0 0,0-1 0 0 0,0 1 1 0 0,0 0-1 0 0,0-1 1 0 0,0 1-1 0 0,0-1 0 0 0,0 1 1 0 0,0 0-1 0 0,0-1 1 0 0,0 1-1 0 0,0-1 0 0 0,0 1 1 0 0,0-1-1 0 0,1 1 1 0 0,-1-1-1 0 0,0 1 0 0 0,0 0 1 0 0,1-1-1 0 0,-1 1 0 0 0,0-1 1 0 0,1 1-1 0 0,-1-1 1 0 0,0 0-1 0 0,1 1 0 0 0,0 0 1 0 0,12-7 10 0 0,13-22-65 0 0,62-94 911 0 0,1-2 567 0 0,-74 105-1127 0 0,2 1 0 0 0,0 1 0 0 0,20-15 1 0 0,-30 26-194 0 0,1 0 0 0 0,0 1 1 0 0,0 0-1 0 0,0 0 0 0 0,0 1 0 0 0,1 0 0 0 0,0 1 1 0 0,0-1-1 0 0,0 2 0 0 0,17-4 0 0 0,-23 6-90 0 0,-1 0 0 0 0,1 1 1 0 0,-1-1-1 0 0,1 1 0 0 0,-1-1 0 0 0,1 1 0 0 0,-1 0 0 0 0,1 0 0 0 0,-1 0 0 0 0,0 0 0 0 0,1 1 0 0 0,-1-1 0 0 0,0 1 0 0 0,0-1 0 0 0,0 1 0 0 0,3 2 0 0 0,31 37 268 0 0,-24-26-209 0 0,28 33-268 0 0,67 69 723 0 0,-90-100-1327 0 0,1-1 0 0 0,1-1 1 0 0,0-1-1 0 0,35 19 0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4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4213 7 7834 0 0,'-7'-6'10054'0'0,"6"10"-9115"0"0,-4 28 568 0 0,-1 51 0 0 0,10 101-1207 0 0,-1-122 10 0 0,32 362 481 0 0,-4-68-988 0 0,-13-126 193 0 0,5 213 400 0 0,-23-435-369 0 0,-3 56 66 0 0,4 1 0 0 0,2-1 1 0 0,13 75-1 0 0,-10-116 45 0 0,-4-16-13 0 0,0 0 0 0 0,-1 1 0 0 0,0-1 1 0 0,0 1-1 0 0,0 9 0 0 0,-2-14-105 0 0,1 1-1 0 0,-1-1 1 0 0,0 0-1 0 0,0 1 0 0 0,0-1 1 0 0,0 0-1 0 0,0 0 1 0 0,-1 0-1 0 0,0 0 1 0 0,1 0-1 0 0,-1 0 1 0 0,0 0-1 0 0,-1-1 0 0 0,1 1 1 0 0,-3 2-1 0 0,-3 2-18 0 0,-1 0-1 0 0,0 0 1 0 0,0-1 0 0 0,-1 0-1 0 0,0 0 1 0 0,0-1-1 0 0,0-1 1 0 0,0 0-1 0 0,-15 4 1 0 0,-16 2-18 0 0,-47 6-1 0 0,37-8-74 0 0,-402 43-851 0 0,248-34 1068 0 0,-290-1 52 0 0,177-12-257 0 0,3 26 66 0 0,240-21 51 0 0,-1-2 0 0 0,0-4 0 0 0,1-3 0 0 0,-142-20 1 0 0,-349-7 30 0 0,241 21-26 0 0,128 3-42 0 0,-83-6 0 0 0,226 1 95 0 0,-79-22 0 0 0,-3 0 5 0 0,135 30-165 0 0,0 0 0 0 0,0 0 0 0 0,0 0 0 0 0,0 0 0 0 0,0 0 1 0 0,0-1-1 0 0,0 1 0 0 0,0 0 0 0 0,0 0 0 0 0,0-1 1 0 0,0 1-1 0 0,0-1 0 0 0,0 1 0 0 0,0-1 0 0 0,0 1 0 0 0,0-1 1 0 0,0 0-1 0 0,1 1 0 0 0,-1-1 0 0 0,0 0 0 0 0,0 0 0 0 0,1 1 1 0 0,-1-1-1 0 0,0 0 0 0 0,1 0 0 0 0,-1 0 0 0 0,1 0 0 0 0,-1 0 1 0 0,1 0-1 0 0,0 0 0 0 0,-1 0 0 0 0,1 0 0 0 0,0 0 1 0 0,0 0-1 0 0,0 0 0 0 0,-1 0 0 0 0,1 0 0 0 0,0 0 0 0 0,0 0 1 0 0,1-2-1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5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22 6913 0 0,'-1'0'214'0'0,"1"-1"-1"0"0,0 1 1 0 0,0-1-1 0 0,0 0 1 0 0,0 1-1 0 0,-1-1 0 0 0,1 0 1 0 0,0 1-1 0 0,0-1 1 0 0,1 0-1 0 0,-1 1 1 0 0,0-1-1 0 0,0 0 0 0 0,0 1 1 0 0,0-1-1 0 0,1 0 1 0 0,-1 1-1 0 0,0-1 0 0 0,0 0 1 0 0,1 1-1 0 0,-1-1 1 0 0,0 1-1 0 0,1-1 1 0 0,0 0 426 0 0,0 0-427 0 0,-1 1 1 0 0,1-1-1 0 0,-1 1 0 0 0,1 0 1 0 0,-1-1-1 0 0,1 1 1 0 0,0 0-1 0 0,-1 0 1 0 0,1-1-1 0 0,0 1 0 0 0,-1 0 1 0 0,1 0-1 0 0,-1 0 1 0 0,1 0-1 0 0,1-1 0 0 0,-1 1-79 0 0,-1 0 0 0 0,1 0 0 0 0,0 0-1 0 0,-1 0 1 0 0,1-1 0 0 0,0 1 0 0 0,-1 0-1 0 0,1 0 1 0 0,0 0 0 0 0,0 0-1 0 0,-1 1 1 0 0,1-1 0 0 0,0 0 0 0 0,-1 0-1 0 0,1 0 1 0 0,0 0 0 0 0,-1 1 0 0 0,1-1-1 0 0,0 0 1 0 0,-1 1 0 0 0,1-1-1 0 0,-1 0 1 0 0,1 1 0 0 0,0-1 0 0 0,-1 1-1 0 0,1-1 1 0 0,-1 1 0 0 0,1-1 0 0 0,-1 1-1 0 0,0 0 1 0 0,1-1 0 0 0,-1 1-1 0 0,0-1 1 0 0,1 1 0 0 0,-1 0 0 0 0,0-1-1 0 0,1 1 1 0 0,-1 0 0 0 0,0-1-1 0 0,0 1 1 0 0,0 0 0 0 0,0 0 0 0 0,-3 49 100 0 0,-2 0 0 0 0,-23 93 0 0 0,14-76-108 0 0,-21 137-273 0 0,32-165 175 0 0,1 0 1 0 0,1 0-1 0 0,7 50 1 0 0,-6-85 1 0 0,1 0 1 0 0,-1 0 0 0 0,1 0 0 0 0,0-1 0 0 0,0 1 0 0 0,0 0 0 0 0,0 0 0 0 0,1-1 0 0 0,0 1 0 0 0,-1-1 0 0 0,1 0 0 0 0,0 1 0 0 0,1-1 0 0 0,-1 0 0 0 0,1 0 0 0 0,-1 0 0 0 0,1-1 0 0 0,0 1 0 0 0,0-1 0 0 0,6 5-1 0 0,-5-6-11 0 0,1 1 0 0 0,0 0 0 0 0,-1-1 0 0 0,1 0-1 0 0,0 0 1 0 0,0-1 0 0 0,0 1 0 0 0,0-1 0 0 0,0 0 0 0 0,0 0-1 0 0,0-1 1 0 0,-1 1 0 0 0,1-1 0 0 0,0 0 0 0 0,9-3-1 0 0,123-49-41 0 0,-96 35-519 0 0,1 2 1 0 0,62-16-1 0 0,-65 25-118 0 0,-10 2-1292 0 0,43-15 0 0 0,-49 10-4428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 1840 0 0,'-10'-2'438'0'0,"1"1"-1"0"0,-1 1 0 0 0,1 0 1 0 0,-1 0-1 0 0,1 0 0 0 0,-15 4 0 0 0,14-2 636 0 0,-1 0-1 0 0,1 1 0 0 0,0 0 1 0 0,0 1-1 0 0,1 0 0 0 0,-1 1 1 0 0,1 0-1 0 0,0 0 0 0 0,-16 13 1 0 0,23-16-751 0 0,0 1 1 0 0,0-1-1 0 0,0 1 1 0 0,1 0-1 0 0,-1 0 1 0 0,1 0 0 0 0,0 0-1 0 0,0 0 1 0 0,0 0-1 0 0,0 0 1 0 0,0 0-1 0 0,1 0 1 0 0,-1 1-1 0 0,1-1 1 0 0,0 0 0 0 0,0 0-1 0 0,0 0 1 0 0,0 1-1 0 0,1 2 1 0 0,2 13 11 0 0,1 0 0 0 0,6 19 0 0 0,-4-17 121 0 0,20 79 321 0 0,43 214 172 0 0,-51-150-1503 0 0,-14-93-6850 0 0,-3-43-42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0 10594 0 0,'-5'3'352'0'0,"1"1"0"0"0,0-1-1 0 0,0 1 1 0 0,0-1 0 0 0,0 1-1 0 0,0 1 1 0 0,1-1 0 0 0,0 0 0 0 0,0 1-1 0 0,0-1 1 0 0,1 1 0 0 0,-1 0-1 0 0,1 0 1 0 0,0 0 0 0 0,0 0 0 0 0,1 1-1 0 0,0-1 1 0 0,0 0 0 0 0,0 1-1 0 0,0-1 1 0 0,1 9 0 0 0,0 12 241 0 0,2-1-1 0 0,1 0 1 0 0,8 37 0 0 0,-2-17-179 0 0,-2 20 134 0 0,-3 1 1 0 0,-5 76 0 0 0,0 2-571 0 0,2-128-25 0 0,0 1 1 0 0,1-1-1 0 0,4 16 1 0 0,-5-26-415 0 0,1 0 0 0 0,0-1 0 0 0,0 1 0 0 0,0-1 0 0 0,1 0 0 0 0,6 10 0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1840 0 0,'6'-31'-763'0'0,"-4"27"1698"0"0,-1-1 0 0 0,1 1 1 0 0,0-1-1 0 0,0 1 0 0 0,0 0 0 0 0,1 0 1 0 0,4-6-1 0 0,-6 9-424 0 0,0-1-1 0 0,1 1 1 0 0,-1 0 0 0 0,0-1 0 0 0,1 1 0 0 0,-1 0 0 0 0,1 0 0 0 0,0 0-1 0 0,-1 0 1 0 0,1 0 0 0 0,0 1 0 0 0,0-1 0 0 0,-1 0 0 0 0,1 1 0 0 0,0-1-1 0 0,0 1 1 0 0,0 0 0 0 0,3 0 0 0 0,-2 0-221 0 0,0 0 0 0 0,0 1 0 0 0,-1-1 1 0 0,1 1-1 0 0,0 0 0 0 0,-1 0 0 0 0,1 0 0 0 0,0 0 0 0 0,-1 0 0 0 0,3 2 1 0 0,5 4 0 0 0,0 0 0 0 0,-1 1 0 0 0,0 0 0 0 0,-1 0 0 0 0,0 1 0 0 0,9 11 0 0 0,39 65 14 0 0,-8-14-484 0 0,76 93-3878 0 0,-114-149 2402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20 210 8290 0 0,'-11'5'426'0'0,"3"-2"461"0"0,16-7 2202 0 0,108-57 5509 0 0,50-47-9494 0 0,-133 86-237 0 0,-2 0-1524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6T12:24:02.6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2100 867,'-165'159,"-138"148,241-235,-104 115,157-178,10-11,16-18,-11 13,267-315,338-420,-583 706,-13 18,-1 0,13-25,-26 42,-1 1,1-1,-1 0,1 1,-1-1,1 0,-1 0,1 1,-1-1,0 0,0 0,1 0,-1 1,0-1,0 0,0 0,0 0,0 0,0 0,0 1,0-1,0 0,-1 0,1 0,0 0,0 1,-1-1,1 0,-1 0,1 1,0-1,-1 0,0 1,1-1,-1 0,1 1,-1-1,0 1,1-1,-1 1,0-1,1 1,-1-1,0 1,0 0,0-1,1 1,-1 0,-1 0,-5-1,0 0,-1 0,1 1,-13 1,13 0,-69 6,-149 34,-69 43,192-51,2 5,2 4,-122 72,330-170,-40 23,346-196,-319 168,-2-5,98-88,-181 143,32-31,-42 40,0 0,0 0,-1 0,1-1,0 1,-1-1,0 1,1-1,-1 1,0-1,0 0,-1 0,1 1,0-6,-1 7,0 0,-1-1,1 1,-1 0,1 0,-1 0,1 0,-1 0,0 1,1-1,-1 0,0 0,0 0,1 1,-1-1,0 0,0 1,0-1,0 0,0 1,0 0,0-1,0 1,0-1,-1 1,1 0,0 0,0 0,-2 0,-8-2,0 1,0 1,0 0,0 0,0 1,-17 4,-74 21,85-20,-98 32,1 5,-129 70,-203 146,260-136,6 8,-309 291,440-372,2 1,-53 76,92-115,0 0,0 1,1 0,1 0,-6 18,11-28,0 0,0 0,1 0,-1 0,1 0,0 0,0 0,0 0,0 0,1 0,-1 1,1-1,0 0,-1 0,1 0,1-1,-1 1,0 0,1 0,0-1,-1 1,1 0,0-1,0 0,0 1,1-1,-1 0,1 0,-1-1,5 4,7 2,0 0,0-1,0 0,1-1,30 6,93 9,-137-20,232 17,95-7,115-7,1261-76,-1158 13,589-143,-927 150,-176 44,42-17,-59 15,-15 10,0 1,0 0,0 0,0-1,0 1,-1 0,1-1,0 1,0 0,0 0,-1-1,1 1,0 0,0 0,0 0,-1-1,1 1,0 0,0 0,-1 0,1 0,0-1,-1 1,1 0,0 0,-1 0,1 0,0 0,0 0,-1 0,1 0,0 0,-1 0,1 0,0 0,-1 0,1 0,-20 1,1 0,-33 7,-244 52,-366 123,-277 160,909-332,15-6,1 1,0 0,-16 11,30-17,0 0,0 0,0 0,0 0,1 0,-1 0,0 0,0 0,0 0,0 0,0 1,0-1,0 0,0 0,1 0,-1 0,0 0,0 0,0 1,0-1,0 0,0 0,0 0,0 0,0 1,0-1,0 0,0 0,0 0,0 0,0 0,0 1,0-1,0 0,0 0,0 0,0 0,0 0,0 1,0-1,0 0,-1 0,1 0,0 0,0 0,0 0,0 1,0-1,0 0,0 0,-1 0,1 0,0 0,0 0,0 0,0 0,0 0,-1 0,13 2,0-2,0 1,0-2,0 0,0 0,15-4,4 0,482-106,-9-44,-465 142,-4 2,-1 0,-1-3,0-1,56-34,-87 48,0 0,0-1,0 1,0-1,-1 0,1 1,0-1,-1 0,3-4,-4 6,0-1,0 1,0 0,0-1,1 1,-1-1,0 1,0-1,0 1,0-1,0 1,0-1,0 1,0 0,0-1,-1 1,1-1,0 1,0-1,0 1,0-1,-1 1,1 0,0-1,-1 1,1 0,0-1,0 1,-1 0,0-1,-3-1,0 0,-1 0,1 0,-1 1,0 0,1 0,-1 0,0 0,-6 1,-575-16,382 16,-903-6,1082 6,-39-3,60 3,-1-1,1 1,0-1,0 0,0-1,0 1,1-1,-1 1,0-1,1-1,-5-1,7 3,0 0,0 0,1 0,-1 0,0 0,0 0,1-1,-1 1,1 0,-1 0,1 0,-1-1,1 1,0 0,-1-1,1 1,0 0,0 0,0-1,0 1,0 0,0-1,1 1,-1 0,0-1,1 1,-1 0,2-3,1-1,0-1,0 0,1 1,8-10,31-32,55-46,3-1,72-90,-127 131,61-95,-103 141,2-1,-1 1,-1-1,1 0,-1-1,0 1,-1-1,0 0,0 1,1-11,-4 18,0 0,0-1,-1 1,1-1,0 1,0 0,-1-1,1 1,-1 0,1-1,-1 1,1 0,-1 0,0 0,0-1,1 1,-1 0,0 0,0 0,0 0,0 0,0 1,-1-1,1 0,0 0,0 1,0-1,-1 1,1-1,0 1,-1-1,1 1,0 0,-4-1,-1 1,0-1,0 1,0 1,0-1,0 1,-10 2,1 2,-1 1,1 0,0 1,1 1,0 0,0 1,1 1,0 0,1 0,0 1,1 1,0 0,0 1,-15 26,25-38,0 1,0-1,0 1,0-1,0 1,1 0,-1-1,1 1,-1 0,1-1,0 1,0 0,0-1,0 1,0 0,0 0,0-1,0 1,1 0,-1-1,1 1,-1 0,1-1,-1 1,1-1,0 1,0-1,0 1,0-1,0 1,0-1,2 1,3 2,-1 0,1-1,0 0,1 0,-1-1,0 0,1 0,7 1,103 19,206 10,-223-25,301 22,732 71,-1107-96,127 19,-128-18,-1 1,0 1,36 16,-31-4,-28-18,0 0,0 0,0 0,-1 0,1 0,0 0,-1 0,1 0,-1 0,1 0,-1 0,0 0,1 0,-1 0,0 1,1 1,-2 0,0-1,0 1,0-1,0 0,-1 1,1-1,0 0,-1 0,0 0,1 0,-1 0,0 0,0-1,0 1,0-1,-1 1,1-1,0 0,0 1,-4 0,-18 10,-1-2,0 0,-29 7,-91 17,130-31,-527 100,-184 41,639-121,106-40,-10 11,44-30,-49 32,0 1,0-1,0 0,0-1,-1 1,1-1,-1 1,0-1,2-6,-4 9,-1 1,1 0,-1-1,0 1,1 0,-1-1,0 1,0-1,0 1,0 0,0-1,0 1,-1-1,1 1,0 0,-1-1,1 1,-1 0,1-1,-1 1,0 0,1 0,-1 0,0 0,0 0,0-1,0 1,0 1,0-1,0 0,0 0,0 0,-1 1,1-1,0 0,-3 0,-5-3,0 1,0 1,0-1,-12-1,14 3,-93-10,55 8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6T12:24:05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1777 927,'5'-7,"0"0,-1-1,0 1,0-1,0 0,3-14,3-2,14-22,-18 37,-1 0,0 0,0 0,-1-1,0 1,-1-1,0 0,0-1,1-13,-4 23,0 0,0 0,0 0,0 0,-1 0,1 0,0 0,0 0,-1 0,1 0,-1 1,1-1,0 0,-1 0,0 0,1 0,-1 1,0-1,1 0,-1 1,0-1,-1 0,-29-10,-33 1,-84-4,-80 8,166 5,-466 0,-14 1,1262-1,-715 1,165-4,0-7,296-58,-454 66,-4 2,-1 0,0-1,0 1,0-2,-1 1,1-1,0 0,-1 0,0-1,9-5,-14 8,-1 0,1 0,0 0,-1 0,1 0,-1 0,1 0,-1 0,1 0,-1 0,0 0,0 0,1 0,-1 0,0-1,0 1,0 0,0 0,0 0,0 0,-1 0,1 0,0-1,-1 1,1 0,0 0,-1 0,1 0,-1 0,0 0,1 0,-1 1,0-1,1 0,-1 0,0 0,0 1,0-1,0 0,0 1,-1-2,-4-2,1 0,-1 1,0 0,0 0,-11-4,-7 1,1 1,-1 2,0 0,-30 1,29 2,1-2,-1 0,-43-11,66 13,-1-1,1 0,0 1,0-1,0 0,0 0,0 0,0 0,0 0,0-1,1 1,-1-1,0 1,1-1,-1 0,1 1,-1-1,1 0,0 0,-2-4,3 4,0 0,-1 0,1 0,0 0,0-1,1 1,-1 0,0 0,1 0,-1 0,1 0,0 0,0 0,0 0,0 0,0 0,0 0,0 0,0 1,1-1,1-1,-1 0,3-2,-1 0,1-1,-1 1,0-1,-1 0,4-8,-7 12,1 1,-1-1,1 0,-1 0,0 0,0 0,0 0,0 0,0 1,0-1,0 0,-1 0,1 0,-1 0,1 0,-1 1,0-1,0 0,1 1,-1-1,-1 0,1 1,0-1,0 1,0 0,-1-1,1 1,-2-1,-18-13,0 1,0 1,-1 1,-1 1,-44-15,41 17,-317-97,331 103,-1 0,1 0,-25-1,25 7,16 4,20 8,-23-15,13 8,288 139,-252-127,119 54,-139-59,-1 1,0 2,37 29,-64-45,1 0,-1 1,1-1,-1 0,0 1,0-1,0 1,0 0,0 0,-1-1,1 1,-1 0,1 4,-1-5,-1 1,0-1,0 0,-1 0,1 1,0-1,-1 0,1 0,-1 0,0 0,0 0,0 0,0 0,0 0,0 0,0 0,-1 0,1 0,-1-1,1 1,-4 2,-14 11,0 0,-1-1,-1-1,-44 19,43-21,-186 88,-95 49,230-108,3 2,-68 55,127-89,1-1,0 2,1-1,0 1,0 0,1 1,0 0,-7 13,14-22,1 0,-1 1,0-1,1 0,-1 0,1 0,0 1,-1-1,1 0,0 0,0 1,0-1,0 0,0 1,0-1,0 0,0 0,1 1,-1-1,0 0,1 0,-1 1,1-1,-1 0,1 0,0 0,0 0,-1 0,1 0,0 0,0 0,0 0,0 0,0 0,0-1,0 1,0 0,0-1,2 1,5 3,0-1,0-1,0 0,1 0,8 0,-11-1,424 45,-41-7,-376-37,47 9,-56-11,-1 1,0 0,1 0,-1 0,0 1,0-1,0 1,0 0,0 0,0 0,-1 0,5 4,-7-5,1 0,-1 0,1 0,-1 0,0 0,0 0,1 0,-1 0,0 1,0-1,0 0,0 0,0 0,-1 0,1 0,0 0,0 0,-1 0,1 0,-1 0,1 0,-1 0,1 0,-1 0,0 0,1 0,-1 0,0 0,0-1,1 1,-1 0,0-1,-1 2,-39 25,-15 1,-1-3,-2-2,-90 22,84-26,-117 33,-207 66,372-112,3-2,0 0,1 1,0 1,0 0,-20 14,32-20,1 0,-1 1,1-1,0 0,-1 0,1 1,-1-1,1 0,-1 1,1-1,0 0,-1 1,1-1,0 1,-1-1,1 1,0-1,-1 1,1-1,0 1,0-1,0 1,0-1,0 1,-1-1,1 1,0-1,0 1,0 0,0-1,1 1,-1-1,0 1,0-1,0 1,0-1,0 1,1-1,-1 1,0-1,0 1,1-1,-1 1,24 10,17-4,0-1,1-2,0-2,57-5,-64 3,-22 0,-15 2,-28 3,18-2,-33 5,-105 18,-159 51,295-73,1 0,0 1,0 1,0 0,1 0,-18 13,29-18,0-1,0 1,0-1,1 1,-1 0,0-1,0 1,1 0,-1-1,0 1,1 0,-1 0,1 0,-1 0,1-1,-1 1,1 0,0 0,-1 0,1 0,0 0,0 0,0 0,-1 0,1 0,0 0,1 0,-1 0,0 0,0 0,0 0,0 0,1 0,-1 0,1 0,-1 0,1 0,-1 0,1 0,-1-1,1 1,-1 0,1 0,0-1,1 2,2 1,1 0,0 0,0 0,0-1,1 0,9 3,76 17,115 13,-97-18,-49-8,-17-3,-1 2,68 21,-105-27,0-1,-1 1,1 0,-1 1,1-1,-1 1,0 0,6 6,-9-8,0 0,0 0,0 0,0 1,-1-1,1 0,0 1,-1-1,1 1,-1-1,1 1,-1-1,0 1,0-1,0 1,0-1,0 1,0-1,0 1,0-1,0 1,-1-1,1 1,-1-1,1 1,-1-1,1 0,-1 1,-1 1,-1 2,-1 0,1 0,0 1,1-1,-1 1,1-1,0 1,-2 9,4-12,1-1,-1 0,0 0,1 1,-1-1,1 0,-1 0,1 0,0 0,0 0,0 0,0 0,1 0,-1 0,0 0,1-1,-1 1,1 0,0-1,-1 1,1-1,0 0,0 0,3 2,16 9,0-1,1-2,0 0,1 0,0-2,33 5,147 16,-193-28,98 8,-142-9,-19-2,39 3,12-1,5 1,36-2,-1-2,0-2,0-1,-1-2,61-23,208-57,-81 27,-116 30,187-61,-206 61,102-52,-174 76,-1-2,0 0,0 0,-1-2,-1 0,19-18,-32 28,-1 1,0 0,0 0,0-1,0 1,0-1,0 1,0-1,0 1,0-1,-1 1,1-1,-1 0,1 0,-1 1,0-1,1 0,-1-3,-1 4,1 0,-1 0,1 0,-1 0,1 0,-1 0,0 0,0 0,1 0,-1 0,0 0,0 0,0 1,0-1,0 0,0 1,0-1,0 1,0-1,-2 0,-6-2,-1 1,1 0,0 1,-1-1,-13 1,-158 0,0 7,-189 32,-90 60,271-52,175-43,2 1,-1-2,0 1,-1-1,1-1,-14-1,24 0,1 0,-1 0,0-1,1 1,-1-1,1 1,-1-1,1 0,0 0,-1 0,1-1,0 1,0-1,0 1,0-1,0 1,0-1,0 0,0 0,1 0,-1 0,1 0,0-1,-1 1,1 0,0-1,0 1,1-1,-1 1,0-1,0-4,-1-25,2 29,0 0,0 0,0 0,0 0,0 0,0 0,-1 0,1 0,-1 0,0 0,0 0,0 0,0 1,-1-1,1 0,-1 1,1-1,-1 1,0 0,0-1,0 1,0 0,-1 0,1 0,-1 1,1-1,-1 1,1-1,-1 1,-4-2,-18-5,-1 1,1 1,-2 1,1 1,-29 0,50 4,-492-22,-5 24,436-1,25-1,41 0,82-3,956-104,-1025 105,21-3,36-10,-44 7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76 5529 0 0,'-11'-62'8063'0'0,"8"48"-2726"0"0,8 43-3204 0 0,1 21-1539 0 0,-2 83 0 0 0,-3-59-431 0 0,41 660 16 0 0,-16-333-91 0 0,-19-265 349 0 0,42 224 0 0 0,-44-345-740 0 0,0 0 0 0 0,1 0-1 0 0,0 0 1 0 0,16 25 0 0 0,-17-32-488 0 0,7 13-6861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1070 101 6913 0 0,'-5'-8'353'0'0,"-1"1"0"0"0,1 0 0 0 0,-1 0 0 0 0,-1 0 0 0 0,1 0 0 0 0,-1 1 0 0 0,0 0 0 0 0,0 1 0 0 0,-1-1 0 0 0,0 1-1 0 0,0 1 1 0 0,0 0 0 0 0,0 0 0 0 0,-1 0 0 0 0,0 1 0 0 0,1 0 0 0 0,-1 1 0 0 0,0 0 0 0 0,0 0 0 0 0,-1 1 0 0 0,1 1-1 0 0,0-1 1 0 0,-10 2 0 0 0,2 1 12 0 0,1 2-1 0 0,0 0 0 0 0,0 0 1 0 0,0 2-1 0 0,1 0 0 0 0,-1 0 1 0 0,1 2-1 0 0,1 0 0 0 0,-1 1 1 0 0,-17 14-1 0 0,-17 16 358 0 0,-61 63 0 0 0,86-77-602 0 0,-1-1-8 0 0,-157 165 445 0 0,154-156-543 0 0,2 1 0 0 0,1 1-1 0 0,2 1 1 0 0,-21 43 0 0 0,16-18 34 0 0,3 0 0 0 0,3 2 0 0 0,2 0 0 0 0,3 1 0 0 0,-12 91 0 0 0,25-117-50 0 0,1-1 1 0 0,1 1-1 0 0,3-1 1 0 0,1 1-1 0 0,1-1 1 0 0,3 0 0 0 0,0 0-1 0 0,3 0 1 0 0,1-1-1 0 0,29 69 1 0 0,-29-87 1 0 0,0 1 0 0 0,1-1 0 0 0,0-1 0 0 0,2 0 0 0 0,0-1 0 0 0,1 0 0 0 0,1-1 0 0 0,0-1 0 0 0,1 0 0 0 0,0-1 0 0 0,1-1 0 0 0,0 0 0 0 0,28 13 0 0 0,-20-14 0 0 0,1-1 0 0 0,0-1 0 0 0,0-1 0 0 0,0-1 0 0 0,1-2 0 0 0,0 0 0 0 0,0-2 0 0 0,1-1 0 0 0,50-3 0 0 0,-38-3-13 0 0,-1-2 0 0 0,1-1 0 0 0,-1-2 1 0 0,-1-2-1 0 0,58-24 0 0 0,-22 1 85 0 0,119-72-1 0 0,-142 72 35 0 0,0-2 0 0 0,79-77-1 0 0,71-104 320 0 0,-180 190-411 0 0,0 0 0 0 0,-2-2 0 0 0,-2 0 0 0 0,0 0 0 0 0,-2-2 0 0 0,-1 0 0 0 0,-2-1 0 0 0,15-60 0 0 0,-21 67-7 0 0,-2 0 0 0 0,-1-1 0 0 0,-1 1 0 0 0,-1-1 0 0 0,-1 1-1 0 0,-1-1 1 0 0,-2 0 0 0 0,0 1 0 0 0,-2 0 0 0 0,-1 0 0 0 0,-1 0 0 0 0,-12-30 0 0 0,5 24 9 0 0,-1 0 0 0 0,-1 1 0 0 0,-1 1 0 0 0,-2 1 0 0 0,-1 0 0 0 0,-28-29 0 0 0,29 38-6 0 0,-1 0-1 0 0,-1 1 1 0 0,0 2 0 0 0,-1 0 0 0 0,-1 1 0 0 0,-1 1-1 0 0,0 1 1 0 0,-30-11 0 0 0,-61-17-3001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101 142 6913 0 0,'-12'-22'2089'0'0,"-18"-44"-1"0"0,2 12 8055 0 0,23 85-9459 0 0,-21 413 377 0 0,27-384-1102 0 0,2 1 0 0 0,2-1-1 0 0,17 72 1 0 0,-19-116-465 0 0,7 32-1464 0 0,0-18-3436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70 101 3913 0 0,'-3'-5'362'0'0,"-1"0"0"0"0,0 1-1 0 0,-1-1 1 0 0,1 1 0 0 0,-8-5 0 0 0,9 7 138 0 0,0 0-1 0 0,0 0 1 0 0,1 0 0 0 0,-1 0-1 0 0,1-1 1 0 0,-1 1 0 0 0,1-1-1 0 0,0 1 1 0 0,0-1 0 0 0,0 0-1 0 0,0 0 1 0 0,0 0 0 0 0,1 0-1 0 0,-1-1 1 0 0,1 1 0 0 0,0 0-1 0 0,-1-4 1 0 0,3-9 5845 0 0,7 28-3851 0 0,8 29-2502 0 0,-14-33 1 0 0,9 28-197 0 0,1-1 0 0 0,16 36 0 0 0,-23-62 164 0 0,0 0 0 0 0,0 1-1 0 0,1-2 1 0 0,0 1-1 0 0,0-1 1 0 0,1 0-1 0 0,0 0 1 0 0,1-1 0 0 0,0 1-1 0 0,0-2 1 0 0,0 1-1 0 0,12 5 1 0 0,-16-10 49 0 0,0 0 1 0 0,0 0-1 0 0,0 0 1 0 0,0-1-1 0 0,1 0 0 0 0,-1 0 1 0 0,0 0-1 0 0,1 0 1 0 0,-1-1-1 0 0,1 0 1 0 0,-1 0-1 0 0,1 0 1 0 0,-1 0-1 0 0,1-1 0 0 0,-1 1 1 0 0,1-1-1 0 0,-1 0 1 0 0,0-1-1 0 0,1 1 1 0 0,-1-1-1 0 0,0 0 0 0 0,0 0 1 0 0,0 0-1 0 0,0-1 1 0 0,-1 1-1 0 0,5-4 1 0 0,3-4 28 0 0,1-1 1 0 0,-1 0 0 0 0,-1 0-1 0 0,0-1 1 0 0,-1-1 0 0 0,9-14-1 0 0,-11 16-172 0 0,13-22 166 0 0,43-53 1 0 0,-19 47-2451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60 1376 0 0,'-13'-9'887'0'0,"0"1"-1"0"0,-1 0 0 0 0,0 1 1 0 0,-1 0-1 0 0,1 1 0 0 0,-1 1 1 0 0,-21-4-1 0 0,36 9-741 0 0,-1 0 0 0 0,1 0 0 0 0,-1 0-1 0 0,1 0 1 0 0,-1 0 0 0 0,1 0 0 0 0,-1 0 0 0 0,1 1 0 0 0,-1-1-1 0 0,1 0 1 0 0,-1 0 0 0 0,1 1 0 0 0,0-1 0 0 0,-1 0-1 0 0,1 1 1 0 0,-1-1 0 0 0,1 0 0 0 0,0 1 0 0 0,-1-1 0 0 0,1 1-1 0 0,0-1 1 0 0,-1 0 0 0 0,1 1 0 0 0,0-1 0 0 0,0 1-1 0 0,-1-1 1 0 0,1 1 0 0 0,0-1 0 0 0,0 1 0 0 0,0-1 0 0 0,0 1-1 0 0,0-1 1 0 0,0 1 0 0 0,0-1 0 0 0,0 1 0 0 0,0 0-1 0 0,0-1 1 0 0,0 1 0 0 0,0-1 0 0 0,0 1 0 0 0,0-1 0 0 0,0 1-1 0 0,1 0 1 0 0,-1 1 248 0 0,0 1-1 0 0,0-1 0 0 0,0 0 1 0 0,-1 1-1 0 0,1-1 1 0 0,-1 0-1 0 0,1 0 1 0 0,-1 0-1 0 0,0 1 0 0 0,0-1 1 0 0,-1 2-1 0 0,0-2-388 0 0,1-1 0 0 0,0 1 0 0 0,0 0 0 0 0,0-1-1 0 0,0 1 1 0 0,0 0 0 0 0,1 0 0 0 0,-1 0 0 0 0,0 0 0 0 0,1-1 0 0 0,-1 1-1 0 0,1 0 1 0 0,0 0 0 0 0,0 0 0 0 0,0 0 0 0 0,0 0 0 0 0,0 3 0 0 0,-1 1 729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65 169 6913 0 0,'-35'-3'613'0'0,"33"3"-383"0"0,0 0 1 0 0,1 0-1 0 0,-1-1 1 0 0,0 1 0 0 0,1-1-1 0 0,-1 1 1 0 0,1-1-1 0 0,-1 0 1 0 0,1 0-1 0 0,-1 1 1 0 0,1-1 0 0 0,-1 0-1 0 0,1 0 1 0 0,0 0-1 0 0,-1-1 1 0 0,1 1-1 0 0,0 0 1 0 0,-1-2 0 0 0,16 6 4272 0 0,15 1-4621 0 0,-28-4 332 0 0,22 2-94 0 0,0-1 1 0 0,0-2-1 0 0,0 0 0 0 0,31-6 0 0 0,16-2 121 0 0,17 4 27 0 0,335-35 1112 0 0,-33 1-405 0 0,-58 7-262 0 0,60 11 173 0 0,-219 18-453 0 0,174 12 131 0 0,-78 2-385 0 0,-36-20 97 0 0,0 1-5 0 0,-143 6-156 0 0,-34 0-68 0 0,106 10-1 0 0,-141-4-40 0 0,0 1-1 0 0,-1 0 1 0 0,23 11-1 0 0,-22-8-103 0 0,1-1 0 0 0,31 7 0 0 0,5-2-3241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1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 1376 0 0,'-43'-14'20549'0'0,"42"15"-20535"0"0,-1 0 1 0 0,1 0-1 0 0,0 0 1 0 0,-1 1-1 0 0,1-1 1 0 0,0 0-1 0 0,0 0 0 0 0,0 1 1 0 0,0-1-1 0 0,0 1 1 0 0,0-1-1 0 0,0 1 1 0 0,0-1-1 0 0,1 1 1 0 0,-1-1-1 0 0,0 1 1 0 0,1 0-1 0 0,-1 1 1 0 0,-2 41 207 0 0,3-44-222 0 0,6 106 89 0 0,4 0-1 0 0,36 153 1 0 0,-23-141-87 0 0,14 182 1 0 0,-46-72-48 0 0,4-165 60 0 0,2 0 0 0 0,9 111 0 0 0,7-105-1497 0 0,-9-53 923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2396 456 0 0,'-19'-12'3446'0'0,"16"10"-2500"0"0,0 0 1 0 0,0 0-1 0 0,0 0 0 0 0,0 0 1 0 0,-1 1-1 0 0,1-1 1 0 0,0 1-1 0 0,-1 0 1 0 0,1 0-1 0 0,-1 0 1 0 0,-6 0 941 0 0,25 3-1029 0 0,13-3-571 0 0,1-2 1 0 0,-1-1 0 0 0,0-1 0 0 0,0-1-1 0 0,-1-2 1 0 0,0 0 0 0 0,46-22-1 0 0,-64 25-156 0 0,1 1-1 0 0,-1-2 0 0 0,12-8 0 0 0,-17 12-63 0 0,-1-1 1 0 0,0 1-1 0 0,0-1 0 0 0,-1 0 0 0 0,1 0 0 0 0,0 0 0 0 0,-1 0 1 0 0,0-1-1 0 0,0 1 0 0 0,0-1 0 0 0,0 1 0 0 0,1-6 0 0 0,-3 8-32 0 0,0-1 0 0 0,0 0 0 0 0,0 1 0 0 0,0-1 0 0 0,0 1 0 0 0,-1-1 0 0 0,1 1 0 0 0,0-1 0 0 0,-1 1 0 0 0,0-1 0 0 0,1 1 0 0 0,-1-1 0 0 0,0 1 0 0 0,0-1 0 0 0,0 1 0 0 0,0 0 0 0 0,0 0 0 0 0,0-1 0 0 0,0 1 0 0 0,0 0 0 0 0,0 0 0 0 0,-1 0 0 0 0,1 0 0 0 0,0 0 0 0 0,-1 1 0 0 0,1-1 0 0 0,0 0 0 0 0,-1 1 0 0 0,-1-1 0 0 0,-49-20 162 0 0,49 20-179 0 0,-77-18 127 0 0,62 16-155 0 0,0 0 1 0 0,1-2 0 0 0,-1 0 0 0 0,1-1-1 0 0,0 0 1 0 0,1-2 0 0 0,-22-12 0 0 0,35 18 8 0 0,1 1 0 0 0,-1-1 0 0 0,1 0 0 0 0,-1 0 0 0 0,1 0 0 0 0,0 0 0 0 0,0-1 0 0 0,0 1 0 0 0,0 0 0 0 0,0-1 0 0 0,0 0 0 0 0,1 1 0 0 0,-1-1 0 0 0,1 0 0 0 0,0 0 0 0 0,0 0 0 0 0,0 0 0 0 0,0 0 0 0 0,0 0 0 0 0,1 0 0 0 0,-1 0 0 0 0,1 0 0 0 0,0 0 0 0 0,0 0 0 0 0,0-1 0 0 0,0 1 0 0 0,1 0 0 0 0,-1 0 0 0 0,1 0 0 0 0,0 0 0 0 0,0 0 0 0 0,0 0 0 0 0,0 0 0 0 0,0 0 0 0 0,3-4 0 0 0,0 2 0 0 0,0 0 0 0 0,0-1 0 0 0,1 1 0 0 0,-1 1 0 0 0,1-1 0 0 0,0 1 0 0 0,0 0 0 0 0,0 0 0 0 0,1 0 0 0 0,-1 1 0 0 0,1 0 0 0 0,0 0 0 0 0,0 0 0 0 0,0 1 0 0 0,0 0 0 0 0,7-2 0 0 0,25-3-2 0 0,-19 5 0 0 0,-1-1 0 0 0,1-2 0 0 0,-1 0 0 0 0,1 0 0 0 0,-2-2 0 0 0,20-10 0 0 0,-36 17 2 0 0,-1 0 0 0 0,1-1-1 0 0,-1 1 1 0 0,0-1 0 0 0,1 0 0 0 0,-1 1 0 0 0,1-1 0 0 0,-1 1 0 0 0,0-1 0 0 0,0 1 0 0 0,1-1 0 0 0,-1 0 0 0 0,0 1-1 0 0,0-1 1 0 0,0 0 0 0 0,0 1 0 0 0,0-1 0 0 0,0 0 0 0 0,0 1 0 0 0,0-1 0 0 0,0 0 0 0 0,0 1 0 0 0,0-1 0 0 0,0 0-1 0 0,0 1 1 0 0,-1-1 0 0 0,1 1 0 0 0,0-1 0 0 0,0 0 0 0 0,-1 1 0 0 0,1-1 0 0 0,0 1 0 0 0,-1-2 0 0 0,-17-24 5 0 0,12 17 6 0 0,-9-16-12 0 0,-2 1-1 0 0,0 0 1 0 0,-1 1 0 0 0,-1 1-1 0 0,-1 1 1 0 0,-1 1 0 0 0,-30-22-1 0 0,51 41 2 0 0,-1 1-1 0 0,1-1 0 0 0,-1 1 0 0 0,1-1 1 0 0,-1 0-1 0 0,1 1 0 0 0,0-1 0 0 0,-1 0 1 0 0,1 1-1 0 0,0-1 0 0 0,-1 0 1 0 0,1 1-1 0 0,0-1 0 0 0,0 0 0 0 0,0 0 1 0 0,0 1-1 0 0,0-1 0 0 0,0 0 0 0 0,0 0 1 0 0,0 1-1 0 0,0-1 0 0 0,0 0 0 0 0,0 0 1 0 0,0 1-1 0 0,0-1 0 0 0,1 0 0 0 0,-1 0 1 0 0,0 1-1 0 0,0-1 0 0 0,1 0 1 0 0,-1 1-1 0 0,1-1 0 0 0,-1 0 0 0 0,0 1 1 0 0,1-1-1 0 0,0 1 0 0 0,-1-1 0 0 0,1 1 1 0 0,-1-1-1 0 0,1 1 0 0 0,-1-1 0 0 0,2 1 1 0 0,29-27-58 0 0,-28 25 57 0 0,19-12 13 0 0,1 1 0 0 0,0 1 0 0 0,0 1 0 0 0,28-8 0 0 0,36-18 16 0 0,-86 36-29 0 0,0 1 0 0 0,1-1 1 0 0,-1 1-1 0 0,0-1 0 0 0,0 1 1 0 0,0-1-1 0 0,0 0 0 0 0,0 0 0 0 0,0 0 1 0 0,0 1-1 0 0,0-1 0 0 0,0 0 1 0 0,0 0-1 0 0,-1 0 0 0 0,1-1 0 0 0,0 1 1 0 0,-1 0-1 0 0,1 0 0 0 0,0-2 1 0 0,-1 2-2 0 0,0 0 0 0 0,0 0 1 0 0,0 0-1 0 0,0 0 1 0 0,0 0-1 0 0,-1 0 0 0 0,1 0 1 0 0,0 0-1 0 0,-1 0 1 0 0,1 0-1 0 0,-1 1 0 0 0,1-1 1 0 0,-1 0-1 0 0,1 0 1 0 0,-1 0-1 0 0,0 1 0 0 0,1-1 1 0 0,-1 0-1 0 0,0 1 0 0 0,-1-2 1 0 0,-7-4-14 0 0,0 1 0 0 0,-1 0 0 0 0,0 0 1 0 0,-10-3-1 0 0,-1-2 1 0 0,20 9 13 0 0,0 1 0 0 0,1-1 1 0 0,-1 0-1 0 0,0 0 1 0 0,0 0-1 0 0,0 0 0 0 0,1 0 1 0 0,-1 0-1 0 0,1-1 0 0 0,-1 1 1 0 0,1 0-1 0 0,-1 0 1 0 0,1 0-1 0 0,-1-1 0 0 0,1 1 1 0 0,0 0-1 0 0,0 0 0 0 0,0-1 1 0 0,0 1-1 0 0,0 0 0 0 0,0 0 1 0 0,0-2-1 0 0,6-36-48 0 0,-2 18 49 0 0,-3-25 5 0 0,-2 0 1 0 0,-8-50-1 0 0,-1-35 187 0 0,30-685 304 0 0,-19 806-489 0 0,-1 0-1 0 0,-1 0 1 0 0,0 0 0 0 0,0 1-1 0 0,-1-1 1 0 0,0 0 0 0 0,-1 0-1 0 0,0 1 1 0 0,0 0 0 0 0,-1-1-1 0 0,-6-10 1 0 0,10 20-70 0 0,-1-1 0 0 0,1 0 0 0 0,-1 1-1 0 0,1-1 1 0 0,0 0 0 0 0,-1 0 0 0 0,1 0 0 0 0,0 1 0 0 0,-1-1 0 0 0,1 0 0 0 0,0 0-1 0 0,0 0 1 0 0,0 0 0 0 0,0 1 0 0 0,0-1 0 0 0,0 0 0 0 0,0 0 0 0 0,0 0 0 0 0,0 0 0 0 0,1 1-1 0 0,-1-1 1 0 0,0 0 0 0 0,0 0 0 0 0,1 0 0 0 0,-1 1 0 0 0,0-1 0 0 0,1 0 0 0 0,-1 0 0 0 0,1 1-1 0 0,-1-1 1 0 0,1 0 0 0 0,0 1 0 0 0,-1-1 0 0 0,1 1 0 0 0,-1-1 0 0 0,1 1 0 0 0,0-1 0 0 0,0 1-1 0 0,1-2 1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3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6913 0 0,'-9'7'6983'0'0,"3"316"-2958"0"0,25 7-2497 0 0,1 76 300 0 0,-1-88-720 0 0,-1 31-832 0 0,-18-344-487 0 0,0-1-98 0 0,1-1 0 0 0,-2 1 0 0 0,1 0 0 0 0,0-1 0 0 0,-1 1 0 0 0,0-1 0 0 0,-1 5 0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6913 0 0,'-2'1'205'0'0,"1"-1"-1"0"0,-1 0 1 0 0,0 1-1 0 0,1-1 1 0 0,-1 1-1 0 0,0-1 1 0 0,1 1-1 0 0,-1 0 1 0 0,1 0-1 0 0,-1 0 1 0 0,1 0-1 0 0,-1 0 1 0 0,1 0-1 0 0,0 0 1 0 0,-1 0-1 0 0,1 0 1 0 0,0 1-1 0 0,0-1 1 0 0,0 0-1 0 0,0 1 1 0 0,0-1-1 0 0,0 1 1 0 0,0 0-1 0 0,1-1 1 0 0,-1 1-1 0 0,0-1 1 0 0,1 1-1 0 0,0 0 1 0 0,-1 2-1 0 0,-1 6 178 0 0,0 0 0 0 0,0 1 0 0 0,1 15 0 0 0,1-22-158 0 0,0 108 1911 0 0,21 148 0 0 0,-2-64-1514 0 0,-1 176-365 0 0,26 290-265 0 0,-35-614-1598 0 0,-4-30-4977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5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24 187 920 0 0,'-2'-2'359'0'0,"0"0"-1"0"0,-1 0 1 0 0,2 0 0 0 0,-1 0-1 0 0,0-1 1 0 0,0 1-1 0 0,1 0 1 0 0,-1-1-1 0 0,1 0 1 0 0,0 1 0 0 0,0-1-1 0 0,0 0 1 0 0,0 1-1 0 0,0-1 1 0 0,0-3-1 0 0,2 4-106 0 0,-1 0-1 0 0,0 0 0 0 0,1 1 0 0 0,-1-1 1 0 0,1 0-1 0 0,-1 0 0 0 0,1 1 0 0 0,0-1 1 0 0,0 0-1 0 0,0 1 0 0 0,0-1 0 0 0,0 1 1 0 0,0-1-1 0 0,0 1 0 0 0,1 0 0 0 0,-1 0 1 0 0,0-1-1 0 0,1 1 0 0 0,-1 0 1 0 0,1 0-1 0 0,-1 0 0 0 0,1 0 0 0 0,0 0 1 0 0,3 0-1 0 0,8-6 394 0 0,0 2 1 0 0,0 0 0 0 0,1 0-1 0 0,0 1 1 0 0,0 1-1 0 0,0 0 1 0 0,0 1 0 0 0,21 0-1 0 0,-10 3-143 0 0,1 0 0 0 0,-1 2 0 0 0,48 12-1 0 0,23 9-68 0 0,155 34-186 0 0,-180-45-173 0 0,115 5-1 0 0,619-41 973 0 0,-583 17-1047 0 0,-156 8 17 0 0,1-3 0 0 0,-1-4 1 0 0,117-21-1 0 0,-130 13 36 0 0,63-17 238 0 0,147-18 0 0 0,20 5-114 0 0,-263 39-177 0 0,2 0 0 0 0,-1 2 0 0 0,0 0-1 0 0,0 2 1 0 0,31 2 0 0 0,-3 4 45 0 0,57 15-1 0 0,-28 7-872 0 0,-63-23-46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113 301 6913 0 0,'-3'-1'270'0'0,"-1"1"-1"0"0,0-1 1 0 0,1 0-1 0 0,-1-1 0 0 0,1 1 1 0 0,0-1-1 0 0,-1 1 0 0 0,1-1 1 0 0,0 0-1 0 0,0 0 1 0 0,0 0-1 0 0,0-1 0 0 0,0 1 1 0 0,-2-4-1 0 0,-3-2 575 0 0,0-1 1 0 0,0 0-1 0 0,-7-12 0 0 0,11 14-564 0 0,1 0-1 0 0,0 0 1 0 0,0 0 0 0 0,1 0-1 0 0,0 0 1 0 0,0-1 0 0 0,1 1-1 0 0,0-1 1 0 0,0 1 0 0 0,0-1-1 0 0,1 0 1 0 0,1 1 0 0 0,-1-1-1 0 0,1 1 1 0 0,0-1 0 0 0,1 1-1 0 0,0-1 1 0 0,0 1 0 0 0,0 0-1 0 0,1 0 1 0 0,0 0 0 0 0,1 0-1 0 0,-1 0 1 0 0,2 1 0 0 0,-1 0-1 0 0,0 0 1 0 0,1 0 0 0 0,0 0-1 0 0,7-6 1 0 0,-11 11-280 0 0,0 0 1 0 0,1 1-1 0 0,-1-1 1 0 0,0 0-1 0 0,1 0 1 0 0,-1 1 0 0 0,0-1-1 0 0,1 1 1 0 0,-1-1-1 0 0,1 1 1 0 0,-1-1-1 0 0,1 1 1 0 0,-1 0-1 0 0,1 0 1 0 0,-1 0-1 0 0,1 0 1 0 0,-1 0-1 0 0,1 0 1 0 0,-1 0-1 0 0,1 0 1 0 0,-1 1-1 0 0,3 0 1 0 0,-1 0-1 0 0,-1 1 0 0 0,1-1 1 0 0,-1 1-1 0 0,1 0 0 0 0,-1-1 0 0 0,0 1 1 0 0,0 0-1 0 0,0 1 0 0 0,0-1 1 0 0,3 5-1 0 0,3 5-1 0 0,-1 0 0 0 0,-1 1 1 0 0,8 23-1 0 0,2 15-67 0 0,17 100 0 0 0,-24-102 23 0 0,1 0 1 0 0,27 72-1 0 0,-36-118 43 0 0,-1-1 1 0 0,1 1-1 0 0,1-1 0 0 0,-1 1 0 0 0,0-1 0 0 0,0 0 0 0 0,1 0 0 0 0,0 0 0 0 0,-1 0 0 0 0,1 0 0 0 0,0 0 0 0 0,0 0 0 0 0,0 0 0 0 0,0-1 0 0 0,0 1 0 0 0,0-1 0 0 0,1 1 0 0 0,-1-1 0 0 0,5 2 0 0 0,-5-3 12 0 0,0 0 0 0 0,1 0 0 0 0,-1 0 1 0 0,0 0-1 0 0,0 0 0 0 0,0-1 0 0 0,1 1 0 0 0,-1-1 1 0 0,0 1-1 0 0,0-1 0 0 0,0 0 0 0 0,0 0 1 0 0,0 0-1 0 0,0 0 0 0 0,0 0 0 0 0,0 0 0 0 0,-1 0 1 0 0,1-1-1 0 0,0 1 0 0 0,-1-1 0 0 0,1 1 0 0 0,-1-1 1 0 0,3-3-1 0 0,63-90 396 0 0,-49 66-1299 0 0,1 2-1 0 0,29-33 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4145 0 0,'-30'6'7665'0'0,"29"-4"-7244"0"0,1-1-52 0 0,0 0 0 0 0,1 1 0 0 0,-1-1 0 0 0,1 1 0 0 0,0-1 0 0 0,-1 0 0 0 0,1 1-1 0 0,0-1 1 0 0,0 0 0 0 0,-1 0 0 0 0,1 0 0 0 0,0 0 0 0 0,2 2 0 0 0,36 43 1103 0 0,-3 2 0 0 0,46 79 1 0 0,-70-106-1596 0 0,60 121 554 0 0,-64-123-1025 0 0,-1 1-1 0 0,-1 0 0 0 0,0 1 1 0 0,-2-1-1 0 0,4 32 0 0 0,-6-15-6187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85 231 2304 0 0,'-13'-20'1543'0'0,"2"0"0"0"0,1-1 0 0 0,0 0-1 0 0,-9-33 1 0 0,12 35-365 0 0,4 11-747 0 0,-8-32 3353 0 0,10 39-3642 0 0,1 0 1 0 0,0 0-1 0 0,0 0 0 0 0,0 0 0 0 0,0 0 0 0 0,0 0 0 0 0,0 1 0 0 0,0-1 1 0 0,1 0-1 0 0,-1 0 0 0 0,0 0 0 0 0,0 0 0 0 0,1 0 0 0 0,-1 0 0 0 0,0 1 1 0 0,1-1-1 0 0,-1 0 0 0 0,1 0 0 0 0,-1 1 0 0 0,1-1 0 0 0,-1 0 1 0 0,1 1-1 0 0,0-1 0 0 0,-1 0 0 0 0,1 1 0 0 0,0-1 0 0 0,-1 1 0 0 0,1-1 1 0 0,0 1-1 0 0,0-1 0 0 0,0 1 0 0 0,-1 0 0 0 0,1-1 0 0 0,0 1 1 0 0,0 0-1 0 0,0 0 0 0 0,0-1 0 0 0,1 1 0 0 0,16-1 5 0 0,0 1 1 0 0,-1 0-1 0 0,1 1 0 0 0,0 1 0 0 0,-1 0 0 0 0,1 2 1 0 0,-1 0-1 0 0,0 1 0 0 0,0 0 0 0 0,0 2 0 0 0,-1 0 1 0 0,0 1-1 0 0,0 0 0 0 0,-1 1 0 0 0,23 19 0 0 0,2-2-179 0 0,14 10-642 0 0,-27-7-3229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30 3681 0 0,'-31'18'187'0'0,"-33"13"12057"0"0,74-43-9965 0 0,18-13-871 0 0,-13 13-1073 0 0,-2 1-1314 0 0,2 1-3433 0 0,2 1-1913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13 6913 0 0,'-35'-6'4970'0'0,"28"5"-3996"0"0,0-1 1 0 0,0 1 0 0 0,0 0-1 0 0,0 0 1 0 0,-11 1 0 0 0,17 0-883 0 0,-1 0 0 0 0,0 1-1 0 0,1-1 1 0 0,0 0 0 0 0,-1 1 0 0 0,1-1 0 0 0,-1 1 0 0 0,1 0 0 0 0,0-1 0 0 0,-1 1-1 0 0,1 0 1 0 0,0 0 0 0 0,-1 0 0 0 0,1 0 0 0 0,0 0 0 0 0,0 0 0 0 0,0 0 0 0 0,0 0-1 0 0,0 1 1 0 0,0-1 0 0 0,1 0 0 0 0,-1 0 0 0 0,0 1 0 0 0,1-1 0 0 0,-1 1 0 0 0,0-1 0 0 0,1 1-1 0 0,0-1 1 0 0,-1 1 0 0 0,1 1 0 0 0,-3 18-2 0 0,1-1 0 0 0,1 1-1 0 0,1 0 1 0 0,0-1 0 0 0,2 1 0 0 0,0 0 0 0 0,2-1-1 0 0,0 0 1 0 0,9 25 0 0 0,-6-22-99 0 0,2-1 0 0 0,1 0 0 0 0,1 0 0 0 0,0-1 0 0 0,2 0 0 0 0,1-1 0 0 0,25 30 0 0 0,-39-49 9 0 0,26 27 0 0 0,53 46 0 0 0,-71-68 0 0 0,-1 0 0 0 0,1 0 0 0 0,0-1 0 0 0,0 0 0 0 0,1-1 0 0 0,0 1 0 0 0,0-2 0 0 0,0 1 0 0 0,0-1 0 0 0,0-1 0 0 0,0 0 0 0 0,1 0 0 0 0,10 0 0 0 0,-14-2 6 0 0,0-1 0 0 0,0 0 1 0 0,-1-1-1 0 0,1 1 1 0 0,0-1-1 0 0,0 0 1 0 0,-1-1-1 0 0,1 1 0 0 0,-1-1 1 0 0,0 0-1 0 0,0 0 1 0 0,0-1-1 0 0,0 0 1 0 0,0 0-1 0 0,-1 0 1 0 0,0 0-1 0 0,1-1 0 0 0,5-8 1 0 0,0-2 110 0 0,0 1 0 0 0,-1-1 0 0 0,-1-1 0 0 0,0 1 0 0 0,6-22 0 0 0,-12 34-96 0 0,-1 1-1 0 0,0-1 1 0 0,-1 1 0 0 0,1-1 0 0 0,0 0-1 0 0,-1 1 1 0 0,1-1 0 0 0,-1 0 0 0 0,0 0 0 0 0,0 1-1 0 0,0-1 1 0 0,0 0 0 0 0,0 0 0 0 0,-1 1-1 0 0,0-1 1 0 0,1 0 0 0 0,-2-3 0 0 0,0 3-2 0 0,0 1 1 0 0,-1 0 0 0 0,1-1-1 0 0,0 1 1 0 0,0 0 0 0 0,-1 1-1 0 0,1-1 1 0 0,-1 0-1 0 0,0 1 1 0 0,0-1 0 0 0,1 1-1 0 0,-1 0 1 0 0,0 0 0 0 0,0 0-1 0 0,-4-1 1 0 0,-7-2 74 0 0,1 1 0 0 0,-1 0 0 0 0,0 1 0 0 0,0 0 1 0 0,0 1-1 0 0,0 1 0 0 0,0 0 0 0 0,0 0 0 0 0,-18 5 0 0 0,25-4-115 0 0,-1 1 0 0 0,1 1-1 0 0,-1-1 1 0 0,1 1 0 0 0,0 1-1 0 0,0-1 1 0 0,0 1 0 0 0,1 1-1 0 0,-1-1 1 0 0,1 1 0 0 0,0 0-1 0 0,0 0 1 0 0,1 1 0 0 0,0 0-1 0 0,0 0 1 0 0,0 0 0 0 0,0 0-1 0 0,-3 8 1 0 0,2-2-357 0 0,1-1 0 0 0,0 1 0 0 0,1 0 0 0 0,0 1 0 0 0,1-1 0 0 0,-3 25 0 0 0,4-7-7130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9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35 3225 0 0,'-6'-3'153'0'0,"0"0"0"0"0,0 1 0 0 0,0 0 0 0 0,0 1 0 0 0,-12-3 0 0 0,-3 3 3478 0 0,50-4 216 0 0,8-2-2709 0 0,213 0 3463 0 0,-184 9-3754 0 0,117 17 1 0 0,-74-1-558 0 0,1-6-1 0 0,155-1 1 0 0,-40-11 219 0 0,160-6 1007 0 0,-342 4-1432 0 0,0 2 0 0 0,1 1 0 0 0,-1 3 0 0 0,0 1 0 0 0,0 2 0 0 0,-1 2 0 0 0,43 16 0 0 0,-68-21-384 0 0,0 0 1 0 0,1-1 0 0 0,0-1-1 0 0,-1-1 1 0 0,1 0-1 0 0,0-1 1 0 0,34-5 0 0 0,-32 7-3243 0 0,-11 0 1717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4609 0 0,'-14'8'433'0'0,"3"8"4980"0"0,9 6 370 0 0,3-5-4693 0 0,29 155 3180 0 0,-5-32-3922 0 0,1 61-269 0 0,48 267 237 0 0,-44-336-85 0 0,7 26-341 0 0,-10-55-3845 0 0,-17-62 3596 0 0,-5-22 359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10 3681 0 0,'-22'-9'8203'0'0,"21"10"-8020"0"0,-4 7 397 0 0,-1 1 0 0 0,1-1 0 0 0,0 2 1 0 0,1-1-1 0 0,0 0 0 0 0,0 1 0 0 0,1-1 1 0 0,-3 20-1 0 0,-11 93 1748 0 0,13-81-1871 0 0,3-28-436 0 0,-2 10 272 0 0,1 1 1 0 0,1 36-1 0 0,1-56-303 0 0,0 1 1 0 0,1-1 0 0 0,-1 1-1 0 0,1-1 1 0 0,0 1 0 0 0,0-1-1 0 0,1 1 1 0 0,-1-1-1 0 0,1 0 1 0 0,0 1 0 0 0,0-1-1 0 0,0 0 1 0 0,1 0-1 0 0,-1-1 1 0 0,1 1 0 0 0,0-1-1 0 0,0 1 1 0 0,0-1-1 0 0,7 6 1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1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31 1840 0 0,'-4'-4'1142'0'0,"0"0"-1"0"0,0 1 0 0 0,0 0 0 0 0,-1 0 0 0 0,1 0 0 0 0,-8-3 0 0 0,11 5-807 0 0,-1 1-1 0 0,1-1 1 0 0,-1 0 0 0 0,1 1-1 0 0,-1 0 1 0 0,1-1-1 0 0,-1 1 1 0 0,0 0-1 0 0,1 0 1 0 0,-1 0 0 0 0,0 0-1 0 0,1 0 1 0 0,-1 0-1 0 0,1 0 1 0 0,-1 0-1 0 0,0 1 1 0 0,1-1 0 0 0,-1 1-1 0 0,1-1 1 0 0,-1 1-1 0 0,1 0 1 0 0,-1-1-1 0 0,1 1 1 0 0,0 0 0 0 0,-1 0-1 0 0,-1 2 1 0 0,27 31 1655 0 0,-10-14-2000 0 0,1-1-1 0 0,1-1 0 0 0,1 0 0 0 0,0-1 0 0 0,2-1 0 0 0,21 16 0 0 0,-34-28 10 0 0,0 0-1 0 0,0 0 1 0 0,1 0-1 0 0,-1-1 1 0 0,1 0-1 0 0,0-1 1 0 0,-1 1-1 0 0,1-1 1 0 0,0-1-1 0 0,0 1 1 0 0,0-1-1 0 0,1 0 1 0 0,-1-1-1 0 0,0 0 1 0 0,0 0-1 0 0,0 0 1 0 0,1-1-1 0 0,-1 0 1 0 0,0 0-1 0 0,0-1 1 0 0,0 0-1 0 0,0 0 1 0 0,-1-1-1 0 0,1 0 1 0 0,7-4-1 0 0,-43 29 15 0 0,0 1-1 0 0,2 1 0 0 0,-41 48 1 0 0,60-63-65 0 0,1-1 0 0 0,0 1 0 0 0,0 1 0 0 0,0-1 0 0 0,2 1 1 0 0,-1 0-1 0 0,1 1 0 0 0,1-1 0 0 0,-1 1 0 0 0,-3 16 0 0 0,8-25 52 0 0,0 0-1 0 0,0 0 1 0 0,0 0 0 0 0,0 1-1 0 0,0-1 1 0 0,1 0-1 0 0,-1 0 1 0 0,1-1-1 0 0,-1 1 1 0 0,1 0 0 0 0,-1 0-1 0 0,1 0 1 0 0,0 0-1 0 0,0 0 1 0 0,0-1 0 0 0,0 1-1 0 0,0 0 1 0 0,1-1-1 0 0,-1 1 1 0 0,0-1-1 0 0,1 1 1 0 0,-1-1 0 0 0,1 0-1 0 0,0 1 1 0 0,-1-1-1 0 0,1 0 1 0 0,0 0-1 0 0,2 1 1 0 0,7 2-13 0 0,-1 0 1 0 0,1-1 0 0 0,0 0-1 0 0,14 2 1 0 0,24 8-3 0 0,-47-12 16 0 0,-1-1-1 0 0,1 1 0 0 0,-1 0 0 0 0,0 0 1 0 0,1 0-1 0 0,-1 0 0 0 0,0 0 0 0 0,0 0 1 0 0,0 1-1 0 0,0-1 0 0 0,0 0 0 0 0,0 1 1 0 0,0-1-1 0 0,0 0 0 0 0,-1 1 0 0 0,1-1 1 0 0,0 1-1 0 0,-1-1 0 0 0,1 1 0 0 0,-1-1 1 0 0,0 1-1 0 0,1 0 0 0 0,-1-1 0 0 0,0 1 1 0 0,0 0-1 0 0,0-1 0 0 0,0 1 0 0 0,0-1 1 0 0,0 1-1 0 0,-1 0 0 0 0,1-1 0 0 0,-1 1 1 0 0,1-1-1 0 0,-1 1 0 0 0,1-1 0 0 0,-1 1 1 0 0,0-1-1 0 0,0 1 0 0 0,0-1 0 0 0,-1 2 1 0 0,-6 9-13 0 0,1-1 1 0 0,-2-1 0 0 0,-17 19 0 0 0,18-21 7 0 0,-38 37-60 0 0,-32 36-414 0 0,71-72 261 0 0,0-1 0 0 0,1 2 0 0 0,0-1 0 0 0,0 1 0 0 0,1 0 0 0 0,0 0 0 0 0,-5 18 0 0 0,10-28 172 0 0,0 1 1 0 0,-1 0 0 0 0,1 0-1 0 0,0 0 1 0 0,-1-1 0 0 0,1 1-1 0 0,0 0 1 0 0,0 0-1 0 0,0 0 1 0 0,0 0 0 0 0,0 0-1 0 0,0 0 1 0 0,0-1-1 0 0,0 1 1 0 0,0 0 0 0 0,0 0-1 0 0,1 0 1 0 0,-1 0 0 0 0,0-1-1 0 0,1 1 1 0 0,-1 0-1 0 0,0 0 1 0 0,1 0 0 0 0,-1-1-1 0 0,1 1 1 0 0,-1 0 0 0 0,1-1-1 0 0,0 1 1 0 0,0 1-1 0 0,1-2-6 0 0,0 1 0 0 0,0-1 0 0 0,-1 1 0 0 0,1-1 0 0 0,0 0 0 0 0,0 1 0 0 0,0-1 0 0 0,-1 0 0 0 0,1 0 0 0 0,0-1 0 0 0,0 1 0 0 0,0 0 0 0 0,2-1-1 0 0,10-3-119 0 0,0-1-1 0 0,23-11 0 0 0,-32 13 116 0 0,2 0 57 0 0,2-2-214 0 0,1 1 0 0 0,0 0 0 0 0,0 0 0 0 0,14-2 0 0 0,-23 6-6 0 0,1-1 0 0 0,0 1 0 0 0,-1 0 0 0 0,1 0 0 0 0,0 0 0 0 0,0 0 1 0 0,-1 0-1 0 0,1 1 0 0 0,0-1 0 0 0,-1 0 0 0 0,1 1 0 0 0,0-1 0 0 0,-1 1 0 0 0,3 1 0 0 0,-3-1-89 0 0,0-1 0 0 0,0 1-1 0 0,0 0 1 0 0,0 0 0 0 0,0 0-1 0 0,-1 1 1 0 0,1-1 0 0 0,0 0-1 0 0,-1 0 1 0 0,1 0-1 0 0,-1 0 1 0 0,1 1 0 0 0,-1-1-1 0 0,1 0 1 0 0,-1 1 0 0 0,0-1-1 0 0,0 0 1 0 0,1 0 0 0 0,-1 1-1 0 0,0-1 1 0 0,-1 2-1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2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1896 1 5065 0 0,'-6'16'1589'0'0,"5"-13"-917"0"0,-1 0-1 0 0,1 0 0 0 0,0 1 0 0 0,0-1 1 0 0,0 0-1 0 0,0 0 0 0 0,0 1 0 0 0,1-1 1 0 0,0 0-1 0 0,0 1 0 0 0,0-1 0 0 0,0 0 1 0 0,0 1-1 0 0,0-1 0 0 0,2 4 0 0 0,7 34 766 0 0,-1 0-1 0 0,4 64 0 0 0,-7 86-927 0 0,-4-100-256 0 0,-4 294-71 0 0,11 221-216 0 0,-3-539 50 0 0,4 0 0 0 0,3 0 1 0 0,3-1-1 0 0,2-1 0 0 0,42 101 0 0 0,-49-141 245 0 0,2 0 0 0 0,20 31 0 0 0,-25-35-286 0 0,-7-19 21 0 0,0 0-1 0 0,1 1 1 0 0,-1-1 0 0 0,1 0-1 0 0,0 0 1 0 0,0 0 0 0 0,0 1-1 0 0,0-1 1 0 0,0 0 0 0 0,0 0 0 0 0,0 0-1 0 0,1-1 1 0 0,1 3 0 0 0,-51 5-183 0 0,30-5 217 0 0,-1-1 0 0 0,0-1 0 0 0,0-1 0 0 0,-31-2 0 0 0,-10 1 44 0 0,56 1-69 0 0,-116 4 94 0 0,-152-11 0 0 0,244 1-30 0 0,1 0 1 0 0,0-2 0 0 0,0-1 0 0 0,-43-20 0 0 0,-33-9 74 0 0,85 32-137 0 0,-1 1-1 0 0,0 1 0 0 0,-1 1 1 0 0,1 1-1 0 0,-32 1 0 0 0,-100 17 61 0 0,40-3-44 0 0,69-10-13 0 0,-17 0 50 0 0,0 2-1 0 0,1 3 1 0 0,-68 20-1 0 0,-39 29-53 0 0,-78 22-363 0 0,199-73-1776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3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77 349 3225 0 0,'-4'-1'405'0'0,"0"0"0"0"0,0-1 0 0 0,0 0-1 0 0,1 0 1 0 0,-1 0 0 0 0,0 0 0 0 0,1 0 0 0 0,0-1 0 0 0,0 0 0 0 0,0 1 0 0 0,0-1 0 0 0,0 0 0 0 0,0-1 0 0 0,1 1 0 0 0,-1 0 0 0 0,1-1 0 0 0,0 1 0 0 0,0-1 0 0 0,1 0 0 0 0,-1 0 0 0 0,1 1 0 0 0,-2-9 0 0 0,0 2 230 0 0,0-1-1 0 0,2 1 1 0 0,-1 0 0 0 0,1-1 0 0 0,1 1 0 0 0,0-1 0 0 0,0 1 0 0 0,2-13 0 0 0,1 9-105 0 0,1 0 0 0 0,0 0-1 0 0,1 0 1 0 0,11-23 0 0 0,-13 31-433 0 0,1-1 1 0 0,-1 1-1 0 0,1 0 1 0 0,1 1-1 0 0,-1-1 1 0 0,1 1-1 0 0,0 0 1 0 0,0 0-1 0 0,0 0 0 0 0,1 1 1 0 0,11-8-1 0 0,-14 11-96 0 0,-1 0-1 0 0,1 0 0 0 0,0 0 1 0 0,0 1-1 0 0,-1-1 0 0 0,1 1 0 0 0,0 0 1 0 0,0 0-1 0 0,0 0 0 0 0,0 0 1 0 0,-1 0-1 0 0,1 0 0 0 0,0 1 1 0 0,0 0-1 0 0,0-1 0 0 0,-1 1 0 0 0,1 0 1 0 0,0 0-1 0 0,-1 1 0 0 0,1-1 1 0 0,-1 0-1 0 0,0 1 0 0 0,1 0 1 0 0,-1-1-1 0 0,0 1 0 0 0,0 0 0 0 0,0 0 1 0 0,0 0-1 0 0,0 1 0 0 0,2 2 1 0 0,7 9-110 0 0,-1 1 1 0 0,0 1 0 0 0,13 25-1 0 0,-15-25-21 0 0,42 92-147 0 0,-40-81-131 0 0,2-1 0 0 0,0-1-1 0 0,1 0 1 0 0,2 0 0 0 0,34 42 0 0 0,-47-64 336 0 0,1 0 0 0 0,0 0 0 0 0,0 0 0 0 0,0-1 1 0 0,0 0-1 0 0,0 1 0 0 0,1-1 0 0 0,-1 0 0 0 0,0-1 1 0 0,1 1-1 0 0,0 0 0 0 0,-1-1 0 0 0,1 0 0 0 0,0 0 0 0 0,6 1 1 0 0,-7-2 90 0 0,0 0 0 0 0,0-1 0 0 0,0 1 0 0 0,0-1 0 0 0,0 0 0 0 0,0 1 0 0 0,0-1 0 0 0,-1-1 0 0 0,1 1 0 0 0,0 0 0 0 0,-1-1 0 0 0,1 1 0 0 0,-1-1 0 0 0,1 0 0 0 0,-1 1 0 0 0,0-1 0 0 0,0 0 0 0 0,0-1 0 0 0,0 1 0 0 0,0 0 0 0 0,2-3 0 0 0,-3 3 87 0 0,1 0 1 0 0,0-1 0 0 0,-1 1-1 0 0,1 0 1 0 0,-1 0-1 0 0,0-1 1 0 0,0 1 0 0 0,0-1-1 0 0,0 1 1 0 0,0-1-1 0 0,0 1 1 0 0,-1-1 0 0 0,1 0-1 0 0,-1 1 1 0 0,0-1-1 0 0,1 0 1 0 0,-1 1 0 0 0,-1-6-1 0 0,-1 4 13 0 0,1 1 0 0 0,-1-1 0 0 0,0 1 0 0 0,0-1-1 0 0,0 1 1 0 0,0 0 0 0 0,-1-1 0 0 0,1 1 0 0 0,-1 0-1 0 0,0 1 1 0 0,0-1 0 0 0,-4-2 0 0 0,-5-5 14 0 0,-2 1 0 0 0,0 0 0 0 0,0 1 1 0 0,0 0-1 0 0,-1 2 0 0 0,0-1 0 0 0,0 2 0 0 0,-1 0 0 0 0,0 1 1 0 0,1 1-1 0 0,-23-3 0 0 0,27 5-204 0 0,-1 0 1 0 0,0 0-1 0 0,0 1 1 0 0,1 1-1 0 0,-1 0 1 0 0,0 0-1 0 0,1 1 1 0 0,-1 1-1 0 0,1 0 1 0 0,0 1-1 0 0,0 0 0 0 0,0 0 1 0 0,0 1-1 0 0,1 1 1 0 0,0-1-1 0 0,-13 11 1 0 0,12-6-834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4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51 243 10138 0 0,'-15'5'762'0'0,"-14"7"927"0"0,23 4 3914 0 0,13-7-5028 0 0,1-1 1 0 0,0 0-1 0 0,0 0 1 0 0,1-1-1 0 0,12 9 0 0 0,8 6 124 0 0,-11-6-542 0 0,1-2-1 0 0,0-1 0 0 0,40 22 0 0 0,-51-31-104 0 0,1 0 0 0 0,-1-1 0 0 0,1 0-1 0 0,0 0 1 0 0,0-1 0 0 0,0 0 0 0 0,0 0 0 0 0,0-1 0 0 0,0-1 0 0 0,0 1 0 0 0,0-1 0 0 0,1-1 0 0 0,8-1-1 0 0,-16 1-25 0 0,0 0-1 0 0,0 0 0 0 0,0 0 0 0 0,0 0 1 0 0,0 0-1 0 0,0-1 0 0 0,0 1 1 0 0,-1-1-1 0 0,1 1 0 0 0,0-1 0 0 0,-1 0 1 0 0,0 1-1 0 0,1-1 0 0 0,-1 0 0 0 0,0 0 1 0 0,0 0-1 0 0,0 0 0 0 0,0 0 1 0 0,0 0-1 0 0,0 0 0 0 0,-1-1 0 0 0,1 1 1 0 0,-1 0-1 0 0,0 0 0 0 0,1 0 0 0 0,-1-4 1 0 0,1-6 11 0 0,-1-1 1 0 0,1 1-1 0 0,-4-17 1 0 0,-21-100 85 0 0,16 96-305 0 0,1 0 1 0 0,2-1 0 0 0,-2-40 0 0 0,8 56-1270 0 0,3 1-3986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4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41 5529 0 0,'-5'13'934'0'0,"0"0"0"0"0,1-1 0 0 0,1 1 0 0 0,0 1 0 0 0,1-1 0 0 0,1 0 0 0 0,0 0 0 0 0,1 15 0 0 0,0-24-539 0 0,0-1-1 0 0,1 1 1 0 0,-1 0-1 0 0,1 0 1 0 0,0 0 0 0 0,0-1-1 0 0,1 1 1 0 0,-1 0-1 0 0,1-1 1 0 0,0 1-1 0 0,0-1 1 0 0,0 0-1 0 0,4 6 1 0 0,-4-7-274 0 0,1 0 1 0 0,-1-1 0 0 0,1 1-1 0 0,-1 0 1 0 0,1-1 0 0 0,0 1-1 0 0,0-1 1 0 0,-1 0-1 0 0,1 0 1 0 0,0 0 0 0 0,0 0-1 0 0,0-1 1 0 0,0 1 0 0 0,0-1-1 0 0,0 0 1 0 0,0 0-1 0 0,1 0 1 0 0,-1 0 0 0 0,5-1-1 0 0,-2 0-93 0 0,-1 0 0 0 0,0 0-1 0 0,0-1 1 0 0,0 1 0 0 0,1-1-1 0 0,-2 0 1 0 0,1-1 0 0 0,0 1 0 0 0,0-1-1 0 0,-1 0 1 0 0,1 0 0 0 0,-1 0-1 0 0,0-1 1 0 0,0 0 0 0 0,0 1-1 0 0,-1-1 1 0 0,1-1 0 0 0,5-7-1 0 0,-7 8-8 0 0,0 0 0 0 0,0 0-1 0 0,-1 0 1 0 0,1 0-1 0 0,-1 0 1 0 0,0 0-1 0 0,0-1 1 0 0,0 1-1 0 0,0 0 1 0 0,-1-1-1 0 0,0 1 1 0 0,0 0-1 0 0,0-1 1 0 0,0 1-1 0 0,-1 0 1 0 0,0 0-1 0 0,1-1 1 0 0,-2 1 0 0 0,1 0-1 0 0,0 0 1 0 0,-1 0-1 0 0,0 0 1 0 0,-4-7-1 0 0,2 5 10 0 0,-1 0 0 0 0,0 0-1 0 0,0 0 1 0 0,0 1 0 0 0,-1-1-1 0 0,0 1 1 0 0,0 1 0 0 0,0-1-1 0 0,-1 1 1 0 0,1 0 0 0 0,-1 1-1 0 0,0-1 1 0 0,0 1 0 0 0,-1 1-1 0 0,1-1 1 0 0,0 1-1 0 0,-1 1 1 0 0,1-1 0 0 0,-10 0-1 0 0,10 2-873 0 0,-1 0 0 0 0,1 0-1 0 0,0 1 1 0 0,0 0-1 0 0,-1 0 1 0 0,1 0-1 0 0,-11 5 1 0 0,0 2-6308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5985 0 0,'-1'0'464'0'0,"0"1"-194"0"0,0-1 0 0 0,0 1 0 0 0,0 0 0 0 0,0 0-1 0 0,0 0 1 0 0,0 0 0 0 0,0 0 0 0 0,0 0 0 0 0,0 0 0 0 0,1 0-1 0 0,-1 0 1 0 0,0 0 0 0 0,1 0 0 0 0,-1 1 0 0 0,1-1-1 0 0,-1 0 1 0 0,1 0 0 0 0,-1 1 0 0 0,1 1 0 0 0,-10 33 1567 0 0,9-32-1312 0 0,-4 30 541 0 0,1 0 0 0 0,1 0-1 0 0,2 0 1 0 0,2 0-1 0 0,6 46 1 0 0,-2-27-2741 0 0,-3 55 0 0 0,-8-80 364 0 0,6-27 1309 0 0,-1 0 1 0 0,1 0-1 0 0,-1-1 1 0 0,1 1-1 0 0,-1-1 0 0 0,1 1 1 0 0,-1 0-1 0 0,0-1 1 0 0,1 1-1 0 0,-1-1 1 0 0,0 1-1 0 0,1-1 1 0 0,-1 1-1 0 0,0-1 1 0 0,1 0-1 0 0,-1 1 1 0 0,0-1-1 0 0,0 0 0 0 0,1 0 1 0 0,-1 0-1 0 0,0 1 1 0 0,0-1-1 0 0,0 0 1 0 0,0 0-1 0 0,1 0 1 0 0,-1 0-1 0 0,0 0 1 0 0,0 0-1 0 0,0-1 0 0 0,1 1 1 0 0,-3 0-1 0 0,-7-4 2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93 920 0 0,'-21'-10'3662'0'0,"17"8"-2834"0"0,0 0 1 0 0,1 0 0 0 0,-1 1-1 0 0,0-1 1 0 0,0 1 0 0 0,-6-1-1 0 0,9 2-642 0 0,-1 0-1 0 0,1 0 0 0 0,-1 0 1 0 0,0 0-1 0 0,1 0 0 0 0,-1 1 1 0 0,1-1-1 0 0,-1 1 0 0 0,1-1 0 0 0,-1 1 1 0 0,1-1-1 0 0,0 1 0 0 0,-1 0 1 0 0,1 0-1 0 0,0 0 0 0 0,-1-1 1 0 0,1 1-1 0 0,0 1 0 0 0,0-1 0 0 0,0 0 1 0 0,-2 2-1 0 0,-10 16 289 0 0,0-1 0 0 0,1 2 0 0 0,2-1 0 0 0,-13 32 0 0 0,23-51-476 0 0,0 0 0 0 0,0 0 1 0 0,0 0-1 0 0,0 0 0 0 0,0 0 0 0 0,0 0 0 0 0,0 0 0 0 0,0 0 1 0 0,0 0-1 0 0,1 0 0 0 0,-1 0 0 0 0,0 0 0 0 0,0 0 1 0 0,0 0-1 0 0,0 0 0 0 0,0 0 0 0 0,0 0 0 0 0,0 0 1 0 0,0 0-1 0 0,0 0 0 0 0,0 0 0 0 0,1 0 0 0 0,-1 0 1 0 0,0 0-1 0 0,0 0 0 0 0,0 0 0 0 0,0 0 0 0 0,0 0 1 0 0,0 0-1 0 0,0 0 0 0 0,0 0 0 0 0,0 0 0 0 0,0 0 1 0 0,0 0-1 0 0,0 0 0 0 0,1 0 0 0 0,-1 0 0 0 0,0 1 1 0 0,13-16 469 0 0,16-20 1133 0 0,-10 7-772 0 0,1 1 0 0 0,1 1 0 0 0,2 1 0 0 0,34-29 0 0 0,-57 53-815 0 0,1 1 0 0 0,0 0-1 0 0,-1-1 1 0 0,1 1 0 0 0,0 0 0 0 0,-1-1 0 0 0,1 1 0 0 0,0 0-1 0 0,0 0 1 0 0,0 0 0 0 0,-1 0 0 0 0,1 0 0 0 0,0-1 0 0 0,0 2-1 0 0,-1-1 1 0 0,1 0 0 0 0,0 0 0 0 0,0 0 0 0 0,0 0 0 0 0,-1 0-1 0 0,1 0 1 0 0,0 1 0 0 0,0-1 0 0 0,-1 0 0 0 0,1 1 0 0 0,0-1 0 0 0,-1 1-1 0 0,1-1 1 0 0,0 1 0 0 0,-1-1 0 0 0,1 1 0 0 0,-1-1 0 0 0,2 2-1 0 0,21 26-25 0 0,-13-14-38 0 0,77 76-2767 0 0,-58-62-4624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4609 0 0,'-1'0'200'0'0,"0"0"1"0"0,0 0-1 0 0,0 0 1 0 0,1 0-1 0 0,-1 0 1 0 0,0 0-1 0 0,0 1 1 0 0,0-1-1 0 0,0 0 1 0 0,0 1-1 0 0,0-1 0 0 0,0 0 1 0 0,1 1-1 0 0,-1-1 1 0 0,0 1-1 0 0,0 0 1 0 0,1-1-1 0 0,-1 1 1 0 0,0-1-1 0 0,1 1 1 0 0,-1 0-1 0 0,1 0 0 0 0,-1-1 1 0 0,0 1-1 0 0,1 0 1 0 0,0 0-1 0 0,-1 0 1 0 0,0 1-1 0 0,-12 25 2133 0 0,6 0-1345 0 0,0 1 0 0 0,2 0 1 0 0,1 0-1 0 0,-2 52 1 0 0,7-28 290 0 0,12 90 0 0 0,-9-117-1353 0 0,0 0 0 0 0,2 0 0 0 0,0 0 0 0 0,2-1 1 0 0,1 0-1 0 0,1 0 0 0 0,1-1 0 0 0,1-1 0 0 0,15 23 0 0 0,-28-80-8489 0 0,-1 20 3819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12443 0 0,'0'1'146'0'0,"-1"0"1"0"0,1 0-1 0 0,0 0 1 0 0,0 0-1 0 0,0-1 1 0 0,0 1-1 0 0,0 0 1 0 0,0 0-1 0 0,0 0 1 0 0,0 0-1 0 0,1 0 1 0 0,-1-1-1 0 0,0 1 1 0 0,0 0 0 0 0,1 0-1 0 0,-1 0 1 0 0,1-1-1 0 0,-1 1 1 0 0,0 0-1 0 0,1-1 1 0 0,-1 1-1 0 0,1 0 1 0 0,0-1-1 0 0,-1 1 1 0 0,1-1-1 0 0,-1 1 1 0 0,1 0-1 0 0,0-1 1 0 0,0 0-1 0 0,-1 1 1 0 0,1-1-1 0 0,0 1 1 0 0,0-1 0 0 0,-1 0-1 0 0,1 1 1 0 0,0-1-1 0 0,0 0 1 0 0,0 0-1 0 0,1 0 1 0 0,37 10 2623 0 0,-36-10-2589 0 0,29 7 388 0 0,1 2-1 0 0,-2 1 0 0 0,42 19 1 0 0,-66-26-616 0 0,-4-2-95 0 0,0 1-1 0 0,1-1 1 0 0,-1 0 0 0 0,1 0-1 0 0,-1 0 1 0 0,1 0-1 0 0,-1-1 1 0 0,1 1-1 0 0,-1-1 1 0 0,1 0 0 0 0,-1 0-1 0 0,1 0 1 0 0,0-1-1 0 0,-1 1 1 0 0,1-1-1 0 0,-1 0 1 0 0,0 0-1 0 0,1 0 1 0 0,-1 0 0 0 0,0-1-1 0 0,1 1 1 0 0,-1-1-1 0 0,0 0 1 0 0,0 0-1 0 0,0 0 1 0 0,0 0 0 0 0,-1 0-1 0 0,1-1 1 0 0,-1 0-1 0 0,4-4 1 0 0,10-12-1289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7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7058 0 0,'4'0'178'0'0,"-1"1"0"0"0,1-1 1 0 0,0 0-1 0 0,-1 0 1 0 0,1 0-1 0 0,-1-1 0 0 0,1 1 1 0 0,4-2-1 0 0,36-8 2578 0 0,-22 5-1922 0 0,0 0 0 0 0,1 2 0 0 0,32-2 0 0 0,69 4-21 0 0,136 3 1160 0 0,-141 7-1055 0 0,-45-3-565 0 0,78-3-1 0 0,302-9 999 0 0,2 0 64 0 0,-354-3-1122 0 0,142-32 0 0 0,78-7-84 0 0,378 36 258 0 0,-282 27-45 0 0,-350-10-500 0 0,0 4 0 0 0,0 2 0 0 0,109 34 0 0 0,-160-38-1766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7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 14283 0 0,'-1'-1'29'0'0,"1"1"0"0"0,0 0-1 0 0,0-1 1 0 0,-1 1 0 0 0,1 0 0 0 0,0 0 0 0 0,0-1-1 0 0,-1 1 1 0 0,1 0 0 0 0,0 0 0 0 0,-1 0-1 0 0,1-1 1 0 0,0 1 0 0 0,-1 0 0 0 0,1 0 0 0 0,0 0-1 0 0,-1 0 1 0 0,1 0 0 0 0,0 0 0 0 0,-1 0-1 0 0,1 0 1 0 0,-1 0 0 0 0,1 0 0 0 0,0 0 0 0 0,-1 0-1 0 0,1 0 1 0 0,0 0 0 0 0,-1 0 0 0 0,1 0 0 0 0,0 0-1 0 0,-1 0 1 0 0,1 0 0 0 0,0 0 0 0 0,-1 1-1 0 0,1-1 1 0 0,-6 4 2457 0 0,4 3-1684 0 0,-12 30-297 0 0,3 1-1 0 0,1 1 1 0 0,2 0 0 0 0,-6 79 0 0 0,10 169 337 0 0,74 352-396 0 0,-63-589-402 0 0,22 204-87 0 0,-25-195 93 0 0,-4-1 0 0 0,-8 79 0 0 0,7-134-173 0 0,1 0 1 0 0,-1 0-1 0 0,0 1 0 0 0,0-1 0 0 0,0 0 0 0 0,0-1 0 0 0,0 1 1 0 0,-1 0-1 0 0,1 0 0 0 0,-1-1 0 0 0,0 1 0 0 0,-3 4 0 0 0,3-5-500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24 3225 0 0,'-1'-2'234'0'0,"0"0"0"0"0,0 1-1 0 0,0-1 1 0 0,0 1 0 0 0,0 0 0 0 0,0-1 0 0 0,-1 1 0 0 0,1 0 0 0 0,0 0 0 0 0,-1 0 0 0 0,1 0 0 0 0,-1 0 0 0 0,1 0 0 0 0,-1 0 0 0 0,0 0 0 0 0,1 1 0 0 0,-1-1-1 0 0,0 0 1 0 0,1 1 0 0 0,-1 0 0 0 0,0-1 0 0 0,0 1 0 0 0,1 0 0 0 0,-1 0 0 0 0,0 0 0 0 0,0 0 0 0 0,0 0 0 0 0,1 0 0 0 0,-3 1 0 0 0,0 0 266 0 0,0 0 0 0 0,0 0 0 0 0,1 0 1 0 0,-1 1-1 0 0,1-1 0 0 0,-1 1 1 0 0,1 0-1 0 0,0 0 0 0 0,-1 0 0 0 0,1 0 1 0 0,0 1-1 0 0,-4 4 0 0 0,6-6-462 0 0,-1 0 0 0 0,1 1 0 0 0,0-1-1 0 0,0 0 1 0 0,0 1 0 0 0,0 0 0 0 0,0-1 0 0 0,0 1 0 0 0,1-1-1 0 0,-1 1 1 0 0,0 0 0 0 0,1-1 0 0 0,0 1 0 0 0,-1 0-1 0 0,1 0 1 0 0,0-1 0 0 0,0 1 0 0 0,-1 0 0 0 0,2 0-1 0 0,-1 0 1 0 0,0-1 0 0 0,1 5 0 0 0,0-4 60 0 0,0 1 1 0 0,1-1 0 0 0,-1 1-1 0 0,1-1 1 0 0,-1 0 0 0 0,1 0-1 0 0,0 0 1 0 0,0 0 0 0 0,0 0-1 0 0,0 0 1 0 0,0 0 0 0 0,1 0-1 0 0,2 1 1 0 0,9 5 386 0 0,1-1-1 0 0,0-1 1 0 0,31 10 0 0 0,-44-15-481 0 0,61 15-6 0 0,-40-11 6 0 0,0 1-1 0 0,0 1 0 0 0,26 12 0 0 0,-48-19-1 0 0,0 1-1 0 0,1-1 1 0 0,-1 1 0 0 0,0 0-1 0 0,0-1 1 0 0,0 1 0 0 0,0 0-1 0 0,0 0 1 0 0,0 0 0 0 0,-1 0-1 0 0,1 0 1 0 0,0 0 0 0 0,0 0-1 0 0,-1 0 1 0 0,1 0-1 0 0,0 1 1 0 0,-1-1 0 0 0,1 0-1 0 0,-1 0 1 0 0,0 0 0 0 0,1 1-1 0 0,-1-1 1 0 0,0 0 0 0 0,0 3-1 0 0,0-1 6 0 0,0 0 0 0 0,-1 1 0 0 0,1-1 0 0 0,-1 0 0 0 0,0 1 0 0 0,0-1 0 0 0,0 0 0 0 0,-1 0 0 0 0,-2 4 0 0 0,-3 5 17 0 0,-1 0-1 0 0,0-1 1 0 0,-15 16 0 0 0,-8 2-194 0 0,20-19 42 0 0,1 1 0 0 0,-1-1-1 0 0,2 2 1 0 0,-1-1 0 0 0,-11 21 0 0 0,20-30 114 0 0,0-1 0 0 0,0 0 0 0 0,0 1 0 0 0,1-1 0 0 0,-1 0 0 0 0,0 1 0 0 0,1-1 1 0 0,0 1-1 0 0,-1-1 0 0 0,1 1 0 0 0,0-1 0 0 0,-1 1 0 0 0,1 0 0 0 0,0-1 0 0 0,0 1 1 0 0,0-1-1 0 0,1 1 0 0 0,-1-1 0 0 0,0 1 0 0 0,1 0 0 0 0,-1-1 0 0 0,0 0 0 0 0,1 1 0 0 0,0-1 1 0 0,-1 1-1 0 0,1-1 0 0 0,0 1 0 0 0,0-1 0 0 0,0 0 0 0 0,0 0 0 0 0,0 1 0 0 0,0-1 0 0 0,0 0 1 0 0,0 0-1 0 0,0 0 0 0 0,1 0 0 0 0,-1 0 0 0 0,0-1 0 0 0,1 1 0 0 0,-1 0 0 0 0,0-1 1 0 0,1 1-1 0 0,-1 0 0 0 0,1-1 0 0 0,-1 0 0 0 0,3 1 0 0 0,9 2-286 0 0,1-1 0 0 0,0 0 0 0 0,-1-1 1 0 0,21 0-1 0 0,-13-1 193 0 0,-15 0 99 0 0,0 1 0 0 0,1-1 0 0 0,-1 1 0 0 0,0 1 1 0 0,0-1-1 0 0,0 1 0 0 0,0 0 0 0 0,10 5 0 0 0,-14-6 16 0 0,0 1 0 0 0,0-1 0 0 0,-1 0-1 0 0,1 1 1 0 0,0-1 0 0 0,-1 1 0 0 0,0-1 0 0 0,1 1-1 0 0,-1 0 1 0 0,0-1 0 0 0,0 1 0 0 0,1 0-1 0 0,-2 0 1 0 0,1 0 0 0 0,0 0 0 0 0,0 0-1 0 0,-1 0 1 0 0,1 0 0 0 0,-1 0 0 0 0,1 0-1 0 0,-1 0 1 0 0,0 0 0 0 0,0 1 0 0 0,0-1-1 0 0,0 0 1 0 0,0 0 0 0 0,0 0 0 0 0,-1 0-1 0 0,0 3 1 0 0,-3 9 107 0 0,0 0-1 0 0,-1 1 0 0 0,0-2 1 0 0,-1 1-1 0 0,-14 23 1 0 0,-47 56 232 0 0,-1 1-3908 0 0,64-89 2862 0 0,1 1 0 0 0,0 0 0 0 0,1 0 0 0 0,-1 0 0 0 0,1 0 0 0 0,1 1 0 0 0,-1-1-1 0 0,1 1 1 0 0,0-1 0 0 0,0 12 0 0 0,2 18 182 0 0,-1-27 604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3592 0 5529 0 0,'-21'52'3175'0'0,"15"-40"-2532"0"0,0 0 1 0 0,2 0-1 0 0,-1 1 1 0 0,-4 25-1 0 0,4 25 1012 0 0,3 1 0 0 0,2-1 0 0 0,9 68-1 0 0,0-12-727 0 0,33 366-481 0 0,-39-453-443 0 0,7 202 186 0 0,-10-160-30 0 0,4 0 0 0 0,24 142 0 0 0,-20-186 237 0 0,-2 0 1 0 0,-2 0-1 0 0,0 0 1 0 0,-2 0-1 0 0,-1 1 1 0 0,-7 56-1 0 0,-5-24 51 0 0,-19 94 429 0 0,24-130-728 0 0,-15 44 855 0 0,19-67-966 0 0,0 0 1 0 0,-1-1-1 0 0,0 1 1 0 0,1-1-1 0 0,-1 1 1 0 0,0-1-1 0 0,-1 0 1 0 0,1 0-1 0 0,-1 0 1 0 0,1-1-1 0 0,-1 1 1 0 0,0-1-1 0 0,-5 2 1 0 0,-55 22-196 0 0,11-11-134 0 0,-1-3 1 0 0,-91 8-1 0 0,45-7 229 0 0,59-10-120 0 0,0-2 0 0 0,0-2-1 0 0,0-1 1 0 0,-76-15 0 0 0,-7 0 68 0 0,12 7-62 0 0,-204-26-678 0 0,249 27 908 0 0,-113-1 0 0 0,-68 17 70 0 0,19 0-560 0 0,175-6 400 0 0,0 3 1 0 0,0 2-1 0 0,0 3 0 0 0,1 2 1 0 0,-94 31-1 0 0,113-30 57 0 0,-1-2 0 0 0,0-1 0 0 0,0-2 0 0 0,-1-1 0 0 0,0-2 0 0 0,0-2 0 0 0,0-1 0 0 0,-71-8 0 0 0,73 2-30 0 0,-1 1 1 0 0,0 1-1 0 0,0 3 1 0 0,1 0-1 0 0,-1 2 1 0 0,0 2-1 0 0,-36 9 1 0 0,-140 31 651 0 0,180-40-703 0 0,0-2 1 0 0,0-1 0 0 0,0-1-1 0 0,-61-8 1 0 0,72 3-268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0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49 199 4609 0 0,'-3'-2'681'0'0,"0"0"0"0"0,-1 1 0 0 0,1-1 0 0 0,0 0 0 0 0,0-1-1 0 0,0 1 1 0 0,1 0 0 0 0,-1-1 0 0 0,1 0 0 0 0,-1 1 0 0 0,1-1 0 0 0,0 0 0 0 0,0 0 0 0 0,0 0 0 0 0,0-1 0 0 0,1 1 0 0 0,-1 0 0 0 0,0-4-1 0 0,1 3-466 0 0,1 1-1 0 0,0 0 1 0 0,-1-1-1 0 0,2 1 1 0 0,-1 0-1 0 0,0-1 1 0 0,1 1-1 0 0,-1 0 1 0 0,1 0-1 0 0,0-1 1 0 0,0 1-1 0 0,0 0 1 0 0,1 0-1 0 0,-1 0 1 0 0,1 0 0 0 0,-1 0-1 0 0,1 1 1 0 0,0-1-1 0 0,0 0 1 0 0,5-4-1 0 0,0 0-161 0 0,1 0-1 0 0,0 0 1 0 0,0 0 0 0 0,1 1 0 0 0,0 0-1 0 0,0 1 1 0 0,0 0 0 0 0,0 0 0 0 0,1 1-1 0 0,0 1 1 0 0,0-1 0 0 0,20-3 0 0 0,-25 6-34 0 0,0 1 0 0 0,0-1 0 0 0,0 1 0 0 0,0 0 0 0 0,0 0 0 0 0,0 0 1 0 0,0 1-1 0 0,0 0 0 0 0,0 0 0 0 0,0 0 0 0 0,-1 0 0 0 0,1 1 1 0 0,0 0-1 0 0,-1 0 0 0 0,1 0 0 0 0,-1 1 0 0 0,0-1 0 0 0,0 1 0 0 0,0 0 1 0 0,0 0-1 0 0,0 1 0 0 0,0-1 0 0 0,-1 1 0 0 0,0 0 0 0 0,0 0 1 0 0,0 0-1 0 0,0 0 0 0 0,3 7 0 0 0,-1 1-28 0 0,-1-1 0 0 0,0 1 0 0 0,-1 0 0 0 0,-1 0 0 0 0,0 0 0 0 0,0 0 0 0 0,-1 0 0 0 0,-1 0 0 0 0,0 0 0 0 0,0 1 0 0 0,-4 16 0 0 0,-4 16-73 0 0,-21 70 0 0 0,28-112 81 0 0,-19 56-139 0 0,12-38 144 0 0,1 0 0 0 0,1 0 1 0 0,-7 40-1 0 0,13-59-6 0 0,0-1 1 0 0,0 0 0 0 0,0 0-1 0 0,1 0 1 0 0,-1 0 0 0 0,0 0-1 0 0,0 1 1 0 0,1-1-1 0 0,-1 0 1 0 0,0 0 0 0 0,1 0-1 0 0,-1 0 1 0 0,1 0 0 0 0,-1 0-1 0 0,1 0 1 0 0,0 0-1 0 0,0 0 1 0 0,-1 0 0 0 0,1-1-1 0 0,0 1 1 0 0,0 0 0 0 0,0 0-1 0 0,0-1 1 0 0,0 1-1 0 0,0 0 1 0 0,0-1 0 0 0,0 1-1 0 0,0-1 1 0 0,0 0 0 0 0,0 1-1 0 0,0-1 1 0 0,0 0-1 0 0,2 1 1 0 0,6 0-3 0 0,0 0 0 0 0,-1 0 0 0 0,16-1 0 0 0,-3 1-2 0 0,5 2-95 0 0,-1 1 0 0 0,49 16 0 0 0,-60-16 78 0 0,-1 1 0 0 0,0 1-1 0 0,0 0 1 0 0,0 1 0 0 0,-1 1-1 0 0,22 16 1 0 0,-32-22 24 0 0,1 0 0 0 0,-1 0 0 0 0,0 1 0 0 0,1-1 0 0 0,-1 1-1 0 0,0 0 1 0 0,-1-1 0 0 0,1 1 0 0 0,0 0 0 0 0,-1 0 0 0 0,1 0 0 0 0,-1 1 0 0 0,0-1 0 0 0,0 0 0 0 0,-1 0 0 0 0,1 1 0 0 0,0 5 0 0 0,-1-4 13 0 0,-1 0-1 0 0,1-1 1 0 0,-1 1 0 0 0,0 0 0 0 0,-1-1-1 0 0,1 1 1 0 0,-1 0 0 0 0,0-1 0 0 0,0 0-1 0 0,0 1 1 0 0,-3 3 0 0 0,-8 9 94 0 0,1-1 0 0 0,-2-1 0 0 0,0 0 1 0 0,-27 21-1 0 0,12-12-9 0 0,-82 66 246 0 0,95-78-439 0 0,-1-1-1 0 0,-1 0 1 0 0,0-2 0 0 0,-35 14-1 0 0,36-18-405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0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17 319 3681 0 0,'0'0'65'0'0,"-1"0"0"0"0,0 0 0 0 0,0 0 0 0 0,1 0 0 0 0,-1 0 0 0 0,0-1 0 0 0,0 1 0 0 0,1 0 0 0 0,-1-1 0 0 0,0 1 0 0 0,0 0 0 0 0,1-1 0 0 0,-1 1 0 0 0,1-1 1 0 0,-1 1-1 0 0,0-1 0 0 0,1 1 0 0 0,-1-1 0 0 0,1 1 0 0 0,-1-1 0 0 0,1 1 0 0 0,-1-1 0 0 0,1 0 0 0 0,0 1 0 0 0,-1-1 0 0 0,1 0 0 0 0,0 0 0 0 0,-1 0 0 0 0,1-1 168 0 0,0 1-1 0 0,0 0 1 0 0,1-1-1 0 0,-1 1 1 0 0,0 0-1 0 0,1-1 0 0 0,-1 1 1 0 0,1 0-1 0 0,-1 0 1 0 0,1-1-1 0 0,0 1 1 0 0,-1 0-1 0 0,1 0 1 0 0,2-2-1 0 0,0-1 392 0 0,0 1-1 0 0,0 0 1 0 0,0 0 0 0 0,0 0-1 0 0,1 0 1 0 0,0 1 0 0 0,-1-1-1 0 0,1 1 1 0 0,0 0-1 0 0,5-2 1 0 0,10 1-39 0 0,0 1 0 0 0,0 1 0 0 0,1 0 0 0 0,-1 2 1 0 0,37 5-1 0 0,20 0 77 0 0,283-12 538 0 0,180 9-2 0 0,-507 0-1123 0 0,152 14 331 0 0,195-8 1 0 0,-230-19-78 0 0,252-50-1 0 0,-77 1 84 0 0,619-29-1 0 0,-625 55-404 0 0,12-1 80 0 0,-309 34-101 0 0,0 0 1 0 0,-1 1-1 0 0,1 1 0 0 0,-1 1 1 0 0,1 1-1 0 0,-1 1 1 0 0,0 1-1 0 0,-1 0 0 0 0,1 2 1 0 0,26 13-1 0 0,-41-18-263 0 0,0 0 0 0 0,0 0 1 0 0,1-1-1 0 0,-1 0 0 0 0,1 0 0 0 0,0 0 0 0 0,-1-1 0 0 0,1 1 0 0 0,0-1 0 0 0,0-1 0 0 0,0 1 0 0 0,0-1 0 0 0,10-1 0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1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62 5985 0 0,'0'-2'167'0'0,"-1"-1"0"0"0,1 0 0 0 0,-1 0 0 0 0,1 0 0 0 0,0 0 0 0 0,1 0 0 0 0,-1 0 0 0 0,1-4 0 0 0,10-20 5279 0 0,-8 22-3941 0 0,-4 17 2991 0 0,3 16-3224 0 0,-1-16-583 0 0,16 198 309 0 0,2 38-31 0 0,37 333-956 0 0,-22-198 262 0 0,-1-9 402 0 0,-26-325-596 0 0,-3 2-1 0 0,-1-1 1 0 0,-2 0 0 0 0,-3 1 0 0 0,-2-1 0 0 0,-2 0 0 0 0,-16 62 0 0 0,14-87-264 0 0,5-15-13 0 0,0-1 0 0 0,0 1 0 0 0,1 0 0 0 0,0 0 0 0 0,0-1 0 0 0,1 1 0 0 0,1 0 0 0 0,0 1 0 0 0,1 12 0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69 6913 0 0,'0'-8'154'0'0,"-3"-13"640"0"0,2 20-705 0 0,1 0-1 0 0,-1 1 1 0 0,0-1-1 0 0,0 1 1 0 0,1 0 0 0 0,-1-1-1 0 0,0 1 1 0 0,0 0-1 0 0,0-1 1 0 0,0 1-1 0 0,1 0 1 0 0,-1 0 0 0 0,0 0-1 0 0,0 0 1 0 0,0-1-1 0 0,0 1 1 0 0,0 1-1 0 0,0-1 1 0 0,1 0 0 0 0,-1 0-1 0 0,0 0 1 0 0,0 0-1 0 0,0 1 1 0 0,-1 0-1 0 0,-14 3 883 0 0,0 1 0 0 0,1 1-1 0 0,0 0 1 0 0,1 1-1 0 0,-1 0 1 0 0,-17 14 0 0 0,7-4 329 0 0,0 2 0 0 0,-31 32 0 0 0,30-24-829 0 0,2 2-1 0 0,1 1 1 0 0,-31 52 0 0 0,-42 108-332 0 0,84-162-204 0 0,2-1 1 0 0,1 2-1 0 0,1-1 1 0 0,1 1-1 0 0,2 0 1 0 0,1 1 0 0 0,-1 44-1 0 0,6-50 5 0 0,1 0 0 0 0,1 0 0 0 0,0 0 0 0 0,2 0 0 0 0,1 0 0 0 0,1-1 0 0 0,1 0-1 0 0,1 0 1 0 0,19 34 0 0 0,-13-32-2 0 0,1 0 0 0 0,1-2-1 0 0,1 0 1 0 0,1-1-1 0 0,1-1 1 0 0,1-1 0 0 0,1 0-1 0 0,0-2 1 0 0,2-1 0 0 0,0 0-1 0 0,0-2 1 0 0,32 14 0 0 0,-24-14-83 0 0,1-2 1 0 0,1-2-1 0 0,0 0 1 0 0,1-3-1 0 0,-1 0 1 0 0,2-3-1 0 0,-1 0 1 0 0,1-3 0 0 0,54-2-1 0 0,-12-7 700 0 0,0-3 0 0 0,-1-3 0 0 0,-1-4-1 0 0,0-3 1 0 0,-1-4 0 0 0,125-56 0 0 0,-174 66-501 0 0,1-1 0 0 0,-2-1 1 0 0,0-1-1 0 0,-1-1 1 0 0,37-37-1 0 0,-46 41-19 0 0,-2-1 0 0 0,0-1 0 0 0,0 0 0 0 0,-2-1 1 0 0,0 0-1 0 0,-1-1 0 0 0,-1 0 0 0 0,0 0 0 0 0,8-28 0 0 0,-14 32 5 0 0,0-1 1 0 0,-2 0-1 0 0,1 1 0 0 0,-2-1 1 0 0,0 0-1 0 0,0 0 0 0 0,-2 0 1 0 0,0 1-1 0 0,0-1 0 0 0,-2 0 1 0 0,1 1-1 0 0,-2 0 0 0 0,-8-19 1 0 0,-10-16 282 0 0,-2 1 1 0 0,-40-57 0 0 0,60 98-284 0 0,-36-52-55 0 0,-3 1 0 0 0,-3 3 0 0 0,-2 1 0 0 0,-2 3 0 0 0,-3 2 0 0 0,-70-50 0 0 0,110 88-141 0 0,-2 1-1 0 0,1 0 1 0 0,-1 1-1 0 0,-1 1 1 0 0,-29-11-1 0 0,39 16-98 0 0,0 2 0 0 0,0-1 0 0 0,0 1 0 0 0,0-1 0 0 0,0 2 0 0 0,0-1 0 0 0,0 1 0 0 0,0 0-1 0 0,-1 1 1 0 0,1 0 0 0 0,0 0 0 0 0,0 0 0 0 0,0 1 0 0 0,0 0 0 0 0,1 0 0 0 0,-1 1 0 0 0,-10 5 0 0 0,-11 11-7032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3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 6913 0 0,'-10'-7'12583'0'0,"18"21"-7842"0"0,-3 4-6152 0 0,0 35 1760 0 0,43 311 214 0 0,-33-304-599 0 0,-8-39-107 0 0,-2 0 0 0 0,0 1 0 0 0,-1 0 0 0 0,-2 0 0 0 0,1 44 0 0 0,-6-53-1762 0 0,-1-10 922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3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9 8930 0 0,'-1'-1'23'0'0,"1"1"1"0"0,0-1-1 0 0,0 1 1 0 0,-1-1-1 0 0,1 1 1 0 0,0-1-1 0 0,-1 1 1 0 0,1 0-1 0 0,0-1 1 0 0,-1 1-1 0 0,1-1 1 0 0,-1 1-1 0 0,1 0 1 0 0,0-1-1 0 0,-1 1 0 0 0,1 0 1 0 0,-1 0-1 0 0,1-1 1 0 0,-1 1-1 0 0,1 0 1 0 0,-1 0-1 0 0,1 0 1 0 0,-1 0-1 0 0,1 0 1 0 0,-1 0-1 0 0,0 0 1 0 0,1 0-1 0 0,-1 0 1 0 0,1 0-1 0 0,-1 0 1 0 0,1 0-1 0 0,-1 0 0 0 0,1 0 1 0 0,-1 0-1 0 0,1 0 1 0 0,-1 0-1 0 0,1 1 1 0 0,-1-1-1 0 0,1 0 1 0 0,-1 1-1 0 0,-23 7 786 0 0,7 0-427 0 0,2 1 0 0 0,-1 0 0 0 0,1 2 0 0 0,0-1 0 0 0,1 2 0 0 0,0 0 1 0 0,1 0-1 0 0,-18 23 0 0 0,5-2 66 0 0,1 2 1 0 0,-32 57 0 0 0,55-87-320 0 0,-6 8 326 0 0,1 0 1 0 0,0 1-1 0 0,1 0 0 0 0,0 0 0 0 0,1 0 0 0 0,-4 24 0 0 0,9-38-452 0 0,-1 1-1 0 0,1-1 1 0 0,0 1-1 0 0,0-1 0 0 0,0 1 1 0 0,0 0-1 0 0,0-1 1 0 0,0 1-1 0 0,0-1 0 0 0,0 1 1 0 0,0 0-1 0 0,0-1 1 0 0,0 1-1 0 0,0-1 0 0 0,0 1 1 0 0,0-1-1 0 0,1 1 1 0 0,-1-1-1 0 0,0 1 0 0 0,0 0 1 0 0,1-1-1 0 0,-1 1 0 0 0,0-1 1 0 0,1 1-1 0 0,-1-1 1 0 0,0 0-1 0 0,1 1 0 0 0,0 0 1 0 0,12-7 10 0 0,13-22-65 0 0,62-94 911 0 0,1-2 567 0 0,-74 105-1127 0 0,2 1 0 0 0,0 1 0 0 0,20-15 1 0 0,-30 26-194 0 0,1 0 0 0 0,0 1 1 0 0,0 0-1 0 0,0 0 0 0 0,0 1 0 0 0,1 0 0 0 0,0 1 1 0 0,0-1-1 0 0,0 2 0 0 0,17-4 0 0 0,-23 6-90 0 0,-1 0 0 0 0,1 1 1 0 0,-1-1-1 0 0,1 1 0 0 0,-1-1 0 0 0,1 1 0 0 0,-1 0 0 0 0,1 0 0 0 0,-1 0 0 0 0,0 0 0 0 0,1 1 0 0 0,-1-1 0 0 0,0 1 0 0 0,0-1 0 0 0,0 1 0 0 0,3 2 0 0 0,31 37 268 0 0,-24-26-209 0 0,28 33-268 0 0,67 69 723 0 0,-90-100-1327 0 0,1-1 0 0 0,1-1 1 0 0,0-1-1 0 0,35 19 0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4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4213 7 7834 0 0,'-7'-6'10054'0'0,"6"10"-9115"0"0,-4 28 568 0 0,-1 51 0 0 0,10 101-1207 0 0,-1-122 10 0 0,32 362 481 0 0,-4-68-988 0 0,-13-126 193 0 0,5 213 400 0 0,-23-435-369 0 0,-3 56 66 0 0,4 1 0 0 0,2-1 1 0 0,13 75-1 0 0,-10-116 45 0 0,-4-16-13 0 0,0 0 0 0 0,-1 1 0 0 0,0-1 1 0 0,0 1-1 0 0,0 9 0 0 0,-2-14-105 0 0,1 1-1 0 0,-1-1 1 0 0,0 0-1 0 0,0 1 0 0 0,0-1 1 0 0,0 0-1 0 0,0 0 1 0 0,-1 0-1 0 0,0 0 1 0 0,1 0-1 0 0,-1 0 1 0 0,0 0-1 0 0,-1-1 0 0 0,1 1 1 0 0,-3 2-1 0 0,-3 2-18 0 0,-1 0-1 0 0,0 0 1 0 0,0-1 0 0 0,-1 0-1 0 0,0 0 1 0 0,0-1-1 0 0,0-1 1 0 0,0 0-1 0 0,-15 4 1 0 0,-16 2-18 0 0,-47 6-1 0 0,37-8-74 0 0,-402 43-851 0 0,248-34 1068 0 0,-290-1 52 0 0,177-12-257 0 0,3 26 66 0 0,240-21 51 0 0,-1-2 0 0 0,0-4 0 0 0,1-3 0 0 0,-142-20 1 0 0,-349-7 30 0 0,241 21-26 0 0,128 3-42 0 0,-83-6 0 0 0,226 1 95 0 0,-79-22 0 0 0,-3 0 5 0 0,135 30-165 0 0,0 0 0 0 0,0 0 0 0 0,0 0 0 0 0,0 0 0 0 0,0 0 1 0 0,0-1-1 0 0,0 1 0 0 0,0 0 0 0 0,0 0 0 0 0,0-1 1 0 0,0 1-1 0 0,0-1 0 0 0,0 1 0 0 0,0-1 0 0 0,0 1 0 0 0,0-1 1 0 0,0 0-1 0 0,1 1 0 0 0,-1-1 0 0 0,0 0 0 0 0,0 0 0 0 0,1 1 1 0 0,-1-1-1 0 0,0 0 0 0 0,1 0 0 0 0,-1 0 0 0 0,1 0 0 0 0,-1 0 1 0 0,1 0-1 0 0,0 0 0 0 0,-1 0 0 0 0,1 0 0 0 0,0 0 1 0 0,0 0-1 0 0,0 0 0 0 0,-1 0 0 0 0,1 0 0 0 0,0 0 0 0 0,0 0 1 0 0,1-2-1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5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22 6913 0 0,'-1'0'214'0'0,"1"-1"-1"0"0,0 1 1 0 0,0-1-1 0 0,0 0 1 0 0,0 1-1 0 0,-1-1 0 0 0,1 0 1 0 0,0 1-1 0 0,0-1 1 0 0,1 0-1 0 0,-1 1 1 0 0,0-1-1 0 0,0 0 0 0 0,0 1 1 0 0,0-1-1 0 0,1 0 1 0 0,-1 1-1 0 0,0-1 0 0 0,0 0 1 0 0,1 1-1 0 0,-1-1 1 0 0,0 1-1 0 0,1-1 1 0 0,0 0 426 0 0,0 0-427 0 0,-1 1 1 0 0,1-1-1 0 0,-1 1 0 0 0,1 0 1 0 0,-1-1-1 0 0,1 1 1 0 0,0 0-1 0 0,-1 0 1 0 0,1-1-1 0 0,0 1 0 0 0,-1 0 1 0 0,1 0-1 0 0,-1 0 1 0 0,1 0-1 0 0,1-1 0 0 0,-1 1-79 0 0,-1 0 0 0 0,1 0 0 0 0,0 0-1 0 0,-1 0 1 0 0,1-1 0 0 0,0 1 0 0 0,-1 0-1 0 0,1 0 1 0 0,0 0 0 0 0,0 0-1 0 0,-1 1 1 0 0,1-1 0 0 0,0 0 0 0 0,-1 0-1 0 0,1 0 1 0 0,0 0 0 0 0,-1 1 0 0 0,1-1-1 0 0,0 0 1 0 0,-1 1 0 0 0,1-1-1 0 0,-1 0 1 0 0,1 1 0 0 0,0-1 0 0 0,-1 1-1 0 0,1-1 1 0 0,-1 1 0 0 0,1-1 0 0 0,-1 1-1 0 0,0 0 1 0 0,1-1 0 0 0,-1 1-1 0 0,0-1 1 0 0,1 1 0 0 0,-1 0 0 0 0,0-1-1 0 0,1 1 1 0 0,-1 0 0 0 0,0-1-1 0 0,0 1 1 0 0,0 0 0 0 0,0 0 0 0 0,-3 49 100 0 0,-2 0 0 0 0,-23 93 0 0 0,14-76-108 0 0,-21 137-273 0 0,32-165 175 0 0,1 0 1 0 0,1 0-1 0 0,7 50 1 0 0,-6-85 1 0 0,1 0 1 0 0,-1 0 0 0 0,1 0 0 0 0,0-1 0 0 0,0 1 0 0 0,0 0 0 0 0,0 0 0 0 0,1-1 0 0 0,0 1 0 0 0,-1-1 0 0 0,1 0 0 0 0,0 1 0 0 0,1-1 0 0 0,-1 0 0 0 0,1 0 0 0 0,-1 0 0 0 0,1-1 0 0 0,0 1 0 0 0,0-1 0 0 0,6 5-1 0 0,-5-6-11 0 0,1 1 0 0 0,0 0 0 0 0,-1-1 0 0 0,1 0-1 0 0,0 0 1 0 0,0-1 0 0 0,0 1 0 0 0,0-1 0 0 0,0 0 0 0 0,0 0-1 0 0,0-1 1 0 0,-1 1 0 0 0,1-1 0 0 0,0 0 0 0 0,9-3-1 0 0,123-49-41 0 0,-96 35-519 0 0,1 2 1 0 0,62-16-1 0 0,-65 25-118 0 0,-10 2-1292 0 0,43-15 0 0 0,-49 10-4428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 1840 0 0,'-10'-2'438'0'0,"1"1"-1"0"0,-1 1 0 0 0,1 0 1 0 0,-1 0-1 0 0,1 0 0 0 0,-15 4 0 0 0,14-2 636 0 0,-1 0-1 0 0,1 1 0 0 0,0 0 1 0 0,0 1-1 0 0,1 0 0 0 0,-1 1 1 0 0,1 0-1 0 0,0 0 0 0 0,-16 13 1 0 0,23-16-751 0 0,0 1 1 0 0,0-1-1 0 0,0 1 1 0 0,1 0-1 0 0,-1 0 1 0 0,1 0 0 0 0,0 0-1 0 0,0 0 1 0 0,0 0-1 0 0,0 0 1 0 0,0 0-1 0 0,1 0 1 0 0,-1 1-1 0 0,1-1 1 0 0,0 0 0 0 0,0 0-1 0 0,0 0 1 0 0,0 1-1 0 0,1 2 1 0 0,2 13 11 0 0,1 0 0 0 0,6 19 0 0 0,-4-17 121 0 0,20 79 321 0 0,43 214 172 0 0,-51-150-1503 0 0,-14-93-6850 0 0,-3-43-42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0 10594 0 0,'-5'3'352'0'0,"1"1"0"0"0,0-1-1 0 0,0 1 1 0 0,0-1 0 0 0,0 1-1 0 0,0 1 1 0 0,1-1 0 0 0,0 0 0 0 0,0 1-1 0 0,0-1 1 0 0,1 1 0 0 0,-1 0-1 0 0,1 0 1 0 0,0 0 0 0 0,0 0 0 0 0,1 1-1 0 0,0-1 1 0 0,0 0 0 0 0,0 1-1 0 0,0-1 1 0 0,1 9 0 0 0,0 12 241 0 0,2-1-1 0 0,1 0 1 0 0,8 37 0 0 0,-2-17-179 0 0,-2 20 134 0 0,-3 1 1 0 0,-5 76 0 0 0,0 2-571 0 0,2-128-25 0 0,0 1 1 0 0,1-1-1 0 0,4 16 1 0 0,-5-26-415 0 0,1 0 0 0 0,0-1 0 0 0,0 1 0 0 0,0-1 0 0 0,1 0 0 0 0,6 10 0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1840 0 0,'6'-31'-763'0'0,"-4"27"1698"0"0,-1-1 0 0 0,1 1 1 0 0,0-1-1 0 0,0 1 0 0 0,0 0 0 0 0,1 0 1 0 0,4-6-1 0 0,-6 9-424 0 0,0-1-1 0 0,1 1 1 0 0,-1 0 0 0 0,0-1 0 0 0,1 1 0 0 0,-1 0 0 0 0,1 0 0 0 0,0 0-1 0 0,-1 0 1 0 0,1 0 0 0 0,0 1 0 0 0,0-1 0 0 0,-1 0 0 0 0,1 1 0 0 0,0-1-1 0 0,0 1 1 0 0,0 0 0 0 0,3 0 0 0 0,-2 0-221 0 0,0 0 0 0 0,0 1 0 0 0,-1-1 1 0 0,1 1-1 0 0,0 0 0 0 0,-1 0 0 0 0,1 0 0 0 0,0 0 0 0 0,-1 0 0 0 0,3 2 1 0 0,5 4 0 0 0,0 0 0 0 0,-1 1 0 0 0,0 0 0 0 0,-1 0 0 0 0,0 1 0 0 0,9 11 0 0 0,39 65 14 0 0,-8-14-484 0 0,76 93-3878 0 0,-114-149 2402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20 210 8290 0 0,'-11'5'426'0'0,"3"-2"461"0"0,16-7 2202 0 0,108-57 5509 0 0,50-47-9494 0 0,-133 86-237 0 0,-2 0-1524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2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44 158 2304 0 0,'-7'-63'3095'0'0,"6"45"-289"0"0,-1 0 1 0 0,-6-29-1 0 0,3 36 75 0 0,0 10-992 0 0,-3 19-207 0 0,1 34-521 0 0,9 169-773 0 0,44 315 0 0 0,6-57-127 0 0,5 32-234 0 0,-48-421 129 0 0,4 19-3372 0 0,-11-96 1577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2.9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631 73 6913 0 0,'-2'-4'255'0'0,"1"0"-1"0"0,0 0 0 0 0,-1 0 0 0 0,0 0 0 0 0,0 0 0 0 0,0 1 1 0 0,-1-1-1 0 0,1 1 0 0 0,-1-1 0 0 0,0 1 0 0 0,0 0 1 0 0,0 0-1 0 0,0 0 0 0 0,0 1 0 0 0,-1-1 0 0 0,1 1 0 0 0,-1-1 1 0 0,0 1-1 0 0,0 0 0 0 0,0 1 0 0 0,0-1 0 0 0,0 1 0 0 0,0 0 1 0 0,0-1-1 0 0,0 2 0 0 0,0-1 0 0 0,-1 1 0 0 0,-4-1 0 0 0,-7 1 405 0 0,-1 1 0 0 0,1 1 0 0 0,1 0 0 0 0,-1 1 0 0 0,0 1 0 0 0,1 1 0 0 0,-1 0 0 0 0,-17 9 0 0 0,5-1-287 0 0,0 1-1 0 0,2 2 0 0 0,-35 26 1 0 0,43-27-304 0 0,0 2 1 0 0,2 1-1 0 0,-1 0 1 0 0,2 0 0 0 0,1 2-1 0 0,0 0 1 0 0,1 1-1 0 0,1 0 1 0 0,1 0-1 0 0,2 1 1 0 0,-14 44 0 0 0,9-17-94 0 0,2 1 0 0 0,2 1 1 0 0,3 0-1 0 0,-2 79 1 0 0,9-107 16 0 0,1 0 1 0 0,1-1-1 0 0,1 1 1 0 0,1-1-1 0 0,1 0 1 0 0,1 0-1 0 0,0 0 1 0 0,19 38-1 0 0,-11-34-20 0 0,0 0 0 0 0,2-2 1 0 0,1 0-1 0 0,1-1 0 0 0,1 0 0 0 0,31 28 0 0 0,199 165-489 0 0,-229-198 394 0 0,1-1 0 0 0,1 0 0 0 0,0-2 0 0 0,1-1 0 0 0,0 0 0 0 0,1-2 0 0 0,1-1 0 0 0,0-1 0 0 0,26 7-1 0 0,-34-12 64 0 0,1-2-1 0 0,-1 0 0 0 0,0 0 0 0 0,1-2 0 0 0,0 0 0 0 0,-1-1 0 0 0,1-1 0 0 0,-1 0 0 0 0,1-2 0 0 0,-1 0 0 0 0,0-1 0 0 0,0 0 0 0 0,0-2 0 0 0,29-13 0 0 0,-17 3 221 0 0,0-1 0 0 0,-1-1-1 0 0,-1-2 1 0 0,-1-1 0 0 0,25-26 0 0 0,-8 3 521 0 0,67-93 0 0 0,-96 117-604 0 0,-1 1 0 0 0,-1-1 0 0 0,-1-1 0 0 0,17-44 0 0 0,-23 49-19 0 0,0-1 0 0 0,-2 0-1 0 0,0-1 1 0 0,-1 1 0 0 0,0 0 0 0 0,-2-1 0 0 0,-1-24 0 0 0,-9-76 490 0 0,-34-153 0 0 0,41 259-536 0 0,0 1 0 0 0,0-1 0 0 0,-1 1 0 0 0,-1 0 0 0 0,0 1 0 0 0,0-1 0 0 0,-1 1 0 0 0,0 0 0 0 0,-1 0 0 0 0,0 1 0 0 0,-11-11 0 0 0,11 13-42 0 0,-1 1-1 0 0,0 0 0 0 0,0 0 0 0 0,-1 1 0 0 0,0 0 0 0 0,0 1 0 0 0,0-1 0 0 0,0 2 0 0 0,0-1 1 0 0,-1 1-1 0 0,0 1 0 0 0,1 0 0 0 0,-16-1 0 0 0,11 1-200 0 0,-1 2 1 0 0,1 0-1 0 0,0 0 1 0 0,0 1-1 0 0,-27 6 0 0 0,30-4-741 0 0,0 1 0 0 0,0 0 0 0 0,1 0 0 0 0,-17 10 0 0 0,8-3-5443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3.4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37 920 0 0,'-26'-37'19204'0'0,"25"80"-17807"0"0,0-18-829 0 0,1 36-167 0 0,14 303-86 0 0,-14-360-540 0 0,5 51 335 0 0,-5-18-7442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3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170 339 3193 0 0,'-2'-5'260'0'0,"0"-1"0"0"0,-1 0 0 0 0,1 1 0 0 0,-1 0 0 0 0,0-1 0 0 0,0 1 0 0 0,-1 0 0 0 0,0 1 0 0 0,1-1 0 0 0,-2 1 0 0 0,1-1 0 0 0,-6-3 0 0 0,8 7-104 0 0,0-1 0 0 0,0 1 0 0 0,0 0 0 0 0,0 0 1 0 0,-1 0-1 0 0,1 0 0 0 0,0 1 0 0 0,-1-1 1 0 0,1 1-1 0 0,-1-1 0 0 0,1 1 0 0 0,0 0 0 0 0,-1 0 1 0 0,1 0-1 0 0,-1 0 0 0 0,1 0 0 0 0,-1 1 1 0 0,1-1-1 0 0,0 1 0 0 0,-1-1 0 0 0,1 1 0 0 0,0 0 1 0 0,-1 0-1 0 0,1 0 0 0 0,0 0 0 0 0,0 1 1 0 0,0-1-1 0 0,0 1 0 0 0,0-1 0 0 0,0 1 0 0 0,0-1 1 0 0,-1 3-1 0 0,-2 1 128 0 0,-4 2 466 0 0,1 1-1 0 0,0 0 1 0 0,-8 13 0 0 0,27-24 1471 0 0,5-6-1811 0 0,23-26 296 0 0,-2-2-1 0 0,-1-2 0 0 0,33-46 1 0 0,-2 4 267 0 0,-40 45-79 0 0,-26 33-522 0 0,1 13 365 0 0,61 216-316 0 0,-56-200-456 0 0,1 0-1 0 0,2 0 1 0 0,0-1 0 0 0,20 32-1 0 0,64 88-1334 0 0,-90-138 1254 0 0,9 12-573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4.5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1 2761 0 0,'-2'3'1174'0'0,"0"-1"0"0"0,0 1 0 0 0,0 0 0 0 0,0 0 0 0 0,1 1 0 0 0,-1-1 0 0 0,-1 6 0 0 0,-11 48 2016 0 0,13-49-2671 0 0,-7 53 518 0 0,4 1-1 0 0,1 0 0 0 0,9 82 1 0 0,-4-106-842 0 0,5 602 799 0 0,-1-346-1066 0 0,-7 133 1 0 0,-34 167 1958 0 0,35-580-1870 0 0,-11 129 375 0 0,8-124-306 0 0,-1 0-1 0 0,0 0 1 0 0,-1 0 0 0 0,-1-1 0 0 0,-11 24 0 0 0,17-41-98 0 0,0-1 1 0 0,0 0-1 0 0,0 1 0 0 0,0-1 0 0 0,0 0 1 0 0,-1 1-1 0 0,1-1 0 0 0,0 0 1 0 0,0 1-1 0 0,0-1 0 0 0,0 0 1 0 0,0 1-1 0 0,0-1 0 0 0,-1 0 1 0 0,1 1-1 0 0,0-1 0 0 0,0 0 1 0 0,0 0-1 0 0,-1 1 0 0 0,1-1 1 0 0,0 0-1 0 0,-1 0 0 0 0,1 1 1 0 0,0-1-1 0 0,0 0 0 0 0,-1 0 1 0 0,1 0-1 0 0,0 0 0 0 0,-1 1 0 0 0,1-1 1 0 0,0 0-1 0 0,-1 0 0 0 0,1 0 1 0 0,0 0-1 0 0,-1 0 0 0 0,1 0 1 0 0,-1 0-1 0 0,1 0 0 0 0,0 0 1 0 0,-1 0-1 0 0,1 0 0 0 0,-1-5-445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5.1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15 10594 0 0,'1'-1'183'0'0,"-1"0"-1"0"0,1 1 1 0 0,0-1-1 0 0,-1 0 1 0 0,1 0-1 0 0,0 0 1 0 0,0 1-1 0 0,0-1 1 0 0,0 0-1 0 0,0 1 1 0 0,0-1-1 0 0,0 1 1 0 0,0-1-1 0 0,0 1 1 0 0,0-1-1 0 0,0 1 1 0 0,0 0-1 0 0,0-1 1 0 0,1 1-1 0 0,-1 0 39 0 0,0-1 0 0 0,-1 1-1 0 0,1 0 1 0 0,0-1-1 0 0,-1 1 1 0 0,1 0-1 0 0,0 0 1 0 0,-1 0-1 0 0,1 0 1 0 0,0 0-1 0 0,0 0 1 0 0,-1 0-1 0 0,1 0 1 0 0,0 0-1 0 0,0 0 1 0 0,-1 0-1 0 0,1 0 1 0 0,0 0-1 0 0,-1 0 1 0 0,1 1-1 0 0,0-1 1 0 0,-1 0-1 0 0,1 1 1 0 0,0-1-1 0 0,-1 0 1 0 0,1 1-1 0 0,-1-1 1 0 0,2 2-1 0 0,-2 5 1 0 0,0-1-1 0 0,-1 1 1 0 0,1 0-1 0 0,-2 0 1 0 0,1-1-1 0 0,-1 1 1 0 0,0 0 0 0 0,-4 8-1 0 0,-2 12-127 0 0,-2 18-9 0 0,3 0 1 0 0,1 0 0 0 0,2 1-1 0 0,2 0 1 0 0,3 0-1 0 0,11 90 1 0 0,-10-127-57 0 0,-1 0 0 0 0,1 1 0 0 0,1-1 0 0 0,0-1 0 0 0,0 1 0 0 0,1 0 0 0 0,0-1 0 0 0,0 0 0 0 0,8 10 0 0 0,-9-14-16 0 0,0-1 0 0 0,0 1-1 0 0,0-1 1 0 0,0 0 0 0 0,1 0-1 0 0,0-1 1 0 0,-1 1 0 0 0,1-1-1 0 0,0 1 1 0 0,0-1 0 0 0,1-1-1 0 0,-1 1 1 0 0,0 0 0 0 0,0-1-1 0 0,1 0 1 0 0,-1 0 0 0 0,1 0-1 0 0,-1-1 1 0 0,1 0 0 0 0,8 0-1 0 0,6-1 47 0 0,0-2-1 0 0,-1 0 0 0 0,1-1 0 0 0,33-12 1 0 0,68-36-218 0 0,-78 32-1737 0 0,67-22 0 0 0,-103 41 1579 0 0,23-8-5985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5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1 10594 0 0,'-28'3'1744'0'0,"4"1"1038"0"0,8 0 1810 0 0,16-4-4483 0 0,-1 0-1 0 0,1 1 1 0 0,-1-1-1 0 0,1 1 0 0 0,0-1 1 0 0,-1 1-1 0 0,1-1 1 0 0,0 1-1 0 0,0-1 1 0 0,0 1-1 0 0,-1-1 0 0 0,1 1 1 0 0,0-1-1 0 0,0 1 1 0 0,0 0-1 0 0,0-1 1 0 0,0 1-1 0 0,0-1 0 0 0,0 1 1 0 0,0-1-1 0 0,0 1 1 0 0,0-1-1 0 0,0 1 1 0 0,0 0-1 0 0,0-1 0 0 0,1 1 1 0 0,-1-1-1 0 0,0 1 1 0 0,8 22 198 0 0,-6-18-33 0 0,45 210 1375 0 0,-19-75-1525 0 0,-17-95-203 0 0,27 139-170 0 0,-34-155-577 0 0,0 1 0 0 0,-3-1 0 0 0,0 1 0 0 0,-5 36-1 0 0,1-45-1549 0 0,0-5-4438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5.8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22 1376 0 0,'-15'-22'19352'0'0,"14"41"-19350"0"0,30 327 2631 0 0,-16-249-3046 0 0,-4 0 0 0 0,-6 143-1 0 0,-7-217-661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6.0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0 358 2304 0 0,'2'-71'1291'0'0,"-3"41"688"0"0,2 0 1 0 0,1 0-1 0 0,8-36 0 0 0,-9 59-1527 0 0,1 1 1 0 0,0-1 0 0 0,0 0 0 0 0,1 0-1 0 0,-1 1 1 0 0,2 0 0 0 0,-1-1 0 0 0,1 1-1 0 0,-1 0 1 0 0,2 1 0 0 0,-1-1 0 0 0,1 1-1 0 0,0 0 1 0 0,0 0 0 0 0,0 0-1 0 0,0 1 1 0 0,1-1 0 0 0,11-5 0 0 0,-9 7-228 0 0,1 0 0 0 0,0 0 0 0 0,-1 1 0 0 0,1 0 1 0 0,0 1-1 0 0,0 0 0 0 0,0 0 0 0 0,0 1 0 0 0,1 0 1 0 0,-1 1-1 0 0,0 0 0 0 0,0 0 0 0 0,15 5 0 0 0,4 2 11 0 0,0 1 0 0 0,51 25-1 0 0,-64-27-201 0 0,-1 1-1 0 0,0 0 1 0 0,-1 1 0 0 0,1 1-1 0 0,-2 0 1 0 0,1 0 0 0 0,-2 1-1 0 0,1 1 1 0 0,15 21 0 0 0,-21-23-252 0 0,0 0 0 0 0,0 0 1 0 0,-1 0-1 0 0,0 1 0 0 0,6 20 1 0 0,-8-20-478 0 0,-1 1 1 0 0,0-1-1 0 0,-1 1 1 0 0,0 0-1 0 0,-1-1 1 0 0,-1 16 0 0 0,0-7-6023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6.2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0 161 2761 0 0,'16'-6'8005'0'0,"2"0"-5423"0"0,7-6 1011 0 0,36-24 0 0 0,21-21-2203 0 0,-48 32-2339 0 0,-8 6-6527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8.4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28 6321 0 0,'-6'2'560'0'0,"5"-2"-448"0"0,-3 0-112 0 0,2 0 0 0 0,1 2 0 0 0,-1-2 0 0 0,0-2 0 0 0,-1 2 0 0 0,-1-3 0 0 0,-1 1 0 0 0,0 0 0 0 0,3-1 0 0 0,-2-1 0 0 0,3 1 0 0 0,-1-3 0 0 0,2-1 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9.4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14484 0 5065 0 0,'-13'6'12906'0'0,"2"5"-12323"0"0,0 0 1 0 0,0-1 0 0 0,-1 0 0 0 0,-24 15 0 0 0,35-24-607 0 0,-21 14 172 0 0,-1 0 0 0 0,-27 12 0 0 0,39-22-108 0 0,-1 0 0 0 0,0-1 0 0 0,0-1 0 0 0,0 0 0 0 0,0 0 0 0 0,-1-2 0 0 0,-12 2 0 0 0,-668 1 762 0 0,423-17-776 0 0,-64-1 10 0 0,-371 32-644 0 0,674-17 588 0 0,-256 18-848 0 0,-489 96-1 0 0,24 9 1012 0 0,166-49 422 0 0,155-22 282 0 0,130-17-581 0 0,-320 18-47 0 0,-5-31-7 0 0,353-14-30 0 0,-1080-42-39 0 0,32-69 488 0 0,881 60-430 0 0,195 16-140 0 0,-315-43-62 0 0,-264-20 0 0 0,560 76 74 0 0,-430-27 271 0 0,-218 3 90 0 0,821 38-481 0 0,-276-2 583 0 0,276-4-991 0 0,0-3 1 0 0,-89-22-1 0 0,146 23-5285 0 0,2 1-1949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0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6913 0 0,'0'0'529'0'0,"2"37"5112"0"0,24 126-565 0 0,20 189-1589 0 0,-37-153-2961 0 0,19 197-704 0 0,-28-384-223 0 0,2 0 0 0 0,0 0 0 0 0,0-1 1 0 0,1 1-1 0 0,1-1 0 0 0,0 1 0 0 0,0-1 0 0 0,1 0 0 0 0,1-1 0 0 0,-1 1 1 0 0,13 15-1 0 0,-8-14-1736 0 0,-1 1 0 0 0,0 0 1 0 0,-1 0-1 0 0,0 1 0 0 0,9 23 1 0 0,-13-24 1941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1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1 1376 0 0,'-8'8'1076'0'0,"-1"1"-1"0"0,1 0 0 0 0,0 0 0 0 0,1 1 1 0 0,-11 18-1 0 0,17-25-853 0 0,0-1-1 0 0,0 0 1 0 0,0 1 0 0 0,0-1 0 0 0,1 1 0 0 0,-1-1-1 0 0,1 1 1 0 0,0-1 0 0 0,-1 1 0 0 0,1-1-1 0 0,0 1 1 0 0,1-1 0 0 0,-1 1 0 0 0,0-1 0 0 0,1 1-1 0 0,-1-1 1 0 0,1 1 0 0 0,0-1 0 0 0,0 1 0 0 0,0-1-1 0 0,0 0 1 0 0,0 1 0 0 0,0-1 0 0 0,1 0 0 0 0,-1 0-1 0 0,1 0 1 0 0,-1 0 0 0 0,1 0 0 0 0,0-1-1 0 0,0 1 1 0 0,0 0 0 0 0,0-1 0 0 0,3 3 0 0 0,39 25 1230 0 0,74 36 1 0 0,-6-4 29 0 0,-107-59-1488 0 0,-1 1 0 0 0,1 0 0 0 0,-1 0 0 0 0,1 1 0 0 0,-1-1 0 0 0,-1 1 0 0 0,1 0-1 0 0,0 0 1 0 0,4 7 0 0 0,-7-10 3 0 0,-1 1 1 0 0,1 0-1 0 0,0 0 0 0 0,-1 0 1 0 0,0 0-1 0 0,1-1 0 0 0,-1 1 0 0 0,0 0 1 0 0,0 0-1 0 0,0 0 0 0 0,0 0 1 0 0,0 0-1 0 0,0 0 0 0 0,-1 0 0 0 0,1 0 1 0 0,-1 0-1 0 0,1-1 0 0 0,-1 1 0 0 0,0 0 1 0 0,1 0-1 0 0,-1-1 0 0 0,0 1 1 0 0,0 0-1 0 0,0-1 0 0 0,-1 1 0 0 0,1-1 1 0 0,0 1-1 0 0,-3 1 0 0 0,-69 74-245 0 0,-60 69-2554 0 0,132-145 2795 0 0,0 0-1 0 0,1-1 0 0 0,-1 1 1 0 0,0 0-1 0 0,1-1 0 0 0,-1 1 1 0 0,0 0-1 0 0,1 0 0 0 0,-1-1 1 0 0,1 1-1 0 0,-1 0 0 0 0,1 0 1 0 0,0 0-1 0 0,-1 0 1 0 0,1 0-1 0 0,0 0 0 0 0,-1 0 1 0 0,1 0-1 0 0,0 0 0 0 0,0 0 1 0 0,0 0-1 0 0,0 0 0 0 0,0 0 1 0 0,0 0-1 0 0,0 0 0 0 0,0 0 1 0 0,1 0-1 0 0,-1-1 0 0 0,0 1 1 0 0,1 0-1 0 0,-1 0 1 0 0,0 0-1 0 0,1 0 0 0 0,-1 0 1 0 0,1 0-1 0 0,-1 0 0 0 0,1-1 1 0 0,0 1-1 0 0,-1 0 0 0 0,2 1 1 0 0,2-1 22 0 0,0 1 1 0 0,-1 0 0 0 0,1-1 0 0 0,0 1-1 0 0,0-1 1 0 0,0 0 0 0 0,0-1 0 0 0,0 1-1 0 0,5-1 1 0 0,35 2 190 0 0,-33-3-53 0 0,0 1 1 0 0,0 1-1 0 0,0 0 1 0 0,0 0-1 0 0,20 6 0 0 0,-28-6-129 0 0,0 1-1 0 0,0-1 0 0 0,0 1 0 0 0,0-1 0 0 0,0 1 1 0 0,-1 0-1 0 0,1 0 0 0 0,-1 0 0 0 0,1 1 0 0 0,-1-1 0 0 0,0 1 1 0 0,0-1-1 0 0,0 1 0 0 0,0 0 0 0 0,-1-1 0 0 0,1 1 0 0 0,0 0 1 0 0,-1 0-1 0 0,0 0 0 0 0,0 0 0 0 0,0 1 0 0 0,0-1 1 0 0,-1 0-1 0 0,1 5 0 0 0,0 1-20 0 0,-1 0 0 0 0,0 1 0 0 0,0-1-1 0 0,-1 0 1 0 0,0 0 0 0 0,-1 0 0 0 0,0 0 0 0 0,0 0 0 0 0,-1-1 0 0 0,0 1 0 0 0,-9 15 0 0 0,-5 7 44 0 0,-37 50 0 0 0,30-47-4 0 0,7-10 215 0 0,-21 35 784 0 0,41-55-421 0 0,8-5-445 0 0,15-6-261 0 0,-25 7 109 0 0,10-2-268 0 0,-1 0-1 0 0,0 0 1 0 0,0 1-1 0 0,1 1 1 0 0,-1 0-1 0 0,0 0 1 0 0,12 2-1 0 0,39 10-4049 0 0,-59-12 4052 0 0,0 1-1 0 0,-1 0 1 0 0,1 0 0 0 0,0-1 0 0 0,-1 1 0 0 0,1 1 0 0 0,-1-1 0 0 0,1 0 0 0 0,-1 0 0 0 0,0 0 0 0 0,1 1-1 0 0,-1-1 1 0 0,0 1 0 0 0,0-1 0 0 0,0 1 0 0 0,0-1 0 0 0,0 1 0 0 0,0 0 0 0 0,-1-1 0 0 0,1 1-1 0 0,-1 0 1 0 0,1 0 0 0 0,-1-1 0 0 0,1 3 0 0 0,0 0 226 0 0,-1-1 0 0 0,1 0-1 0 0,-1 0 1 0 0,0 1 0 0 0,0-1-1 0 0,0 0 1 0 0,0 1 0 0 0,-1-1 0 0 0,0 0-1 0 0,1 0 1 0 0,-1 1 0 0 0,-2 4 0 0 0,-4 3 16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1.9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0 1824 0 0,'0'6'10679'0'0,"0"10"-5106"0"0,1 91-3038 0 0,10 199-1022 0 0,3 217-1039 0 0,-16-349-155 0 0,-27 174 1 0 0,26-323-248 0 0,-3 11-208 0 0,2 0 0 0 0,2 56 0 0 0,7-72-2070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2.6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66 112 5529 0 0,'-3'-5'411'0'0,"1"-1"-1"0"0,-1 1 0 0 0,1-1 1 0 0,-1 0-1 0 0,2 1 0 0 0,-1-1 1 0 0,-1-9-1 0 0,2 10 295 0 0,0 0 0 0 0,0 1 1 0 0,0-1-1 0 0,-1 0 0 0 0,1 0 0 0 0,-1 0 0 0 0,-1 1 0 0 0,1-1 1 0 0,0 1-1 0 0,-6-7 0 0 0,8 11-617 0 0,-1 0 0 0 0,1 1 0 0 0,-1-1 0 0 0,1 0 0 0 0,0 0 0 0 0,-1 0 0 0 0,1 0 0 0 0,-1 0 0 0 0,1 1 0 0 0,0-1 0 0 0,-1 0 0 0 0,1 0 0 0 0,0 1 0 0 0,-1-1 0 0 0,1 0 0 0 0,0 0 0 0 0,0 1 0 0 0,-1-1 0 0 0,1 0 0 0 0,0 1 0 0 0,0-1 0 0 0,-1 1 0 0 0,1-1 0 0 0,0 0 0 0 0,0 1 0 0 0,0-1 0 0 0,0 1 0 0 0,0-1 0 0 0,0 0 0 0 0,-1 1 0 0 0,1-1 0 0 0,0 1 0 0 0,0-1 0 0 0,0 0 0 0 0,0 1 0 0 0,0-1 0 0 0,1 1 0 0 0,-1 0 0 0 0,-4 20 603 0 0,-7 108 254 0 0,12 244 0 0 0,4-192-866 0 0,-5-132-109 0 0,9 148 94 0 0,-7-176-112 0 0,2 0 0 0 0,0 0 0 0 0,1 0 0 0 0,1-1 0 0 0,1 1-1 0 0,1-2 1 0 0,11 21 0 0 0,-4-17-2172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3.4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206 51 3225 0 0,'-3'-2'234'0'0,"1"1"1"0"0,0 0 0 0 0,0-1-1 0 0,-1 0 1 0 0,1 0-1 0 0,0 1 1 0 0,0-1 0 0 0,-2-4-1 0 0,2 3 208 0 0,-1 1 1 0 0,0-1-1 0 0,1 0 0 0 0,-1 1 0 0 0,0 0 0 0 0,0 0 1 0 0,-4-2-1 0 0,4 2-159 0 0,-1 0-1 0 0,0 1 1 0 0,1-1-1 0 0,-1 1 1 0 0,0 0 0 0 0,0 1-1 0 0,0-1 1 0 0,0 0-1 0 0,0 1 1 0 0,0 0 0 0 0,0 0-1 0 0,0 0 1 0 0,0 1 0 0 0,0-1-1 0 0,1 1 1 0 0,-1 0-1 0 0,0 0 1 0 0,0 1 0 0 0,-6 2-1 0 0,6-1 11 0 0,-1 0 0 0 0,1 0 1 0 0,0 0-1 0 0,0 1 0 0 0,0 0 0 0 0,1 0 0 0 0,-1 0 0 0 0,1 0 0 0 0,0 0 0 0 0,0 1 0 0 0,0 0 0 0 0,1-1 1 0 0,0 1-1 0 0,-2 6 0 0 0,-1 2-130 0 0,0 1 0 0 0,1 0 0 0 0,-3 24 1 0 0,6-31-197 0 0,1-1 0 0 0,-1 0 0 0 0,1 0 0 0 0,0 0 0 0 0,1 1 0 0 0,0-1 0 0 0,0 0 0 0 0,0 0 0 0 0,1 0 0 0 0,-1 0 0 0 0,4 6 0 0 0,-4-10 37 0 0,1 0 0 0 0,-1 0 0 0 0,1 0 1 0 0,0 0-1 0 0,-1-1 0 0 0,1 1 0 0 0,0-1 0 0 0,0 1 0 0 0,0-1 0 0 0,0 0 1 0 0,0 0-1 0 0,1 0 0 0 0,-1 0 0 0 0,0 0 0 0 0,0 0 0 0 0,1 0 0 0 0,-1-1 0 0 0,5 1 1 0 0,50 3 574 0 0,-39-4-311 0 0,12 1-192 0 0,-18-2-45 0 0,0 1 0 0 0,0 1 0 0 0,0 0-1 0 0,0 0 1 0 0,0 1 0 0 0,-1 1 0 0 0,15 4-1 0 0,-26-6-31 0 0,1-1-1 0 0,-1 1 0 0 0,0-1 1 0 0,0 1-1 0 0,0 0 0 0 0,1-1 1 0 0,-1 1-1 0 0,0-1 1 0 0,0 1-1 0 0,0-1 0 0 0,0 1 1 0 0,0-1-1 0 0,0 1 0 0 0,0-1 1 0 0,0 1-1 0 0,0 0 0 0 0,-1-1 1 0 0,1 1-1 0 0,0-1 0 0 0,0 1 1 0 0,0-1-1 0 0,-1 1 0 0 0,1-1 1 0 0,0 1-1 0 0,0-1 0 0 0,-1 0 1 0 0,1 1-1 0 0,0-1 1 0 0,-1 1-1 0 0,1-1 0 0 0,-1 0 1 0 0,0 1-1 0 0,-15 19-139 0 0,13-17 18 0 0,-30 37-1384 0 0,2 2 0 0 0,-38 67 0 0 0,66-105 1557 0 0,1-1-1 0 0,0 1 1 0 0,0 0 0 0 0,1 0 0 0 0,-1 0 0 0 0,1 0 0 0 0,0 0 0 0 0,0 1 0 0 0,0-1-1 0 0,1 0 1 0 0,-1 0 0 0 0,1 1 0 0 0,0-1 0 0 0,1 0 0 0 0,-1 1 0 0 0,1-1-1 0 0,-1 0 1 0 0,1 0 0 0 0,0 0 0 0 0,1 1 0 0 0,-1-1 0 0 0,1 0 0 0 0,0-1 0 0 0,0 1-1 0 0,0 0 1 0 0,0 0 0 0 0,1-1 0 0 0,-1 0 0 0 0,1 1 0 0 0,0-1 0 0 0,0 0 0 0 0,0 0-1 0 0,1 0 1 0 0,-1-1 0 0 0,1 1 0 0 0,-1-1 0 0 0,5 2 0 0 0,30 14 434 0 0,-32-16-264 0 0,1 1 0 0 0,-1 0 0 0 0,0 0 0 0 0,0 1 1 0 0,0-1-1 0 0,0 1 0 0 0,0 1 0 0 0,5 4 1 0 0,-10-7-146 0 0,0 0 1 0 0,0 0 0 0 0,0 0 0 0 0,0-1 0 0 0,-1 1 0 0 0,1 0 0 0 0,-1 0-1 0 0,1 0 1 0 0,-1 0 0 0 0,0 0 0 0 0,0 0 0 0 0,0 0 0 0 0,0 0-1 0 0,0 0 1 0 0,0 0 0 0 0,-1 0 0 0 0,1 0 0 0 0,0 0 0 0 0,-1 0 0 0 0,0 0-1 0 0,1 0 1 0 0,-2 1 0 0 0,-24 47 371 0 0,17-36-263 0 0,-17 31-78 0 0,15-27-333 0 0,0-1 1 0 0,1 2 0 0 0,1-1 0 0 0,1 1-1 0 0,1 1 1 0 0,0 0 0 0 0,-3 21-1 0 0,9-39 142 0 0,1 1-1 0 0,0 0 1 0 0,0 0-1 0 0,0-1 0 0 0,0 1 1 0 0,0 0-1 0 0,0 0 1 0 0,1-1-1 0 0,-1 1 1 0 0,1 0-1 0 0,0-1 0 0 0,0 1 1 0 0,0-1-1 0 0,0 1 1 0 0,0-1-1 0 0,1 1 0 0 0,-1-1 1 0 0,1 0-1 0 0,0 1 1 0 0,-1-1-1 0 0,1 0 1 0 0,0 0-1 0 0,3 2 0 0 0,-2-2-235 0 0,-1-1 0 0 0,1 1 0 0 0,0-1-1 0 0,0 1 1 0 0,0-1 0 0 0,0 0-1 0 0,0 0 1 0 0,1-1 0 0 0,-1 1 0 0 0,0 0-1 0 0,0-1 1 0 0,6 0 0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3.7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1 3225 0 0,'-4'3'725'0'0,"1"1"0"0"0,0 1 0 0 0,1-1 0 0 0,-1 0 0 0 0,1 1 0 0 0,0 0 0 0 0,0-1 0 0 0,0 1 0 0 0,1 0 0 0 0,-1 0 0 0 0,1 0 0 0 0,0 0 0 0 0,1 0 0 0 0,-1 0 0 0 0,1 0 0 0 0,0 0 0 0 0,1 6 0 0 0,2 15 657 0 0,0-1-1 0 0,10 32 1 0 0,-4-17-696 0 0,81 624 941 0 0,-25-212-5347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4.3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23 4145 0 0,'-2'-3'352'0'0,"0"1"-1"0"0,0 0 1 0 0,0 1-1 0 0,-1-1 1 0 0,1 0 0 0 0,0 1-1 0 0,-1-1 1 0 0,1 1 0 0 0,-1 0-1 0 0,-2-2 1 0 0,3 3 18 0 0,1-1 1 0 0,0 1-1 0 0,0-1 0 0 0,-1 1 0 0 0,1 0 1 0 0,0 0-1 0 0,-1-1 0 0 0,1 1 1 0 0,0 0-1 0 0,-1 0 0 0 0,1 0 1 0 0,0 0-1 0 0,-1 1 0 0 0,1-1 0 0 0,0 0 1 0 0,-1 1-1 0 0,1-1 0 0 0,0 0 1 0 0,0 1-1 0 0,-1-1 0 0 0,1 1 0 0 0,0 0 1 0 0,0-1-1 0 0,-1 2 0 0 0,0 2-69 0 0,1-1-1 0 0,-1 1 0 0 0,1-1 1 0 0,0 1-1 0 0,1-1 0 0 0,-1 1 1 0 0,0 0-1 0 0,1 0 0 0 0,0-1 1 0 0,0 1-1 0 0,0 0 0 0 0,1 5 1 0 0,-1 5 143 0 0,-1 804 1102 0 0,34-549-1593 0 0,-9-98-47 0 0,-22-78-2294 0 0,-2-77 1180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4.9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 0 920 0 0,'-52'32'6261'0'0,"49"-30"-5617"0"0,0 1 1 0 0,0-1-1 0 0,0 1 0 0 0,0-1 1 0 0,0 1-1 0 0,1 0 1 0 0,-1 0-1 0 0,1 0 0 0 0,0 0 1 0 0,0 1-1 0 0,0-1 0 0 0,0 1 1 0 0,-1 5-1 0 0,3-8-491 0 0,0 0 0 0 0,1 0-1 0 0,-1 1 1 0 0,1-1 0 0 0,-1 0 0 0 0,1 0-1 0 0,0 0 1 0 0,-1 0 0 0 0,1 0-1 0 0,0 0 1 0 0,0 0 0 0 0,0 0 0 0 0,0 0-1 0 0,0 0 1 0 0,0 0 0 0 0,0-1 0 0 0,0 1-1 0 0,0 0 1 0 0,0-1 0 0 0,0 1 0 0 0,0-1-1 0 0,0 1 1 0 0,2 0 0 0 0,30 12 358 0 0,64 12 116 0 0,-71-20-392 0 0,0 2 0 0 0,0 0 0 0 0,-1 2 0 0 0,36 17 0 0 0,-59-25-243 0 0,1 0 1 0 0,-1 0-1 0 0,0 0 1 0 0,0 0-1 0 0,0 1 1 0 0,0-1-1 0 0,0 1 1 0 0,0-1-1 0 0,0 1 1 0 0,-1 0-1 0 0,1 0 1 0 0,-1 0-1 0 0,1 0 0 0 0,-1 0 1 0 0,1 0-1 0 0,-1 0 1 0 0,0 0-1 0 0,0 1 1 0 0,0-1-1 0 0,0 0 1 0 0,0 5-1 0 0,-1-3-14 0 0,-1 0-1 0 0,0 0 1 0 0,0 0-1 0 0,0 0 1 0 0,0 0-1 0 0,-1 0 0 0 0,1-1 1 0 0,-1 1-1 0 0,0 0 1 0 0,0-1-1 0 0,0 0 1 0 0,-6 7-1 0 0,-58 67-2002 0 0,50-61 1350 0 0,1 0 0 0 0,0 1 0 0 0,2 1-1 0 0,0 0 1 0 0,1 1 0 0 0,-15 31 0 0 0,26-48 649 0 0,0 1-1 0 0,0-1 1 0 0,0 0-1 0 0,0 0 1 0 0,1 1-1 0 0,-1-1 1 0 0,1 1-1 0 0,-1-1 1 0 0,1 0 0 0 0,0 1-1 0 0,0-1 1 0 0,0 1-1 0 0,0-1 1 0 0,0 0-1 0 0,1 1 1 0 0,0 3-1 0 0,0-5-30 0 0,1 0 0 0 0,-1 1 0 0 0,0-1 0 0 0,1 0 0 0 0,-1 1 0 0 0,1-1 0 0 0,-1 0 0 0 0,1 0 0 0 0,0 0 0 0 0,-1-1 0 0 0,1 1-1 0 0,0 0 1 0 0,0-1 0 0 0,0 1 0 0 0,-1-1 0 0 0,1 1 0 0 0,0-1 0 0 0,0 0 0 0 0,0 0 0 0 0,3 0 0 0 0,6 2 489 0 0,0-1-1 0 0,0 1 1 0 0,0 1 0 0 0,0 0 0 0 0,-1 1-1 0 0,1 0 1 0 0,-1 1 0 0 0,0 0 0 0 0,11 7-1 0 0,-18-10-355 0 0,0-1 1 0 0,0 2-1 0 0,-1-1 0 0 0,1 0 0 0 0,0 1 0 0 0,-1-1 0 0 0,0 1 1 0 0,1 0-1 0 0,-1-1 0 0 0,0 1 0 0 0,-1 0 0 0 0,1 0 0 0 0,0 1 1 0 0,-1-1-1 0 0,0 0 0 0 0,0 0 0 0 0,0 1 0 0 0,0-1 0 0 0,0 1 1 0 0,0-1-1 0 0,-1 1 0 0 0,0-1 0 0 0,0 1 0 0 0,0-1 0 0 0,0 1 1 0 0,-1-1-1 0 0,1 1 0 0 0,-1-1 0 0 0,0 1 0 0 0,0-1 0 0 0,-2 7 1 0 0,-8 11-259 0 0,-1-1-1 0 0,0 0 1 0 0,-1-1 0 0 0,-2 0 0 0 0,1-1 0 0 0,-24 20 0 0 0,12-10-2195 0 0,-25 35-1 0 0,40-49-2812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5.3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6913 0 0,'1'7'1173'0'0,"0"0"-1"0"0,1 0 1 0 0,0 0-1 0 0,0 0 1 0 0,1 0-1 0 0,-1 0 1 0 0,5 6-1 0 0,6 18 1404 0 0,-5 3-1551 0 0,-1 1 0 0 0,5 69 0 0 0,0-3-1130 0 0,91 386-1051 0 0,-95-442 432 0 0,-2 0 1 0 0,1 56-1 0 0,6 40 703 0 0,-9-119 1070 0 0,-4-21-1086 0 0,0-1 1 0 0,0 1-1 0 0,0-1 1 0 0,1 1-1 0 0,-1 0 0 0 0,0-1 1 0 0,0 1-1 0 0,0 0 0 0 0,1-1 1 0 0,-1 1-1 0 0,0-1 1 0 0,0 1-1 0 0,1-1 0 0 0,-1 1 1 0 0,1-1-1 0 0,-1 1 0 0 0,0-1 1 0 0,1 1-1 0 0,-1-1 1 0 0,1 1-1 0 0,-1-1 0 0 0,1 1 1 0 0,-1-1-1 0 0,1 0 1 0 0,-1 0-1 0 0,1 1 0 0 0,1-1 1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7.0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0 310 5529 0 0,'31'-3'6052'0'0,"13"-10"-4217"0"0,-31 9-1795 0 0,0 0 1 0 0,25-4 0 0 0,341-4 5050 0 0,-29 2-3156 0 0,-250 3-1885 0 0,-1 5 0 0 0,1 4 0 0 0,155 24 0 0 0,-234-23-48 0 0,174 23 91 0 0,-157-23-73 0 0,0-2 1 0 0,-1-1-1 0 0,47-7 0 0 0,141-31-28 0 0,199-20 3 0 0,-123 53 166 0 0,178-16-4 0 0,-387 8-129 0 0,1 5 1 0 0,-1 4 0 0 0,1 4 0 0 0,106 13 0 0 0,169 48 194 0 0,126 16 122 0 0,-326-59-151 0 0,219 19 65 0 0,-269-31-105 0 0,150-12-1 0 0,-39-20-139 0 0,13-1 87 0 0,-80 9 14 0 0,0-7 1 0 0,235-67-1 0 0,-306 70-92 0 0,1 5-1 0 0,172-11 0 0 0,357-48 1217 0 0,-552 65-1016 0 0,1 4 1 0 0,0 2-1 0 0,0 4 1 0 0,0 2-1 0 0,0 4 1 0 0,94 18-1 0 0,-142-19-71 0 0,0 0-1 0 0,0-2 1 0 0,44 0-1 0 0,-57-3-440 0 0,1 0-1 0 0,0 0 0 0 0,0-1 1 0 0,-1 0-1 0 0,1-1 1 0 0,9-4-1 0 0,-13 5-642 0 0,-1-1 0 0 0,0 0-1 0 0,0 0 1 0 0,0 0 0 0 0,0-1 0 0 0,6-6-1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8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144 29 6913 0 0,'-18'-28'6567'0'0,"17"28"-6441"0"0,0 1-1 0 0,0 0 1 0 0,0 0-1 0 0,0 0 1 0 0,0 0-1 0 0,0 0 0 0 0,1 0 1 0 0,-1 0-1 0 0,0 0 1 0 0,1 1-1 0 0,-1-1 1 0 0,1 0-1 0 0,-1 0 1 0 0,0 3-1 0 0,-12 37 216 0 0,1 1 0 0 0,2 1 0 0 0,-8 66 0 0 0,14-81-215 0 0,-49 505 477 0 0,49-382-315 0 0,24 234 0 0 0,4-147-283 0 0,-6-42-3705 0 0,-16-180 2076 0 0,0-2-3086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9.2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724 107 6913 0 0,'-3'-7'342'0'0,"0"0"0"0"0,-1 0-1 0 0,0 1 1 0 0,0-1-1 0 0,-1 1 1 0 0,1 0 0 0 0,-1 1-1 0 0,-1-1 1 0 0,1 1-1 0 0,-1 0 1 0 0,0 0-1 0 0,0 1 1 0 0,0-1 0 0 0,-1 1-1 0 0,0 1 1 0 0,1 0-1 0 0,-1-1 1 0 0,-1 2 0 0 0,1-1-1 0 0,0 1 1 0 0,-1 0-1 0 0,-8 0 1 0 0,5 1 9 0 0,0 1 0 0 0,0 1 0 0 0,0-1 0 0 0,0 2 0 0 0,0 0-1 0 0,0 0 1 0 0,0 1 0 0 0,0 0 0 0 0,1 1 0 0 0,-1 0 0 0 0,1 1 0 0 0,0 0 0 0 0,-13 9 0 0 0,-2 3-41 0 0,0 1 0 0 0,1 2 0 0 0,-35 36 0 0 0,23-16-205 0 0,2 2-1 0 0,1 1 1 0 0,3 2 0 0 0,2 0-1 0 0,1 2 1 0 0,-35 88-1 0 0,54-109-87 0 0,0 1 0 0 0,1 0 0 0 0,2 0 1 0 0,1 1-1 0 0,1-1 0 0 0,1 1 0 0 0,2 0 0 0 0,0 0 0 0 0,2-1 0 0 0,1 1 0 0 0,11 42 0 0 0,-2-23 14 0 0,3-1 0 0 0,1 0-1 0 0,3-1 1 0 0,1 0 0 0 0,45 71 0 0 0,-49-95-193 0 0,0 0-1 0 0,1 0 1 0 0,2-2 0 0 0,-1 0 0 0 0,2-1 0 0 0,1-1-1 0 0,0-1 1 0 0,1-1 0 0 0,0-1 0 0 0,1-1 0 0 0,1-1-1 0 0,48 18 1 0 0,-30-16-157 0 0,1-2-1 0 0,0-1 1 0 0,1-2-1 0 0,0-3 1 0 0,0-1-1 0 0,87-2 1 0 0,-84-8 288 0 0,0-2 0 0 0,0-2 0 0 0,-1-1 0 0 0,0-3 0 0 0,-1-2 0 0 0,0-2 0 0 0,-1-2 0 0 0,46-27 0 0 0,-75 37 112 0 0,-1 0 0 0 0,0-1-1 0 0,-1 0 1 0 0,0-1 0 0 0,0 0 0 0 0,-1-1-1 0 0,-1-1 1 0 0,15-20 0 0 0,-12 12 94 0 0,-2 0 0 0 0,0-1 0 0 0,-1 0-1 0 0,-1-1 1 0 0,8-28 0 0 0,-5-1 281 0 0,-2 0 0 0 0,-2 0 0 0 0,-2-1 0 0 0,-1-94 0 0 0,-7 117-268 0 0,0-1 1 0 0,-2 0 0 0 0,-2 1-1 0 0,-13-50 1 0 0,13 62-117 0 0,-2 1 0 0 0,0-1 0 0 0,0 1 0 0 0,-2 1 0 0 0,0 0 1 0 0,-1 0-1 0 0,-1 1 0 0 0,-24-28 0 0 0,-10-2 28 0 0,-1 3 1 0 0,-3 1-1 0 0,-1 3 1 0 0,-2 1-1 0 0,-72-37 1 0 0,113 68-122 0 0,-1 0 1 0 0,0 1-1 0 0,0 1 1 0 0,0 0-1 0 0,0 0 1 0 0,-1 1-1 0 0,-25-3 1 0 0,34 6-54 0 0,0 0 1 0 0,0 1-1 0 0,-1-1 0 0 0,1 1 1 0 0,0-1-1 0 0,0 1 0 0 0,0 0 1 0 0,0 1-1 0 0,0-1 0 0 0,0 1 1 0 0,0 0-1 0 0,0 0 1 0 0,0 0-1 0 0,1 0 0 0 0,-1 1 1 0 0,1-1-1 0 0,0 1 0 0 0,-1 0 1 0 0,1 0-1 0 0,1 0 0 0 0,-1 1 1 0 0,0-1-1 0 0,1 0 0 0 0,0 1 1 0 0,0 0-1 0 0,0 0 1 0 0,-2 5-1 0 0,-7 24-1372 0 0,5 4-326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9.6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123 189 2745 0 0,'-11'-21'756'0'0,"1"0"1"0"0,-10-28 0 0 0,12 26 4120 0 0,-21-40-1 0 0,29 62-4726 0 0,-1 0-1 0 0,1 1 0 0 0,0-1 0 0 0,0 1 0 0 0,0-1 0 0 0,-1 1 0 0 0,1-1 0 0 0,0 1 1 0 0,-1-1-1 0 0,1 1 0 0 0,0-1 0 0 0,-1 1 0 0 0,1-1 0 0 0,-1 1 0 0 0,1 0 0 0 0,0-1 0 0 0,-1 1 1 0 0,1 0-1 0 0,-1-1 0 0 0,1 1 0 0 0,-1 0 0 0 0,1 0 0 0 0,-1-1 0 0 0,0 1 0 0 0,1 0 0 0 0,-1 0 1 0 0,1 0-1 0 0,-1 0 0 0 0,1 0 0 0 0,-1 0 0 0 0,0 0 0 0 0,0 0 0 0 0,0 1-19 0 0,0-1 0 0 0,0 1 0 0 0,0 0 0 0 0,0 0 0 0 0,1 0 0 0 0,-1 1 1 0 0,0-1-1 0 0,1 0 0 0 0,-1 0 0 0 0,1 0 0 0 0,-1 0 0 0 0,1 1 0 0 0,-1-1 0 0 0,1 1 0 0 0,-10 57 189 0 0,9-51-43 0 0,-4 48-179 0 0,2 1 0 0 0,5 68-1 0 0,21 113-2023 0 0,-10-120-2550 0 0,-11-94-1554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9.9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149 238 456 0 0,'-41'-63'900'0'0,"-18"-33"4954"0"0,11 18-813 0 0,68 113-2918 0 0,64 106 4604 0 0,-56-100-6759 0 0,35 46-137 0 0,-55-77 152 0 0,0-1-1 0 0,0 0 1 0 0,2 0-1 0 0,-1-1 1 0 0,1 0-1 0 0,12 7 1 0 0,-20-13 39 0 0,0-1 0 0 0,0-1 0 0 0,0 1 0 0 0,0 0 0 0 0,0 0 0 0 0,0-1 0 0 0,0 1-1 0 0,0-1 1 0 0,0 1 0 0 0,0-1 0 0 0,1 0 0 0 0,-1 0 0 0 0,0 0 0 0 0,0 0 0 0 0,0 0 0 0 0,0-1 0 0 0,0 1 0 0 0,1-1 0 0 0,-1 1 0 0 0,0-1 0 0 0,0 0 0 0 0,0 0 0 0 0,0 0 0 0 0,-1 0 0 0 0,1 0 0 0 0,0 0 0 0 0,0 0 0 0 0,-1-1 0 0 0,1 1 0 0 0,0 0 0 0 0,-1-1 0 0 0,1 0 0 0 0,-1 1-1 0 0,0-1 1 0 0,2-3 0 0 0,5-7 204 0 0,-1-1 0 0 0,-1 0 0 0 0,0 0 0 0 0,6-18 0 0 0,-5 13-232 0 0,2-6 11 0 0,33-74 356 0 0,-37 89-501 0 0,-1 1-1 0 0,1-1 1 0 0,1 1-1 0 0,0 1 0 0 0,0-1 1 0 0,0 1-1 0 0,1 0 0 0 0,12-9 1 0 0,-2 7-538 0 0,1 4-9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0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1 2304 0 0,'-1'-1'182'0'0,"0"1"-1"0"0,0 0 0 0 0,1 0 0 0 0,-1 0 0 0 0,0 0 1 0 0,0 0-1 0 0,0 1 0 0 0,0-1 0 0 0,1 0 0 0 0,-1 0 0 0 0,0 0 1 0 0,0 1-1 0 0,0-1 0 0 0,1 0 0 0 0,-1 1 0 0 0,0-1 0 0 0,1 1 1 0 0,-1-1-1 0 0,0 1 0 0 0,1-1 0 0 0,-1 1 0 0 0,0-1 1 0 0,1 1-1 0 0,-1 0 0 0 0,1-1 0 0 0,-1 1 0 0 0,1 0 0 0 0,0-1 1 0 0,-1 1-1 0 0,1 0 0 0 0,0 0 0 0 0,-1-1 0 0 0,1 1 0 0 0,0 0 1 0 0,0 0-1 0 0,0 0 0 0 0,-1 0 0 0 0,1-1 0 0 0,0 1 0 0 0,0 0 1 0 0,1 1-1 0 0,-4 46 3025 0 0,3-40-2854 0 0,16 484 5235 0 0,-18-347-4128 0 0,8 188 548 0 0,-5-315-2276 0 0,2-1 1 0 0,0 1-1 0 0,1-1 0 0 0,9 25 1 0 0,-4-21-7287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1.7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 5985 0 0,'0'0'464'0'0,"-4"14"2548"0"0,2 58-709 0 0,13 122 1 0 0,0 0-125 0 0,-10-171-1586 0 0,0 1-1 0 0,2-1 0 0 0,10 41 0 0 0,-8-45-1229 0 0,1-1 0 0 0,14 28 0 0 0,-20-44 512 0 0,1-1-1 0 0,0 0 1 0 0,-1 1 0 0 0,1-1-1 0 0,0 0 1 0 0,0 1-1 0 0,0-1 1 0 0,0 0 0 0 0,0 0-1 0 0,0 0 1 0 0,0 0 0 0 0,1 0-1 0 0,-1 0 1 0 0,2 1 0 0 0,-2-2 218 0 0,0 0 0 0 0,1 0 1 0 0,-1 0-1 0 0,1 0 0 0 0,-1 0 1 0 0,0 0-1 0 0,1 0 0 0 0,-1 0 1 0 0,0-1-1 0 0,1 1 0 0 0,-1-1 1 0 0,0 1-1 0 0,1-1 0 0 0,-1 1 1 0 0,0-1-1 0 0,0 0 0 0 0,3-1 1 0 0,20-8 990 0 0,-10 8-802 0 0,1 0-1 0 0,-1 1 1 0 0,0 1-1 0 0,1 1 1 0 0,18 2-1 0 0,12 0-11 0 0,361 17 354 0 0,-206-11-678 0 0,372 63-1 0 0,-139-15-122 0 0,3-32-55 0 0,-280-18 206 0 0,631-8 1651 0 0,-683-1-1440 0 0,147 15 0 0 0,-208-9-99 0 0,29-1 63 0 0,1-3 0 0 0,0-3 1 0 0,0-3-1 0 0,101-23 0 0 0,-127 22-155 0 0,-1 1-1 0 0,91 1 0 0 0,93 20 39 0 0,-174-10-36 0 0,4-4 52 0 0,0-2 0 0 0,-1-2 0 0 0,64-13 0 0 0,-60 7 39 0 0,0 2 1 0 0,94 3-1 0 0,-77-1-407 0 0,-67 5-16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3.7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62 382 4609 0 0,'-4'-4'381'0'0,"1"1"1"0"0,0-1-1 0 0,0 0 1 0 0,0 0 0 0 0,0 0-1 0 0,1-1 1 0 0,-1 1-1 0 0,1-1 1 0 0,-2-6-1 0 0,-1 0 248 0 0,2 5-346 0 0,-2-3 713 0 0,1 0-1 0 0,0 0 1 0 0,-4-15-1 0 0,7 21-714 0 0,1 0 1 0 0,-1-1-1 0 0,1 1 0 0 0,0 0 0 0 0,0-1 1 0 0,0 1-1 0 0,0 0 0 0 0,1-1 0 0 0,-1 1 1 0 0,1 0-1 0 0,0-1 0 0 0,0 1 1 0 0,0 0-1 0 0,2-4 0 0 0,7-13-10 0 0,1 2 0 0 0,1 0-1 0 0,1 0 1 0 0,0 1 0 0 0,1 0-1 0 0,0 2 1 0 0,2-1 0 0 0,0 2 0 0 0,23-17-1 0 0,-33 28-243 0 0,0-1 0 0 0,0 1 0 0 0,0 0 0 0 0,0 0 0 0 0,1 0 0 0 0,-1 1 0 0 0,1 0 0 0 0,0 0 0 0 0,0 1 0 0 0,0 0 0 0 0,0 0 0 0 0,0 1 0 0 0,10 0 0 0 0,-12 1-30 0 0,0-1-1 0 0,0 2 0 0 0,-1-1 0 0 0,1 0 1 0 0,0 1-1 0 0,-1 0 0 0 0,1 0 0 0 0,-1 0 1 0 0,1 1-1 0 0,-1-1 0 0 0,0 1 0 0 0,0 0 0 0 0,0 1 1 0 0,-1-1-1 0 0,1 0 0 0 0,-1 1 0 0 0,0 0 1 0 0,0 0-1 0 0,4 7 0 0 0,2 5-160 0 0,-1 0 0 0 0,0 0 0 0 0,-2 1 0 0 0,0 0-1 0 0,-1 1 1 0 0,-1-1 0 0 0,5 36 0 0 0,-2 134-815 0 0,-6-103 947 0 0,-1-42 158 0 0,2 37 545 0 0,-2-72-451 0 0,1 1-1 0 0,1-1 1 0 0,-1 1-1 0 0,1-1 1 0 0,1 0-1 0 0,-1 0 1 0 0,8 13-1 0 0,-10-19-182 0 0,1 0 0 0 0,-1 0-1 0 0,1 0 1 0 0,0 0 0 0 0,0 0-1 0 0,-1-1 1 0 0,1 1 0 0 0,0 0-1 0 0,0 0 1 0 0,0-1 0 0 0,0 1-1 0 0,0-1 1 0 0,0 1 0 0 0,0-1-1 0 0,0 1 1 0 0,0-1 0 0 0,0 1-1 0 0,0-1 1 0 0,0 0 0 0 0,0 0-1 0 0,0 1 1 0 0,3-1 0 0 0,-2 0 6 0 0,1-1 1 0 0,0 1 0 0 0,0-1 0 0 0,-1 1-1 0 0,1-1 1 0 0,0 0 0 0 0,-1 0 0 0 0,1 0 0 0 0,2-2-1 0 0,5-3 48 0 0,0-1-1 0 0,0 0 0 0 0,11-10 0 0 0,6-10 183 0 0,-1 0-1 0 0,39-54 1 0 0,-19 17-2711 0 0,-18 25-2105 0 0,-9 12-2446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4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109 43 3681 0 0,'-20'-10'3610'0'0,"0"1"-1"0"0,-1 0 1 0 0,-26-6 0 0 0,60 27 651 0 0,2 14-3328 0 0,9 29-930 0 0,9 47 273 0 0,-18-53-219 0 0,38 87 0 0 0,-45-121-66 0 0,0-1 0 0 0,1 0 0 0 0,0 0 0 0 0,1-1 0 0 0,1 0 0 0 0,0 0 0 0 0,0-1 0 0 0,1-1 0 0 0,25 19 0 0 0,-14-16-66 0 0,31 25 7 0 0,-51-36 1 0 0,0 0 0 0 0,0 0 0 0 0,0 1 0 0 0,0-1 0 0 0,0 1 0 0 0,-1 0 0 0 0,1-1 0 0 0,-1 1 0 0 0,0 0 0 0 0,0 1 0 0 0,-1-1 0 0 0,2 5 0 0 0,6 17-2836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4.5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248 162 3225 0 0,'-33'-27'1297'0'0,"-54"-32"1"0"0,-41-16 13354 0 0,147 75-12870 0 0,25 4-1314 0 0,8 9-202 0 0,-1 3-1 0 0,0 1 1 0 0,91 47 0 0 0,-70-23-446 0 0,122 90 1 0 0,-181-121-282 0 0,0-1 0 0 0,0 0 0 0 0,1-1-1 0 0,0 0 1 0 0,1-1 0 0 0,-1-1-1 0 0,24 7 1 0 0,-20-11-6712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4.7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2 266 12443 0 0,'0'0'44'0'0,"0"-1"-1"0"0,0 1 1 0 0,-1 0 0 0 0,1 0 0 0 0,0-1 0 0 0,0 1 0 0 0,0 0 0 0 0,0-1 0 0 0,0 1-1 0 0,0 0 1 0 0,0-1 0 0 0,0 1 0 0 0,0-1 0 0 0,0 1 0 0 0,0 0 0 0 0,0-1 0 0 0,0 1 0 0 0,0 0-1 0 0,0-1 1 0 0,0 1 0 0 0,0 0 0 0 0,0-1 0 0 0,0 1 0 0 0,0 0 0 0 0,1-1 0 0 0,-1 1 0 0 0,0 0-1 0 0,0 0 1 0 0,0-1 0 0 0,1 1 0 0 0,-1 0 0 0 0,0 0 0 0 0,0-1 0 0 0,1 1 0 0 0,-1 0-1 0 0,0 0 1 0 0,1 0 0 0 0,-1-1 0 0 0,0 1 0 0 0,0 0 0 0 0,1 0 0 0 0,14-17 1479 0 0,21-17 555 0 0,50-36 0 0 0,47-21-5206 0 0,-104 72 2789 0 0,-5-3 301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3.7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93 29 4145 0 0,'-30'-9'2361'0'0,"0"-1"223"0"0,29 10-2329 0 0,-1 0-1 0 0,0 0 1 0 0,1 0 0 0 0,-1 0 0 0 0,0 0-1 0 0,1 0 1 0 0,-1 0 0 0 0,0 0 0 0 0,1 1-1 0 0,-1-1 1 0 0,1 1 0 0 0,-1-1 0 0 0,0 1-1 0 0,1-1 1 0 0,-1 1 0 0 0,1 0 0 0 0,0 0-1 0 0,-3 1 1 0 0,4-2-182 0 0,0 1-1 0 0,0-1 1 0 0,0 0-1 0 0,0 0 0 0 0,0 1 1 0 0,0-1-1 0 0,0 0 1 0 0,0 0-1 0 0,0 1 1 0 0,-1-1-1 0 0,1 0 1 0 0,0 0-1 0 0,0 1 1 0 0,0-1-1 0 0,0 0 1 0 0,1 0-1 0 0,-1 1 0 0 0,0-1 1 0 0,0 0-1 0 0,0 1 1 0 0,0-1-1 0 0,0 0 1 0 0,0 0-1 0 0,0 0 1 0 0,0 1-1 0 0,0-1 1 0 0,1 0-1 0 0,-1 0 0 0 0,0 1 1 0 0,0-1-1 0 0,0 0 1 0 0,1 0-1 0 0,-1 0 1 0 0,0 0-1 0 0,0 1 1 0 0,20 6 720 0 0,-4-5-248 0 0,0-1 1 0 0,0-1-1 0 0,1 0 1 0 0,-1-1-1 0 0,0-1 0 0 0,0-1 1 0 0,29-8-1 0 0,-17 5-163 0 0,34-5 0 0 0,-1 9-187 0 0,0 1-1 0 0,112 15 0 0 0,119 38-724 0 0,-265-46 383 0 0,-14-4-1590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3.7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1 1 14435 0 0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4.0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79 5185 0 0,'-13'-3'829'0'0,"28"-3"4139"0"0,-10 5-3713 0 0,30-7 1639 0 0,69-4-1 0 0,43 6-533 0 0,17 0-1571 0 0,69-20-1511 0 0,-155 17-4188 0 0,-64 7-909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4.7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342 1 10594 0 0,'13'7'4719'0'0,"-104"154"-1368"0"0,1-4-2651 0 0,-70 107-238 0 0,153-255-394 0 0,7-8-45 0 0,-1 0 0 0 0,0-1 0 0 0,1 1 1 0 0,-1 0-1 0 0,1 0 0 0 0,-1 0 1 0 0,1-1-1 0 0,-1 1 0 0 0,1 0 1 0 0,0 0-1 0 0,-1 0 0 0 0,1 0 1 0 0,0 0-1 0 0,0 0 0 0 0,0 0 0 0 0,-1 0 1 0 0,1 0-1 0 0,0 0 0 0 0,0-1 1 0 0,1 3-1 0 0,13 4 980 0 0,-12-7-961 0 0,0 0 0 0 0,0 1 1 0 0,0-1-1 0 0,0 1 0 0 0,0 0 0 0 0,-1 0 0 0 0,1 0 0 0 0,0 0 0 0 0,0 0 0 0 0,0 0 0 0 0,-1 0 0 0 0,4 3 0 0 0,24 25 245 0 0,2-1 0 0 0,1-1 0 0 0,1-2 1 0 0,55 32-1 0 0,1 1-539 0 0,-62-41 256 0 0,1-1 0 0 0,0-2 0 0 0,2-1 0 0 0,-1-1 0 0 0,34 8 0 0 0,-40-12 49 0 0,-16-6-16 0 0,-1 0 0 0 0,1 1 0 0 0,-1 0 0 0 0,0 0 0 0 0,0 0 0 0 0,0 1 0 0 0,0 0 0 0 0,0 0 0 0 0,-1 0 0 0 0,6 7 0 0 0,-7-7-173 0 0,-1 1-1 0 0,0-1 1 0 0,0 1-1 0 0,-1 0 1 0 0,1 0-1 0 0,-1 0 1 0 0,0 0-1 0 0,-1 0 1 0 0,1 1-1 0 0,-1-1 0 0 0,0 1 1 0 0,0-1-1 0 0,0 8 1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5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 33 6913 0 0,'-48'-33'15160'0'0,"46"69"-15263"0"0,2-31 502 0 0,-5 93-205 0 0,13 148 0 0 0,-7-212-194 0 0,-3 46 0 0 0,0-50 0 0 0,1 0 0 0 0,4 33 0 0 0,-3-61 1 0 0,0 0 1 0 0,1 0-1 0 0,-1 0 0 0 0,1-1 0 0 0,-1 1 1 0 0,1 0-1 0 0,0-1 0 0 0,-1 1 1 0 0,1 0-1 0 0,0-1 0 0 0,0 1 1 0 0,0-1-1 0 0,0 1 0 0 0,1-1 1 0 0,-1 0-1 0 0,0 1 0 0 0,1-1 1 0 0,-1 0-1 0 0,0 0 0 0 0,1 0 1 0 0,-1 0-1 0 0,1 0 0 0 0,0 0 1 0 0,-1-1-1 0 0,1 1 0 0 0,0 0 1 0 0,-1-1-1 0 0,1 1 0 0 0,0-1 1 0 0,0 0-1 0 0,0 1 0 0 0,-1-1 1 0 0,1 0-1 0 0,0 0 0 0 0,0 0 1 0 0,3-1-1 0 0,8-1 3 0 0,0 0 0 0 0,0 0 1 0 0,-1-2-1 0 0,16-4 0 0 0,-8 1-10 0 0,37-9-280 0 0,1 3 1 0 0,60-7 0 0 0,57-10-3744 0 0,-164 27 3295 0 0,9 0-5546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5.7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8 6913 0 0,'-3'-7'9306'0'0,"8"8"-8356"0"0,0 1-659 0 0,0 0-1 0 0,-1 0 1 0 0,1 0 0 0 0,0 1 0 0 0,-1-1-1 0 0,0 1 1 0 0,1 0 0 0 0,-1 0 0 0 0,0 1-1 0 0,0-1 1 0 0,-1 1 0 0 0,1 0-1 0 0,-1 0 1 0 0,0 0 0 0 0,0 1 0 0 0,4 7-1 0 0,0 1-146 0 0,-1 1 0 0 0,0 0-1 0 0,-1 0 1 0 0,0 1 0 0 0,-1-1-1 0 0,2 17 1 0 0,4 88-50 0 0,-2-11 212 0 0,-7-98-348 0 0,1 0 0 0 0,0 0-1 0 0,1 0 1 0 0,0 0 0 0 0,1 0-1 0 0,0 0 1 0 0,0-1 0 0 0,9 14 0 0 0,-11-20-122 0 0,1 0 0 0 0,-1 0 0 0 0,1 0-1 0 0,-1 0 1 0 0,1 0 0 0 0,0-1 0 0 0,0 1 0 0 0,0-1 0 0 0,0 0 0 0 0,0 0 0 0 0,1 0 0 0 0,-1 0 0 0 0,0-1 0 0 0,1 1 0 0 0,0-1 0 0 0,-1 0-1 0 0,1 0 1 0 0,0 0 0 0 0,0-1 0 0 0,-1 1 0 0 0,1-1 0 0 0,0 0 0 0 0,0 0 0 0 0,0 0 0 0 0,-1-1 0 0 0,6 0 0 0 0,9-4-1027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6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111 30 2288 0 0,'-34'-15'1462'0'0,"2"0"7437"0"0,31 27-4961 0 0,2 17-2787 0 0,1 40-356 0 0,-2 0-1 0 0,-4-1 1 0 0,-16 97-1 0 0,-2 20 215 0 0,25-129-3042 0 0,-2-48 1493 0 0,0 0 0 0 0,-1 1-1 0 0,1-1 1 0 0,-1 1 0 0 0,-1-1 0 0 0,0 0-1 0 0,-3 15 1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6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4 110 5985 0 0,'-1'-6'760'0'0,"0"0"-1"0"0,0 0 0 0 0,1 0 0 0 0,-1-1 0 0 0,1 1 1 0 0,1 0-1 0 0,-1-1 0 0 0,1 1 0 0 0,0 0 1 0 0,3-9-1 0 0,-3 13-422 0 0,0 0 0 0 0,0 0 1 0 0,0 0-1 0 0,0 0 0 0 0,0 1 0 0 0,0-1 1 0 0,1 0-1 0 0,-1 1 0 0 0,1-1 0 0 0,-1 1 1 0 0,1-1-1 0 0,-1 1 0 0 0,1 0 0 0 0,0-1 1 0 0,0 1-1 0 0,-1 0 0 0 0,5-1 0 0 0,-3 1-237 0 0,-1 0 0 0 0,1 1 0 0 0,0-1-1 0 0,0 1 1 0 0,0 0 0 0 0,0 0 0 0 0,0 0-1 0 0,-1 0 1 0 0,1 0 0 0 0,3 1 0 0 0,4 2 10 0 0,0 0 1 0 0,0 1-1 0 0,0 0 1 0 0,-1 0 0 0 0,1 1-1 0 0,-1 0 1 0 0,-1 1-1 0 0,1 0 1 0 0,-1 1 0 0 0,0-1-1 0 0,9 11 1 0 0,12 13-3 0 0,35 49 1 0 0,-48-57-38 0 0,52 76-60 0 0,-44-61-461 0 0,2-1 0 0 0,31 35 0 0 0,-51-65 98 0 0,0 0 1 0 0,0 0 0 0 0,1-1-1 0 0,0 0 1 0 0,0 0-1 0 0,0-1 1 0 0,0 1 0 0 0,1-2-1 0 0,-1 1 1 0 0,1-1 0 0 0,0 0-1 0 0,0-1 1 0 0,0 0 0 0 0,12 2-1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6.5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39 152 3681 0 0,'-31'4'757'0'0,"31"-4"-701"0"0,-1 0 0 0 0,1 0 1 0 0,0 0-1 0 0,-1 0 0 0 0,1 0 1 0 0,0 0-1 0 0,0 0 0 0 0,-1 0 0 0 0,1 0 1 0 0,0 0-1 0 0,-1 0 0 0 0,1 0 1 0 0,0-1-1 0 0,0 1 0 0 0,-1 0 0 0 0,1 0 1 0 0,0 0-1 0 0,0 0 0 0 0,0 0 0 0 0,-1-1 1 0 0,1 1-1 0 0,0 0 0 0 0,0 0 1 0 0,0 0-1 0 0,-1-1 0 0 0,1 1 0 0 0,0 0 1 0 0,0 0-1 0 0,0-1 0 0 0,0 1 1 0 0,0 0-1 0 0,0-1 0 0 0,9-14 2870 0 0,4 5-1440 0 0,1 0 1 0 0,0 0-1 0 0,0 1 0 0 0,1 1 1 0 0,31-12-1 0 0,7-5-225 0 0,-35 15-1228 0 0,22-11-5044 0 0,-9 8-1169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8.4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41 3225 0 0,'-4'-15'2197'0'0,"4"14"-1954"0"0,0 0-1 0 0,0 0 1 0 0,0 0-1 0 0,0 0 1 0 0,0 0 0 0 0,0 0-1 0 0,-1 0 1 0 0,1 0-1 0 0,0 0 1 0 0,-1 0 0 0 0,1 0-1 0 0,0 0 1 0 0,-1 0-1 0 0,1 0 1 0 0,-1 0 0 0 0,1 0-1 0 0,-1 0 1 0 0,0 1 0 0 0,1-1-1 0 0,-1 0 1 0 0,0 0-1 0 0,0 1 1 0 0,1-1 0 0 0,-1 0-1 0 0,0 1 1 0 0,0-1-1 0 0,0 1 1 0 0,0-1 0 0 0,0 1-1 0 0,-1-1 1 0 0,2 2-40 0 0,-1 0-1 0 0,0-1 1 0 0,1 1 0 0 0,-1 0 0 0 0,1-1 0 0 0,0 1-1 0 0,-1 0 1 0 0,1 0 0 0 0,0-1 0 0 0,-1 1 0 0 0,1 0 0 0 0,0 0-1 0 0,0 0 1 0 0,-1-1 0 0 0,1 1 0 0 0,0 0 0 0 0,0 0-1 0 0,0 0 1 0 0,0 0 0 0 0,0 0 0 0 0,0-1 0 0 0,1 1-1 0 0,-1 1 1 0 0,2 23 608 0 0,9 58 427 0 0,12 118 68 0 0,0 270-1724 0 0,-19-436-1422 0 0,1-3-5032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8.7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 2304 0 0,'0'-1'244'0'0,"0"0"0"0"0,1 0 0 0 0,-1 0 0 0 0,0-1 0 0 0,1 1 0 0 0,-1 0 0 0 0,1 0 0 0 0,0 0 0 0 0,-1 0 0 0 0,1 0 0 0 0,0 0 0 0 0,-1 0-1 0 0,1 0 1 0 0,0 0 0 0 0,0 0 0 0 0,0 1 0 0 0,0-1 0 0 0,0 0 0 0 0,0 0 0 0 0,0 1 0 0 0,0-1 0 0 0,0 1 0 0 0,0-1 0 0 0,0 1 0 0 0,1-1-1 0 0,-1 1 1 0 0,0 0 0 0 0,0 0 0 0 0,0-1 0 0 0,1 1 0 0 0,1 0 0 0 0,-2 1-12 0 0,1-1 0 0 0,0 1 0 0 0,0 0 0 0 0,-1 0-1 0 0,1-1 1 0 0,0 1 0 0 0,-1 0 0 0 0,1 0 0 0 0,-1 1 0 0 0,1-1 0 0 0,-1 0 0 0 0,0 0-1 0 0,1 1 1 0 0,-1-1 0 0 0,0 1 0 0 0,0-1 0 0 0,0 1 0 0 0,0 0 0 0 0,0-1 0 0 0,0 1-1 0 0,0 2 1 0 0,7 18 509 0 0,0 1-1 0 0,-2 0 1 0 0,0 1-1 0 0,4 45 0 0 0,-3 101 452 0 0,-7-116-841 0 0,7 71 6 0 0,-1 60 97 0 0,-7-156-2913 0 0,-2 0 0 0 0,-7 34 1 0 0,6-44-3535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9.4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10 161 4609 0 0,'-2'-3'186'0'0,"1"1"0"0"0,0-1 0 0 0,0 1 0 0 0,0-1-1 0 0,0 1 1 0 0,0-1 0 0 0,1 1 0 0 0,-1-1 0 0 0,1 0 0 0 0,0 0 0 0 0,0 1 0 0 0,0-1 0 0 0,0 0-1 0 0,0 1 1 0 0,0-1 0 0 0,2-5 0 0 0,0 0 1168 0 0,0-1 0 0 0,1 1-1 0 0,0 0 1 0 0,5-8 0 0 0,5 22 3912 0 0,6 10-4842 0 0,-5-3-117 0 0,-1 0 1 0 0,-1 0-1 0 0,-1 1 0 0 0,0 1 0 0 0,13 21 0 0 0,-15-20-301 0 0,1-1-1 0 0,1 0 1 0 0,1-1 0 0 0,17 17-1 0 0,192 184 52 0 0,-206-201-72 0 0,-7-6 20 0 0,1 1 1 0 0,0-1-1 0 0,0-1 1 0 0,1 0-1 0 0,0 0 1 0 0,17 8-1 0 0,-24-14 17 0 0,-1 0-1 0 0,1 0 0 0 0,0 0 1 0 0,0 0-1 0 0,0 0 0 0 0,0-1 1 0 0,0 1-1 0 0,0-1 1 0 0,0 0-1 0 0,0 0 0 0 0,0 0 1 0 0,0 0-1 0 0,0 0 1 0 0,0-1-1 0 0,0 1 0 0 0,0-1 1 0 0,0 0-1 0 0,0 0 1 0 0,0 0-1 0 0,0 0 0 0 0,0-1 1 0 0,-1 1-1 0 0,1-1 1 0 0,-1 0-1 0 0,1 0 0 0 0,-1 1 1 0 0,0-1-1 0 0,1-1 0 0 0,-1 1 1 0 0,3-4-1 0 0,18-23 142 0 0,5-8-44 0 0,2 1 0 0 0,50-44 0 0 0,12 6-55 0 0,-52 43-64 0 0,-1-1-1 0 0,45-49 1 0 0,7-8-75 0 0,-60 61-1731 0 0,0-2-3655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0.3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12 312 6913 0 0,'-2'-5'317'0'0,"0"0"0"0"0,0 0-1 0 0,1-1 1 0 0,-1 1-1 0 0,1-1 1 0 0,0 1 0 0 0,1-1-1 0 0,-1 1 1 0 0,1-1-1 0 0,1-7 1 0 0,-1 2 436 0 0,-1-1 59 0 0,1-1-1 0 0,1 1 1 0 0,0 0-1 0 0,0 0 1 0 0,2 0-1 0 0,-1 0 1 0 0,1 0-1 0 0,1 0 1 0 0,10-22-1 0 0,-10 28-663 0 0,-1-1 0 0 0,1 1-1 0 0,1 0 1 0 0,-1 1-1 0 0,1-1 1 0 0,0 1 0 0 0,0 0-1 0 0,1 0 1 0 0,-1 0-1 0 0,1 1 1 0 0,0 0 0 0 0,1 0-1 0 0,-1 0 1 0 0,0 1-1 0 0,1 0 1 0 0,0 0 0 0 0,0 1-1 0 0,8-2 1 0 0,-12 3-142 0 0,0 0 1 0 0,0 1-1 0 0,-1-1 1 0 0,1 1-1 0 0,0 0 1 0 0,0 0-1 0 0,0 0 0 0 0,0 0 1 0 0,0 0-1 0 0,0 1 1 0 0,0 0-1 0 0,-1-1 1 0 0,1 1-1 0 0,0 0 1 0 0,0 0-1 0 0,-1 1 1 0 0,1-1-1 0 0,-1 0 1 0 0,5 4-1 0 0,-3-2-4 0 0,-1 1-1 0 0,1 0 0 0 0,-1 0 1 0 0,0 0-1 0 0,0 0 1 0 0,0 0-1 0 0,-1 1 1 0 0,0-1-1 0 0,1 1 1 0 0,1 7-1 0 0,2 10-98 0 0,-1 0 1 0 0,-1 1-1 0 0,3 44 1 0 0,-7-60 47 0 0,3 154-161 0 0,-3-93 108 0 0,9 77 0 0 0,-9-143 122 0 0,0 1 1 0 0,0 0 0 0 0,1-1-1 0 0,-1 1 1 0 0,1 0 0 0 0,0-1-1 0 0,-1 1 1 0 0,1-1-1 0 0,0 1 1 0 0,1-1 0 0 0,-1 0-1 0 0,0 1 1 0 0,1-1 0 0 0,0 0-1 0 0,-1 0 1 0 0,1 0 0 0 0,0 0-1 0 0,0 0 1 0 0,0 0 0 0 0,0 0-1 0 0,3 1 1 0 0,-2-2 5 0 0,0 0 1 0 0,0-1-1 0 0,0 1 1 0 0,0-1-1 0 0,0 0 1 0 0,0 1-1 0 0,0-2 0 0 0,-1 1 1 0 0,1 0-1 0 0,0 0 1 0 0,0-1-1 0 0,0 0 0 0 0,0 1 1 0 0,0-1-1 0 0,0 0 1 0 0,-1 0-1 0 0,1-1 1 0 0,0 1-1 0 0,3-3 0 0 0,13-9 87 0 0,-1-1-1 0 0,-1-1 0 0 0,0 0 0 0 0,-1-1 1 0 0,26-34-1 0 0,-15 18-48 0 0,71-74-2847 0 0,-79 88-4564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0.6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46 5065 0 0,'-7'-8'88'0'0,"-20"-17"3644"0"0,25 24-2995 0 0,0-1-1 0 0,0 1 0 0 0,0 0 0 0 0,0 0 0 0 0,0 0 1 0 0,0 0-1 0 0,-1 0 0 0 0,1 0 0 0 0,0 0 0 0 0,0 1 1 0 0,-1-1-1 0 0,-3 1 0 0 0,16 11 3352 0 0,6 18-4048 0 0,-14-26 164 0 0,20 43-114 0 0,-1 0 1 0 0,-3 2 0 0 0,16 61-1 0 0,24 65-165 0 0,-48-152-76 0 0,0-1 0 0 0,2-1-1 0 0,0 1 1 0 0,1-2 0 0 0,30 35-1 0 0,-19-26-871 0 0,-9-8-3412 0 0,-14-17 3089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0.9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61 920 0 0,'-1'1'282'0'0,"0"0"-1"0"0,-1 0 1 0 0,1 0 0 0 0,-1 0-1 0 0,0-1 1 0 0,1 1-1 0 0,-1-1 1 0 0,1 1-1 0 0,-1-1 1 0 0,0 0 0 0 0,1 1-1 0 0,-1-1 1 0 0,0 0-1 0 0,-3-1 149 0 0,5 1-281 0 0,0 0-1 0 0,0-1 1 0 0,-1 1-1 0 0,1 0 1 0 0,0-1-1 0 0,0 1 0 0 0,0-1 1 0 0,-1 1-1 0 0,1-1 1 0 0,0 1-1 0 0,0 0 1 0 0,0-1-1 0 0,0 1 0 0 0,0-1 1 0 0,0 1-1 0 0,0-1 1 0 0,0 1-1 0 0,0 0 1 0 0,0-1-1 0 0,0 1 0 0 0,1-1 1 0 0,-1 1-1 0 0,0-1 1 0 0,0 1-1 0 0,0 0 0 0 0,0-1 1 0 0,1 1-1 0 0,-1-1 1 0 0,0 1-1 0 0,0 0 1 0 0,1-1-1 0 0,2-4 523 0 0,0 1 1 0 0,0 0-1 0 0,0 0 0 0 0,0 0 0 0 0,1 0 1 0 0,-1 1-1 0 0,1-1 0 0 0,5-3 0 0 0,-3 4-279 0 0,1 1 0 0 0,-1 0-1 0 0,1 0 1 0 0,0 0-1 0 0,0 0 1 0 0,-1 1 0 0 0,1 1-1 0 0,0-1 1 0 0,0 1-1 0 0,0 0 1 0 0,0 0 0 0 0,0 1-1 0 0,0 0 1 0 0,8 2 0 0 0,13 4-10 0 0,52 20 1 0 0,-79-27-381 0 0,29 11-489 0 0,1 2 0 0 0,-2 1 1 0 0,0 0-1 0 0,-1 3 0 0 0,39 28 0 0 0,-64-42 148 0 0,0 0 1 0 0,0 0-1 0 0,0 0 0 0 0,0 0 0 0 0,0 0 0 0 0,-1 1 1 0 0,4 6-1 0 0,0 7-4827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1.1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4 177 11058 0 0,'-2'-4'488'0'0,"1"1"105"0"0,1-1-473 0 0,0 1-120 0 0,1 1 0 0 0,1-2 0 0 0,0 1 896 0 0,1-6 160 0 0,4-3 32 0 0,2-4 9 0 0,1-1-561 0 0,3-1-120 0 0,2 1-16 0 0,12-6-3497 0 0,1 0-696 0 0,3 4-144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2.2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0 210 2304 0 0,'3'-6'657'0'0,"-1"0"0"0"0,1 0-1 0 0,0 0 1 0 0,0 0-1 0 0,1 0 1 0 0,6-7-1 0 0,-4 5 770 0 0,11-28 7563 0 0,0 0-4854 0 0,-15 33-4176 0 0,0 1 1 0 0,0 0-1 0 0,0 0 1 0 0,0-1-1 0 0,0 1 1 0 0,0 0-1 0 0,1 1 0 0 0,-1-1 1 0 0,1 0-1 0 0,-1 1 1 0 0,7-3-1 0 0,10-5-2677 0 0,38-21 0 0 0,-33 15-3071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2.8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5689 0 0,'29'-12'15068'0'0,"-27"13"-14553"0"0,9 6 2833 0 0,1 1-5682 0 0,0-1 2516 0 0,-1 2-1 0 0,-1 0 1 0 0,0 0-1 0 0,13 14 1 0 0,-15-13-221 0 0,1-1 0 0 0,0 0 0 0 0,0-1 0 0 0,1 0 0 0 0,0-1 0 0 0,14 8 0 0 0,-8-8 19 0 0,0 0 0 0 0,1-1 0 0 0,0-1-1 0 0,17 2 1 0 0,9-1-2745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8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83 172 456 0 0,'-7'4'718'0'0,"0"0"0"0"0,1 0 0 0 0,-1 1 1 0 0,1 0-1 0 0,1 0 0 0 0,-1 1 0 0 0,1 0 0 0 0,-1 0 0 0 0,2 0 0 0 0,-9 13 0 0 0,3-5 1953 0 0,61-78 6068 0 0,7 0-6392 0 0,-43 50-2535 0 0,1 0-1 0 0,0 1 0 0 0,1 1 0 0 0,0 1 1 0 0,0 0-1 0 0,31-13 0 0 0,-6 5-6079 0 0,-21 10 3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9.2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34 267 3225 0 0,'-6'-12'1168'0'0,"0"2"145"0"0,1 0-1 0 0,1 0 1 0 0,-6-19-1 0 0,9 24-950 0 0,0 0 0 0 0,1 0 0 0 0,0 0-1 0 0,0 0 1 0 0,0 1 0 0 0,0-1 0 0 0,1 0 0 0 0,-1 0 0 0 0,1 0 0 0 0,1 0 0 0 0,2-8 0 0 0,1 1 281 0 0,-1 1 0 0 0,2 0 0 0 0,0 0 1 0 0,0 0-1 0 0,1 1 0 0 0,0 0 0 0 0,1 0 1 0 0,8-9-1 0 0,-14 17-569 0 0,1 0 0 0 0,-1 0 0 0 0,1 0 0 0 0,-1 0 0 0 0,1 0 0 0 0,0 1 0 0 0,-1-1 0 0 0,1 1 0 0 0,0-1 0 0 0,0 1 0 0 0,0 0-1 0 0,0 0 1 0 0,0 1 0 0 0,0-1 0 0 0,1 1 0 0 0,-1-1 0 0 0,0 1 0 0 0,0 0 0 0 0,0 0 0 0 0,0 0 0 0 0,1 1 0 0 0,-1-1 0 0 0,0 1 0 0 0,0 0 0 0 0,0 0 0 0 0,0 0 0 0 0,0 0 0 0 0,0 0 0 0 0,0 0 0 0 0,-1 1 0 0 0,1 0 0 0 0,0-1 0 0 0,-1 1 0 0 0,1 0 0 0 0,-1 0 0 0 0,3 3-1 0 0,2 2-60 0 0,-1 0-1 0 0,0 1 0 0 0,-1-1 0 0 0,1 1 0 0 0,-1 0 0 0 0,-1 1 0 0 0,0-1 0 0 0,0 1 0 0 0,0 0 0 0 0,-1 0 0 0 0,0 0 0 0 0,-1 0 0 0 0,0 0 1 0 0,0 12-1 0 0,2 18-104 0 0,-2 1 1 0 0,-4 42 0 0 0,1-50-61 0 0,0 11 133 0 0,-1-7 27 0 0,5 64 1 0 0,-3-100-1 0 0,0 0-1 0 0,0 1 1 0 0,0-1 0 0 0,0 0 0 0 0,0 0 0 0 0,0 0 0 0 0,0 1 0 0 0,0-1-1 0 0,0 0 1 0 0,0 0 0 0 0,1 1 0 0 0,-1-1 0 0 0,0 0 0 0 0,0 0 0 0 0,0 0-1 0 0,0 1 1 0 0,0-1 0 0 0,0 0 0 0 0,0 0 0 0 0,1 0 0 0 0,-1 0 0 0 0,0 1-1 0 0,0-1 1 0 0,0 0 0 0 0,1 0 0 0 0,-1 0 0 0 0,0 0 0 0 0,0 0 0 0 0,0 1-1 0 0,1-1 1 0 0,-1 0 0 0 0,0 0 0 0 0,0 0 0 0 0,0 0 0 0 0,1 0 0 0 0,-1 0-1 0 0,0 0 1 0 0,0 0 0 0 0,1 0 0 0 0,-1 0 0 0 0,0 0 0 0 0,0 0 0 0 0,0 0-1 0 0,1 0 1 0 0,-1 0 0 0 0,13-9 152 0 0,10-15-39 0 0,-23 23-115 0 0,35-45 8 0 0,25-28 3 0 0,-51 65-784 0 0,1 0-1 0 0,-1 1 1 0 0,12-8 0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9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46 9674 0 0,'-3'-3'399'0'0,"0"0"0"0"0,0 0 0 0 0,0 0-1 0 0,0 0 1 0 0,0 0 0 0 0,1 0 0 0 0,-1-1 0 0 0,-12-17 8206 0 0,22 67-7329 0 0,13 2-1068 0 0,43 78 0 0 0,10 23-233 0 0,-37-50-21 0 0,-20-50-1081 0 0,27 55 1 0 0,-29-83-1808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9.8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35 238 1376 0 0,'-9'-23'1238'0'0,"1"-1"-1"0"0,-6-30 1 0 0,13 48-474 0 0,0-1 0 0 0,0 0 0 0 0,0 0 0 0 0,1 1 1 0 0,0-1-1 0 0,0 0 0 0 0,1 1 0 0 0,0-1 0 0 0,0 0 1 0 0,1 1-1 0 0,-1-1 0 0 0,1 1 0 0 0,4-9 0 0 0,-3 12-470 0 0,-1 0-1 0 0,1 0 0 0 0,-1 0 1 0 0,1 1-1 0 0,0-1 0 0 0,0 1 0 0 0,0 0 1 0 0,0 0-1 0 0,0 0 0 0 0,1 0 1 0 0,-1 1-1 0 0,1-1 0 0 0,-1 1 0 0 0,1 0 1 0 0,-1 0-1 0 0,1 0 0 0 0,0 0 1 0 0,-1 1-1 0 0,1 0 0 0 0,0-1 1 0 0,7 2-1 0 0,7-1-55 0 0,0 2 1 0 0,1 0 0 0 0,17 4-1 0 0,-12 0-183 0 0,-1 1 0 0 0,0 2-1 0 0,0 0 1 0 0,-1 1 0 0 0,0 1-1 0 0,20 13 1 0 0,-1 4-206 0 0,74 63 1 0 0,-108-84-364 0 0,1 0 0 0 0,-1 1 0 0 0,-1-1 0 0 0,1 1 0 0 0,-1 1 0 0 0,-1-1 0 0 0,1 1 1 0 0,4 13-1 0 0,-4-3-1021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0.0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1 379 7370 0 0,'1'-2'619'0'0,"-1"0"1"0"0,1 0 0 0 0,0 0 0 0 0,0 0 0 0 0,0 0 0 0 0,0 0 0 0 0,0 0 0 0 0,1 0-1 0 0,-1 0 1 0 0,0 1 0 0 0,3-3 0 0 0,-1 0-122 0 0,29-39 2847 0 0,44-45 1 0 0,110-90-5236 0 0,-143 137 931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1.4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85 93 4145 0 0,'-57'-4'6377'0'0,"29"-1"4288"0"0,89-5-9381 0 0,64-21-1 0 0,-37 9-2295 0 0,1 5-5025 0 0,-64 13-1146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1.8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34 5985 0 0,'0'-1'408'0'0,"0"0"-1"0"0,0-1 0 0 0,0 1 1 0 0,1 0-1 0 0,-1 0 0 0 0,0 0 1 0 0,10-13 5702 0 0,-9 13-5703 0 0,1 0 0 0 0,2-1-2 0 0,-1 1-1 0 0,0 0 1 0 0,1 0-1 0 0,-1 0 0 0 0,0 0 1 0 0,1 0-1 0 0,-1 1 0 0 0,4-1 1 0 0,3 1-238 0 0,-1 0 0 0 0,0 0 1 0 0,1 1-1 0 0,-1 0 0 0 0,13 4 0 0 0,-17-3-147 0 0,0-1-1 0 0,-1 1 0 0 0,1 1 1 0 0,-1-1-1 0 0,1 1 0 0 0,-1-1 1 0 0,0 1-1 0 0,0 0 0 0 0,0 1 1 0 0,0-1-1 0 0,0 1 0 0 0,-1 0 1 0 0,0-1-1 0 0,5 8 0 0 0,-4-4 2 0 0,0 1 0 0 0,-1 0 0 0 0,0-1 0 0 0,0 2 0 0 0,0-1 0 0 0,-1 0 0 0 0,2 17 0 0 0,-2 4 37 0 0,-1 1 1 0 0,-2 0 0 0 0,-7 52 0 0 0,8-81-58 0 0,-5 31 115 0 0,2-17 49 0 0,1 1-1 0 0,0 0 0 0 0,1 0 0 0 0,1 0 0 0 0,0 0 0 0 0,4 21 0 0 0,-4-36-150 0 0,0 0-1 0 0,1 0 0 0 0,-1 0 0 0 0,1 0 0 0 0,-1 0 0 0 0,1 0 0 0 0,-1 0 1 0 0,1 0-1 0 0,0 0 0 0 0,-1-1 0 0 0,1 1 0 0 0,0 0 0 0 0,0 0 0 0 0,-1-1 0 0 0,1 1 1 0 0,0 0-1 0 0,0-1 0 0 0,0 1 0 0 0,0-1 0 0 0,0 1 0 0 0,0-1 0 0 0,0 1 0 0 0,0-1 1 0 0,0 0-1 0 0,0 1 0 0 0,0-1 0 0 0,0 0 0 0 0,0 0 0 0 0,1 0 0 0 0,-1 0 1 0 0,0 0-1 0 0,0 0 0 0 0,0 0 0 0 0,0 0 0 0 0,0-1 0 0 0,0 1 0 0 0,0 0 0 0 0,0-1 1 0 0,0 1-1 0 0,0-1 0 0 0,2 0 0 0 0,7-3 137 0 0,0 0-1 0 0,-1-1 1 0 0,13-8 0 0 0,-14 8-115 0 0,51-31-504 0 0,-39 21-67 0 0,1 2 0 0 0,1 1 1 0 0,0 0-1 0 0,1 2 0 0 0,32-10 1 0 0,-35 14-1511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2.3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78 4609 0 0,'-10'-40'3044'0'0,"-4"3"7097"0"0,17 61-6510 0 0,-6 25-3157 0 0,1-25-79 0 0,-11 675-53 0 0,15-679-598 0 0,-1 3 410 0 0,-2 41 1 0 0,0-57-710 0 0,0 0 1 0 0,0-1-1 0 0,-1 1 0 0 0,1 0 1 0 0,-2-1-1 0 0,-2 8 1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2.6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96 2793 0 0,'-13'-26'1759'0'0,"10"20"-938"0"0,0 0 0 0 0,0 0-1 0 0,0 0 1 0 0,0-1 0 0 0,1 1 0 0 0,0-1 0 0 0,5-18 5537 0 0,-2 25-6190 0 0,16 3 2007 0 0,13 12-759 0 0,-10 1-958 0 0,-1 0 0 0 0,-1 0 0 0 0,-1 2 0 0 0,26 33 0 0 0,13 14-89 0 0,-21-30-255 0 0,93 105 280 0 0,-113-122-541 0 0,-2 1 0 0 0,-1 0 0 0 0,0 0 0 0 0,-1 1 0 0 0,-1 1 0 0 0,9 26 0 0 0,-12-13-2736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2.7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58 199 6913 0 0,'-22'1'1361'0'0,"19"-1"-822"0"0,1 1 0 0 0,0-1-1 0 0,-1 0 1 0 0,1 0 0 0 0,-1 0-1 0 0,1 0 1 0 0,-1 0-1 0 0,1 0 1 0 0,-1-1 0 0 0,1 1-1 0 0,0-1 1 0 0,-4-1 0 0 0,5 1-381 0 0,2 1 0 0 0,-1-1 0 0 0,0 1 0 0 0,0-1 0 0 0,0 1 0 0 0,0-1 0 0 0,0 0 0 0 0,0 1 0 0 0,1-1 0 0 0,-1 1 0 0 0,0-1 1 0 0,0 1-1 0 0,1-1 0 0 0,-1 1 0 0 0,0 0 0 0 0,1-1 0 0 0,-1 1 0 0 0,0-1 0 0 0,1 1 0 0 0,-1 0 0 0 0,1-1 0 0 0,-1 1 0 0 0,1 0 1 0 0,-1-1-1 0 0,0 1 0 0 0,2-1 0 0 0,15-11 677 0 0,-15 11-452 0 0,62-44 1396 0 0,96-62-2898 0 0,-129 88-6557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7.5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0 102 4609 0 0,'8'-37'3715'0'0,"2"-4"-58"0"0,-14 18 1642 0 0,6 37-551 0 0,-2 24-3828 0 0,0-1-783 0 0,18 164 306 0 0,1 7-398 0 0,-16 40 24 0 0,-4-124-71 0 0,21 177-1 0 0,-11-246-47 0 0,1 4-692 0 0,-6-19-5333 0 0,0-13-1133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8.2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168 1 5529 0 0,'-4'0'184'0'0,"0"1"0"0"0,0 0 0 0 0,0 0 0 0 0,0 0-1 0 0,0 0 1 0 0,0 1 0 0 0,1-1 0 0 0,-1 1 0 0 0,0 0 0 0 0,-4 3-1 0 0,-38 30 3130 0 0,26-19-1797 0 0,11-9-536 0 0,-22 15 1076 0 0,30-21-1899 0 0,0 0 0 0 0,0 0 0 0 0,0 0 0 0 0,0 0 0 0 0,0 0 0 0 0,0 0 0 0 0,0 0 0 0 0,1 0 0 0 0,-1 0 0 0 0,0 0 0 0 0,0 0 0 0 0,1 1 0 0 0,-1-1 0 0 0,1 0 0 0 0,-1 0 0 0 0,1 1 0 0 0,0-1 0 0 0,-1 0 0 0 0,1 3 0 0 0,0-3-70 0 0,1 0 1 0 0,-1 0-1 0 0,1 0 1 0 0,0 0-1 0 0,-1 0 1 0 0,1 0-1 0 0,0 0 1 0 0,0-1-1 0 0,-1 1 1 0 0,1 0-1 0 0,0 0 1 0 0,0 0-1 0 0,0-1 1 0 0,0 1-1 0 0,0-1 1 0 0,0 1-1 0 0,0-1 1 0 0,0 1-1 0 0,2 0 1 0 0,26 8 406 0 0,-16-6-339 0 0,43 13 156 0 0,-40-13-365 0 0,0 1 0 0 0,-1 1 0 0 0,1 0 0 0 0,-1 1 0 0 0,-1 1 0 0 0,1 0 0 0 0,-1 1 0 0 0,19 13 0 0 0,-31-19 28 0 0,-1 0 0 0 0,1 0 0 0 0,0 1 1 0 0,-1-1-1 0 0,0 0 0 0 0,1 0 0 0 0,-1 1 0 0 0,0-1 0 0 0,0 1 0 0 0,-1-1 0 0 0,1 1 0 0 0,0-1 0 0 0,-1 1 0 0 0,1 0 0 0 0,-1-1 0 0 0,0 1 0 0 0,0 0 0 0 0,0-1 0 0 0,0 1 0 0 0,-1 0 0 0 0,1-1 0 0 0,-1 1 0 0 0,1-1 0 0 0,-1 1 0 0 0,0-1 0 0 0,0 1 0 0 0,0-1 0 0 0,-2 4 0 0 0,-4 8-15 0 0,-2 0 1 0 0,1 0-1 0 0,-16 19 1 0 0,14-20-18 0 0,-49 61 54 0 0,36-46-154 0 0,1 0 0 0 0,1 2 1 0 0,-26 48-1 0 0,46-77 127 0 0,0 1 0 0 0,0 0 0 0 0,0-1-1 0 0,0 1 1 0 0,1 0 0 0 0,-1 0 0 0 0,0-1 0 0 0,1 1 0 0 0,0 0-1 0 0,-1 0 1 0 0,1 0 0 0 0,0 0 0 0 0,0 0 0 0 0,0-1 0 0 0,0 1 0 0 0,1 0-1 0 0,-1 0 1 0 0,0 0 0 0 0,1 0 0 0 0,-1 0 0 0 0,2 1 0 0 0,-1-1 10 0 0,0-1 0 0 0,0 0 1 0 0,1 0-1 0 0,-1 0 1 0 0,0 0-1 0 0,1 0 0 0 0,-1 0 1 0 0,1 0-1 0 0,-1 0 1 0 0,1 0-1 0 0,-1-1 1 0 0,1 1-1 0 0,0-1 0 0 0,-1 1 1 0 0,1-1-1 0 0,0 0 1 0 0,0 0-1 0 0,2 0 0 0 0,11 0-10 0 0,0 0 0 0 0,-1-2-1 0 0,1 0 1 0 0,17-5 0 0 0,-19 4 65 0 0,-8 2-44 0 0,-1 0-1 0 0,1 1 1 0 0,-1-1-1 0 0,1 1 1 0 0,0 0 0 0 0,7 0-1 0 0,-11 0 17 0 0,-1 1 1 0 0,1-1-1 0 0,-1 0 0 0 0,1 0 1 0 0,-1 0-1 0 0,1 1 0 0 0,-1-1 0 0 0,1 0 1 0 0,0 1-1 0 0,-1-1 0 0 0,0 0 1 0 0,1 1-1 0 0,-1-1 0 0 0,1 0 0 0 0,-1 1 1 0 0,1-1-1 0 0,-1 1 0 0 0,0-1 1 0 0,1 1-1 0 0,-1-1 0 0 0,0 1 0 0 0,1 0 1 0 0,-1 0 17 0 0,0 1 0 0 0,0-1 0 0 0,0 0 0 0 0,0 0 0 0 0,0 1 0 0 0,0-1 0 0 0,0 0 0 0 0,0 1 0 0 0,0-1 0 0 0,-1 0 0 0 0,1 0 0 0 0,-1 1 0 0 0,1-1 0 0 0,-2 2 0 0 0,-8 17 186 0 0,-1 0-1 0 0,-2-1 1 0 0,-23 29-1 0 0,24-32-7 0 0,0-1 0 0 0,0 2-1 0 0,2 0 1 0 0,0 0 0 0 0,-10 24 0 0 0,19-39-201 0 0,0 1 0 0 0,1-1 0 0 0,-1 1 0 0 0,1 0 0 0 0,-1-1 0 0 0,1 1 0 0 0,0 0 1 0 0,0-1-1 0 0,0 1 0 0 0,0 0 0 0 0,0 0 0 0 0,1-1 0 0 0,-1 1 0 0 0,1 0 0 0 0,-1-1 0 0 0,1 1 1 0 0,0-1-1 0 0,0 1 0 0 0,1-1 0 0 0,-1 1 0 0 0,0-1 0 0 0,1 0 0 0 0,-1 0 0 0 0,1 0 0 0 0,0 0 0 0 0,0 0 1 0 0,0 0-1 0 0,0 0 0 0 0,0 0 0 0 0,0-1 0 0 0,0 1 0 0 0,1-1 0 0 0,2 2 0 0 0,8 3-533 0 0,0 0-1 0 0,-1-1 1 0 0,2-1-1 0 0,-1 0 0 0 0,16 2 1 0 0,-12-2-601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8.4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1 8290 0 0,'-3'14'700'0'0,"1"0"1"0"0,0 0-1 0 0,2 0 0 0 0,-1 0 1 0 0,2 1-1 0 0,0-1 1 0 0,0 0-1 0 0,7 24 1 0 0,-1 7 720 0 0,2 45 743 0 0,-4 0 0 0 0,-8 106-1 0 0,-43 178-4815 0 0,42-351 280 0 0,-1-2-4140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9.0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62 7370 0 0,'163'-10'7905'0'0,"-3"-13"-3925"0"0,15 0-1782 0 0,-144 20-2014 0 0,1 1 0 0 0,-1 2 0 0 0,1 1 0 0 0,-1 2 1 0 0,55 11-1 0 0,-68-10-543 0 0,-1 2 1 0 0,0 0-1 0 0,0 1 1 0 0,28 15 0 0 0,-35-15-684 0 0,1 0 0 0 0,-1 1-1 0 0,0 0 1 0 0,0 0 0 0 0,-1 1 0 0 0,0 1 0 0 0,11 14 0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9.3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1 6449 0 0,'0'0'499'0'0,"-14"16"5062"0"0,3-1-4415 0 0,2 1 0 0 0,-1 0 0 0 0,2 1 0 0 0,-13 35 0 0 0,13-23-557 0 0,0 0 0 0 0,-5 44 0 0 0,7 0-495 0 0,4 119 0 0 0,30 127 363 0 0,-7-116-2047 0 0,-14-68-3597 0 0,-7-85-789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9.8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7 3681 0 0,'-10'-7'14346'0'0,"11"33"-13988"0"0,-2-21-325 0 0,1 0-1 0 0,0 0 1 0 0,0 0-1 0 0,0 0 0 0 0,0 0 1 0 0,1 0-1 0 0,0 0 1 0 0,0 0-1 0 0,0 0 1 0 0,1 0-1 0 0,0 0 1 0 0,0-1-1 0 0,0 1 1 0 0,0-1-1 0 0,1 1 0 0 0,-1-1 1 0 0,7 7-1 0 0,-2-5-49 0 0,-1 0-1 0 0,1 0 0 0 0,-1 0 0 0 0,-1 1 0 0 0,1 0 0 0 0,-1 0 1 0 0,0 1-1 0 0,-1-1 0 0 0,1 1 0 0 0,3 12 0 0 0,-5-15 75 0 0,-1 1 1 0 0,0 0-1 0 0,0 0 0 0 0,0 0 0 0 0,-1 1 0 0 0,0-1 0 0 0,0 0 1 0 0,0 0-1 0 0,-1 1 0 0 0,0-1 0 0 0,-1 0 0 0 0,1 1 0 0 0,-1-1 0 0 0,0 0 1 0 0,-1 0-1 0 0,1 1 0 0 0,-1-1 0 0 0,0 0 0 0 0,-5 8 0 0 0,-13 26 102 0 0,13-27-34 0 0,0 0 0 0 0,1 1 0 0 0,0 0 0 0 0,-6 26 0 0 0,11-39-115 0 0,1-1-1 0 0,0 1 0 0 0,0 0 1 0 0,0 0-1 0 0,0 0 0 0 0,0 0 0 0 0,0 0 1 0 0,0-1-1 0 0,0 1 0 0 0,1 0 1 0 0,-1 0-1 0 0,0 0 0 0 0,0 0 1 0 0,1-1-1 0 0,-1 1 0 0 0,0 0 0 0 0,1 0 1 0 0,-1 0-1 0 0,1-1 0 0 0,-1 1 1 0 0,1 0-1 0 0,-1-1 0 0 0,1 1 0 0 0,0 0 1 0 0,-1-1-1 0 0,1 1 0 0 0,0-1 1 0 0,-1 1-1 0 0,1-1 0 0 0,0 0 1 0 0,0 1-1 0 0,-1-1 0 0 0,1 1 0 0 0,0-1 1 0 0,0 0-1 0 0,0 0 0 0 0,0 0 1 0 0,-1 1-1 0 0,1-1 0 0 0,0 0 1 0 0,0 0-1 0 0,0 0 0 0 0,0 0 0 0 0,0 0 1 0 0,-1-1-1 0 0,1 1 0 0 0,0 0 1 0 0,1-1-1 0 0,8 0-71 0 0,-1-1 0 0 0,1 0 0 0 0,12-4 0 0 0,-13 3-46 0 0,-5 1 35 0 0,1 1 0 0 0,-1 0 0 0 0,1 0-1 0 0,-1 1 1 0 0,1-1 0 0 0,-1 1-1 0 0,1 0 1 0 0,-1 0 0 0 0,0 1-1 0 0,1-1 1 0 0,5 2 0 0 0,-8-1 26 0 0,0 0-1 0 0,-1 0 1 0 0,0 0 0 0 0,1 0 0 0 0,-1 0 0 0 0,1 0-1 0 0,-1 0 1 0 0,0 1 0 0 0,0-1 0 0 0,0 0 0 0 0,0 1-1 0 0,0-1 1 0 0,0 1 0 0 0,0-1 0 0 0,0 1 0 0 0,0-1 0 0 0,-1 1-1 0 0,1 0 1 0 0,-1 0 0 0 0,1-1 0 0 0,-1 1 0 0 0,0 0-1 0 0,0-1 1 0 0,0 1 0 0 0,1 0 0 0 0,-2 0 0 0 0,1-1-1 0 0,0 1 1 0 0,0 0 0 0 0,0 0 0 0 0,-2 2 0 0 0,0 8 96 0 0,-2 0 0 0 0,1-1 0 0 0,-2 0 0 0 0,1 0 1 0 0,-2 0-1 0 0,1 0 0 0 0,-1-1 0 0 0,-13 17 1 0 0,11-17-141 0 0,1 1 1 0 0,0 1-1 0 0,1-1 0 0 0,0 1 1 0 0,1 0-1 0 0,-7 22 1 0 0,11-32-63 0 0,1 0 0 0 0,-1-1-1 0 0,1 1 1 0 0,0 0 0 0 0,0 0 0 0 0,-1-1 0 0 0,1 1 0 0 0,1 0 0 0 0,-1 0 0 0 0,0 0-1 0 0,0-1 1 0 0,1 1 0 0 0,-1 0 0 0 0,1-1 0 0 0,-1 1 0 0 0,1 0 0 0 0,0-1-1 0 0,0 1 1 0 0,0-1 0 0 0,-1 1 0 0 0,2-1 0 0 0,0 2 0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0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7370 0 0,'15'39'2268'0'0,"-2"0"1"0"0,-2 0-1 0 0,11 67 1 0 0,3 125 2540 0 0,-24-215-4703 0 0,0 242 1664 0 0,-4-120-3800 0 0,3-113-5554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0.6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104 60 4145 0 0,'-11'-4'908'0'0,"1"0"0"0"0,-1 0 0 0 0,1-1 0 0 0,0 0 0 0 0,0-1 0 0 0,0 0 0 0 0,1-1 0 0 0,-13-11 0 0 0,64 17 2274 0 0,77 6-718 0 0,56 4-897 0 0,-140-5-2366 0 0,0 1 0 0 0,-1 2-1 0 0,36 12 1 0 0,-61-16 373 0 0,1 0 0 0 0,-1-1 1 0 0,16 2-1 0 0,-1-4-3900 0 0,-10-1-113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0.9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1 920 0 0,'-12'6'14986'0'0,"9"0"-14533"0"0,1 0 0 0 0,1 0 0 0 0,-1 0-1 0 0,1 0 1 0 0,0 1 0 0 0,0-1 0 0 0,1 1 0 0 0,0-1-1 0 0,0 0 1 0 0,0 1 0 0 0,2 8 0 0 0,4 12 175 0 0,12 38 0 0 0,2 15-539 0 0,-6 36-89 0 0,-4 211 0 0 0,-4-43 0 0 0,21-48 155 0 0,-11-121-102 0 0,-15-109-384 0 0,0 0 1 0 0,-1-1 0 0 0,0 1-1 0 0,0 0 1 0 0,0 0-1 0 0,-1-1 1 0 0,0 1-1 0 0,-2 8 1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1.4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0 3225 0 0,'0'0'115'0'0,"0"0"0"0"0,-1 0 0 0 0,1 0 0 0 0,0 0 1 0 0,-1 1-1 0 0,1-1 0 0 0,0 0 0 0 0,-1 0 0 0 0,1 0 0 0 0,0 0 1 0 0,-1 0-1 0 0,1 1 0 0 0,0-1 0 0 0,-1 0 0 0 0,1 0 0 0 0,0 1 1 0 0,-1-1-1 0 0,1 0 0 0 0,0 0 0 0 0,0 1 0 0 0,0-1 1 0 0,-1 0-1 0 0,1 1 0 0 0,0-1 0 0 0,0 0 0 0 0,0 1 0 0 0,0-1 1 0 0,-1 1-1 0 0,1-1 0 0 0,0 0 0 0 0,0 1 0 0 0,0-1 0 0 0,0 0 1 0 0,0 1-1 0 0,0-1 0 0 0,0 0 0 0 0,0 1 0 0 0,12 13 3908 0 0,-8-11-3423 0 0,-1-1 0 0 0,1 1 1 0 0,0-1-1 0 0,0 0 0 0 0,0 0 0 0 0,1-1 0 0 0,4 2 0 0 0,30-3 1790 0 0,-28 0-2230 0 0,1 0 0 0 0,-1 0-1 0 0,16 3 1 0 0,-25-3-200 0 0,0 0 0 0 0,0 1-1 0 0,0-1 1 0 0,0 1-1 0 0,0 0 1 0 0,0-1 0 0 0,0 1-1 0 0,-1 0 1 0 0,1 0 0 0 0,0 0-1 0 0,0 1 1 0 0,-1-1-1 0 0,1 0 1 0 0,-1 1 0 0 0,1-1-1 0 0,-1 1 1 0 0,1-1 0 0 0,-1 1-1 0 0,0 0 1 0 0,0-1-1 0 0,0 1 1 0 0,0 0 0 0 0,1 3-1 0 0,-1-2-25 0 0,-1 1 0 0 0,1 0-1 0 0,-1 0 1 0 0,0 0 0 0 0,0 0-1 0 0,0 0 1 0 0,-1 0 0 0 0,1-1-1 0 0,-1 1 1 0 0,0 0 0 0 0,-2 5-1 0 0,-19 45-570 0 0,17-42 453 0 0,2-6 104 0 0,-4 9-74 0 0,0 1 0 0 0,1 0 0 0 0,1 0-1 0 0,-6 29 1 0 0,11-42 187 0 0,-1 1 0 0 0,1 0 0 0 0,0-1 0 0 0,0 1 0 0 0,0-1 0 0 0,0 1 0 0 0,0-1 0 0 0,1 1-1 0 0,0-1 1 0 0,0 1 0 0 0,0-1 0 0 0,0 1 0 0 0,0-1 0 0 0,1 0 0 0 0,-1 0 0 0 0,1 1 0 0 0,0-1 0 0 0,0 0 0 0 0,0-1-1 0 0,0 1 1 0 0,1 0 0 0 0,-1-1 0 0 0,1 1 0 0 0,0-1 0 0 0,-1 0 0 0 0,1 1 0 0 0,0-2 0 0 0,6 4 0 0 0,-6-3 11 0 0,10 4-458 0 0,-1 0 0 0 0,0 1 0 0 0,-1 0-1 0 0,0 0 1 0 0,12 12 0 0 0,-20-17 368 0 0,-1 1 1 0 0,0-1-1 0 0,1 1 0 0 0,-1 0 0 0 0,0 0 1 0 0,-1 0-1 0 0,1 0 0 0 0,0 0 1 0 0,-1 0-1 0 0,0 0 0 0 0,0 1 1 0 0,0-1-1 0 0,0 0 0 0 0,0 1 1 0 0,0-1-1 0 0,-1 1 0 0 0,0-1 0 0 0,0 1 1 0 0,0-1-1 0 0,0 1 0 0 0,0-1 1 0 0,-1 1-1 0 0,0-1 0 0 0,1 0 1 0 0,-3 6-1 0 0,-3 4 522 0 0,0 0 0 0 0,0-1 0 0 0,-1 0-1 0 0,-1 0 1 0 0,0-1 0 0 0,-12 13 0 0 0,-14 22-829 0 0,30-37-2630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2.1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1386 1 5065 0 0,'-1'3'541'0'0,"0"0"0"0"0,0 1 0 0 0,-1-1 0 0 0,1 0 0 0 0,-1 0 0 0 0,1 0 0 0 0,-4 4 0 0 0,-9 20 2367 0 0,9-6-2062 0 0,1 0 0 0 0,1 1 0 0 0,1-1-1 0 0,1 1 1 0 0,1-1 0 0 0,3 26 0 0 0,25 132 966 0 0,-3-33-201 0 0,-14 53-663 0 0,-11-136-944 0 0,3-1 0 0 0,19 101 0 0 0,56 166 28 0 0,-77-325-118 0 0,0 1 0 0 0,-1-1 0 0 0,1 0 0 0 0,-1 0 0 0 0,0 0 1 0 0,0 0-1 0 0,-2 7 0 0 0,2-10 109 0 0,0 0 0 0 0,0-1 0 0 0,-1 1 1 0 0,1-1-1 0 0,0 1 0 0 0,-1 0 0 0 0,1-1 0 0 0,0 1 1 0 0,-1-1-1 0 0,1 1 0 0 0,0 0 0 0 0,-1-1 0 0 0,1 1 0 0 0,-1-1 1 0 0,1 0-1 0 0,-1 1 0 0 0,1-1 0 0 0,-1 1 0 0 0,0-1 1 0 0,1 0-1 0 0,-2 1 0 0 0,1-1-23 0 0,-1 0 1 0 0,1 0-1 0 0,0 0 0 0 0,0 0 1 0 0,-1 0-1 0 0,1 0 0 0 0,0 0 1 0 0,0-1-1 0 0,-1 1 1 0 0,1 0-1 0 0,0-1 0 0 0,0 1 1 0 0,0-1-1 0 0,0 0 0 0 0,-1 1 1 0 0,0-2-1 0 0,-14-8-8 0 0,11 6-5 0 0,0 0-1 0 0,0 0 1 0 0,-1 1-1 0 0,0 0 1 0 0,1 0-1 0 0,-1 1 1 0 0,0-1-1 0 0,0 1 1 0 0,0 0-1 0 0,0 1 1 0 0,-1 0-1 0 0,1 0 1 0 0,0 0-1 0 0,-1 0 1 0 0,1 1-1 0 0,-12 1 1 0 0,12 0 7 0 0,-23 4 60 0 0,-1-2 0 0 0,0-1 1 0 0,0-1-1 0 0,0-1 0 0 0,-54-8 1 0 0,-84-36-183 0 0,-6-1-317 0 0,147 40 410 0 0,-1 1 0 0 0,0 2 1 0 0,0 1-1 0 0,-42 3 0 0 0,20 5 211 0 0,-63 17 0 0 0,67-13 118 0 0,-86 10-1 0 0,121-20-323 0 0,0-2 0 0 0,1 1 1 0 0,-1-2-1 0 0,1 1 0 0 0,-1-1 1 0 0,1-1-1 0 0,0 0 0 0 0,0-1 1 0 0,0 1-1 0 0,0-2 0 0 0,1 0 1 0 0,-1 0-1 0 0,1 0 0 0 0,0-1 1 0 0,-14-13-1 0 0,16 12-593 0 0,-1 0-1 0 0,1-1 1 0 0,0 1 0 0 0,1-2 0 0 0,0 1-1 0 0,0-1 1 0 0,1 0 0 0 0,0 0-1 0 0,0 0 1 0 0,-2-11 0 0 0,0-1-1392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2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159 105 456 0 0,'-4'-3'182'0'0,"1"1"1"0"0,-1 0-1 0 0,1-1 0 0 0,-1 2 1 0 0,0-1-1 0 0,0 0 0 0 0,0 1 1 0 0,0 0-1 0 0,0 0 0 0 0,0 0 0 0 0,0 0 1 0 0,-1 1-1 0 0,-5 0 0 0 0,-56 2 2124 0 0,57-1-2254 0 0,-13 1 2684 0 0,38-9-518 0 0,33-5-1054 0 0,0 1 0 0 0,1 3 0 0 0,0 1 1 0 0,69 2-1 0 0,266-19 3697 0 0,-285 14-4970 0 0,1 5-1 0 0,101 7 1 0 0,-155 0 31 0 0,66-4-415 0 0,-31 0-4409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3.2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 1 6913 0 0,'-19'7'13842'0'0,"57"419"-11096"0"0,-14-163-2693 0 0,22 151 35 0 0,-39-378-50 0 0,-4-23-80 0 0,0 0 1 0 0,-1 1-1 0 0,-1 0 1 0 0,0-1-1 0 0,0 1 1 0 0,-3 25-1 0 0,-2-34-984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3.8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600 13 2761 0 0,'-8'-2'577'0'0,"1"1"1"0"0,-1 0 0 0 0,0 0 0 0 0,1 1 0 0 0,-1 0 0 0 0,0 0 0 0 0,-14 3 0 0 0,-55 15 3925 0 0,48-9-4043 0 0,1-2 61 0 0,0 1 1 0 0,1 2 0 0 0,0 1 0 0 0,1 1 0 0 0,0 1 0 0 0,-38 27-1 0 0,48-28-250 0 0,1 1-1 0 0,0 0 0 0 0,1 1 0 0 0,1 0 1 0 0,0 2-1 0 0,1-1 0 0 0,0 1 0 0 0,2 1 1 0 0,0 0-1 0 0,-13 29 0 0 0,16-28-218 0 0,0 0 0 0 0,1 0 1 0 0,1 0-1 0 0,1 1 0 0 0,0-1 0 0 0,2 1 1 0 0,0 0-1 0 0,1 0 0 0 0,1 0 0 0 0,0 0 0 0 0,2 0 1 0 0,0 0-1 0 0,1-1 0 0 0,1 1 0 0 0,1-1 0 0 0,1 0 1 0 0,0 0-1 0 0,1 0 0 0 0,16 28 0 0 0,-8-21-180 0 0,0-1 1 0 0,2-1-1 0 0,1 0 0 0 0,1-1 0 0 0,1 0 0 0 0,0-2 0 0 0,2-1 0 0 0,0 0 1 0 0,1-2-1 0 0,1 0 0 0 0,1-2 0 0 0,0-1 0 0 0,1-1 0 0 0,38 14 0 0 0,-31-15 189 0 0,1-2 0 0 0,0-1 0 0 0,0-1 0 0 0,1-2-1 0 0,0-2 1 0 0,0-1 0 0 0,0-2 0 0 0,0-1 0 0 0,0-2-1 0 0,0-1 1 0 0,53-12 0 0 0,-68 9 175 0 0,1-1 1 0 0,-2-1-1 0 0,1 0 0 0 0,-1-2 0 0 0,-1 0 1 0 0,0-1-1 0 0,0-1 0 0 0,-1 0 1 0 0,0-1-1 0 0,-1-1 0 0 0,-1-1 0 0 0,0 0 1 0 0,-1-1-1 0 0,13-20 0 0 0,-11 13-171 0 0,-1 0 0 0 0,-1-2 0 0 0,-1 1-1 0 0,-1-2 1 0 0,-1 0 0 0 0,-2 0 0 0 0,0-1 0 0 0,-2 0-1 0 0,-1 0 1 0 0,3-33 0 0 0,-8 39-13 0 0,-1 1 1 0 0,-1-1-1 0 0,-1 1 1 0 0,0-1-1 0 0,-2 1 1 0 0,0 0-1 0 0,-1 0 1 0 0,-2 0-1 0 0,0 1 1 0 0,0 0-1 0 0,-2 0 1 0 0,-20-32-1 0 0,11 23-50 0 0,-2 2-1 0 0,0 0 1 0 0,-2 1-1 0 0,-1 1 1 0 0,-1 1 0 0 0,-1 1-1 0 0,-35-23 1 0 0,51 39-34 0 0,-1 0 0 0 0,0 1 0 0 0,0 0 0 0 0,0 0 1 0 0,-1 2-1 0 0,0-1 0 0 0,1 1 0 0 0,-14-2 0 0 0,-24 3-6816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4.20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0 7370 0 0,'2'6'2108'0'0,"0"-1"0"0"0,-1 1 0 0 0,1-1 1 0 0,-1 1-1 0 0,0 9 0 0 0,2 48 952 0 0,-12 67-3481 0 0,-2-45 14 0 0,-8 79-2918 0 0,17-53-2962 0 0,1-105 5849 0 0,1 1 1 0 0,1 0-1 0 0,-1 0 1 0 0,1 0-1 0 0,1-1 0 0 0,-1 1 1 0 0,1-1-1 0 0,0 1 1 0 0,1-1-1 0 0,2 7 1 0 0,-2-12 437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4.5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168 91 3225 0 0,'-2'0'85'0'0,"0"0"0"0"0,0 0 0 0 0,0 0 0 0 0,0 0 0 0 0,0 0 0 0 0,0 0 0 0 0,0 0 0 0 0,0 1 0 0 0,0-1 0 0 0,0 1 0 0 0,0-1 0 0 0,0 1 0 0 0,0 0-1 0 0,1 0 1 0 0,-4 2 0 0 0,-31 20 2125 0 0,23-13-1736 0 0,4-4-32 0 0,-2 0 131 0 0,0 1 1 0 0,0 1-1 0 0,1 0 0 0 0,1 0 0 0 0,-12 13 0 0 0,21-21-541 0 0,-1 0 0 0 0,1 0 0 0 0,0 0 0 0 0,0 0 0 0 0,0 0 0 0 0,0 1 0 0 0,0-1 0 0 0,0 0 0 0 0,0 0 0 0 0,0 0 0 0 0,-1 0 0 0 0,1 0 0 0 0,0 0 0 0 0,0 0 0 0 0,0 0 0 0 0,0 0-1 0 0,0 0 1 0 0,0 1 0 0 0,0-1 0 0 0,0 0 0 0 0,0 0 0 0 0,0 0 0 0 0,0 0 0 0 0,0 0 0 0 0,0 0 0 0 0,0 1 0 0 0,0-1 0 0 0,0 0 0 0 0,0 0 0 0 0,0 0 0 0 0,0 0 0 0 0,0 0 0 0 0,0 0 0 0 0,0 1 0 0 0,0-1 0 0 0,0 0 0 0 0,0 0 0 0 0,0 0 0 0 0,0 0 0 0 0,0 0 0 0 0,0 0 0 0 0,0 0 0 0 0,0 0 0 0 0,0 1 0 0 0,0-1-1 0 0,1 0 1 0 0,-1 0 0 0 0,0 0 0 0 0,0 0 0 0 0,0 0 0 0 0,0 0 0 0 0,0 0 0 0 0,0 0 0 0 0,0 0 0 0 0,0 0 0 0 0,1 0 0 0 0,-1 1 0 0 0,11-3 782 0 0,11-7-156 0 0,19-23 612 0 0,-2-2 0 0 0,42-46 0 0 0,-49 48 547 0 0,-31 31-1759 0 0,0 0 0 0 0,0 0 0 0 0,0 0 0 0 0,0 0 0 0 0,0 0 0 0 0,0 0 0 0 0,0 1 0 0 0,0-1 0 0 0,0 0 0 0 0,0 0 1 0 0,1 1-1 0 0,-1-1 0 0 0,0 1 0 0 0,0-1 0 0 0,1 1 0 0 0,-1 0 0 0 0,0 0 0 0 0,1-1 0 0 0,-1 1 0 0 0,0 0 0 0 0,1 0 0 0 0,-1 0 0 0 0,0 0 1 0 0,1 0-1 0 0,-1 1 0 0 0,0-1 0 0 0,1 0 0 0 0,-1 1 0 0 0,0-1 0 0 0,0 1 0 0 0,1-1 0 0 0,-1 1 0 0 0,0-1 0 0 0,0 1 0 0 0,0 0 1 0 0,0 0-1 0 0,0 0 0 0 0,0-1 0 0 0,0 1 0 0 0,0 0 0 0 0,0 0 0 0 0,0 0 0 0 0,0 1 0 0 0,0-1 0 0 0,-1 0 0 0 0,2 2 0 0 0,4 8 105 0 0,-1-1 0 0 0,0 1 0 0 0,0 0 0 0 0,3 14 0 0 0,-5-15-105 0 0,12 32-164 0 0,42 111-2472 0 0,-45-125-5007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5.2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989 13 2761 0 0,'0'0'38'0'0,"0"0"1"0"0,0-1 0 0 0,-1 1 0 0 0,1 0 0 0 0,0-1 0 0 0,0 1-1 0 0,0-1 1 0 0,0 1 0 0 0,0 0 0 0 0,-1-1 0 0 0,1 1-1 0 0,0-1 1 0 0,0 1 0 0 0,0 0 0 0 0,0-1 0 0 0,0 1 0 0 0,1-1-1 0 0,-1 1 1 0 0,0 0 0 0 0,0-1 0 0 0,0 1 0 0 0,0-1 0 0 0,0 1-1 0 0,0 0 1 0 0,1-1 0 0 0,-1 1 0 0 0,0 0 0 0 0,0-1-1 0 0,1 1 1 0 0,-1 0 0 0 0,0-1 0 0 0,0 1 0 0 0,1 0 0 0 0,0-1-1 0 0,14 3 4070 0 0,-11-1-3106 0 0,-1 0-1 0 0,1 1 0 0 0,-1 0 0 0 0,1 0 0 0 0,-1 0 0 0 0,0 0 1 0 0,6 5-1 0 0,-6-2-549 0 0,0-1 1 0 0,0 1-1 0 0,-1 0 1 0 0,0 0-1 0 0,1 0 0 0 0,-2 1 1 0 0,1-1-1 0 0,-1 0 1 0 0,2 9-1 0 0,2 56 440 0 0,-3-36-542 0 0,0-1-267 0 0,12 145 49 0 0,-10 190-1 0 0,-17-225-55 0 0,-2 67-40 0 0,16-183-94 0 0,0 0 1 0 0,2-1-1 0 0,0 1 1 0 0,2-1-1 0 0,15 48 0 0 0,-15-61-113 0 0,0-1-80 0 0,-1 1 1 0 0,0 0-1 0 0,4 22 0 0 0,-8-30-67 0 0,0 0 0 0 0,0-1 1 0 0,0 1-1 0 0,0-1 0 0 0,-1 1 0 0 0,1 0 0 0 0,-1-1 0 0 0,-1 0 0 0 0,1 1 0 0 0,0-1 0 0 0,-1 1 0 0 0,0-1 1 0 0,0 0-1 0 0,-4 6 0 0 0,4-8 139 0 0,2 0 84 0 0,0-1 117 0 0,0-1-112 0 0,-9 2 1647 0 0,-3 2-1477 0 0,-1-1 0 0 0,1-1 0 0 0,0 0 0 0 0,-1-1 0 0 0,1 0 0 0 0,-1-1 1 0 0,1-1-1 0 0,0 0 0 0 0,-1 0 0 0 0,1-1 0 0 0,-13-4 0 0 0,13 3 194 0 0,-1 0 0 0 0,0 1-1 0 0,0 1 1 0 0,0 0-1 0 0,0 0 1 0 0,0 2 0 0 0,-1-1-1 0 0,-22 6 1 0 0,-4 3 458 0 0,-58 21 0 0 0,63-17-638 0 0,-2-2-1 0 0,-39 7 1 0 0,34-14-81 0 0,-1-1 0 0 0,1-2 0 0 0,-1-1 0 0 0,1-3 0 0 0,-1-2 0 0 0,1-1 0 0 0,0-2 0 0 0,-43-15 0 0 0,22 7-2893 0 0,46 11-4311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6.4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99 4145 0 0,'-4'1'712'0'0,"1"-1"1"0"0,0 0-1 0 0,0-1 0 0 0,0 1 1 0 0,-1-1-1 0 0,1 1 1 0 0,0-1-1 0 0,-8-10 4033 0 0,11 11-4619 0 0,13-15 1975 0 0,0 6-1700 0 0,0 1 0 0 0,0 0 0 0 0,1 0 0 0 0,1 2 0 0 0,-1-1 0 0 0,1 2 0 0 0,0 0 0 0 0,0 1 0 0 0,1 0 0 0 0,-1 2 0 0 0,1-1 0 0 0,31 1 0 0 0,-43 2-383 0 0,0 1 0 0 0,-1-1 0 0 0,1 1 0 0 0,0-1 0 0 0,0 1 1 0 0,-1 0-1 0 0,1 1 0 0 0,0-1 0 0 0,-1 1 0 0 0,1-1 0 0 0,-1 1 0 0 0,0 0 1 0 0,0 0-1 0 0,1 1 0 0 0,-1-1 0 0 0,-1 1 0 0 0,5 4 0 0 0,-4-3-11 0 0,0 1 0 0 0,0 0 0 0 0,0 0 0 0 0,-1 0 0 0 0,0 0 0 0 0,0 0 0 0 0,0 0 1 0 0,-1 1-1 0 0,1-1 0 0 0,-1 0 0 0 0,0 7 0 0 0,0 12-57 0 0,-2 1 1 0 0,0-1-1 0 0,-1 1 1 0 0,-9 34-1 0 0,9-45 7 0 0,-24 97-216 0 0,16-76 306 0 0,2 0-1 0 0,1 1 1 0 0,-3 64 0 0 0,10-97-38 0 0,0-1 0 0 0,0 0 0 0 0,0 0 0 0 0,0 0-1 0 0,1 0 1 0 0,-1 0 0 0 0,1 0 0 0 0,-1 0 0 0 0,1 0 0 0 0,0 0 0 0 0,1 3 0 0 0,-1-4-43 0 0,-1-1 0 0 0,1 1 1 0 0,-1 0-1 0 0,1-1 0 0 0,-1 1 0 0 0,1-1 0 0 0,0 1 0 0 0,-1-1 0 0 0,1 1 0 0 0,0-1 0 0 0,0 1 1 0 0,-1-1-1 0 0,1 0 0 0 0,0 0 0 0 0,0 1 0 0 0,0-1 0 0 0,-1 0 0 0 0,1 0 0 0 0,0 0 0 0 0,1 0 1 0 0,3 0-156 0 0,-1-1 0 0 0,1 0 0 0 0,0 0 0 0 0,-1 0 0 0 0,1-1 0 0 0,-1 0 0 0 0,0 0 0 0 0,8-5 0 0 0,27-16-1853 0 0,0-3-1 0 0,48-43 0 0 0,-65 52-3023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6.8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6 3225 0 0,'-1'0'503'0'0,"-1"-1"1"0"0,1 0 0 0 0,-1 0 0 0 0,1 1-1 0 0,-1-1 1 0 0,0 1 0 0 0,1-1-1 0 0,-1 1 1 0 0,0 0 0 0 0,1-1-1 0 0,-1 1 1 0 0,0 0 0 0 0,1 0 0 0 0,-1 0-1 0 0,0 1 1 0 0,-2-1 0 0 0,3 1-203 0 0,-1 0 1 0 0,1-1 0 0 0,0 1 0 0 0,0-1-1 0 0,0 1 1 0 0,0 0 0 0 0,1 0 0 0 0,-1 0-1 0 0,0 0 1 0 0,0 0 0 0 0,0 0 0 0 0,1 0-1 0 0,-1 0 1 0 0,0 0 0 0 0,1 0 0 0 0,-1 0-1 0 0,1 0 1 0 0,-1 2 0 0 0,-1 5 444 0 0,0 1 0 0 0,1 0 1 0 0,0-1-1 0 0,1 1 0 0 0,0 12 0 0 0,0-2-919 0 0,10 332 1193 0 0,16-118-3911 0 0,-24-184-721 0 0,-2-26-2496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7.1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31 124 3225 0 0,'-3'-1'443'0'0,"1"-1"0"0"0,0 0 0 0 0,-1 0-1 0 0,1-1 1 0 0,0 1 0 0 0,0 0 0 0 0,0-1 0 0 0,1 1 0 0 0,-1-1 0 0 0,1 0 0 0 0,-1 1 0 0 0,1-1 0 0 0,0 0 0 0 0,0 0 0 0 0,0 0 0 0 0,0 0 0 0 0,1 0 0 0 0,-1 0 0 0 0,1 0 0 0 0,0 0-1 0 0,0 0 1 0 0,0 0 0 0 0,0 0 0 0 0,0 0 0 0 0,0 0 0 0 0,1 0 0 0 0,1-5 0 0 0,-1 6-277 0 0,-1 0 0 0 0,1 0-1 0 0,-1-1 1 0 0,1 1 0 0 0,0 0-1 0 0,0 0 1 0 0,0 0 0 0 0,0 0 0 0 0,0 0-1 0 0,0 1 1 0 0,0-1 0 0 0,1 0 0 0 0,-1 0-1 0 0,1 1 1 0 0,-1-1 0 0 0,1 1 0 0 0,0-1-1 0 0,0 1 1 0 0,-1 0 0 0 0,1 0-1 0 0,0 0 1 0 0,0 0 0 0 0,0 0 0 0 0,0 0-1 0 0,1 0 1 0 0,-1 1 0 0 0,0-1 0 0 0,0 1-1 0 0,0-1 1 0 0,0 1 0 0 0,1 0 0 0 0,-1 0-1 0 0,0 0 1 0 0,0 0 0 0 0,0 1-1 0 0,1-1 1 0 0,-1 0 0 0 0,0 1 0 0 0,0-1-1 0 0,2 2 1 0 0,3 1-96 0 0,0 0-1 0 0,0 1 0 0 0,0 0 1 0 0,-1 0-1 0 0,0 0 1 0 0,0 1-1 0 0,0 0 1 0 0,-1 0-1 0 0,1 0 1 0 0,-1 1-1 0 0,8 12 0 0 0,3 7-16 0 0,23 48 0 0 0,-5-9-41 0 0,-14-34-282 0 0,1-2 1 0 0,1 0-1 0 0,2-2 1 0 0,0 0-1 0 0,29 21 0 0 0,-29-25-3501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7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0 128 6913 0 0,'9'-2'759'0'0,"-1"0"0"0"0,1 0 0 0 0,-1-1 0 0 0,0 0 0 0 0,0-1 0 0 0,0 0 0 0 0,13-8 0 0 0,-7 4-301 0 0,34-18 1561 0 0,21-11-3417 0 0,-54 26 628 0 0,-2-2 455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1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5 234 5985 0 0,'-2'-11'550'0'0,"1"0"0"0"0,0 0-1 0 0,1 0 1 0 0,0 0 0 0 0,0-1 0 0 0,1 1-1 0 0,3-13 1 0 0,0-15 824 0 0,0 5 196 0 0,-2 23-216 0 0,-1-1 1 0 0,0 0 0 0 0,2-12 3910 0 0,18 79-4917 0 0,-6 11-183 0 0,12 116-1 0 0,-12 72-40 0 0,-9-137-91 0 0,28 409 44 0 0,28 0-79 0 0,17 16 98 0 0,-63-373-48 0 0,-5 209 0 0 0,-23-129-2282 0 0,9-204-5510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2.93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457 2320 5985 0 0,'-9'2'13530'0'0,"-3"-4"-13492"0"0,-1-1 1 0 0,1 0 0 0 0,-1 0-1 0 0,1-1 1 0 0,0-1 0 0 0,-19-10-1 0 0,-9-3-115 0 0,3 4-97 0 0,0 0 66 0 0,1-2 0 0 0,-36-20 0 0 0,60 28 162 0 0,1 1-1 0 0,0-2 1 0 0,0 0 0 0 0,1 0 0 0 0,0 0 0 0 0,0-2 0 0 0,1 1 0 0 0,0-1-1 0 0,-11-20 1 0 0,19 29-43 0 0,0 0 1 0 0,0 0-1 0 0,0 0 0 0 0,0 0 0 0 0,1 0 1 0 0,-1 0-1 0 0,1 0 0 0 0,-1-1 0 0 0,1 1 0 0 0,0 0 1 0 0,0 0-1 0 0,0-1 0 0 0,0 1 0 0 0,0 0 0 0 0,0 0 1 0 0,1 0-1 0 0,-1-1 0 0 0,1 1 0 0 0,-1 0 1 0 0,1 0-1 0 0,0 0 0 0 0,0 0 0 0 0,0 0 0 0 0,0 0 1 0 0,0 0-1 0 0,1 0 0 0 0,-1 0 0 0 0,0 1 1 0 0,1-1-1 0 0,3-2 0 0 0,5-5-14 0 0,0 1-1 0 0,1 0 1 0 0,0 1-1 0 0,14-8 1 0 0,-6 4 72 0 0,-6 4-25 0 0,1 0 0 0 0,0 0 0 0 0,1 2 0 0 0,-1 0-1 0 0,1 0 1 0 0,24-3 0 0 0,94-5 559 0 0,-105 12-506 0 0,0 0 1 0 0,-1-2-1 0 0,1-1 1 0 0,-1-2-1 0 0,0 0 1 0 0,30-12 0 0 0,-55 17-98 0 0,0 1 0 0 0,0-1 0 0 0,0 0 0 0 0,0 0 0 0 0,0 0 0 0 0,-1 0 0 0 0,1 0 0 0 0,0 0 0 0 0,-1-1 0 0 0,1 1 0 0 0,-1 0 0 0 0,1-1 0 0 0,-1 0 0 0 0,0 1 0 0 0,1-1 0 0 0,-1 0 0 0 0,0 1 0 0 0,0-1 0 0 0,0 0 0 0 0,0-2 0 0 0,-1 2 0 0 0,0 0 0 0 0,0 0 0 0 0,0 1 0 0 0,-1-1 0 0 0,1 0 0 0 0,-1 0 0 0 0,1 0 0 0 0,-1 0 0 0 0,1 1 0 0 0,-1-1 0 0 0,0 0 0 0 0,0 1 0 0 0,0-1 0 0 0,0 1 0 0 0,0-1 0 0 0,-1 1 0 0 0,1-1 0 0 0,0 1 0 0 0,-1 0 0 0 0,1 0 0 0 0,0-1 0 0 0,-3 0 0 0 0,-30-24 22 0 0,-67-37 0 0 0,18 12-2 0 0,-79-46 43 0 0,150 90-62 0 0,11 7-2 0 0,1-1 1 0 0,-1 1-1 0 0,1 0 1 0 0,0 0-1 0 0,-1-1 0 0 0,1 1 1 0 0,0 0-1 0 0,-1 0 1 0 0,1-1-1 0 0,0 1 1 0 0,-1 0-1 0 0,1-1 1 0 0,0 1-1 0 0,0-1 1 0 0,-1 1-1 0 0,1 0 1 0 0,0-1-1 0 0,0 1 0 0 0,0-1 1 0 0,0 1-1 0 0,-1 0 1 0 0,1-1-1 0 0,0 1 1 0 0,0-1-1 0 0,0 1 1 0 0,0-1-1 0 0,0 1 1 0 0,0 0-1 0 0,0-1 1 0 0,0 1-1 0 0,0-1 1 0 0,0 1-1 0 0,1-1 0 0 0,-1 1 1 0 0,0-1-1 0 0,14-16-42 0 0,26-9-29 0 0,-38 25 71 0 0,35-18 13 0 0,64-23 0 0 0,-73 32-6 0 0,-1-1 1 0 0,1-1 0 0 0,-2-2-1 0 0,0 0 1 0 0,25-19 0 0 0,-51 32-7 0 0,0 0 0 0 0,0 1 0 0 0,0-1 0 0 0,0 1 0 0 0,0-1 0 0 0,0 1 0 0 0,0-1 0 0 0,-1 0 0 0 0,1 1 0 0 0,0-1 0 0 0,0 1 0 0 0,0-1 0 0 0,-1 1 0 0 0,1-1 0 0 0,0 1 0 0 0,-1-1 0 0 0,1 1 0 0 0,0-1 0 0 0,-1 1 0 0 0,1 0 0 0 0,-1-1 0 0 0,1 1 0 0 0,-1 0 0 0 0,1-1 0 0 0,-1 1 0 0 0,1 0 0 0 0,-1-1 0 0 0,1 1 0 0 0,-1 0 0 0 0,0-1 0 0 0,-23-14 0 0 0,20 13 0 0 0,-59-31 0 0 0,45 25 0 0 0,1-1 0 0 0,0 0 0 0 0,-29-23 0 0 0,43 30 0 0 0,1 0 0 0 0,-1 0 0 0 0,1-1 0 0 0,0 1 0 0 0,0-1 0 0 0,0 1 0 0 0,0-1 0 0 0,1 0 0 0 0,-1 0 0 0 0,1 0 0 0 0,0 0 0 0 0,-1 0 0 0 0,1 0 0 0 0,1 0 0 0 0,-1 0 0 0 0,0 0 0 0 0,1 0 0 0 0,-1-4 0 0 0,2 1 0 0 0,-1 1 0 0 0,1 0 0 0 0,0-1 0 0 0,0 1 0 0 0,0 0 0 0 0,1 0 0 0 0,0 0 0 0 0,0 0 0 0 0,0 0 0 0 0,4-6 0 0 0,1 0 0 0 0,1 0 0 0 0,0 1 0 0 0,1 0 0 0 0,0 0 0 0 0,0 0 0 0 0,1 1 0 0 0,0 1 0 0 0,13-9 0 0 0,-12 12 0 0 0,0-1 0 0 0,1 2 0 0 0,-1-1 0 0 0,1 1 0 0 0,14-2 0 0 0,-15 4 0 0 0,-1-1 0 0 0,1 0 0 0 0,-1 0 0 0 0,0-1 0 0 0,0-1 0 0 0,0 0 0 0 0,9-6 0 0 0,-18 10 0 0 0,-1 1 0 0 0,1-1 0 0 0,0 0 0 0 0,0 0 0 0 0,-1 0 0 0 0,1 1 0 0 0,-1-1 0 0 0,1 0 0 0 0,-1 0 0 0 0,1 0 0 0 0,-1 0 0 0 0,1 0 0 0 0,-1 0 0 0 0,0 0 0 0 0,0 0 0 0 0,0 0 0 0 0,1 0 0 0 0,-1 0 0 0 0,0 0 0 0 0,0-1 0 0 0,0 1 0 0 0,0 0 0 0 0,-1 0 0 0 0,1 0 0 0 0,0 0 0 0 0,0 0 0 0 0,-1 0 0 0 0,1 0 0 0 0,-1 0 0 0 0,1 0 0 0 0,0 0 0 0 0,-1 0 0 0 0,0 1 0 0 0,1-1 0 0 0,-1 0 0 0 0,0 0 0 0 0,1 0 0 0 0,-1 1 0 0 0,-1-2 0 0 0,-5-6 0 0 0,-1 0 0 0 0,0 1 0 0 0,-10-7 0 0 0,6 4 0 0 0,0-2 20 0 0,0-1-1 0 0,0 0 1 0 0,2 0 0 0 0,0-1 0 0 0,0 0 0 0 0,1-1 0 0 0,1 0 0 0 0,0 0-1 0 0,-9-29 1 0 0,0 1 61 0 0,3-1-1 0 0,2 0 0 0 0,1 0 0 0 0,3-1 1 0 0,-5-72-1 0 0,11 66-181 0 0,0-89 285 0 0,3 120-515 0 0,1 0 0 0 0,1 0 1 0 0,0 0-1 0 0,11-34 0 0 0,-9 43-1619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4.1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1 307 456 0 0,'0'1'84'0'0,"1"0"-1"0"0,-1 1 1 0 0,1-1 0 0 0,0 0-1 0 0,0 0 1 0 0,-1-1-1 0 0,1 1 1 0 0,0 0 0 0 0,0 0-1 0 0,0 0 1 0 0,0 0-1 0 0,0-1 1 0 0,0 1 0 0 0,0-1-1 0 0,0 1 1 0 0,0-1 0 0 0,0 1-1 0 0,1-1 1 0 0,-1 1-1 0 0,0-1 1 0 0,0 0 0 0 0,0 0-1 0 0,1 1 1 0 0,1-1-1 0 0,33 4 861 0 0,12-7 422 0 0,-1-2 0 0 0,88-21 0 0 0,-6 1 848 0 0,-30 13 284 0 0,163 1 0 0 0,99 27-599 0 0,60-1-1548 0 0,363-53 541 0 0,-538 5-328 0 0,66-3-155 0 0,-299 36-624 0 0,1 1 0 0 0,26 5 1 0 0,-29-3-959 0 0,0-1 0 0 0,1-1 0 0 0,0 0 0 0 0,13 0 0 0 0,-19-2 817 0 0,1-1-1 0 0,-1 1 1 0 0,0-1-1 0 0,0 0 1 0 0,0-1-1 0 0,0 1 1 0 0,-1-1-1 0 0,1 0 1 0 0,-1-1-1 0 0,0 1 1 0 0,0-1-1 0 0,0 0 1 0 0,0-1-1 0 0,7-7 1 0 0,-5 3 834 0 0,0 1 0 0 0,0-2 0 0 0,0 1 1 0 0,-2-1-1 0 0,1 0 0 0 0,-1 0 0 0 0,5-14 0 0 0,-9 20-102 0 0,1 1 0 0 0,-1 0 0 0 0,0 0 0 0 0,1 1-1 0 0,0-1 1 0 0,0 0 0 0 0,0 0 0 0 0,0 1 0 0 0,0-1 0 0 0,0 1-1 0 0,1 0 1 0 0,-1 0 0 0 0,1 0 0 0 0,0 0 0 0 0,4-3 0 0 0,-6 7-322 0 0,1-1 0 0 0,0 1 1 0 0,-1-1-1 0 0,1 1 1 0 0,-1 0-1 0 0,0 0 1 0 0,1-1-1 0 0,-1 1 1 0 0,0 0-1 0 0,0 0 0 0 0,0 0 1 0 0,0 0-1 0 0,0 0 1 0 0,-1 1-1 0 0,1 2 1 0 0,3 4 275 0 0,2 1-106 0 0,0 0 0 0 0,0-1 0 0 0,1 0-1 0 0,10 10 1 0 0,-11-12-128 0 0,1 0-1 0 0,-2 0 1 0 0,1 0-1 0 0,-1 0 1 0 0,0 1-1 0 0,-1 0 1 0 0,6 15-1 0 0,-5-12-42 0 0,0 0 0 0 0,0-1-1 0 0,1 1 1 0 0,8 9-1 0 0,-8-11 12 0 0,0 1-1 0 0,0 0 1 0 0,-1 0-1 0 0,0 0 1 0 0,6 18-1 0 0,-4 11 202 0 0,-1 0 0 0 0,-2 1-1 0 0,-2-1 1 0 0,-3 50-1 0 0,0-30-217 0 0,2 357 47 0 0,-3 646 247 0 0,3-680-259 0 0,-3 187 88 0 0,-3-472-93 0 0,1-51-45 0 0,3 0 0 0 0,1 0-1 0 0,2 0 1 0 0,12 72 0 0 0,-14-117-103 0 0,13 60-111 0 0,-9-22-6232 0 0,-4-16-570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5.3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126 12 5985 0 0,'-3'-2'299'0'0,"0"0"0"0"0,0 1 0 0 0,0 0 0 0 0,0 0 0 0 0,0 0 0 0 0,0 0 0 0 0,0 0 0 0 0,0 0 0 0 0,0 1 0 0 0,-1 0 0 0 0,1-1 0 0 0,0 1-1 0 0,0 0 1 0 0,-1 1 0 0 0,1-1 0 0 0,0 1 0 0 0,0-1 0 0 0,0 1 0 0 0,0 0 0 0 0,0 0 0 0 0,0 0 0 0 0,0 0 0 0 0,0 1 0 0 0,0 0 0 0 0,-4 2 0 0 0,2 0 60 0 0,0-1 0 0 0,0 1 1 0 0,1 0-1 0 0,0 0 1 0 0,0 0-1 0 0,-6 8 0 0 0,9-11-342 0 0,1 0-1 0 0,-1 0 1 0 0,1-1-1 0 0,-1 1 1 0 0,1 0-1 0 0,0 0 1 0 0,-1 0-1 0 0,1 0 1 0 0,0 0-1 0 0,0-1 1 0 0,-1 1-1 0 0,1 0 1 0 0,0 0-1 0 0,0 0 1 0 0,0 0-1 0 0,0 0 1 0 0,0 0-1 0 0,0 0 1 0 0,1 0-1 0 0,-1 0 1 0 0,0 0-1 0 0,0 0 1 0 0,1 0-1 0 0,-1-1 1 0 0,0 1-1 0 0,1 0 1 0 0,-1 0-1 0 0,1 0 1 0 0,-1-1-1 0 0,1 1 1 0 0,-1 0-1 0 0,1 0 1 0 0,0-1-1 0 0,-1 1 1 0 0,1 0-1 0 0,0-1 1 0 0,0 1-1 0 0,-1-1 1 0 0,1 1-1 0 0,0-1 1 0 0,0 1-1 0 0,0-1 1 0 0,0 0-1 0 0,0 0 1 0 0,0 1-1 0 0,-1-1 0 0 0,2 0 1 0 0,29 11 175 0 0,39 6 0 0 0,-38-9-11 0 0,36 12 1 0 0,124 51-172 0 0,-192-70-11 0 0,1-1 0 0 0,0 0 0 0 0,-1 0 0 0 0,1 0 0 0 0,0 1 0 0 0,-1-1 0 0 0,1 0-1 0 0,0 1 1 0 0,-1-1 0 0 0,1 0 0 0 0,-1 1 0 0 0,1-1 0 0 0,0 1 0 0 0,-1-1 0 0 0,1 1 0 0 0,-1-1-1 0 0,0 1 1 0 0,1-1 0 0 0,-1 1 0 0 0,1-1 0 0 0,-1 1 0 0 0,0 0 0 0 0,1-1 0 0 0,-1 1-1 0 0,0 0 1 0 0,0-1 0 0 0,0 1 0 0 0,1 1 0 0 0,-1 0 3 0 0,-1-1 1 0 0,1 1 0 0 0,-1-1-1 0 0,1 0 1 0 0,-1 1-1 0 0,1-1 1 0 0,-1 1-1 0 0,0-1 1 0 0,0 0-1 0 0,1 0 1 0 0,-1 1-1 0 0,0-1 1 0 0,-1 1 0 0 0,-7 7 17 0 0,0-1 1 0 0,-18 13 0 0 0,21-16-41 0 0,-76 52 20 0 0,45-33 0 0 0,2 2 0 0 0,-43 40 0 0 0,54-38 0 0 0,22-26 0 0 0,1-1 0 0 0,0 1 0 0 0,0 0 0 0 0,-1 0 0 0 0,1-1 0 0 0,1 1 0 0 0,-1 0 0 0 0,0 0 0 0 0,0 0 0 0 0,1 0 0 0 0,-1 0 0 0 0,1 0 0 0 0,0 1 0 0 0,-1-1 0 0 0,1 3 0 0 0,1-4 0 0 0,0 1 0 0 0,0-1 0 0 0,0 0 0 0 0,0 0 0 0 0,0 0 0 0 0,0 0 0 0 0,1 0 0 0 0,-1-1 0 0 0,0 1 0 0 0,0 0 0 0 0,1 0 0 0 0,-1-1 0 0 0,0 1 0 0 0,1-1 0 0 0,-1 1 0 0 0,1-1 0 0 0,-1 0 0 0 0,0 1 0 0 0,3-1 0 0 0,30 4 0 0 0,-20-3 6 0 0,-3-1 121 0 0,0 1 1 0 0,0 0-1 0 0,21 5 1 0 0,-31-5-117 0 0,1-1 0 0 0,0 0 0 0 0,-1 1 1 0 0,1-1-1 0 0,-1 1 0 0 0,1 0 0 0 0,-1-1 0 0 0,1 1 0 0 0,-1 0 1 0 0,0 0-1 0 0,1 0 0 0 0,-1 0 0 0 0,0 0 0 0 0,0 0 1 0 0,0 1-1 0 0,0-1 0 0 0,0 0 0 0 0,0 1 0 0 0,0-1 0 0 0,0 0 1 0 0,0 1-1 0 0,-1-1 0 0 0,1 1 0 0 0,0-1 0 0 0,-1 1 1 0 0,0 0-1 0 0,1-1 0 0 0,-1 1 0 0 0,0-1 0 0 0,0 1 0 0 0,1 0 1 0 0,-1-1-1 0 0,-1 4 0 0 0,-1 4 3 0 0,0 1 0 0 0,0-1 0 0 0,-1 1 0 0 0,-1-1 0 0 0,0 0 0 0 0,0 0 1 0 0,-10 14-1 0 0,-4 4 86 0 0,-23 24 0 0 0,25-33 90 0 0,1 1 0 0 0,1 1-1 0 0,-14 25 1 0 0,27-43-197 0 0,0-1-1 0 0,0 1 1 0 0,0 0 0 0 0,0-1-1 0 0,1 1 1 0 0,-1 0-1 0 0,1 0 1 0 0,-1 0-1 0 0,1 0 1 0 0,0-1 0 0 0,0 1-1 0 0,-1 0 1 0 0,1 0-1 0 0,0 0 1 0 0,1 0-1 0 0,-1 0 1 0 0,0 0 0 0 0,1 0-1 0 0,-1-1 1 0 0,1 1-1 0 0,-1 0 1 0 0,1 0-1 0 0,0-1 1 0 0,0 1 0 0 0,0 0-1 0 0,0-1 1 0 0,0 1-1 0 0,0-1 1 0 0,0 1-1 0 0,0-1 1 0 0,1 1 0 0 0,-1-1-1 0 0,1 0 1 0 0,-1 0-1 0 0,1 0 1 0 0,-1 0-1 0 0,4 2 1 0 0,0-1-86 0 0,0 1 1 0 0,1-1-1 0 0,-1-1 1 0 0,1 1-1 0 0,-1-1 0 0 0,1 0 1 0 0,-1 0-1 0 0,1-1 0 0 0,0 1 1 0 0,-1-1-1 0 0,9-1 1 0 0,84-19-1069 0 0,-65 12 352 0 0,54-6-1 0 0,-86 13 694 0 0,-1 1 0 0 0,1 0 0 0 0,-1 0 0 0 0,1 0 0 0 0,0 0 0 0 0,-1 0 0 0 0,1 0 0 0 0,-1 0 0 0 0,1 0 0 0 0,-1 0 0 0 0,1 0 0 0 0,0 0 0 0 0,-1 0 0 0 0,1 0 0 0 0,-1 1-1 0 0,1-1 1 0 0,-1 0 0 0 0,1 0 0 0 0,-1 0 0 0 0,1 1 0 0 0,-1-1 0 0 0,1 0 0 0 0,-1 1 0 0 0,1-1 0 0 0,-1 1 0 0 0,1-1 0 0 0,-1 0 0 0 0,0 1 0 0 0,1-1 0 0 0,-1 1 0 0 0,1 0 0 0 0,-1 0-24 0 0,0 1 0 0 0,0-1 1 0 0,0 0-1 0 0,-1 1 1 0 0,1-1-1 0 0,0 0 1 0 0,0 0-1 0 0,-1 1 0 0 0,1-1 1 0 0,-1 0-1 0 0,1 0 1 0 0,-1 0-1 0 0,0 0 1 0 0,0 2-1 0 0,-39 46-1830 0 0,28-35 1037 0 0,-8 16 1237 0 0,18-27 131 0 0,1 0 1 0 0,0 1 0 0 0,0-1-1 0 0,1 0 1 0 0,-1 1 0 0 0,0-1-1 0 0,1 1 1 0 0,0-1 0 0 0,0 1-1 0 0,0-1 1 0 0,0 1 0 0 0,1-1-1 0 0,0 0 1 0 0,-1 1 0 0 0,1-1-1 0 0,0 0 1 0 0,0 1 0 0 0,1-1-1 0 0,2 5 1 0 0,6 18 398 0 0,-1 1 0 0 0,-1 1 0 0 0,-2-1-1 0 0,6 49 1 0 0,-2 116 115 0 0,-9-147-658 0 0,0 6-74 0 0,5 385 1113 0 0,-34-1-862 0 0,4-178-2356 0 0,22-209-5831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6.1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39 6913 0 0,'0'0'135'0'0,"-1"0"0"0"0,1 0 0 0 0,-1 0-1 0 0,1 0 1 0 0,-1 0 0 0 0,1 0 0 0 0,-1 0-1 0 0,1 0 1 0 0,-1 0 0 0 0,1 0 0 0 0,-1-1 0 0 0,1 1-1 0 0,0 0 1 0 0,-1 0 0 0 0,1 0 0 0 0,-1-1-1 0 0,1 1 1 0 0,0 0 0 0 0,-1-1 0 0 0,1 1-1 0 0,0 0 1 0 0,-1-1 0 0 0,1 1 0 0 0,0 0-1 0 0,-1-1 1 0 0,1 1 0 0 0,0 0 0 0 0,0-1-1 0 0,-1 1 1 0 0,1-1 0 0 0,0 1 0 0 0,0-1-1 0 0,0 1 1 0 0,0-1 0 0 0,-1 0 0 0 0,19-5 1333 0 0,46-2-1437 0 0,-56 8 589 0 0,381-12 3578 0 0,-246 12-3296 0 0,18-2-76 0 0,-1 7-1 0 0,261 42 1 0 0,-357-35-754 0 0,373 64 135 0 0,-314-60 29 0 0,195-1 1 0 0,-240-17-225 0 0,157 4 702 0 0,-206 1-1077 0 0,-1 1 0 0 0,0 1 0 0 0,-1 2 0 0 0,1 0 0 0 0,-1 2 0 0 0,33 15 0 0 0,-39-13-975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6.4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9674 0 0,'0'0'875'0'0,"1"1"-640"0"0,0-1 1 0 0,0 1 0 0 0,0-1-1 0 0,0 1 1 0 0,0-1-1 0 0,0 1 1 0 0,-1 0-1 0 0,1-1 1 0 0,0 1 0 0 0,0 0-1 0 0,-1-1 1 0 0,1 1-1 0 0,0 0 1 0 0,-1 0-1 0 0,1 0 1 0 0,-1 0-1 0 0,1 0 1 0 0,-1 0 0 0 0,1 0-1 0 0,-1 0 1 0 0,0 0-1 0 0,0 0 1 0 0,1 2-1 0 0,5 25 2170 0 0,-6-27-2200 0 0,19 162 3043 0 0,-7 84-2698 0 0,0-6-472 0 0,96 914 630 0 0,-103-1109-669 0 0,1-5 20 0 0,-2 0 1 0 0,-2 1 0 0 0,-2 0-1 0 0,-5 50 1 0 0,3-84-154 0 0,-1-1 0 0 0,1 0 0 0 0,-1 0 0 0 0,0 0 0 0 0,-1-1 0 0 0,0 1 0 0 0,0-1 0 0 0,-9 11 0 0 0,-7 12-6788 0 0,10-12-9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7.1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197 61 2761 0 0,'0'-31'9539'0'0,"0"29"-9271"0"0,0 1 0 0 0,-1-1 0 0 0,1 1 0 0 0,0 0 0 0 0,-1-1-1 0 0,1 1 1 0 0,-1 0 0 0 0,0-1 0 0 0,1 1 0 0 0,-1 0 0 0 0,0 0 0 0 0,0-1 0 0 0,0 1 0 0 0,0 0 0 0 0,0 0 0 0 0,0 0-1 0 0,0 0 1 0 0,0 0 0 0 0,0 0 0 0 0,-1 1 0 0 0,1-1 0 0 0,0 0 0 0 0,-3 0 0 0 0,2 0-114 0 0,-1 1 0 0 0,1 0 1 0 0,-1-1-1 0 0,1 1 0 0 0,-1 1 0 0 0,0-1 1 0 0,1 0-1 0 0,-1 0 0 0 0,1 1 0 0 0,-1 0 0 0 0,1-1 1 0 0,-4 3-1 0 0,-4 1-69 0 0,1 0 0 0 0,0 1 0 0 0,0 1 0 0 0,1 0 0 0 0,-13 10 0 0 0,12-8-47 0 0,1 0 1 0 0,-1 0 0 0 0,1 1 0 0 0,1 0-1 0 0,0 1 1 0 0,-8 13 0 0 0,14-21-42 0 0,-1 1-1 0 0,1-1 1 0 0,0 0 0 0 0,0 1-1 0 0,1-1 1 0 0,-1 0 0 0 0,0 1-1 0 0,1-1 1 0 0,-1 1 0 0 0,1-1-1 0 0,0 1 1 0 0,0-1 0 0 0,0 1-1 0 0,0-1 1 0 0,1 1 0 0 0,-1-1 0 0 0,0 1-1 0 0,1-1 1 0 0,0 1 0 0 0,0-1-1 0 0,0 1 1 0 0,0-1 0 0 0,0 0-1 0 0,0 0 1 0 0,0 1 0 0 0,1-1-1 0 0,-1 0 1 0 0,1 0 0 0 0,0 0-1 0 0,-1-1 1 0 0,1 1 0 0 0,0 0 0 0 0,0-1-1 0 0,0 1 1 0 0,3 1 0 0 0,227 142-959 0 0,-226-141 947 0 0,-1 0 1 0 0,1 0-1 0 0,-1 0 0 0 0,0 0 1 0 0,0 1-1 0 0,0 0 1 0 0,-1 0-1 0 0,1 0 0 0 0,2 7 1 0 0,-5-10 9 0 0,-1 1 0 0 0,0 0 1 0 0,0-1-1 0 0,0 1 0 0 0,0 0 0 0 0,-1 0 1 0 0,1 0-1 0 0,-1 0 0 0 0,0 0 1 0 0,1 0-1 0 0,-1-1 0 0 0,-1 1 0 0 0,1 0 1 0 0,0 0-1 0 0,-1 0 0 0 0,1 0 1 0 0,-1 0-1 0 0,0 0 0 0 0,0-1 0 0 0,0 1 1 0 0,-1 0-1 0 0,-1 4 0 0 0,-11 13 5 0 0,-1-1 1 0 0,0 0-1 0 0,-2-1 0 0 0,0-1 0 0 0,-35 28 0 0 0,-2 3-11 0 0,35-30-44 0 0,-27 27 83 0 0,42-41-30 0 0,0 0 1 0 0,1 0-1 0 0,0 0 1 0 0,0 1-1 0 0,1 0 0 0 0,-1-1 1 0 0,1 1-1 0 0,0 0 1 0 0,-2 6-1 0 0,4-10 1 0 0,0 1 0 0 0,0-1 0 0 0,1 1 0 0 0,-1-1 0 0 0,0 1 0 0 0,0-1 0 0 0,1 1 0 0 0,-1-1 0 0 0,1 1 0 0 0,-1-1 0 0 0,1 0 1 0 0,0 1-1 0 0,0-1 0 0 0,0 0 0 0 0,-1 1 0 0 0,1-1 0 0 0,0 0 0 0 0,0 0 0 0 0,1 0 0 0 0,-1 0 0 0 0,0 0 0 0 0,0 0 0 0 0,0 0 0 0 0,1 0 0 0 0,-1-1 0 0 0,0 1 0 0 0,1 0 0 0 0,-1-1 0 0 0,1 1 0 0 0,1 0 0 0 0,52 15-154 0 0,-46-14 143 0 0,-2 0 1 0 0,-1-1 1 0 0,0 1 0 0 0,0 1-1 0 0,0-1 1 0 0,0 1 0 0 0,0 0 0 0 0,-1 0-1 0 0,8 5 1 0 0,-12-6 16 0 0,1-1-1 0 0,-1 1 1 0 0,1 0 0 0 0,-1-1 0 0 0,1 1-1 0 0,-1 0 1 0 0,0 0 0 0 0,0 0-1 0 0,0 0 1 0 0,0 0 0 0 0,0 0-1 0 0,0 0 1 0 0,-1 0 0 0 0,1 1 0 0 0,-1-1-1 0 0,0 0 1 0 0,1 0 0 0 0,-1 1-1 0 0,0-1 1 0 0,0 0 0 0 0,0 0-1 0 0,-1 1 1 0 0,1-1 0 0 0,0 0 0 0 0,-1 0-1 0 0,-1 4 1 0 0,-5 12 2 0 0,-1-1 0 0 0,0 0 0 0 0,-1 0 0 0 0,-19 24-1 0 0,17-25-681 0 0,0 1 0 0 0,2 0-1 0 0,-1 0 1 0 0,-7 22-1 0 0,17-32-1540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7.4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3225 0 0,'2'3'1119'0'0,"1"0"0"0"0,0 1 1 0 0,-1-1-1 0 0,0 0 0 0 0,0 1 1 0 0,0-1-1 0 0,2 5 0 0 0,6 30 3206 0 0,-8-14-3326 0 0,0 35 0 0 0,-1-23 295 0 0,33 449 1405 0 0,2 33-2061 0 0,-34-461-562 0 0,12 164 115 0 0,-8-166-177 0 0,2-1 0 0 0,16 54 0 0 0,20 20-56 0 0,-29-90 60 0 0,-1 1 0 0 0,-3 0 0 0 0,11 59 0 0 0,-22-97-147 0 0,1 4 287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8.4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0 920 0 0,'20'2'3580'0'0,"6"3"4956"0"0,-26-4-8393 0 0,0-1 1 0 0,-1 8 3156 0 0,0-8-3157 0 0,-4 14 5773 0 0,1 25-5460 0 0,4-39-516 0 0,0 1 0 0 0,0 0 0 0 0,0-1 0 0 0,0 1 0 0 0,0 0 1 0 0,0-1-1 0 0,-1 1 0 0 0,1 0 0 0 0,0-1 0 0 0,0 1 0 0 0,-1 0 0 0 0,1-1 0 0 0,0 1 0 0 0,-1 0 0 0 0,1-1 0 0 0,0 1 0 0 0,-1-1 0 0 0,1 1 0 0 0,-1-1 0 0 0,1 1 0 0 0,-1-1 0 0 0,1 1 0 0 0,-1-1 0 0 0,0 1 0 0 0,0-1 0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9.1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1 4609 0 0,'-1'0'354'0'0,"0"1"-1"0"0,0 0 1 0 0,0 0 0 0 0,0 0-1 0 0,0 0 1 0 0,0 0-1 0 0,1 0 1 0 0,-1 0 0 0 0,0 0-1 0 0,1 0 1 0 0,-1 0 0 0 0,0 0-1 0 0,1 0 1 0 0,0 1-1 0 0,-1-1 1 0 0,1 0 0 0 0,0 0-1 0 0,-1 1 1 0 0,1-1 0 0 0,0 0-1 0 0,0 2 1 0 0,-5 39 1536 0 0,4-35-1319 0 0,-12 331 2768 0 0,26 0-3523 0 0,-2-81 338 0 0,4 74 182 0 0,-7-247-1270 0 0,36 157 1 0 0,-38-219-5053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0.1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20 486 10594 0 0,'-1'0'82'0'0,"0"0"0"0"0,0 0 0 0 0,0 1 0 0 0,0-1-1 0 0,0 1 1 0 0,0-1 0 0 0,0 1 0 0 0,0-1 0 0 0,0 1 0 0 0,0-1 0 0 0,0 1-1 0 0,0 0 1 0 0,1 0 0 0 0,-1-1 0 0 0,0 1 0 0 0,0 0 0 0 0,1 0-1 0 0,-1 0 1 0 0,0 0 0 0 0,1 0 0 0 0,-1 1 0 0 0,1 7 1287 0 0,13-11 30 0 0,10-7 37 0 0,1 1-1 0 0,32-7 0 0 0,108-8-313 0 0,-117 20-1097 0 0,-1 2 0 0 0,1 2-1 0 0,54 9 1 0 0,138 33-35 0 0,-8-1 85 0 0,-158-33-24 0 0,38 5 345 0 0,127 33-1 0 0,212 60 461 0 0,-435-105-853 0 0,447 64 10 0 0,-14-22-13 0 0,9 0 0 0 0,-356-40 162 0 0,0-4 1 0 0,-1-5 0 0 0,192-34-1 0 0,287-104 587 0 0,-544 133-740 0 0,579-131 346 0 0,111-32-142 0 0,-470 107-164 0 0,-9 3-42 0 0,-89 18-5 0 0,143-47-14 0 0,-291 89-72 0 0,87-35 109 0 0,-85 33-550 0 0,1-1 1 0 0,-1 0-1 0 0,0-1 1 0 0,-1 0-1 0 0,18-16 1 0 0,-19 13-1021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0.7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86 0 9218 0 0,'0'3'283'0'0,"0"0"0"0"0,0-1 0 0 0,0 1 1 0 0,0-1-1 0 0,0 1 0 0 0,-1-1 0 0 0,1 1 0 0 0,-1 0 1 0 0,0-1-1 0 0,-1 3 0 0 0,0 6 301 0 0,-46 318 5113 0 0,22 5-3972 0 0,21 335-1010 0 0,6-651-745 0 0,-1 19-610 0 0,1 0 1 0 0,3 0-1 0 0,1 0 1 0 0,14 55-1 0 0,-9-66-358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1.3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1 5065 0 0,'-6'7'14102'0'0,"7"59"-13015"0"0,-2 1 0 0 0,-11 71 1 0 0,2-29-907 0 0,0 50-630 0 0,6-1 0 0 0,30 278 0 0 0,-23-408-378 0 0,-2-7-5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2.0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95 5985 0 0,'-1'-1'46'0'0,"1"1"0"0"0,0-1 0 0 0,-1 1-1 0 0,1-1 1 0 0,0 1 0 0 0,0-1 0 0 0,-1 1 0 0 0,1-1-1 0 0,0 1 1 0 0,0-1 0 0 0,0 1 0 0 0,0-1 0 0 0,0 1-1 0 0,0-1 1 0 0,0 1 0 0 0,0-1 0 0 0,0 1 0 0 0,0-1-1 0 0,0 1 1 0 0,0-1 0 0 0,0 1 0 0 0,0-1 0 0 0,0 1-1 0 0,0-1 1 0 0,1 1 0 0 0,-1-1 0 0 0,0 1 0 0 0,1-2-1 0 0,15-7 820 0 0,31 0 416 0 0,-37 8-767 0 0,21-4 180 0 0,125-19 2312 0 0,236-7-1 0 0,-100 39-557 0 0,388 60 0 0 0,275 121-1254 0 0,-712-137-972 0 0,285 22 1 0 0,-473-70-236 0 0,-32-3-710 0 0,0 1 0 0 0,39 8 0 0 0,-39-4-6841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2.4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 4609 0 0,'0'0'78'0'0,"0"0"0"0"0,-1 0 0 0 0,1 0 0 0 0,0 0 0 0 0,0 0 0 0 0,-1 0 0 0 0,1 0 0 0 0,0 0 0 0 0,0 0 0 0 0,-1 0 0 0 0,1 0 0 0 0,0 0 0 0 0,0 0 0 0 0,-1 1 0 0 0,1-1 0 0 0,0 0 0 0 0,0 0 0 0 0,-1 0 0 0 0,1 0 0 0 0,0 0 0 0 0,0 1 0 0 0,0-1 0 0 0,0 0 0 0 0,-1 0 0 0 0,1 0 0 0 0,0 1 1 0 0,0-1-1 0 0,0 0 0 0 0,0 0 0 0 0,0 0 0 0 0,-1 1 0 0 0,1-1 0 0 0,0 0 0 0 0,0 0 0 0 0,0 1 0 0 0,0-1 0 0 0,0 0 0 0 0,0 0 0 0 0,0 1 0 0 0,0-1 0 0 0,0 0 0 0 0,0 1 0 0 0,0-1 0 0 0,0 0 0 0 0,0 0 0 0 0,0 1 0 0 0,0-1 0 0 0,0 0 0 0 0,1 1 0 0 0,0 18 1740 0 0,-1-15-1181 0 0,15 227 7602 0 0,9 240-6520 0 0,-25-102-1326 0 0,10 342-19 0 0,2-544 40 0 0,7-1 1 0 0,49 205-1 0 0,-54-321-313 0 0,1 5 298 0 0,9 70 1 0 0,-21-106-352 0 0,-1 1 0 0 0,-1-1-1 0 0,0 1 1 0 0,-1-1 0 0 0,-2 0 0 0 0,0 0 0 0 0,-8 29 0 0 0,8-19-2399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3.0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751 18 7370 0 0,'-9'-3'373'0'0,"1"-1"1"0"0,-1 2-1 0 0,0-1 1 0 0,0 1 0 0 0,-1 1-1 0 0,1 0 1 0 0,0 0-1 0 0,-1 0 1 0 0,1 2-1 0 0,0-1 1 0 0,-13 3 0 0 0,-1 0 291 0 0,1 2 0 0 0,0 1 0 0 0,-32 12-1 0 0,28-7-231 0 0,-1 2-1 0 0,2 0 1 0 0,-1 2-1 0 0,2 1 1 0 0,0 0-1 0 0,1 2 1 0 0,1 1-1 0 0,1 1 1 0 0,0 0-1 0 0,-28 39 1 0 0,21-20-324 0 0,2 2 0 0 0,2 0 0 0 0,2 2 0 0 0,1 1 0 0 0,-24 75 0 0 0,32-80-148 0 0,2 2-1 0 0,2 0 1 0 0,1 0 0 0 0,2 0-1 0 0,2 1 1 0 0,1 51 0 0 0,4-67 24 0 0,2-1 1 0 0,0 0-1 0 0,1 0 1 0 0,2-1 0 0 0,0 1-1 0 0,2-1 1 0 0,1 0 0 0 0,1-1-1 0 0,0 0 1 0 0,2-1 0 0 0,24 35-1 0 0,-17-33 13 0 0,0-1 1 0 0,2-1-1 0 0,1 0 0 0 0,1-2 0 0 0,0-1 1 0 0,2 0-1 0 0,46 25 0 0 0,10-2 96 0 0,109 41 1 0 0,-147-68-48 0 0,1-1 1 0 0,0-2-1 0 0,1-2 1 0 0,0-2 0 0 0,0-2-1 0 0,1-1 1 0 0,-1-3-1 0 0,1-2 1 0 0,0-2-1 0 0,-1-2 1 0 0,1-2-1 0 0,-1-1 1 0 0,44-15-1 0 0,-69 16 86 0 0,0-1-1 0 0,-1-1 0 0 0,0 0 0 0 0,0-2 0 0 0,-1 0 0 0 0,-1-1 1 0 0,1 0-1 0 0,-2-2 0 0 0,0 0 0 0 0,0-1 0 0 0,26-31 0 0 0,-25 23-21 0 0,-1-1 0 0 0,-1 0 0 0 0,-1-2 0 0 0,-1 1 0 0 0,-1-2 0 0 0,-2 1 0 0 0,0-2 0 0 0,8-38 0 0 0,-5 2 45 0 0,-3 1 1 0 0,-2-1 0 0 0,-4-1-1 0 0,-2 1 1 0 0,-3-1 0 0 0,-17-124-1 0 0,13 164-132 0 0,0 1 0 0 0,-1 0 0 0 0,-1 0 0 0 0,-1 1 0 0 0,-2 0 0 0 0,0 1 0 0 0,-1 0 0 0 0,-1 0 0 0 0,-19-25 0 0 0,14 25-31 0 0,-1 1-1 0 0,-1 1 1 0 0,-1 1 0 0 0,0 0-1 0 0,-1 2 1 0 0,-1 1-1 0 0,0 0 1 0 0,-27-12-1 0 0,-55-21-586 0 0,-128-40 0 0 0,130 51-778 0 0,80 30-562 0 0,6 3-5219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3.4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29 6449 0 0,'0'-1'227'0'0,"0"-1"0"0"0,0 1-1 0 0,1 0 1 0 0,-1-1 0 0 0,1 1-1 0 0,0 0 1 0 0,-1-1 0 0 0,1 1-1 0 0,0 0 1 0 0,0 0 0 0 0,-1 0-1 0 0,1-1 1 0 0,0 1 0 0 0,0 0-1 0 0,0 0 1 0 0,0 0 0 0 0,1 0-1 0 0,-1 1 1 0 0,0-1 0 0 0,0 0-1 0 0,1 0 1 0 0,-1 1 0 0 0,0-1-1 0 0,1 1 1 0 0,-1-1 0 0 0,0 1-1 0 0,1 0 1 0 0,-1-1 0 0 0,1 1-1 0 0,-1 0 1 0 0,0 0 0 0 0,1 0-1 0 0,-1 0 1 0 0,1 0 0 0 0,-1 0-1 0 0,1 1 1 0 0,-1-1 0 0 0,1 0-1 0 0,-1 1 1 0 0,0-1 0 0 0,1 1-1 0 0,-1-1 1 0 0,0 1 0 0 0,0 0-1 0 0,1-1 1 0 0,-1 1 0 0 0,0 0-1 0 0,0 0 1 0 0,0 0 0 0 0,0 0-1 0 0,0 0 1 0 0,0 0 0 0 0,1 2-1 0 0,3 4-45 0 0,-2 0-1 0 0,1 1 1 0 0,-1-1-1 0 0,0 1 1 0 0,-1 0 0 0 0,1 0-1 0 0,-2 0 1 0 0,1 0-1 0 0,-1 0 1 0 0,0 10-1 0 0,0 15 877 0 0,-5 39 0 0 0,2-40-849 0 0,-9 123-377 0 0,-4 140-2889 0 0,15-249-4141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3.8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218 0 2304 0 0,'-9'2'383'0'0,"0"1"0"0"0,1 0 0 0 0,-1 0 0 0 0,1 1 0 0 0,0 0 0 0 0,0 0 0 0 0,0 1 0 0 0,0 0 0 0 0,1 0 0 0 0,0 1 0 0 0,0 0 0 0 0,0 0 0 0 0,1 1 0 0 0,0 0 0 0 0,0 0 0 0 0,0 0 0 0 0,-4 9 0 0 0,-3 6 104 0 0,1 1 0 0 0,0 0-1 0 0,2 1 1 0 0,-13 46 0 0 0,20-59-473 0 0,0 0 0 0 0,1 0 0 0 0,1-1 0 0 0,-1 15 0 0 0,2-22-18 0 0,0 0-1 0 0,1 0 1 0 0,-1 0 0 0 0,0-1 0 0 0,1 1 0 0 0,0 0 0 0 0,0 0 0 0 0,0 0 0 0 0,2 4 0 0 0,-2-6-6 0 0,-1 0 0 0 0,1 0-1 0 0,0 0 1 0 0,0 0 0 0 0,0 0 0 0 0,0 0 0 0 0,0 0-1 0 0,0-1 1 0 0,0 1 0 0 0,0 0 0 0 0,0-1 0 0 0,0 1-1 0 0,0 0 1 0 0,0-1 0 0 0,1 0 0 0 0,-1 1 0 0 0,0-1-1 0 0,0 0 1 0 0,1 1 0 0 0,-1-1 0 0 0,0 0 0 0 0,3 0-1 0 0,-2-1-7 0 0,0 1-1 0 0,0-1 1 0 0,0 0-1 0 0,0 1 1 0 0,0-1-1 0 0,0 0 1 0 0,0-1-1 0 0,-1 1 1 0 0,1 0 0 0 0,0 0-1 0 0,0-1 1 0 0,-1 1-1 0 0,1-1 1 0 0,-1 1-1 0 0,0-1 1 0 0,1 0-1 0 0,-1 0 1 0 0,0 0-1 0 0,0 1 1 0 0,1-4-1 0 0,20-44-448 0 0,-21 48 457 0 0,23-69 906 0 0,-14 36 364 0 0,2 1 1 0 0,2 0 0 0 0,28-50 0 0 0,-41 81-1108 0 0,1 0 0 0 0,-1 0 1 0 0,1 1-1 0 0,-1-1 0 0 0,1 0 1 0 0,0 0-1 0 0,0 1 0 0 0,-1-1 1 0 0,1 1-1 0 0,0-1 0 0 0,1 1 1 0 0,-1 0-1 0 0,0 0 0 0 0,0 0 1 0 0,0 0-1 0 0,1 0 0 0 0,-1 1 1 0 0,0-1-1 0 0,1 1 0 0 0,-1-1 1 0 0,1 1-1 0 0,-1 0 0 0 0,0 0 1 0 0,1 0-1 0 0,-1 0 0 0 0,1 0 1 0 0,-1 1-1 0 0,0-1 0 0 0,1 1 1 0 0,-1 0-1 0 0,3 0 0 0 0,8 5 83 0 0,0-1-1 0 0,-1 2 1 0 0,0 0-1 0 0,17 12 1 0 0,1 0-327 0 0,0-1-412 0 0,0 0 1 0 0,-1 3-1 0 0,-1 0 0 0 0,-1 1 1 0 0,0 2-1 0 0,30 36 1 0 0,-29-24 491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4.3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1 150 5529 0 0,'9'-11'639'0'0,"1"1"0"0"0,0 0 0 0 0,1 1 0 0 0,0 0 0 0 0,1 1 1 0 0,20-12-1 0 0,-5 3 338 0 0,-22 13-739 0 0,7-5 447 0 0,0 1 1 0 0,0 1 0 0 0,1 0 0 0 0,26-9 0 0 0,-37 15-620 0 0,1 0 0 0 0,-1 0 1 0 0,0 1-1 0 0,1-1 0 0 0,-1 1 0 0 0,0-1 1 0 0,1 1-1 0 0,-1 0 0 0 0,1 0 0 0 0,-1 0 0 0 0,0 1 1 0 0,1-1-1 0 0,-1 0 0 0 0,0 1 0 0 0,1 0 1 0 0,-1-1-1 0 0,0 1 0 0 0,1 0 0 0 0,-1 0 1 0 0,0 0-1 0 0,0 1 0 0 0,0-1 0 0 0,0 0 0 0 0,0 1 1 0 0,0-1-1 0 0,-1 1 0 0 0,1 0 0 0 0,0 0 1 0 0,-1-1-1 0 0,1 1 0 0 0,-1 0 0 0 0,0 0 1 0 0,0 1-1 0 0,0-1 0 0 0,0 0 0 0 0,0 0 0 0 0,1 3 1 0 0,8 30 146 0 0,-1 1 0 0 0,-2 0 0 0 0,-2 1 0 0 0,-1 0 0 0 0,-1 39 0 0 0,-1-42-148 0 0,-1 63 158 0 0,3 41 893 0 0,-3-120-706 0 0,2 0 1 0 0,0 0 0 0 0,1-1 0 0 0,1 1-1 0 0,9 22 1 0 0,-14-39-387 0 0,0 1 0 0 0,1-1 0 0 0,-1 0-1 0 0,1 1 1 0 0,0-1 0 0 0,-1 1 0 0 0,1-1 0 0 0,0 0 0 0 0,0 0-1 0 0,0 0 1 0 0,0 1 0 0 0,0-1 0 0 0,0 0 0 0 0,0 0 0 0 0,0 0-1 0 0,0 0 1 0 0,0 0 0 0 0,1-1 0 0 0,-1 1 0 0 0,0 0 0 0 0,1-1-1 0 0,-1 1 1 0 0,0-1 0 0 0,1 1 0 0 0,-1-1 0 0 0,1 1 0 0 0,-1-1-1 0 0,1 0 1 0 0,-1 0 0 0 0,1 0 0 0 0,-1 0 0 0 0,1 0 0 0 0,-1 0 0 0 0,1 0-1 0 0,-1 0 1 0 0,0-1 0 0 0,1 1 0 0 0,-1-1 0 0 0,1 1 0 0 0,-1-1-1 0 0,0 1 1 0 0,1-1 0 0 0,1-1 0 0 0,6-4-529 0 0,0-1 0 0 0,0 0 0 0 0,-1 0 0 0 0,15-18 0 0 0,-7 8-4118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4.6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72 2737 0 0,'-4'-7'444'0'0,"0"0"0"0"0,-1 0 0 0 0,0 0 0 0 0,0 0 0 0 0,-10-10 0 0 0,14 15 2 0 0,-1 0-1 0 0,0 1 1 0 0,0-1 0 0 0,0 1 0 0 0,0-1 0 0 0,0 1 0 0 0,0 0-1 0 0,0 0 1 0 0,0 0 0 0 0,0 0 0 0 0,-1 0 0 0 0,1 0-1 0 0,0 0 1 0 0,-1 1 0 0 0,1-1 0 0 0,-1 1 0 0 0,1 0 0 0 0,0 0-1 0 0,-1 0 1 0 0,1 0 0 0 0,-1 0 0 0 0,1 0 0 0 0,0 0-1 0 0,-4 2 1 0 0,5-2-296 0 0,0 1 0 0 0,0 0 0 0 0,0 0 0 0 0,0-1 0 0 0,0 1 0 0 0,0 0 0 0 0,0 0 0 0 0,0 0 0 0 0,0 0 0 0 0,1 0 0 0 0,-1 0 0 0 0,0 0 0 0 0,1 0 0 0 0,-1 1 0 0 0,1-1 0 0 0,-1 0 0 0 0,1 0 0 0 0,-1 0 0 0 0,1 1 0 0 0,0-1 0 0 0,0 0 0 0 0,0 0 0 0 0,0 1 0 0 0,0-1 0 0 0,0 0 0 0 0,0 0 0 0 0,0 1 0 0 0,0-1 0 0 0,0 0 0 0 0,1 2 0 0 0,14 47 839 0 0,-9-31-617 0 0,7 37-80 0 0,-3 2-1 0 0,5 96 1 0 0,-13 117-382 0 0,2 23-370 0 0,-2-263 215 0 0,2 28-627 0 0,-7-22-3064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4.9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76 12387 0 0,'1'-3'270'0'0,"-1"0"0"0"0,0 0 0 0 0,1 0 0 0 0,0 0 0 0 0,0 0 0 0 0,0 0 0 0 0,0 0 0 0 0,0 0 0 0 0,1 0 0 0 0,-1 0 1 0 0,1 1-1 0 0,0-1 0 0 0,0 1 0 0 0,0-1 0 0 0,0 1 0 0 0,0 0 0 0 0,1 0 0 0 0,-1 0 0 0 0,0 0 0 0 0,1 0 0 0 0,0 0 0 0 0,-1 1 0 0 0,1-1 1 0 0,0 1-1 0 0,3-1 0 0 0,-1-1 6 0 0,1 1-1 0 0,-1 0 1 0 0,1 1 0 0 0,0-1 0 0 0,0 1 0 0 0,0 0-1 0 0,0 1 1 0 0,0-1 0 0 0,0 1 0 0 0,-1 1 0 0 0,1-1-1 0 0,9 2 1 0 0,-1 3-89 0 0,-1-1-1 0 0,1 2 0 0 0,-1 0 0 0 0,0 1 1 0 0,23 16-1 0 0,56 50-83 0 0,-60-45-181 0 0,-22-21-313 0 0,-1 2 0 0 0,0-1 0 0 0,0 1 0 0 0,0 1 0 0 0,-2-1 0 0 0,1 2 0 0 0,8 14-1 0 0,-14-20 58 0 0,1 0 0 0 0,-1 1-1 0 0,-1-1 1 0 0,1 1 0 0 0,-1-1-1 0 0,0 1 1 0 0,0 0-1 0 0,-1-1 1 0 0,1 1 0 0 0,-1 0-1 0 0,0 0 1 0 0,-1-1-1 0 0,0 1 1 0 0,0 0 0 0 0,0 0-1 0 0,0-1 1 0 0,-1 1 0 0 0,-3 6-1 0 0,-10 19 190 0 0,-4 0 126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5.1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7 229 4609 0 0,'-6'4'1847'0'0,"21"-10"356"0"0,28-14 983 0 0,106-83 1205 0 0,-28 17-9069 0 0,-94 68 2802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6.3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3677 9 7514 0 0,'-1'-1'86'0'0,"0"0"1"0"0,0 0 0 0 0,0 1 0 0 0,0-1 0 0 0,-1 0 0 0 0,1 1 0 0 0,0-1 0 0 0,-1 1-1 0 0,1-1 1 0 0,0 1 0 0 0,0 0 0 0 0,-1-1 0 0 0,1 1 0 0 0,-1 0 0 0 0,1 0 0 0 0,0 0-1 0 0,-1 0 1 0 0,1 0 0 0 0,-3 1 0 0 0,3 0 294 0 0,-1 0-1 0 0,1 1 1 0 0,-1-1-1 0 0,1 0 0 0 0,-1 1 1 0 0,1 0-1 0 0,0-1 1 0 0,0 1-1 0 0,0 0 1 0 0,0-1-1 0 0,0 1 1 0 0,0 0-1 0 0,0 3 1 0 0,-4 9-82 0 0,0 0 0 0 0,1 0 0 0 0,1 0 0 0 0,1 0 0 0 0,0 1 0 0 0,0-1 0 0 0,1 1 1 0 0,2 16-1 0 0,18 122 3110 0 0,-5-61-2539 0 0,22 193-775 0 0,17 174 98 0 0,-30 302-65 0 0,-23-400-128 0 0,0-357 30 0 0,0 0 0 0 0,1 0 0 0 0,-1 0 0 0 0,1 0 0 0 0,0 1 0 0 0,0-1 0 0 0,0-1 0 0 0,1 1 0 0 0,0 0 0 0 0,-1 0 0 0 0,1 0 0 0 0,0-1 0 0 0,1 1 0 0 0,-1-1 0 0 0,6 6 0 0 0,9 13 370 0 0,-17-21-396 0 0,1 0 1 0 0,-1-1-1 0 0,0 1 1 0 0,1-1-1 0 0,-1 1 1 0 0,0 0-1 0 0,1-1 1 0 0,-1 1-1 0 0,0 0 1 0 0,0-1-1 0 0,0 1 1 0 0,0 0-1 0 0,0 0 1 0 0,1-1-1 0 0,-1 1 1 0 0,0 0-1 0 0,-1-1 1 0 0,1 1-1 0 0,0 1 1 0 0,-15 20 49 0 0,10-15-39 0 0,-1-1 1 0 0,0 1-1 0 0,-1-1 1 0 0,1 0-1 0 0,-1-1 1 0 0,0 0-1 0 0,0 0 1 0 0,-1 0-1 0 0,0-1 1 0 0,0 0-1 0 0,0 0 1 0 0,0-1-1 0 0,0 0 1 0 0,-1-1-1 0 0,-10 3 1 0 0,-37 1-16 0 0,0-3 0 0 0,-103-7 0 0 0,-111-32 0 0 0,256 34 0 0 0,-172-31-8 0 0,-267-11 0 0 0,197 55 8 0 0,29 0 0 0 0,78-7-80 0 0,-250 40 0 0 0,195-5 129 0 0,-98 14 38 0 0,165-42-29 0 0,62-7-55 0 0,-134 27 0 0 0,68 11-13 0 0,0 0 115 0 0,119-37-106 0 0,-1 0-1 0 0,0-2 1 0 0,0-1-1 0 0,-29 0 1 0 0,-30-4-1786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52.1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303 210 4145 0 0,'-98'-100'5071'0'0,"43"48"-2380"0"0,53 51-2621 0 0,-5-8 636 0 0,-1 2 0 0 0,-1-1 0 0 0,1 1 0 0 0,-1 0 0 0 0,-11-5 0 0 0,19 11-610 0 0,-1 0 0 0 0,1 0 0 0 0,-1 1 1 0 0,1-1-1 0 0,-1 1 0 0 0,1-1 0 0 0,-1 1 0 0 0,1-1 0 0 0,-1 1 0 0 0,0 0 0 0 0,1 0 0 0 0,-1 0 0 0 0,0 0 0 0 0,1 0 0 0 0,-1 0 0 0 0,1 0 0 0 0,-1 0 0 0 0,0 1 0 0 0,1-1 0 0 0,-1 1 0 0 0,1-1 0 0 0,-1 1 0 0 0,1 0 0 0 0,-1-1 0 0 0,1 1 0 0 0,0 0 0 0 0,-1 0 0 0 0,1 0 0 0 0,0 0 0 0 0,0 0 1 0 0,-1 0-1 0 0,1 0 0 0 0,0 1 0 0 0,0-1 0 0 0,0 0 0 0 0,0 1 0 0 0,1-1 0 0 0,-1 1 0 0 0,0-1 0 0 0,1 1 0 0 0,-1-1 0 0 0,1 1 0 0 0,-1-1 0 0 0,1 2 0 0 0,-9 30 28 0 0,2 0-1 0 0,1 0 1 0 0,1 0-1 0 0,3 0 1 0 0,1 66 0 0 0,3-60-120 0 0,1 0 0 0 0,3 0 0 0 0,0 0 1 0 0,3-1-1 0 0,1 0 0 0 0,2-1 0 0 0,1 0 1 0 0,2-1-1 0 0,2 0 0 0 0,1-1 0 0 0,1-1 1 0 0,2-1-1 0 0,2-1 0 0 0,40 45 1 0 0,-54-67-33 0 0,0-2 0 0 0,1 1 0 0 0,0-2-1 0 0,0 1 1 0 0,1-1 0 0 0,0-1 0 0 0,0 0 0 0 0,1 0 0 0 0,0-1 0 0 0,0-1 0 0 0,0 0 0 0 0,22 5 0 0 0,-24-8-39 0 0,0 0-1 0 0,0-1 0 0 0,-1 0 0 0 0,1 0 0 0 0,0-1 1 0 0,-1 0-1 0 0,1-1 0 0 0,0 0 0 0 0,-1-1 0 0 0,0 0 1 0 0,1 0-1 0 0,-1-1 0 0 0,-1 0 0 0 0,1 0 1 0 0,0-1-1 0 0,-1 0 0 0 0,10-9 0 0 0,-3 1 49 0 0,-1-1-1 0 0,0 0 0 0 0,-1-1 1 0 0,-1-1-1 0 0,-1 0 0 0 0,0 0 1 0 0,-1-1-1 0 0,0 0 0 0 0,-2-1 1 0 0,0 0-1 0 0,11-37 1 0 0,-16 43 78 0 0,-1 1 1 0 0,0 0 0 0 0,-1 0 0 0 0,0-1 0 0 0,-1 1 0 0 0,0 0 0 0 0,-1-1-1 0 0,0 1 1 0 0,-5-20 0 0 0,4 23 0 0 0,-1 0-1 0 0,0 1 1 0 0,0-1 0 0 0,-1 1-1 0 0,0 0 1 0 0,0 0 0 0 0,-1 0-1 0 0,0 0 1 0 0,0 1 0 0 0,0 0-1 0 0,-1 0 1 0 0,0 0 0 0 0,0 1-1 0 0,-13-8 1 0 0,12 8 3 0 0,0 1 0 0 0,0 0 0 0 0,-1 1 0 0 0,0-1-1 0 0,0 1 1 0 0,0 1 0 0 0,0 0 0 0 0,0 0 0 0 0,-1 0 0 0 0,1 1 0 0 0,-1 0 0 0 0,-10 1 0 0 0,7 1-13 0 0,0 0 0 0 0,1 1 0 0 0,-1 0 0 0 0,0 1 0 0 0,1 0 0 0 0,0 1 1 0 0,0 0-1 0 0,-13 7 0 0 0,9-2-109 0 0,-1 0 0 0 0,1 1 0 0 0,1 1 0 0 0,0 0 1 0 0,0 1-1 0 0,1 1 0 0 0,1 0 0 0 0,0 0 0 0 0,1 1 0 0 0,0 1 0 0 0,-13 24 1 0 0,14-16-647 0 0,3-1-179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53.0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50 516 8290 0 0,'-4'-5'279'0'0,"0"-1"-1"0"0,0 1 1 0 0,1-1 0 0 0,-1 0 0 0 0,1 0 0 0 0,1 0 0 0 0,-1 0-1 0 0,1-1 1 0 0,-2-8 0 0 0,-10-60 1391 0 0,13 60-1390 0 0,0-1 0 0 0,0 1 0 0 0,1 0 0 0 0,1 0-1 0 0,1 0 1 0 0,0-1 0 0 0,1 1 0 0 0,1 1 0 0 0,0-1 0 0 0,1 0 0 0 0,0 1-1 0 0,1 0 1 0 0,1 0 0 0 0,0 1 0 0 0,1 0 0 0 0,0 0 0 0 0,1 1 0 0 0,1 0-1 0 0,0 0 1 0 0,0 1 0 0 0,1 1 0 0 0,1 0 0 0 0,-1 0 0 0 0,2 1 0 0 0,-1 0-1 0 0,23-10 1 0 0,-31 17-275 0 0,-1 0-1 0 0,0 1 1 0 0,1-1-1 0 0,-1 1 1 0 0,1 0-1 0 0,0 0 1 0 0,-1 1-1 0 0,1-1 0 0 0,0 1 1 0 0,0-1-1 0 0,-1 1 1 0 0,1 0-1 0 0,0 1 1 0 0,0-1-1 0 0,-1 1 1 0 0,1-1-1 0 0,0 1 1 0 0,-1 0-1 0 0,1 1 0 0 0,-1-1 1 0 0,1 1-1 0 0,4 2 1 0 0,-4-1-10 0 0,-1 1-1 0 0,1-1 1 0 0,-1 1 0 0 0,1-1 0 0 0,-1 1-1 0 0,0 0 1 0 0,-1 1 0 0 0,1-1 0 0 0,-1 0-1 0 0,0 1 1 0 0,0-1 0 0 0,0 1 0 0 0,0 0-1 0 0,-1 0 1 0 0,0-1 0 0 0,1 9 0 0 0,1 14-42 0 0,-1 0 0 0 0,-1 0 0 0 0,-4 42 1 0 0,-19 83-253 0 0,0 25 103 0 0,21-164 196 0 0,-1 13 0 0 0,1 0 0 0 0,1 1 0 0 0,2-1 0 0 0,4 27 0 0 0,-5-46 0 0 0,1 0 0 0 0,0 0 0 0 0,0 0 0 0 0,1-1 0 0 0,-1 1 0 0 0,1-1 0 0 0,1 0 0 0 0,-1 0 0 0 0,1 0 0 0 0,0 0 0 0 0,1 0 0 0 0,-1-1 0 0 0,1 0 0 0 0,0 0 0 0 0,1 0 0 0 0,-1-1 0 0 0,1 0 0 0 0,0 0 0 0 0,12 7 0 0 0,-8-7 69 0 0,0 0-1 0 0,0-1 1 0 0,0 0-1 0 0,0-1 0 0 0,1 0 1 0 0,-1 0-1 0 0,1-1 1 0 0,0-1-1 0 0,-1 1 1 0 0,1-2-1 0 0,0 0 1 0 0,-1 0-1 0 0,16-4 0 0 0,-20 4-26 0 0,0-1 0 0 0,0 0-1 0 0,0 0 1 0 0,-1 0 0 0 0,1-1-1 0 0,-1 0 1 0 0,0 0-1 0 0,0 0 1 0 0,0 0 0 0 0,0-1-1 0 0,0 0 1 0 0,-1 0 0 0 0,0 0-1 0 0,0-1 1 0 0,0 0-1 0 0,0 1 1 0 0,-1-1 0 0 0,1 0-1 0 0,-1-1 1 0 0,-1 1-1 0 0,1-1 1 0 0,-1 1 0 0 0,0-1-1 0 0,0 0 1 0 0,1-6 0 0 0,-2 7-12 0 0,-1 1 1 0 0,0-1-1 0 0,0 1 0 0 0,0-1 1 0 0,0 1-1 0 0,-1 0 1 0 0,0-1-1 0 0,0 1 1 0 0,0 0-1 0 0,0-1 1 0 0,-1 1-1 0 0,1 0 1 0 0,-1 0-1 0 0,0 0 0 0 0,0 0 1 0 0,-1 1-1 0 0,1-1 1 0 0,-1 1-1 0 0,0-1 1 0 0,0 1-1 0 0,0 0 1 0 0,0 0-1 0 0,-1 0 1 0 0,1 0-1 0 0,-1 1 0 0 0,0-1 1 0 0,-4-1-1 0 0,-3-2 14 0 0,0 0-1 0 0,0 1 1 0 0,-1 1-1 0 0,0 0 1 0 0,0 0-1 0 0,0 1 1 0 0,0 1-1 0 0,-20-2 1 0 0,-16 4 71 0 0,-91 10 0 0 0,-27 0-342 0 0,132-13-1451 0 0,2-2-5949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54.2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0 300 5985 0 0,'5'-19'730'0'0,"2"0"1"0"0,0 0-1 0 0,1 0 0 0 0,1 1 0 0 0,0 0 0 0 0,1 1 0 0 0,1 0 0 0 0,1 1 0 0 0,1 0 0 0 0,0 1 1 0 0,1 0-1 0 0,0 1 0 0 0,1 0 0 0 0,1 2 0 0 0,0-1 0 0 0,27-14 0 0 0,-41 26-675 0 0,1-1-1 0 0,0 1 1 0 0,0-1-1 0 0,1 1 0 0 0,-1 0 1 0 0,0 0-1 0 0,0 0 1 0 0,0 1-1 0 0,1-1 1 0 0,-1 1-1 0 0,0 0 0 0 0,1 0 1 0 0,-1 0-1 0 0,0 0 1 0 0,1 0-1 0 0,-1 1 1 0 0,0-1-1 0 0,0 1 0 0 0,6 2 1 0 0,-6-2-24 0 0,-1 1 0 0 0,0-1-1 0 0,-1 0 1 0 0,1 1 0 0 0,0-1 0 0 0,0 1 0 0 0,-1 0 0 0 0,1-1-1 0 0,-1 1 1 0 0,1 0 0 0 0,-1 0 0 0 0,0 0 0 0 0,1 0 0 0 0,-1 0 0 0 0,0 0-1 0 0,-1 0 1 0 0,1 1 0 0 0,0-1 0 0 0,0 0 0 0 0,-1 0 0 0 0,0 1-1 0 0,1-1 1 0 0,-1 0 0 0 0,0 1 0 0 0,0-1 0 0 0,0 0 0 0 0,0 1-1 0 0,-2 3 1 0 0,-6 18 463 0 0,-1 2 206 0 0,9-8-626 0 0,0-1 1 0 0,0 1-1 0 0,2-1 1 0 0,0 0 0 0 0,2 1-1 0 0,0-1 1 0 0,7 20-1 0 0,-10-31-6 0 0,-1 0-1 0 0,1 0 1 0 0,-1 0-1 0 0,0-1 1 0 0,0 1-1 0 0,-1 0 1 0 0,0 0 0 0 0,0 0-1 0 0,-1 0 1 0 0,-2 8-1 0 0,-3 16-52 0 0,5-20-27 0 0,1-7 6 0 0,0 0 0 0 0,1 1 1 0 0,-1-1-1 0 0,1 0 0 0 0,-1 1 1 0 0,1-1-1 0 0,0 1 0 0 0,0-1 1 0 0,0 0-1 0 0,1 1 0 0 0,-1-1 1 0 0,1 0-1 0 0,0 1 0 0 0,0-1 1 0 0,0 0-1 0 0,0 0 1 0 0,1 0-1 0 0,-1 0 0 0 0,1 0 1 0 0,4 5-1 0 0,-5-7 19 0 0,-1-1 91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56.7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154 219 2304 0 0,'-9'0'205'0'0,"4"1"728"0"0,1-1-1 0 0,-1 0 1 0 0,1-1-1 0 0,-1 1 1 0 0,0-1-1 0 0,-4-1 1 0 0,9 2-811 0 0,0 0 1 0 0,-1 0 0 0 0,-2-3 1349 0 0,3 3-1350 0 0,0 0 1 0 0,-1 0 0 0 0,1-1-1 0 0,0 1 1 0 0,0 0 0 0 0,0-1-1 0 0,0 1 1 0 0,0 0 0 0 0,-1-1-1 0 0,1 1 1 0 0,0 0 0 0 0,0-1-1 0 0,0 1 1 0 0,0-1 0 0 0,0 0-1 0 0,12-17 1874 0 0,32-21-617 0 0,2 2 0 0 0,66-41 0 0 0,-104 72-1190 0 0,0 1 0 0 0,0 0 1 0 0,1 1-1 0 0,16-7 0 0 0,-23 11-141 0 0,1-1 1 0 0,-1 0-1 0 0,0 1 1 0 0,0-1 0 0 0,0 1-1 0 0,0 0 1 0 0,1 0-1 0 0,-1 0 1 0 0,0 0-1 0 0,0 0 1 0 0,1 0-1 0 0,-1 1 1 0 0,0-1-1 0 0,0 1 1 0 0,0-1 0 0 0,0 1-1 0 0,0 0 1 0 0,0 0-1 0 0,0 0 1 0 0,0 0-1 0 0,0 0 1 0 0,0 1-1 0 0,0-1 1 0 0,-1 0-1 0 0,1 1 1 0 0,2 2 0 0 0,12 17-64 0 0,0 0 1 0 0,-1 1-1 0 0,-2 1 1 0 0,18 37 0 0 0,-29-53 68 0 0,-1 0 0 0 0,1 0 0 0 0,-1 0 0 0 0,0 1 0 0 0,-1-1 0 0 0,0 0 0 0 0,0 0 0 0 0,0 0 0 0 0,-1 0 0 0 0,0 1 0 0 0,0-1 0 0 0,-1 0 0 0 0,0-1 0 0 0,0 1 0 0 0,-1 0 0 0 0,0 0 0 0 0,0-1 0 0 0,0 0 0 0 0,-1 1 0 0 0,-8 10 0 0 0,-2 1 149 0 0,-1 0 0 0 0,0-1 0 0 0,-2 0 0 0 0,0-2 0 0 0,-24 19 0 0 0,19-19-241 0 0,-1-1 0 0 0,0 0-1 0 0,-43 17 1 0 0,-78 18-87 0 0,103-36-176 0 0,13-2-48 0 0,1 1-3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01.9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776 1 7834 0 0,'-12'11'177'0'0,"1"0"1"0"0,1 1 0 0 0,0 0-1 0 0,1 1 1 0 0,-13 22 0 0 0,-7 9 20 0 0,-43 66-159 0 0,4 3-1 0 0,5 3 1 0 0,6 3 0 0 0,-76 223-1 0 0,-73 507-1135 0 0,139-364 1170 0 0,61-379 284 0 0,6 1-1 0 0,19 167 1 0 0,-18-262-284 0 0,1 0 0 0 0,1-1 1 0 0,-1 1-1 0 0,2 0 1 0 0,0-1-1 0 0,0 0 0 0 0,10 18 1 0 0,-12-25-38 0 0,1-1-1 0 0,-1 0 1 0 0,1 0 0 0 0,-1 0 0 0 0,1 0 0 0 0,0-1-1 0 0,0 1 1 0 0,0-1 0 0 0,0 1 0 0 0,1-1 0 0 0,-1 0-1 0 0,1 0 1 0 0,-1-1 0 0 0,1 1 0 0 0,-1-1 0 0 0,1 0-1 0 0,0 0 1 0 0,0 0 0 0 0,0 0 0 0 0,0-1 0 0 0,0 1-1 0 0,0-1 1 0 0,0 0 0 0 0,0 0 0 0 0,-1 0 0 0 0,9-2-1 0 0,-1-1-37 0 0,0 0 0 0 0,-1 0-1 0 0,1-1 1 0 0,-1-1 0 0 0,0 0-1 0 0,0 0 1 0 0,0-1-1 0 0,-1 0 1 0 0,15-12 0 0 0,7-9-58 0 0,34-40 0 0 0,-43 44 51 0 0,261-313 589 0 0,-25-23 113 0 0,-26 58-28 0 0,16-24-58 0 0,195-313 761 0 0,-175 222-501 0 0,-223 344-830 0 0,-45 71-37 0 0,13-24-8 0 0,-13 25 6 0 0,0 0 0 0 0,0 0 0 0 0,0-1 0 0 0,1 1 0 0 0,-1 0 0 0 0,0 0 0 0 0,0 0 0 0 0,0 0 0 0 0,0 0 0 0 0,0 0 0 0 0,0 0 0 0 0,-1-1 0 0 0,1 1 0 0 0,0 0 0 0 0,0 0 0 0 0,0 0 0 0 0,0 0 0 0 0,0 0 0 0 0,0 0 0 0 0,0 0 0 0 0,0 0 0 0 0,0-1 0 0 0,0 1 0 0 0,0 0 0 0 0,0 0 0 0 0,0 0 0 0 0,0 0 0 0 0,0 0 0 0 0,0 0 0 0 0,-1 0 0 0 0,1 0 0 0 0,0 0 0 0 0,0 0 0 0 0,0 0 0 0 0,0 0 0 0 0,0 0 0 0 0,0 0 0 0 0,0 0 0 0 0,0-1 0 0 0,-1 1 0 0 0,1 0 0 0 0,0 0 0 0 0,0 0 0 0 0,0 0 0 0 0,0 0 0 0 0,0 0 0 0 0,0 0 0 0 0,0 0 0 0 0,-1 0 0 0 0,1 1 0 0 0,0-1 0 0 0,0 0 0 0 0,0 0 0 0 0,0 0 0 0 0,-16 8-281 0 0,-199 150-2215 0 0,138-98 2014 0 0,-3 7 163 0 0,-127 132 1 0 0,-51 99-313 0 0,185-211 585 0 0,8-9 504 0 0,4 3 0 0 0,-54 95 0 0 0,86-124-171 0 0,1 2 1 0 0,3 1 0 0 0,3 1-1 0 0,-28 106 1 0 0,40-125-259 0 0,6-27-166 0 0,1 1-1 0 0,0 0 1 0 0,1-1 0 0 0,0 1 0 0 0,1 0-1 0 0,0 0 1 0 0,1 13 0 0 0,35-77-3029 0 0,82-153 3295 0 0,155-279-252 0 0,-40-21-154 0 0,-190 394 355 0 0,80-196-34 0 0,-91 241 533 0 0,3 1 1 0 0,62-89-1 0 0,-86 141 191 0 0,-14 21-279 0 0,-17 26-349 0 0,-196 237-2227 0 0,48-63 1095 0 0,-198 263 618 0 0,-29 115 1280 0 0,268-383-298 0 0,119-189-548 0 0,-141 233 1035 0 0,128-204-803 0 0,2 0 1 0 0,2 2-1 0 0,1 0 0 0 0,-10 48 1 0 0,25-84-208 0 0,0 1 0 0 0,1 0-1 0 0,0-1 1 0 0,1 1 0 0 0,-1 0 0 0 0,1 0 0 0 0,3 13 0 0 0,-3-20-73 0 0,0 1 0 0 0,1-1 1 0 0,0 1-1 0 0,0-1 1 0 0,0 0-1 0 0,0 1 0 0 0,0-1 1 0 0,0 0-1 0 0,0 0 1 0 0,1 0-1 0 0,-1 0 0 0 0,1 0 1 0 0,0 0-1 0 0,-1 0 1 0 0,1 0-1 0 0,0-1 0 0 0,0 1 1 0 0,0-1-1 0 0,0 1 1 0 0,1-1-1 0 0,-1 0 0 0 0,0 0 1 0 0,0 0-1 0 0,1 0 1 0 0,-1 0-1 0 0,1-1 0 0 0,-1 1 1 0 0,1 0-1 0 0,4-1 1 0 0,3 0-67 0 0,0 0 0 0 0,0-1 1 0 0,0 0-1 0 0,0 0 0 0 0,0-1 1 0 0,0-1-1 0 0,0 0 0 0 0,-1 0 0 0 0,1-1 1 0 0,8-5-1 0 0,11-5-262 0 0,48-35 0 0 0,-37 19 116 0 0,-1-2 0 0 0,64-69 1 0 0,58-88 906 0 0,-43 48-206 0 0,37-31 181 0 0,118-141 499 0 0,-193 212-986 0 0,245-288 241 0 0,28 3-413 0 0,-309 336-21 0 0,1 2 0 0 0,3 3 0 0 0,83-63 0 0 0,-127 105 0 0 0,0 0 0 0 0,0 1 0 0 0,-1-1 0 0 0,1 1 0 0 0,0-1 0 0 0,0 1 0 0 0,0 0 0 0 0,1 1 0 0 0,-1-1 0 0 0,0 1 0 0 0,1-1 0 0 0,-1 1 0 0 0,1 1 0 0 0,4-1 0 0 0,-9 1 0 0 0,1 0 0 0 0,-1 0-1 0 0,0 0 1 0 0,1 0-1 0 0,-1 1 1 0 0,0-1 0 0 0,0 0-1 0 0,1 0 1 0 0,-1 0-1 0 0,0 1 1 0 0,0-1-1 0 0,1 0 1 0 0,-1 0 0 0 0,0 1-1 0 0,0-1 1 0 0,0 0-1 0 0,1 1 1 0 0,-1-1 0 0 0,0 0-1 0 0,0 1 1 0 0,0-1-1 0 0,0 0 1 0 0,0 1 0 0 0,0-1-1 0 0,0 0 1 0 0,0 1-1 0 0,0-1 1 0 0,0 0-1 0 0,0 1 1 0 0,0-1 0 0 0,0 0-1 0 0,0 1 1 0 0,0-1-1 0 0,0 0 1 0 0,0 1 0 0 0,0-1-1 0 0,0 0 1 0 0,0 1-1 0 0,-1-1 1 0 0,1 0 0 0 0,0 1-1 0 0,0-1 1 0 0,0 0-1 0 0,-1 1 1 0 0,1-1 0 0 0,-10 18-60 0 0,10-17 58 0 0,-106 142-166 0 0,11-17 67 0 0,-52 92 156 0 0,-142 207 15 0 0,-166 289-152 0 0,286-436 155 0 0,8-43 84 0 0,-6 11 108 0 0,138-198-230 0 0,3 1 0 0 0,1 2 0 0 0,-22 68-1 0 0,47-118-34 0 0,-3 7-3 0 0,0 0-1 0 0,1 0 1 0 0,0 0-1 0 0,1 1 1 0 0,-1 11-1 0 0,2-19 3 0 0,0 0-1 0 0,0 0 0 0 0,0 0 1 0 0,0 0-1 0 0,0 0 1 0 0,0 0-1 0 0,1 0 1 0 0,-1 0-1 0 0,0 0 0 0 0,1 0 1 0 0,-1 0-1 0 0,1 0 1 0 0,-1-1-1 0 0,1 1 1 0 0,-1 0-1 0 0,1 0 0 0 0,0 0 1 0 0,0 0-1 0 0,-1-1 1 0 0,2 2-1 0 0,0-1-1 0 0,-1-1 0 0 0,1 1 0 0 0,0-1 0 0 0,-1 1-1 0 0,1-1 1 0 0,0 0 0 0 0,-1 0 0 0 0,1 0 0 0 0,0 0 0 0 0,-1 0-1 0 0,1 0 1 0 0,0 0 0 0 0,-1 0 0 0 0,1-1 0 0 0,0 1 0 0 0,2-2-1 0 0,7-1-60 0 0,-1-1 0 0 0,0-1-1 0 0,-1 1 1 0 0,1-2 0 0 0,-1 1-1 0 0,0-1 1 0 0,0-1-1 0 0,8-7 1 0 0,61-67-406 0 0,-72 75 434 0 0,176-209 389 0 0,260-401-1 0 0,-23 14 127 0 0,-288 420-440 0 0,-72 102-37 0 0,3 4 1 0 0,3 2 0 0 0,125-110-1 0 0,-110 112-48 0 0,54-43-90 0 0,-133 114 126 0 0,0 1-1 0 0,0-1 1 0 0,-1 0 0 0 0,1 1 0 0 0,0-1 0 0 0,0 0 0 0 0,0 1-1 0 0,0 0 1 0 0,0-1 0 0 0,0 1 0 0 0,0-1 0 0 0,0 1 0 0 0,0 0 0 0 0,0 0-1 0 0,0 0 1 0 0,2 0 0 0 0,-3 0-5 0 0,0 0 0 0 0,0 0 0 0 0,1 1 0 0 0,-1-1 0 0 0,0 0 0 0 0,0 1 0 0 0,0-1 0 0 0,1 0 0 0 0,-1 1 0 0 0,0-1 0 0 0,0 0 0 0 0,0 1 0 0 0,0-1 0 0 0,0 0 0 0 0,0 1 0 0 0,0-1 0 0 0,0 0-1 0 0,0 1 1 0 0,0-1 0 0 0,0 1 0 0 0,0-1 0 0 0,0 0 0 0 0,0 1 0 0 0,0-1 0 0 0,0 0 0 0 0,0 1 0 0 0,0-1 0 0 0,0 0 0 0 0,-1 1 0 0 0,-15 39-835 0 0,13-33 809 0 0,-67 126-497 0 0,-90 130 1 0 0,16-30 734 0 0,-349 697 987 0 0,485-913-1130 0 0,-26 68 236 0 0,31-76-217 0 0,1-1 0 0 0,0 1 0 0 0,0 0-1 0 0,1 0 1 0 0,0 0 0 0 0,1 0 0 0 0,1 16 0 0 0,-1-23-49 0 0,0 0-1 0 0,0 1 1 0 0,1-1-1 0 0,-1 0 1 0 0,1 0-1 0 0,0 0 0 0 0,0 0 1 0 0,-1 0-1 0 0,1 0 1 0 0,1 0-1 0 0,-1 0 1 0 0,0 0-1 0 0,0 0 0 0 0,1 0 1 0 0,-1-1-1 0 0,1 1 1 0 0,-1-1-1 0 0,1 1 1 0 0,0-1-1 0 0,2 2 0 0 0,-1-1-14 0 0,0-1-1 0 0,1 0 0 0 0,-1 0 1 0 0,0 0-1 0 0,0 0 1 0 0,1-1-1 0 0,-1 1 0 0 0,0-1 1 0 0,1 0-1 0 0,-1 0 0 0 0,0 0 1 0 0,5-1-1 0 0,4-2-53 0 0,0 1-1 0 0,0-2 1 0 0,0 0-1 0 0,-1 0 1 0 0,0-1 0 0 0,17-9-1 0 0,4-7-175 0 0,-1-1 1 0 0,-1-2-1 0 0,53-53 0 0 0,70-97-43 0 0,-114 127 218 0 0,38-43-4 0 0,322-396-51 0 0,-361 436 135 0 0,120-140 129 0 0,-138 168-105 0 0,1 2 0 0 0,2 0-1 0 0,0 1 1 0 0,1 1 0 0 0,0 2 0 0 0,32-16-1 0 0,-52 30-14 0 0,0 0-1 0 0,0 0 0 0 0,1 0 0 0 0,-1 1 1 0 0,1-1-1 0 0,0 1 0 0 0,-1 1 1 0 0,7-2-1 0 0,-10 2-32 0 0,0 0 0 0 0,-1 0 1 0 0,1 0-1 0 0,0 1 0 0 0,-1-1 1 0 0,1 0-1 0 0,-1 0 0 0 0,1 0 0 0 0,-1 0 1 0 0,1 1-1 0 0,0-1 0 0 0,-1 0 1 0 0,1 1-1 0 0,-1-1 0 0 0,1 0 0 0 0,-1 1 1 0 0,0-1-1 0 0,1 1 0 0 0,-1-1 1 0 0,1 0-1 0 0,-1 1 0 0 0,0-1 0 0 0,1 1 1 0 0,-1-1-1 0 0,0 1 0 0 0,1 0 1 0 0,-1 1-4 0 0,1 0 0 0 0,-1 0 0 0 0,0 0 0 0 0,0 0 1 0 0,0 0-1 0 0,0 0 0 0 0,-1 0 0 0 0,1 0 1 0 0,0 0-1 0 0,-1 0 0 0 0,0 0 0 0 0,-1 3 0 0 0,-19 44 24 0 0,-3-2 0 0 0,-46 71 0 0 0,50-85-4 0 0,-332 493 109 0 0,-49-39 158 0 0,106-151 35 0 0,216-230-467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03.7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1659 1 2761 0 0,'-14'-1'235'0'0,"-1"2"0"0"0,0 0 1 0 0,1 1-1 0 0,-1 0 1 0 0,1 1-1 0 0,0 0 0 0 0,0 2 1 0 0,0-1-1 0 0,-14 8 0 0 0,-88 41 1131 0 0,4 5-1 0 0,-130 89 0 0 0,217-128-1271 0 0,2 1 0 0 0,0 2 0 0 0,1 0 0 0 0,1 1 0 0 0,1 1 0 0 0,-25 40 0 0 0,-82 169-699 0 0,84-147 425 0 0,-15 27 226 0 0,6 2 0 0 0,4 3-1 0 0,-57 217 1 0 0,105-332-48 0 0,-2 3 3 0 0,1 0 0 0 0,0-1 0 0 0,0 1 1 0 0,1 0-1 0 0,0 11 0 0 0,0-16-3 0 0,0 0 1 0 0,0 0-1 0 0,0 0 1 0 0,1 0-1 0 0,-1 0 1 0 0,1 0 0 0 0,-1 0-1 0 0,0 0 1 0 0,1 0-1 0 0,0 0 1 0 0,-1 0-1 0 0,1-1 1 0 0,-1 1-1 0 0,1 0 1 0 0,0 0 0 0 0,0-1-1 0 0,-1 1 1 0 0,1 0-1 0 0,0-1 1 0 0,0 1-1 0 0,0-1 1 0 0,0 1-1 0 0,0-1 1 0 0,0 0-1 0 0,0 1 1 0 0,0-1 0 0 0,0 0-1 0 0,0 0 1 0 0,0 1-1 0 0,0-1 1 0 0,0 0-1 0 0,0 0 1 0 0,0 0-1 0 0,0 0 1 0 0,0 0-1 0 0,0 0 1 0 0,0-1 0 0 0,0 1-1 0 0,1-1 1 0 0,18-3 7 0 0,-1-1 1 0 0,-1 0-1 0 0,1-2 0 0 0,-1 0 1 0 0,0-1-1 0 0,0-1 1 0 0,-1 0-1 0 0,25-20 1 0 0,15-14 67 0 0,50-51 0 0 0,-91 80-78 0 0,321-316 284 0 0,4-4 1395 0 0,-265 266-805 0 0,2 3-1 0 0,119-75 0 0 0,-188 135-779 0 0,-5 1-5 0 0,1 1 1 0 0,-1 0-1 0 0,1 0 1 0 0,0 1-1 0 0,0 0 1 0 0,0-1-1 0 0,0 2 1 0 0,1-1-1 0 0,-1 0 1 0 0,0 1-1 0 0,1 0 1 0 0,7 0-1 0 0,-13 1-63 0 0,1 0 0 0 0,0 1-1 0 0,-1-1 1 0 0,1 0 0 0 0,-1 1 0 0 0,1-1-1 0 0,-1 0 1 0 0,1 1 0 0 0,-1-1 0 0 0,1 1-1 0 0,-1-1 1 0 0,1 1 0 0 0,-1-1-1 0 0,1 1 1 0 0,-1-1 0 0 0,0 1 0 0 0,1-1-1 0 0,-1 1 1 0 0,0-1 0 0 0,0 1 0 0 0,0 0-1 0 0,1-1 1 0 0,-1 1 0 0 0,0 0 0 0 0,0-1-1 0 0,0 1 1 0 0,0-1 0 0 0,0 1-1 0 0,0 0 1 0 0,0-1 0 0 0,0 1 0 0 0,0 0-1 0 0,0-1 1 0 0,0 1 0 0 0,-1 0 0 0 0,1-1-1 0 0,0 1 1 0 0,-1 0 0 0 0,-9 27 179 0 0,9-27-195 0 0,-16 33 45 0 0,-2 0-1 0 0,-2-1 1 0 0,-46 56-1 0 0,-91 80-404 0 0,68-75 126 0 0,-11 15-131 0 0,-458 456 115 0 0,371-395 320 0 0,-256 214-285 0 0,293-258 488 0 0,60-48-675 0 0,75-66-515 0 0,21-21-295 0 0,23-23 37 0 0,32-31 228 0 0,165-166 657 0 0,-52 59 642 0 0,347-309 1107 0 0,-311 310-882 0 0,65-50 204 0 0,-241 193-690 0 0,1 2 1 0 0,1 1-1 0 0,1 2 0 0 0,71-30 1 0 0,-106 50-87 0 0,0 1 0 0 0,0-1 0 0 0,0 1 0 0 0,0 0 0 0 0,0-1 0 0 0,0 1 0 0 0,-1 0 1 0 0,1 0-1 0 0,0 0 0 0 0,0 0 0 0 0,0 0 0 0 0,0 0 0 0 0,0 0 0 0 0,0 0 0 0 0,0 0 0 0 0,0 0 0 0 0,0 0 1 0 0,0 0-1 0 0,1 1 0 0 0,-2 0-2 0 0,0-1 0 0 0,0 0 0 0 0,1 1 1 0 0,-1-1-1 0 0,0 1 0 0 0,0-1 0 0 0,0 1 1 0 0,0-1-1 0 0,0 1 0 0 0,1-1 0 0 0,-1 1 1 0 0,0-1-1 0 0,0 1 0 0 0,0-1 0 0 0,0 1 1 0 0,-1-1-1 0 0,1 1 0 0 0,0-1 0 0 0,0 1 1 0 0,0-1-1 0 0,0 1 0 0 0,0-1 0 0 0,-1 1 1 0 0,1 0-1 0 0,-24 37 349 0 0,20-32-318 0 0,-274 412 1020 0 0,-66 91-1306 0 0,296-444 246 0 0,-19 24 0 0 0,-56 100 0 0 0,114-173 3 0 0,0 1-1 0 0,1 0 0 0 0,-5 19 0 0 0,12-33-7 0 0,-1 1 0 0 0,1-1 0 0 0,0 1 0 0 0,0 0 0 0 0,1 0 0 0 0,-1 0 0 0 0,1-1 0 0 0,0 1 0 0 0,0 0 0 0 0,0 0 0 0 0,0 0 0 0 0,1 0 0 0 0,0-1 0 0 0,0 1 0 0 0,0 0 0 0 0,0-1 0 0 0,0 1 0 0 0,1 0 0 0 0,-1-1 0 0 0,1 1 0 0 0,3 4 0 0 0,-2-6-23 0 0,-1 0 1 0 0,1-1-1 0 0,-1 1 0 0 0,1-1 1 0 0,-1 1-1 0 0,1-1 0 0 0,0 0 1 0 0,0 0-1 0 0,0 0 0 0 0,0 0 1 0 0,0-1-1 0 0,0 1 1 0 0,0-1-1 0 0,0 1 0 0 0,0-1 1 0 0,0 0-1 0 0,0-1 0 0 0,0 1 1 0 0,0 0-1 0 0,0-1 0 0 0,0 1 1 0 0,3-2-1 0 0,10-3-176 0 0,0 0 0 0 0,26-13 0 0 0,-37 16 161 0 0,52-26-101 0 0,-1-3 0 0 0,-2-2 1 0 0,61-49-1 0 0,143-136 408 0 0,-11 9-68 0 0,-230 196-190 0 0,251-186 159 0 0,-241 183-197 0 0,-19 16 10 0 0,-16 15 12 0 0,-410 480 12 0 0,-29-25 730 0 0,440-463-706 0 0,-186 181 661 0 0,-100 108 275 0 0,289-290-961 0 0,-73 88-117 0 0,67-80-211 0 0,1 1-1 0 0,0-1 0 0 0,1 2 1 0 0,-12 31-1 0 0,19-46 244 0 0,0 0 0 0 0,1 0 0 0 0,0 1-1 0 0,-1-1 1 0 0,1 0 0 0 0,-1 1 0 0 0,1-1 0 0 0,0 0-1 0 0,0 1 1 0 0,0-1 0 0 0,0 0 0 0 0,0 1 0 0 0,0-1 0 0 0,0 0-1 0 0,1 1 1 0 0,-1-1 0 0 0,0 0 0 0 0,1 1 0 0 0,-1-1-1 0 0,1 0 1 0 0,-1 1 0 0 0,2 1 0 0 0,-1-2-49 0 0,0-1 0 0 0,0 1 1 0 0,1 0-1 0 0,-1-1 0 0 0,0 1 0 0 0,0-1 1 0 0,0 1-1 0 0,1-1 0 0 0,-1 0 0 0 0,0 0 1 0 0,1 1-1 0 0,-1-1 0 0 0,0 0 1 0 0,1 0-1 0 0,-1 0 0 0 0,0 0 0 0 0,1 0 1 0 0,1-1-1 0 0,8-1-307 0 0,-1-1 1 0 0,0 0-1 0 0,1-1 1 0 0,11-6-1 0 0,216-126 168 0 0,-160 89 859 0 0,509-374 2913 0 0,-321 217-2541 0 0,-148 113-497 0 0,-41 31 72 0 0,91-56 0 0 0,-161 112-486 0 0,-4 1-12 0 0,1 1 0 0 0,-1 0 0 0 0,1 0 0 0 0,-1 0 0 0 0,1 1 0 0 0,0-1 0 0 0,-1 1 0 0 0,1 0 0 0 0,0 0 0 0 0,0 0 0 0 0,6 0 0 0 0,-10 1-25 0 0,1 0 0 0 0,-1 1-1 0 0,1-1 1 0 0,-1 0-1 0 0,1 0 1 0 0,-1 1 0 0 0,0-1-1 0 0,1 0 1 0 0,-1 1 0 0 0,1-1-1 0 0,-1 0 1 0 0,0 1 0 0 0,1-1-1 0 0,-1 1 1 0 0,0-1-1 0 0,0 0 1 0 0,1 1 0 0 0,-1-1-1 0 0,0 1 1 0 0,0-1 0 0 0,0 1-1 0 0,1-1 1 0 0,-1 1 0 0 0,0-1-1 0 0,0 1 1 0 0,0-1 0 0 0,0 1-1 0 0,0-1 1 0 0,0 1-1 0 0,0-1 1 0 0,0 1 0 0 0,0-1-1 0 0,0 1 1 0 0,0 0 0 0 0,-1-1-1 0 0,1 1 1 0 0,0-1 0 0 0,0 0-1 0 0,0 1 1 0 0,-1-1 0 0 0,1 1-1 0 0,0-1 1 0 0,-1 1-1 0 0,1-1 1 0 0,-13 27 260 0 0,12-26-251 0 0,-158 250 926 0 0,52-86-819 0 0,14-24-100 0 0,-144 168 0 0 0,194-258-32 0 0,-75 93-35 0 0,99-119 33 0 0,2 2 1 0 0,1 0-1 0 0,-23 52 0 0 0,36-74 7 0 0,1 1 0 0 0,0-1 0 0 0,1 1 0 0 0,-1 0 0 0 0,1 0 0 0 0,0 0 0 0 0,1 0 0 0 0,-1 6 0 0 0,1-10 0 0 0,0 0 0 0 0,1 0 0 0 0,-1-1 0 0 0,1 1 0 0 0,-1 0 0 0 0,1 0 0 0 0,0 0 0 0 0,-1-1 0 0 0,1 1 0 0 0,0 0 0 0 0,0-1 0 0 0,0 1 0 0 0,1-1 0 0 0,-1 1 0 0 0,0-1 0 0 0,0 0 0 0 0,1 1 0 0 0,-1-1 0 0 0,1 0 0 0 0,-1 0 0 0 0,1 0 0 0 0,0 0 0 0 0,-1 0 0 0 0,1 0 0 0 0,0 0 0 0 0,0-1 0 0 0,-1 1 0 0 0,1-1 0 0 0,2 1 0 0 0,5 1 7 0 0,0-1-1 0 0,0 0 1 0 0,1-1 0 0 0,-1 0 0 0 0,0 0 0 0 0,0-1 0 0 0,12-2 0 0 0,68-19 63 0 0,-76 19-54 0 0,47-16 55 0 0,-2-2-1 0 0,87-45 1 0 0,104-74 409 0 0,-120 64-233 0 0,-120 71-230 0 0,2-2 1 0 0,-1 1 0 0 0,1 0 0 0 0,0 1 0 0 0,0 0-1 0 0,1 1 1 0 0,0 0 0 0 0,19-3 0 0 0,-17 9-1045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1.9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180 267 14283 0 0,'-6'-22'619'0'0,"1"1"0"0"0,1-1 0 0 0,-3-42 0 0 0,-1-3 1071 0 0,6 51-1160 0 0,1 9-90 0 0,0 0 0 0 0,0-1-1 0 0,0 1 1 0 0,-1 0 0 0 0,-4-8 0 0 0,6 15-419 0 0,0-1 0 0 0,0 1-1 0 0,0 0 1 0 0,0 0 0 0 0,0 0 0 0 0,-1 0 0 0 0,1-1 0 0 0,0 1-1 0 0,0 0 1 0 0,0 0 0 0 0,0 0 0 0 0,0 0 0 0 0,0 0 0 0 0,-1-1 0 0 0,1 1-1 0 0,0 0 1 0 0,0 0 0 0 0,0 0 0 0 0,-1 0 0 0 0,1 0 0 0 0,0 0-1 0 0,0 0 1 0 0,0 0 0 0 0,0 0 0 0 0,-1 0 0 0 0,1 0 0 0 0,0 0-1 0 0,0 0 1 0 0,0 0 0 0 0,-1 0 0 0 0,1 0 0 0 0,0 0 0 0 0,0 0-1 0 0,0 0 1 0 0,-1 0 0 0 0,1 0 0 0 0,0 0 0 0 0,0 0 0 0 0,0 0-1 0 0,-1 0 1 0 0,1 0 0 0 0,0 0 0 0 0,0 1 0 0 0,-9 9 305 0 0,-5 14-111 0 0,4 4-97 0 0,1 1 1 0 0,1-1-1 0 0,-6 46 0 0 0,-2 94-22 0 0,11-97-69 0 0,-8 68-11 0 0,-15 243 47 0 0,25-286-152 0 0,5-1 1 0 0,14 96-1 0 0,-9-147-228 0 0,15 48 1 0 0,-4-32-19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2.4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171 361 1840 0 0,'-14'0'1036'0'0,"0"2"-1"0"0,-1 0 1 0 0,1 0-1 0 0,1 2 0 0 0,-24 7 1 0 0,-27 7 6572 0 0,105-28-3152 0 0,29-14-3318 0 0,3-1-820 0 0,293-62 680 0 0,6 27-741 0 0,-324 53-252 0 0,64-11-615 0 0,-1-5 1 0 0,-1-4-1 0 0,155-61 1 0 0,-245 80-1543 0 0,1 1 0 0 0,35-6 0 0 0,-44 11 168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2.8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2 10594 0 0,'-11'0'-563'0'0,"8"-1"1117"0"0,1 1 0 0 0,-1 0 0 0 0,1 0 0 0 0,0 0-1 0 0,-1 0 1 0 0,1 1 0 0 0,-1-1 0 0 0,1 1 0 0 0,0-1 0 0 0,-3 2 0 0 0,4-1-382 0 0,0 0 0 0 0,1-1 0 0 0,-1 1 0 0 0,1 0 0 0 0,0 0 0 0 0,-1 0 0 0 0,1 0 1 0 0,-1 0-1 0 0,1 0 0 0 0,0 0 0 0 0,0 0 0 0 0,0 0 0 0 0,0 0 0 0 0,-1 0 0 0 0,1 0 1 0 0,0 0-1 0 0,1 0 0 0 0,-1 0 0 0 0,0 0 0 0 0,0 0 0 0 0,0-1 0 0 0,1 1 0 0 0,-1 0 1 0 0,0 0-1 0 0,1 0 0 0 0,-1 0 0 0 0,1 0 0 0 0,-1 0 0 0 0,2 1 0 0 0,20 58 363 0 0,-2 1 1 0 0,-3 1-1 0 0,16 111 0 0 0,-2 194-476 0 0,-1-7-565 0 0,-25-333-644 0 0,-1-10-2445 0 0,-3-12 1831 0 0,3 13-5314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3.1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1 285 5529 0 0,'3'-35'1456'0'0,"1"0"1"0"0,2 0-1 0 0,2 0 0 0 0,1 1 1 0 0,17-41-1 0 0,-26 73-1332 0 0,1 0 1 0 0,0 0-1 0 0,0 0 0 0 0,0 0 1 0 0,0 0-1 0 0,0 0 1 0 0,1 0-1 0 0,-1 1 0 0 0,1-1 1 0 0,-1 0-1 0 0,1 1 0 0 0,-1-1 1 0 0,1 1-1 0 0,0 0 0 0 0,0-1 1 0 0,0 1-1 0 0,0 0 0 0 0,0 0 1 0 0,0 0-1 0 0,0 0 0 0 0,0 1 1 0 0,0-1-1 0 0,0 1 1 0 0,0-1-1 0 0,0 1 0 0 0,0 0 1 0 0,1-1-1 0 0,-1 1 0 0 0,0 0 1 0 0,0 1-1 0 0,0-1 0 0 0,1 0 1 0 0,-1 1-1 0 0,0-1 0 0 0,3 2 1 0 0,-1-1-72 0 0,0 1 0 0 0,0 0 0 0 0,0 0 0 0 0,0 0 0 0 0,-1 1 1 0 0,1-1-1 0 0,0 1 0 0 0,-1 0 0 0 0,0 0 0 0 0,0 0 0 0 0,0 0 0 0 0,0 1 0 0 0,0-1 1 0 0,-1 1-1 0 0,0 0 0 0 0,4 7 0 0 0,-2 0-83 0 0,-1 1 0 0 0,-1-1 0 0 0,0 1 0 0 0,0 0 1 0 0,-1 0-1 0 0,0 0 0 0 0,-1 0 0 0 0,-1 0 0 0 0,0 1 0 0 0,-4 20 1 0 0,-5 9-107 0 0,-23 65 0 0 0,-51 99 845 0 0,84-206-649 0 0,0 1-1 0 0,-1 0 0 0 0,1 0 1 0 0,0 0-1 0 0,-1-1 0 0 0,1 1 1 0 0,0 0-1 0 0,0 0 0 0 0,0 0 1 0 0,0 0-1 0 0,0-1 0 0 0,0 1 1 0 0,0 0-1 0 0,0 0 0 0 0,0 0 1 0 0,0 0-1 0 0,0-1 0 0 0,1 1 1 0 0,-1 0-1 0 0,0 0 1 0 0,0 0-1 0 0,1-1 0 0 0,-1 1 1 0 0,1 0-1 0 0,-1 0 0 0 0,1-1 1 0 0,-1 1-1 0 0,1 0 0 0 0,-1-1 1 0 0,1 1-1 0 0,0-1 0 0 0,-1 1 1 0 0,1-1-1 0 0,0 1 0 0 0,-1-1 1 0 0,1 1-1 0 0,0-1 0 0 0,0 0 1 0 0,-1 1-1 0 0,1-1 0 0 0,0 0 1 0 0,0 0-1 0 0,0 1 1 0 0,-1-1-1 0 0,1 0 0 0 0,0 0 1 0 0,0 0-1 0 0,0 0 0 0 0,0 0 1 0 0,0 0-1 0 0,1-1 0 0 0,9 1-44 0 0,0-2 0 0 0,0 1-1 0 0,16-5 1 0 0,-7 1 300 0 0,8 1-351 0 0,1 0 0 0 0,-1 2 1 0 0,1 1-1 0 0,0 2 1 0 0,39 5-1 0 0,-48-2-866 0 0,-1 0-1 0 0,31 12 1 0 0,-25-6-6446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3.6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40 435 4145 0 0,'-18'14'1064'0'0,"-3"-5"5145"0"0,32-26-1029 0 0,4-3-4020 0 0,10-9-657 0 0,-1-1 0 0 0,-1-1 0 0 0,32-57 0 0 0,-50 79-419 0 0,-1 0 0 0 0,0 0 0 0 0,0-1 0 0 0,-1 0 0 0 0,0 1 0 0 0,0-1 1 0 0,-1 0-1 0 0,-1 0 0 0 0,0-1 0 0 0,0 1 0 0 0,-1 0 0 0 0,0 0 1 0 0,-1 0-1 0 0,0 0 0 0 0,0 0 0 0 0,-1 0 0 0 0,-1 0 0 0 0,0 0 0 0 0,-5-12 1 0 0,7 20-98 0 0,1 0 1 0 0,-1 0 0 0 0,0-1 0 0 0,-1 2 0 0 0,1-1-1 0 0,0 0 1 0 0,-1 0 0 0 0,1 0 0 0 0,-1 0-1 0 0,1 1 1 0 0,-1-1 0 0 0,0 1 0 0 0,1-1 0 0 0,-1 1-1 0 0,0 0 1 0 0,0 0 0 0 0,0 0 0 0 0,0 0 0 0 0,-3-1-1 0 0,3 2-17 0 0,0 0 0 0 0,0-1 0 0 0,0 1 0 0 0,0 1 0 0 0,0-1 0 0 0,0 0 0 0 0,0 0 0 0 0,0 1 0 0 0,0-1 0 0 0,0 1 0 0 0,0 0 0 0 0,0-1 0 0 0,0 1 0 0 0,1 0 0 0 0,-1 0 0 0 0,0 0 0 0 0,-2 2 0 0 0,-1 1-37 0 0,0 1 0 0 0,0-1-1 0 0,1 1 1 0 0,-1 0 0 0 0,1 1-1 0 0,0-1 1 0 0,0 1 0 0 0,1 0-1 0 0,0-1 1 0 0,0 2 0 0 0,-4 10-1 0 0,3 1 72 0 0,0 0 1 0 0,2 0-1 0 0,0 0 0 0 0,1 0 0 0 0,0 0 1 0 0,2 0-1 0 0,0 0 0 0 0,6 26 0 0 0,-4-29 78 0 0,0-1 0 0 0,1 1 0 0 0,1-1 0 0 0,0 0 0 0 0,1 0 0 0 0,0-1 0 0 0,2 0 0 0 0,-1 0 0 0 0,1-1 0 0 0,17 20 0 0 0,-19-26-34 0 0,-1-2-1 0 0,1 1 1 0 0,-1-1-1 0 0,1 1 0 0 0,1-1 1 0 0,-1-1-1 0 0,0 0 0 0 0,1 0 1 0 0,0 0-1 0 0,0 0 1 0 0,0-1-1 0 0,0 0 0 0 0,0-1 1 0 0,0 0-1 0 0,0 0 0 0 0,0 0 1 0 0,1-1-1 0 0,8 0 1 0 0,4-2-796 0 0,-1-1 1 0 0,0-1 0 0 0,0 0 0 0 0,-1-1-1 0 0,30-13 1 0 0,-23 8-5628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4.6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172 126 3225 0 0,'-2'0'200'0'0,"1"-1"1"0"0,-1 0-1 0 0,0 1 1 0 0,0 0-1 0 0,1-1 1 0 0,-1 1-1 0 0,0 0 1 0 0,1 0-1 0 0,-1 0 1 0 0,0 0-1 0 0,0 0 1 0 0,1 0-1 0 0,-1 0 1 0 0,0 1-1 0 0,0-1 1 0 0,1 1-1 0 0,-1-1 1 0 0,1 1-1 0 0,-1 0 0 0 0,0 0 1 0 0,1-1-1 0 0,-1 1 1 0 0,1 0-1 0 0,-2 2 1 0 0,-3 1 331 0 0,1 0 1 0 0,0 0 0 0 0,0 0-1 0 0,-8 11 1 0 0,2 0 20 0 0,1 2 1 0 0,1 0 0 0 0,0 0 0 0 0,1 1 0 0 0,1 0 0 0 0,0 0 0 0 0,-6 33-1 0 0,6-15-204 0 0,1 1-1 0 0,2 0 0 0 0,1 40 1 0 0,3-69-207 0 0,1-1 0 0 0,0 1 0 0 0,0-1 0 0 0,5 12 0 0 0,-6-18-125 0 0,0 0 1 0 0,1 0 0 0 0,-1 0 0 0 0,0 0 0 0 0,1 0 0 0 0,0 0-1 0 0,-1 0 1 0 0,1 0 0 0 0,-1 0 0 0 0,1 0 0 0 0,0 0 0 0 0,0-1 0 0 0,-1 1-1 0 0,1 0 1 0 0,0 0 0 0 0,2 0 0 0 0,-3-1-29 0 0,1 0 0 0 0,0 0 1 0 0,0 0-1 0 0,0 0 0 0 0,-1 0 1 0 0,1 0-1 0 0,0-1 0 0 0,-1 1 1 0 0,1 0-1 0 0,0 0 0 0 0,0-1 0 0 0,-1 1 1 0 0,1 0-1 0 0,0-1 0 0 0,-1 1 1 0 0,1-1-1 0 0,-1 1 0 0 0,1-1 0 0 0,-1 1 1 0 0,1-1-1 0 0,-1 0 0 0 0,1 1 1 0 0,-1-1-1 0 0,1 0 0 0 0,-1 1 1 0 0,0-1-1 0 0,1 0 0 0 0,-1 0 0 0 0,13-21-349 0 0,-1-1 0 0 0,-2 0 0 0 0,0-1 0 0 0,9-34 0 0 0,-6 5 871 0 0,8-54 1 0 0,-18 86-179 0 0,2-10 1106 0 0,1-47-1 0 0,-5 89-1263 0 0,0 0 0 0 0,1 0 0 0 0,1 0 0 0 0,0 0 0 0 0,0-1 0 0 0,1 1 0 0 0,0-1 0 0 0,10 17 0 0 0,5 4-218 0 0,30 42 1 0 0,-26-47 24 0 0,0-1 1 0 0,1-1 0 0 0,47 35 0 0 0,23 23 86 0 0,-83-71 388 0 0,-14-16 303 0 0,-17-26-93 0 0,11 6-548 0 0,1 0 1 0 0,1-1-1 0 0,1 1 0 0 0,1-1 0 0 0,1 0 1 0 0,2-1-1 0 0,0-27 0 0 0,4 14-621 0 0,1 1 0 0 0,2-1 0 0 0,2 1 0 0 0,12-40 0 0 0,2 7-7308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5.1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38 920 0 0,'-5'4'15953'0'0,"15"-12"-15397"0"0,-6 4-745 0 0,1 1-1 0 0,-1-1 0 0 0,1 1 1 0 0,0 0-1 0 0,0 0 0 0 0,0 1 0 0 0,0 0 1 0 0,1-1-1 0 0,-1 2 0 0 0,1-1 1 0 0,-1 1-1 0 0,7-2 0 0 0,0 5-674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5.3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77 10594 0 0,'-1'2'103'0'0,"0"-1"0"0"0,0 1 0 0 0,1 0-1 0 0,-1 0 1 0 0,1-1 0 0 0,-1 1-1 0 0,1 0 1 0 0,-1 0 0 0 0,1 0 0 0 0,0 0-1 0 0,0 0 1 0 0,0 0 0 0 0,0-1 0 0 0,0 1-1 0 0,1 0 1 0 0,0 3 0 0 0,0-4 66 0 0,0 0 0 0 0,0 0-1 0 0,1 0 1 0 0,-1-1 0 0 0,1 1 0 0 0,-1 0 0 0 0,1-1-1 0 0,-1 1 1 0 0,1 0 0 0 0,-1-1 0 0 0,1 0 0 0 0,-1 1 0 0 0,1-1-1 0 0,-1 0 1 0 0,1 0 0 0 0,0 0 0 0 0,-1 0 0 0 0,1 0-1 0 0,-1 0 1 0 0,4-1 0 0 0,8-1 533 0 0,-1 0-1 0 0,0 0 1 0 0,0-1 0 0 0,1 0 0 0 0,16-9-1 0 0,59-30-3307 0 0,-64 29 1151 0 0,19-12 1103 0 0,-22 10 352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9.4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8 155 4609 0 0,'0'-23'1516'0'0,"0"-11"3699"0"0,-7-64 1 0 0,48 388 805 0 0,-6 10-5827 0 0,0 12-2599 0 0,-26-245-4942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9.8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216 352 2561 0 0,'-26'8'1503'0'0,"1"1"1"0"0,-29 14-1 0 0,32-12 356 0 0,-1-2-1 0 0,-43 13 1 0 0,188-46 6094 0 0,211-27-6164 0 0,261-43-1587 0 0,-428 59-131 0 0,249-86 0 0 0,-244 48-3652 0 0,-113 47 622 0 0,-36 17-4000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0.2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 7834 0 0,'-1'-1'149'0'0,"0"1"0"0"0,0-1 0 0 0,-1 0-1 0 0,1 1 1 0 0,0 0 0 0 0,0-1 0 0 0,0 1 0 0 0,-1 0 0 0 0,1-1 0 0 0,0 1 0 0 0,0 0 0 0 0,-1 0 0 0 0,1 0 0 0 0,0 0 0 0 0,0 0 0 0 0,-1 1 0 0 0,1-1 0 0 0,0 0 0 0 0,0 1 0 0 0,-1-1 0 0 0,1 0 0 0 0,0 1-1 0 0,0-1 1 0 0,0 1 0 0 0,-2 1 0 0 0,1 0 174 0 0,1 1-1 0 0,-1-1 0 0 0,1 1 0 0 0,-1-1 1 0 0,1 1-1 0 0,0-1 0 0 0,0 1 0 0 0,0 0 1 0 0,0 0-1 0 0,0 4 0 0 0,-5 25 101 0 0,2 0 0 0 0,1 0 0 0 0,2 0 0 0 0,1 0 0 0 0,1 1 0 0 0,2-1 0 0 0,13 59 0 0 0,-12-74-399 0 0,1 0 1 0 0,1-1 0 0 0,1 0-1 0 0,0 0 1 0 0,1 0 0 0 0,1-1-1 0 0,0-1 1 0 0,1 1-1 0 0,14 15 1 0 0,-19-24 4 0 0,1 1-1 0 0,0-1 1 0 0,1-1 0 0 0,-1 1-1 0 0,1-1 1 0 0,0 0 0 0 0,0-1-1 0 0,1 1 1 0 0,-1-2 0 0 0,1 1-1 0 0,0-1 1 0 0,0 0 0 0 0,0-1-1 0 0,1 1 1 0 0,-1-2 0 0 0,0 1-1 0 0,1-1 1 0 0,-1 0 0 0 0,1-1-1 0 0,14-1 1 0 0,-20 0-19 0 0,1 1 1 0 0,-1-1-1 0 0,1 0 1 0 0,-1 0-1 0 0,0 0 0 0 0,0-1 1 0 0,0 1-1 0 0,0-1 1 0 0,0 1-1 0 0,0-1 1 0 0,0 0-1 0 0,0 0 0 0 0,0-1 1 0 0,-1 1-1 0 0,1-1 1 0 0,-1 1-1 0 0,0-1 1 0 0,0 0-1 0 0,0 1 1 0 0,0-1-1 0 0,0 0 0 0 0,-1 0 1 0 0,1-1-1 0 0,-1 1 1 0 0,0 0-1 0 0,0 0 1 0 0,0-1-1 0 0,0 1 0 0 0,0 0 1 0 0,-1-1-1 0 0,0 1 1 0 0,0-1-1 0 0,0-6 1 0 0,0 2 4 0 0,-1 0 0 0 0,0 0 1 0 0,0 0-1 0 0,-1 0 1 0 0,0 0-1 0 0,0 0 1 0 0,-1 1-1 0 0,0-1 0 0 0,0 1 1 0 0,-1-1-1 0 0,0 1 1 0 0,0 0-1 0 0,-9-10 1 0 0,8 11-14 0 0,0 1 0 0 0,-1 0 0 0 0,0 0 1 0 0,0 0-1 0 0,0 1 0 0 0,-1 0 0 0 0,1 0 0 0 0,-1 1 1 0 0,0 0-1 0 0,0 0 0 0 0,0 0 0 0 0,0 1 1 0 0,-1 0-1 0 0,1 1 0 0 0,0-1 0 0 0,-1 2 0 0 0,0-1 1 0 0,-11 1-1 0 0,12 1-368 0 0,-1 0 0 0 0,0 0 0 0 0,1 1 1 0 0,0-1-1 0 0,-1 2 0 0 0,1-1 0 0 0,0 1 0 0 0,0 0 0 0 0,0 1 1 0 0,1 0-1 0 0,-12 8 0 0 0,0 3-5466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0.6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27 174 6913 0 0,'-26'12'733'0'0,"78"-47"5288"0"0,4 10-3110 0 0,1 2 0 0 0,112-28 0 0 0,-79 26-2594 0 0,-9 5-1052 0 0,-26 14-2663 0 0,-30 6-3447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0.8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0 14283 0 0,'-3'3'281'0'0,"0"-1"0"0"0,0 1 1 0 0,1 0-1 0 0,-1 0 0 0 0,0 0 0 0 0,1 0 0 0 0,0 1 1 0 0,0-1-1 0 0,0 1 0 0 0,0-1 0 0 0,0 1 0 0 0,1 0 1 0 0,0-1-1 0 0,0 1 0 0 0,0 0 0 0 0,0 0 0 0 0,0 0 0 0 0,1 0 1 0 0,0 7-1 0 0,-1 11 710 0 0,1 1 0 0 0,5 29 0 0 0,-3-30-855 0 0,7 56-642 0 0,4 0 1 0 0,30 103-1 0 0,-28-131-181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1.1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5529 0 0,'4'-7'-564'0'0,"11"-10"5623"0"0,-14 17-4904 0 0,0-1 0 0 0,-1 1 0 0 0,1 0 0 0 0,-1 0 1 0 0,1 0-1 0 0,0 0 0 0 0,-1 0 0 0 0,1 0 0 0 0,0 0 1 0 0,-1 0-1 0 0,1 0 0 0 0,-1 0 0 0 0,1 0 0 0 0,0 1 0 0 0,-1-1 1 0 0,1 0-1 0 0,-1 0 0 0 0,1 1 0 0 0,-1-1 0 0 0,1 0 1 0 0,0 1-1 0 0,-1-1 0 0 0,1 0 0 0 0,-1 1 0 0 0,0-1 1 0 0,1 1-1 0 0,-1-1 0 0 0,1 1 0 0 0,-1-1 0 0 0,0 1 0 0 0,1-1 1 0 0,-1 1-1 0 0,0-1 0 0 0,1 1 0 0 0,-1 0 0 0 0,0-1 1 0 0,0 2-1 0 0,6 8 830 0 0,-1 1-1 0 0,0 0 1 0 0,5 19 0 0 0,11 73 316 0 0,-16-75-1024 0 0,55 292-2574 0 0,-48-254-4625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1.5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98 240 3681 0 0,'-44'23'351'0'0,"-9"7"4044"0"0,70-34 2241 0 0,35-12-4114 0 0,36-18 37 0 0,2-3-1645 0 0,3 5-1 0 0,142-32 1 0 0,165-20-646 0 0,-321 68-2761 0 0,-41 11-5004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2.1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7 137 4609 0 0,'-1'-1'51'0'0,"1"1"0"0"0,-1 0 1 0 0,1-1-1 0 0,0 1 0 0 0,-1 0 0 0 0,1-1 1 0 0,-1 1-1 0 0,1-1 0 0 0,0 1 0 0 0,0 0 1 0 0,-1-1-1 0 0,1 1 0 0 0,0-1 0 0 0,0 1 1 0 0,-1-1-1 0 0,1 1 0 0 0,0-1 0 0 0,0 1 1 0 0,0-1-1 0 0,0 1 0 0 0,0-1 0 0 0,0 1 1 0 0,0-1-1 0 0,0 1 0 0 0,0-1 0 0 0,0 1 1 0 0,0-1-1 0 0,0 0 0 0 0,9-21 1586 0 0,16-15 1609 0 0,-20 31-2761 0 0,0 0-1 0 0,0 0 0 0 0,1 1 0 0 0,0 0 0 0 0,0 0 1 0 0,0 1-1 0 0,0 0 0 0 0,1 0 0 0 0,0 0 1 0 0,0 1-1 0 0,0 0 0 0 0,9-3 0 0 0,-12 5-346 0 0,0 1 0 0 0,0-1 0 0 0,-1 1 0 0 0,1 0-1 0 0,0 0 1 0 0,0 0 0 0 0,-1 0 0 0 0,1 1 0 0 0,0 0-1 0 0,-1 0 1 0 0,1 0 0 0 0,0 0 0 0 0,-1 0-1 0 0,1 1 1 0 0,-1-1 0 0 0,0 1 0 0 0,1 0 0 0 0,-1 0-1 0 0,0 0 1 0 0,0 1 0 0 0,0-1 0 0 0,-1 1 0 0 0,1 0-1 0 0,-1-1 1 0 0,1 1 0 0 0,3 6 0 0 0,-1 0-51 0 0,0 1 1 0 0,0 0-1 0 0,0 0 1 0 0,-1 0-1 0 0,-1 0 1 0 0,0 0-1 0 0,0 1 1 0 0,-1 0-1 0 0,-1-1 1 0 0,0 1-1 0 0,0 0 1 0 0,-1 18-1 0 0,-3 6-86 0 0,-1-1-1 0 0,-13 57 1 0 0,9-63 17 0 0,5-21-16 0 0,1-1 0 0 0,0 1 1 0 0,0-1-1 0 0,0 1 0 0 0,1 0 1 0 0,0 0-1 0 0,0 0 0 0 0,1 0 0 0 0,0 0 1 0 0,0 0-1 0 0,1 0 0 0 0,1 8 1 0 0,-1-13-6 0 0,0-1-1 0 0,0 1 1 0 0,0-1 0 0 0,0 1 0 0 0,0-1 0 0 0,0 1-1 0 0,0-1 1 0 0,1 0 0 0 0,-1 1 0 0 0,0-1 0 0 0,1 0 0 0 0,-1 0-1 0 0,1 0 1 0 0,-1 0 0 0 0,1-1 0 0 0,0 1 0 0 0,-1 0-1 0 0,1-1 1 0 0,0 1 0 0 0,0-1 0 0 0,-1 1 0 0 0,1-1 0 0 0,0 0-1 0 0,0 0 1 0 0,0 0 0 0 0,2 0 0 0 0,7 0 5 0 0,1-2 0 0 0,-1 1 1 0 0,16-5-1 0 0,13-1 8 0 0,-38 7-6 0 0,1-1 0 0 0,-1 2 0 0 0,1-1 0 0 0,-1 0 0 0 0,1 0 0 0 0,-1 1 1 0 0,0-1-1 0 0,1 1 0 0 0,-1 0 0 0 0,0 0 0 0 0,1 0 0 0 0,-1 0 0 0 0,0 0 0 0 0,0 0 0 0 0,0 1 0 0 0,0-1 0 0 0,0 1 0 0 0,0-1 0 0 0,0 1 0 0 0,-1 0 0 0 0,3 2 1 0 0,-2 0 8 0 0,0-1 0 0 0,-1 1 0 0 0,1-1 0 0 0,-1 1 0 0 0,0-1 0 0 0,0 1 1 0 0,0 0-1 0 0,-1-1 0 0 0,1 1 0 0 0,-1 0 0 0 0,0 0 0 0 0,-1 6 1 0 0,0 2 16 0 0,-1 1 0 0 0,0-1 1 0 0,-2 0-1 0 0,1 0 1 0 0,-1 0-1 0 0,-1-1 1 0 0,-9 19-1 0 0,4-17-10 0 0,0-1 1 0 0,0 0-1 0 0,-1 0 0 0 0,-1-1 1 0 0,0-1-1 0 0,0 0 0 0 0,-1 0 0 0 0,0-1 1 0 0,-1-1-1 0 0,0 0 0 0 0,0-1 0 0 0,-1-1 1 0 0,1 0-1 0 0,-26 7 0 0 0,24-10-1696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2.6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 9674 0 0,'54'4'9098'0'0,"-40"-7"-7896"0"0,-11 2-1142 0 0,1 1 0 0 0,-1-1 0 0 0,0 1-1 0 0,0-1 1 0 0,1 1 0 0 0,-1 0 0 0 0,0 0 0 0 0,0 0 0 0 0,1 1 0 0 0,-1-1 0 0 0,0 1 0 0 0,0 0 0 0 0,0-1 0 0 0,1 2 0 0 0,-1-1 0 0 0,0 0 0 0 0,3 3 0 0 0,7 2-594 0 0,3 2-5273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2.8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1 8754 0 0,'-8'15'776'0'0,"2"-6"-616"0"0,1-2-160 0 0,3-2 0 0 0,2-1 1000 0 0,2-1 177 0 0,0 1 31 0 0,0-1 8 0 0,3 4-424 0 0,0 2-88 0 0,4-4-7 0 0,1-1-9 0 0,2-4-792 0 0,2-4-160 0 0,4-3-32 0 0,-2-2-9 0 0,3-1 305 0 0,-3 1 0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3.4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0 585 7370 0 0,'13'-4'4878'0'0,"19"-8"-2827"0"0,149-14 1827 0 0,-55 11-2846 0 0,162-33 732 0 0,184-27-148 0 0,-285 44-856 0 0,314-93 0 0 0,-260 42-439 0 0,54-16-234 0 0,-126 42-1960 0 0,-138 42-6232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4.9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45 6913 0 0,'-10'-19'3943'0'0,"10"17"-3440"0"0,-1 1 1 0 0,1-1 0 0 0,-1 0-1 0 0,0 1 1 0 0,1-1 0 0 0,-1 0-1 0 0,0 1 1 0 0,0-1 0 0 0,0 1 0 0 0,0-1-1 0 0,0 1 1 0 0,0 0 0 0 0,0-1-1 0 0,-1 1 1 0 0,-2-2 0 0 0,2 10 2371 0 0,-1 28-2142 0 0,3 78 70 0 0,4 238 111 0 0,1-246-2834 0 0,27 138-1 0 0,-22-194-5499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5.5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102 320 2761 0 0,'0'2'205'0'0,"-1"-1"1"0"0,1 0-1 0 0,-1 1 1 0 0,0-1 0 0 0,0 0-1 0 0,1 0 1 0 0,-1 0-1 0 0,0 0 1 0 0,0 1 0 0 0,0-1-1 0 0,0 0 1 0 0,0-1-1 0 0,0 1 1 0 0,-1 0 0 0 0,1 0-1 0 0,0 0 1 0 0,0-1-1 0 0,0 1 1 0 0,-1 0-1 0 0,1-1 1 0 0,0 1 0 0 0,-1-1-1 0 0,1 0 1 0 0,-1 1-1 0 0,1-1 1 0 0,-1 0 0 0 0,1 0-1 0 0,0 0 1 0 0,-1 0-1 0 0,1 0 1 0 0,-1 0 0 0 0,1-1-1 0 0,0 1 1 0 0,-1 0-1 0 0,-1-1 1 0 0,0-1 177 0 0,0 1 0 0 0,-1-1 0 0 0,2 0-1 0 0,-1 0 1 0 0,0 0 0 0 0,0 0 0 0 0,1-1 0 0 0,-1 1 0 0 0,1-1 0 0 0,-1 1-1 0 0,1-1 1 0 0,0 0 0 0 0,-2-5 0 0 0,1 3-220 0 0,0-1 0 0 0,1 1-1 0 0,-1-1 1 0 0,1 0 0 0 0,1 0 0 0 0,-1 0 0 0 0,1 0 0 0 0,0 0 0 0 0,0 0-1 0 0,1 0 1 0 0,0 0 0 0 0,0 0 0 0 0,0 0 0 0 0,1 0 0 0 0,0 0-1 0 0,0 0 1 0 0,4-11 0 0 0,-1 7-69 0 0,0 2 1 0 0,1-1-1 0 0,0 0 0 0 0,0 1 1 0 0,1 0-1 0 0,0 0 0 0 0,0 1 1 0 0,1 0-1 0 0,0 0 0 0 0,12-9 1 0 0,-1 1-16 0 0,-2 2-92 0 0,0 0 0 0 0,34-20-1 0 0,-46 31 3 0 0,-1 0-1 0 0,1 0 0 0 0,0 0 1 0 0,0 1-1 0 0,-1-1 0 0 0,1 1 1 0 0,0 0-1 0 0,0 0 0 0 0,1 0 1 0 0,-1 1-1 0 0,0 0 0 0 0,0-1 1 0 0,0 2-1 0 0,0-1 0 0 0,0 0 1 0 0,0 1-1 0 0,0-1 0 0 0,0 1 1 0 0,0 0-1 0 0,7 3 0 0 0,-7-1-100 0 0,0 0-1 0 0,0 1 1 0 0,0-1-1 0 0,0 1 0 0 0,-1-1 1 0 0,0 1-1 0 0,1 0 1 0 0,-2 0-1 0 0,1 1 0 0 0,0-1 1 0 0,-1 1-1 0 0,0-1 1 0 0,0 1-1 0 0,0 0 0 0 0,0 0 1 0 0,-1-1-1 0 0,0 1 0 0 0,1 9 1 0 0,1 8-776 0 0,-1 1 1 0 0,-1 38-1 0 0,-5-16-535 0 0,-2 0 0 0 0,-1 0 0 0 0,-22 68 0 0 0,4-13 854 0 0,23-91 767 0 0,0 0 1 0 0,1 0 0 0 0,0 0 0 0 0,1 1-1 0 0,0-1 1 0 0,0 0 0 0 0,3 16-1 0 0,-2-23-106 0 0,-1 0 0 0 0,0 0 0 0 0,1-1 0 0 0,-1 1 0 0 0,1 0 0 0 0,0 0 0 0 0,0-1 0 0 0,0 1 0 0 0,-1 0 0 0 0,1-1 0 0 0,1 1 0 0 0,-1-1 0 0 0,0 1 0 0 0,0-1 0 0 0,1 0 0 0 0,-1 1 0 0 0,0-1 0 0 0,1 0 0 0 0,0 0 0 0 0,-1 0 0 0 0,1 0-1 0 0,-1 0 1 0 0,1 0 0 0 0,0-1 0 0 0,0 1 0 0 0,-1-1 0 0 0,1 1 0 0 0,0-1 0 0 0,0 1 0 0 0,0-1 0 0 0,0 0 0 0 0,0 0 0 0 0,0 0 0 0 0,-1 0 0 0 0,1 0 0 0 0,0 0 0 0 0,0-1 0 0 0,0 1 0 0 0,0-1 0 0 0,-1 1 0 0 0,1-1 0 0 0,0 0 0 0 0,2-1 0 0 0,1 0 87 0 0,0 0-1 0 0,0-1 1 0 0,0 0 0 0 0,-1 0 0 0 0,1 0 0 0 0,-1 0 0 0 0,0 0 0 0 0,0-1 0 0 0,0 0 0 0 0,0 0 0 0 0,-1 0-1 0 0,0-1 1 0 0,0 1 0 0 0,0-1 0 0 0,0 1 0 0 0,-1-1 0 0 0,1 0 0 0 0,-1 0 0 0 0,0 0 0 0 0,-1 0 0 0 0,1-1 0 0 0,-1 1-1 0 0,0 0 1 0 0,-1-1 0 0 0,1 1 0 0 0,-1-1 0 0 0,0 1 0 0 0,0 0 0 0 0,-1-1 0 0 0,0 1 0 0 0,0-1 0 0 0,0 1-1 0 0,0 0 1 0 0,-1 0 0 0 0,0 0 0 0 0,0 0 0 0 0,0 0 0 0 0,-1 0 0 0 0,-4-8 0 0 0,-1 3 3 0 0,0 0 1 0 0,0 1-1 0 0,-1-1 1 0 0,0 2 0 0 0,-1-1-1 0 0,0 1 1 0 0,0 1-1 0 0,-12-7 1 0 0,-2 0-438 0 0,-1 2 0 0 0,-43-16 1 0 0,43 19-58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8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417 1 1840 0 0,'2'0'295'0'0,"1"0"0"0"0,-1 0 0 0 0,0 0 0 0 0,0 0 0 0 0,0 0-1 0 0,0 1 1 0 0,0-1 0 0 0,0 1 0 0 0,0-1 0 0 0,0 1 0 0 0,0 0 0 0 0,0-1-1 0 0,-1 1 1 0 0,1 0 0 0 0,0 0 0 0 0,0 1 0 0 0,-1-1 0 0 0,1 0-1 0 0,-1 0 1 0 0,1 1 0 0 0,-1-1 0 0 0,1 1 0 0 0,-1 0 0 0 0,0-1 0 0 0,0 1-1 0 0,0 0 1 0 0,0-1 0 0 0,0 1 0 0 0,0 0 0 0 0,0 0 0 0 0,-1 0-1 0 0,1 0 1 0 0,-1 0 0 0 0,1 0 0 0 0,-1 0 0 0 0,0 0 0 0 0,1 0 0 0 0,-1 0-1 0 0,-1 0 1 0 0,1 0 0 0 0,0 0 0 0 0,0 0 0 0 0,-1 4 0 0 0,-2 6 400 0 0,1 0 1 0 0,-1 0-1 0 0,-1 0 1 0 0,0-1-1 0 0,-9 18 1 0 0,-3-1-487 0 0,-1-1-1 0 0,-2 0 1 0 0,0-1 0 0 0,-2-1 0 0 0,0-1 0 0 0,-2-1-1 0 0,-1-1 1 0 0,0-1 0 0 0,-2-1 0 0 0,0-1 0 0 0,-1-1-1 0 0,-1-2 1 0 0,-35 16 0 0 0,60-31-193 0 0,1 1-1 0 0,-1-1 1 0 0,0 0-1 0 0,0 0 1 0 0,1-1 0 0 0,-1 1-1 0 0,0 0 1 0 0,0-1 0 0 0,0 0-1 0 0,0 1 1 0 0,0-1-1 0 0,0-1 1 0 0,0 1 0 0 0,1 0-1 0 0,-1-1 1 0 0,0 1 0 0 0,0-1-1 0 0,0 0 1 0 0,-4-1-1 0 0,5 0-3 0 0,0 0-1 0 0,0 0 0 0 0,0 0 0 0 0,0 0 0 0 0,1 0 1 0 0,-1 0-1 0 0,0 0 0 0 0,1-1 0 0 0,0 1 0 0 0,-1-1 1 0 0,1 1-1 0 0,0-1 0 0 0,0 1 0 0 0,0-1 0 0 0,1 0 1 0 0,-1 1-1 0 0,1-1 0 0 0,-1 0 0 0 0,1 0 0 0 0,0 1 1 0 0,0-4-1 0 0,1-9-4 0 0,-1 0 1 0 0,2 0 0 0 0,0 0-1 0 0,1 0 1 0 0,1 0 0 0 0,0 1-1 0 0,1 0 1 0 0,0-1 0 0 0,1 2-1 0 0,10-18 1 0 0,-6 13 6 0 0,1 1 1 0 0,1 1-1 0 0,0 0 1 0 0,1 0-1 0 0,0 1 1 0 0,1 1-1 0 0,20-16 1 0 0,-22 22 2 0 0,-1 0 0 0 0,1 0 0 0 0,0 1 0 0 0,1 0 0 0 0,0 1 0 0 0,0 1 0 0 0,0 0 1 0 0,0 1-1 0 0,1 0 0 0 0,14-2 0 0 0,-22 6-6 0 0,0-1 0 0 0,-1 1 0 0 0,1 0 0 0 0,-1 1 0 0 0,1-1 0 0 0,0 1 1 0 0,-1 0-1 0 0,1 0 0 0 0,-1 1 0 0 0,0 0 0 0 0,1 0 0 0 0,-1 0 0 0 0,0 0 0 0 0,0 1 0 0 0,0 0 0 0 0,-1 0 1 0 0,1 0-1 0 0,-1 1 0 0 0,1-1 0 0 0,-1 1 0 0 0,0 0 0 0 0,-1 0 0 0 0,1 1 0 0 0,-1-1 0 0 0,1 1 0 0 0,-2 0 1 0 0,5 8-1 0 0,0 3-1 0 0,0 1 1 0 0,-2 0-1 0 0,0 0 1 0 0,-1 0-1 0 0,-1 1 0 0 0,0-1 1 0 0,-2 1-1 0 0,0-1 1 0 0,-1 1-1 0 0,0 0 1 0 0,-1 0-1 0 0,-2-1 1 0 0,-4 20-1 0 0,-4 12 1 0 0,-2-1 0 0 0,-3 0-1 0 0,-29 63 1 0 0,25-69-41 0 0,-38 63-1 0 0,49-91 11 0 0,0-1-1 0 0,-1 0 1 0 0,-1-1-1 0 0,0 0 1 0 0,0-1-1 0 0,-1 0 1 0 0,-1 0-1 0 0,-15 9 1 0 0,5-12-1975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0.5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1 1 6169 0 0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69 456 0 0,'-25'4'11817'0'0,"24"-5"-11893"0"0,0 0 325 0 0,0-1 0 0 0,-1 1 0 0 0,1 0 0 0 0,0-1 0 0 0,0 1 0 0 0,0-1 0 0 0,0 1 0 0 0,0-1 0 0 0,0 1 0 0 0,0-1 0 0 0,0-1 0 0 0,1 1-34 0 0,0 1 0 0 0,0 0-1 0 0,0 0 1 0 0,0 0-1 0 0,1 0 1 0 0,-1 0-1 0 0,0-1 1 0 0,1 1 0 0 0,-1 0-1 0 0,1 0 1 0 0,-1 0-1 0 0,1 0 1 0 0,0 0-1 0 0,-1 0 1 0 0,1 0-1 0 0,0 1 1 0 0,0-1 0 0 0,-1 0-1 0 0,1 0 1 0 0,0 0-1 0 0,0 1 1 0 0,0-1-1 0 0,2 0 1 0 0,1-3-113 0 0,0 1 1 0 0,1 0-1 0 0,0 0 1 0 0,0 1-1 0 0,0-1 0 0 0,0 1 1 0 0,0 0-1 0 0,0 0 1 0 0,0 1-1 0 0,11-2 1 0 0,-13 3-384 0 0,0 0 1 0 0,0 0 0 0 0,0 0 0 0 0,0 0-1 0 0,0 1 1 0 0,0-1 0 0 0,1 1 0 0 0,-1 0 0 0 0,-1 0-1 0 0,1 0 1 0 0,0 0 0 0 0,0 0 0 0 0,3 3-1 0 0,3 2-1054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0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40 10594 0 0,'0'1'56'0'0,"0"-1"0"0"0,1 1 0 0 0,-1-1 0 0 0,1 1 0 0 0,-1-1 0 0 0,1 1 0 0 0,0-1 0 0 0,-1 0 0 0 0,1 1 0 0 0,-1-1 0 0 0,1 0 0 0 0,0 1 0 0 0,-1-1 0 0 0,1 0 0 0 0,0 0 0 0 0,0 0 0 0 0,-1 1 0 0 0,1-1 0 0 0,0 0 0 0 0,-1 0 0 0 0,1 0 0 0 0,0 0 0 0 0,0 0 0 0 0,-1 0 0 0 0,1-1 0 0 0,0 1 0 0 0,-1 0 0 0 0,1 0 0 0 0,0 0 0 0 0,-1-1 0 0 0,1 1 0 0 0,0 0 0 0 0,0-1 0 0 0,33-9 854 0 0,-31 9-696 0 0,27-11 1057 0 0,-22 8-1621 0 0,-1 1 0 0 0,1 0 0 0 0,0 1 0 0 0,-1-1 0 0 0,1 1 1 0 0,0 1-1 0 0,1 0 0 0 0,13-1 0 0 0,-15 4 51 0 0,-3 3 272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1.3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11 8754 0 0,'-12'-1'2110'0'0,"-1"0"1"0"0,1-1-1 0 0,-15-4 1 0 0,92 24 2440 0 0,40 16-4000 0 0,-87-28-164 0 0,58 21-190 0 0,-1 4 0 0 0,97 55 0 0 0,128 99-1332 0 0,-296-183 1113 0 0,-1 0 0 0 0,0 1 0 0 0,0-1 1 0 0,1 1-1 0 0,-1-1 0 0 0,-1 1 0 0 0,1 0 1 0 0,0 0-1 0 0,3 5 0 0 0,-6-6 25 0 0,1-1 1 0 0,-1 1-1 0 0,1-1 0 0 0,-1 1 1 0 0,0 0-1 0 0,0-1 0 0 0,0 1 1 0 0,0-1-1 0 0,0 1 0 0 0,0 0 1 0 0,0-1-1 0 0,0 1 0 0 0,0 0 1 0 0,-1-1-1 0 0,1 1 0 0 0,-1-1 0 0 0,1 1 1 0 0,-1-1-1 0 0,0 1 0 0 0,0-1 1 0 0,1 0-1 0 0,-1 1 0 0 0,0-1 1 0 0,0 0-1 0 0,0 1 0 0 0,-2 0 1 0 0,-25 30 338 0 0,-58 50 1 0 0,54-53-90 0 0,-56 63 1 0 0,67-65-340 0 0,1 1 0 0 0,1 1 0 0 0,2 1 0 0 0,1 0 0 0 0,1 1 0 0 0,2 1 0 0 0,1 0 0 0 0,1 1 0 0 0,-6 34 0 0 0,12-34-686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1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10138 0 0,'3'24'7215'0'0,"3"4"-5867"0"0,39 221 2462 0 0,-15-71-4543 0 0,-19-126-3229 0 0,24 69 0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1.9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4 326 5985 0 0,'-1'-6'151'0'0,"0"-1"-1"0"0,0 0 1 0 0,0 1-1 0 0,1-1 1 0 0,0 0-1 0 0,1 1 1 0 0,-1-1-1 0 0,1 0 0 0 0,1 1 1 0 0,-1-1-1 0 0,1 1 1 0 0,0-1-1 0 0,1 1 1 0 0,-1 0-1 0 0,1 0 1 0 0,4-6-1 0 0,11-15 1279 0 0,1 1 0 0 0,0 1 0 0 0,25-22 0 0 0,-35 38-979 0 0,0 0 1 0 0,1 1 0 0 0,0 0 0 0 0,1 0 0 0 0,-1 2-1 0 0,2-1 1 0 0,-1 1 0 0 0,0 1 0 0 0,1 0 0 0 0,19-5-1 0 0,-29 9-406 0 0,0 0-1 0 0,0 1 1 0 0,-1 0-1 0 0,1-1 0 0 0,0 1 1 0 0,0 0-1 0 0,0 0 0 0 0,0 0 1 0 0,-1 0-1 0 0,1 0 1 0 0,0 0-1 0 0,0 1 0 0 0,0-1 1 0 0,0 0-1 0 0,-1 1 0 0 0,1 0 1 0 0,0-1-1 0 0,-1 1 1 0 0,1 0-1 0 0,0 0 0 0 0,1 1 1 0 0,-2 0-25 0 0,0-1 0 0 0,0 0 1 0 0,0 1-1 0 0,0 0 0 0 0,-1-1 0 0 0,1 1 1 0 0,0-1-1 0 0,-1 1 0 0 0,1 0 0 0 0,-1 0 1 0 0,0-1-1 0 0,1 1 0 0 0,-1 0 0 0 0,0 0 1 0 0,0-1-1 0 0,0 1 0 0 0,-1 3 0 0 0,-1 8 1 0 0,-1-1 0 0 0,0 1 0 0 0,-1-1 0 0 0,-8 18 0 0 0,-53 106-59 0 0,-17 41-42 0 0,80-172 172 0 0,0-1 1 0 0,1 1-1 0 0,-1 0 1 0 0,1 0-1 0 0,0 0 1 0 0,1-1-1 0 0,-1 1 1 0 0,1 0-1 0 0,1 9 1 0 0,-1-13-46 0 0,0 0 0 0 0,1 0 1 0 0,-1 0-1 0 0,0 0 0 0 0,1 0 1 0 0,-1 0-1 0 0,1 0 1 0 0,-1 0-1 0 0,1 0 0 0 0,0 0 1 0 0,-1 0-1 0 0,1 0 0 0 0,0 0 1 0 0,0-1-1 0 0,0 1 0 0 0,-1 0 1 0 0,1-1-1 0 0,1 2 0 0 0,0-1 0 0 0,0-1 0 0 0,1 1 0 0 0,-1 0 0 0 0,0-1 0 0 0,0 0 0 0 0,0 1 0 0 0,0-1 0 0 0,1 0 0 0 0,-1 0-1 0 0,0 0 1 0 0,0 0 0 0 0,3-1 0 0 0,14-3 36 0 0,1 0 0 0 0,-1-2 0 0 0,20-8 0 0 0,-21 7-591 0 0,1 1-1 0 0,-1 0 0 0 0,31-4 0 0 0,-2 8-3381 0 0,-24 3-2579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2.3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6 336 6073 0 0,'3'0'375'0'0,"-1"-1"-1"0"0,0 0 1 0 0,1 0-1 0 0,-1 0 0 0 0,0 0 1 0 0,0 0-1 0 0,0-1 1 0 0,0 1-1 0 0,0-1 1 0 0,0 1-1 0 0,0-1 0 0 0,1-2 1 0 0,2 1 633 0 0,6-6 516 0 0,-1 0 0 0 0,0-1 0 0 0,14-18 0 0 0,-14 15-1094 0 0,-1-1 1 0 0,0 0-1 0 0,8-17 0 0 0,-13 22-427 0 0,0-1 0 0 0,0 1 0 0 0,0-1 1 0 0,-2 0-1 0 0,1 0 0 0 0,-1 0 0 0 0,0 0 0 0 0,-1 0 0 0 0,-1-1 0 0 0,1 1 0 0 0,-1 0 0 0 0,-1 0 0 0 0,-3-18 1 0 0,4 26-5 0 0,-1 1 1 0 0,1-1 0 0 0,0 1 0 0 0,-1-1 0 0 0,1 1 0 0 0,-1-1 0 0 0,1 1 0 0 0,-1-1 0 0 0,0 1-1 0 0,0 0 1 0 0,0 0 0 0 0,0-1 0 0 0,0 1 0 0 0,0 0 0 0 0,0 0 0 0 0,0 0 0 0 0,0 0 0 0 0,0 0-1 0 0,0 0 1 0 0,-1 0 0 0 0,-2-1 0 0 0,3 2 10 0 0,-1 0 0 0 0,1 0 0 0 0,-1 0 0 0 0,1 0 0 0 0,-1 0 0 0 0,1 0 0 0 0,-1 0 0 0 0,1 1 0 0 0,-1-1 0 0 0,1 0 0 0 0,0 1 0 0 0,-1-1 0 0 0,1 1 0 0 0,-1 0 0 0 0,1 0 0 0 0,0-1 0 0 0,-3 3 0 0 0,-2 2 11 0 0,-1 1-1 0 0,1 0 1 0 0,0 1 0 0 0,0-1 0 0 0,1 1 0 0 0,-6 9-1 0 0,4-5-54 0 0,-3 4-113 0 0,1 0 0 0 0,0 1 0 0 0,1 1 0 0 0,-9 27 1 0 0,15-39 136 0 0,1-1 0 0 0,0 1 1 0 0,0-1-1 0 0,1 1 1 0 0,0-1-1 0 0,-1 1 1 0 0,1-1-1 0 0,1 1 1 0 0,-1 0-1 0 0,1-1 1 0 0,0 1-1 0 0,0-1 1 0 0,0 0-1 0 0,0 1 1 0 0,1-1-1 0 0,0 0 0 0 0,0 0 1 0 0,0 1-1 0 0,0-2 1 0 0,1 1-1 0 0,0 0 1 0 0,-1 0-1 0 0,7 5 1 0 0,-2-3-145 0 0,0 1 0 0 0,0-1 0 0 0,0 0 1 0 0,1-1-1 0 0,0 0 0 0 0,0 0 0 0 0,1-1 1 0 0,-1 1-1 0 0,1-2 0 0 0,0 0 0 0 0,0 0 0 0 0,19 3 1 0 0,-7-4-6037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2.8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230 1 6705 0 0,'-1'0'121'0'0,"-1"0"-1"0"0,1 0 0 0 0,0 0 0 0 0,0 0 0 0 0,0 0 0 0 0,-1 0 0 0 0,1 0 0 0 0,0 0 0 0 0,0 0 0 0 0,0 0 0 0 0,0 1 1 0 0,-1-1-1 0 0,1 0 0 0 0,0 1 0 0 0,0-1 0 0 0,0 1 0 0 0,0 0 0 0 0,0-1 0 0 0,0 1 0 0 0,0 0 0 0 0,0-1 0 0 0,-1 3 1 0 0,-29 21 1705 0 0,26-20-1482 0 0,-14 12 895 0 0,2 0-1 0 0,-31 36 1 0 0,37-38-1110 0 0,1 1 0 0 0,0 0 0 0 0,0 1 1 0 0,2 0-1 0 0,0 0 0 0 0,1 1 0 0 0,-9 30 1 0 0,16-45-139 0 0,-1 0 0 0 0,1 0 0 0 0,-1 0 0 0 0,1 0 0 0 0,0 0 0 0 0,-1 0 0 0 0,1 0 0 0 0,0 0 0 0 0,0 0 0 0 0,1 0 0 0 0,-1 0 0 0 0,0 0 0 0 0,1 0 0 0 0,-1 0 0 0 0,1 0 0 0 0,0 0 0 0 0,-1 0 1 0 0,1 0-1 0 0,0 0 0 0 0,0-1 0 0 0,3 4 0 0 0,-3-4 21 0 0,0 0 0 0 0,0-1 1 0 0,1 1-1 0 0,-1-1 0 0 0,0 0 1 0 0,0 1-1 0 0,1-1 0 0 0,-1 0 1 0 0,0 0-1 0 0,0 0 0 0 0,1 1 1 0 0,-1-1-1 0 0,0-1 0 0 0,1 1 1 0 0,-1 0-1 0 0,0 0 0 0 0,1 0 1 0 0,-1-1-1 0 0,0 1 0 0 0,0-1 1 0 0,0 1-1 0 0,1-1 0 0 0,-1 1 1 0 0,0-1-1 0 0,0 0 0 0 0,0 1 1 0 0,0-1-1 0 0,0 0 0 0 0,0 0 1 0 0,0 0-1 0 0,0 0 0 0 0,0 0 1 0 0,-1 0-1 0 0,2-1 0 0 0,14-16 528 0 0,-1 0 0 0 0,20-33 0 0 0,-2 4 1410 0 0,-33 47-1911 0 0,1 0-1 0 0,-1-1 0 0 0,1 1 1 0 0,-1 0-1 0 0,1 0 0 0 0,-1 0 1 0 0,1 0-1 0 0,-1 0 0 0 0,1 0 1 0 0,-1-1-1 0 0,0 1 0 0 0,1 0 1 0 0,-1 0-1 0 0,1 1 0 0 0,-1-1 1 0 0,1 0-1 0 0,-1 0 0 0 0,1 0 1 0 0,-1 0-1 0 0,1 0 0 0 0,-1 0 1 0 0,1 1-1 0 0,-1-1 0 0 0,1 0 1 0 0,-1 0-1 0 0,0 1 0 0 0,1-1 1 0 0,-1 0-1 0 0,1 1 0 0 0,-1-1 1 0 0,0 0-1 0 0,1 1 0 0 0,-1-1 1 0 0,0 0-1 0 0,0 1 0 0 0,1-1 1 0 0,-1 1-1 0 0,0-1 0 0 0,1 1 1 0 0,12 18 177 0 0,-13-18-191 0 0,30 49 300 0 0,27 43 56 0 0,-49-81-384 0 0,0-2-1 0 0,1 1 1 0 0,0-1 0 0 0,1-1-1 0 0,19 16 1 0 0,-28-25 3 0 0,-1 1 0 0 0,1-1 0 0 0,-1 1 0 0 0,1-1 0 0 0,0 0 0 0 0,-1 1 0 0 0,1-1 0 0 0,0 0 0 0 0,0 1 0 0 0,-1-1 0 0 0,1 0 0 0 0,0 0 0 0 0,0 1 0 0 0,-1-1 0 0 0,1 0 0 0 0,0 0 0 0 0,0 0 0 0 0,-1 0 1 0 0,1 0-1 0 0,0 0 0 0 0,0 0 0 0 0,0 0 0 0 0,-1-1 0 0 0,1 1 0 0 0,0 0 0 0 0,0 0 0 0 0,0-1 0 0 0,0 0 0 0 0,1 0 0 0 0,-1 0-1 0 0,-1-1 1 0 0,1 1 0 0 0,0 0 0 0 0,0 0 0 0 0,0-1 0 0 0,-1 1 0 0 0,1 0 0 0 0,0-1-1 0 0,-1 1 1 0 0,0 0 0 0 0,1-4 0 0 0,1-7 2 0 0,0 0 0 0 0,-1-25 0 0 0,-1 26 6 0 0,7-125-2215 0 0,-2 95-5161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3.0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55 6913 0 0,'-3'2'305'0'0,"1"-2"63"0"0,0 1-296 0 0,2-2-72 0 0,2-1 248 0 0,0 0 32 0 0,1-3 8 0 0,1-2 0 0 0,3 0-424 0 0,0 0-88 0 0,0 2-8 0 0,0-2-8 0 0,0 2 240 0 0,-4-1 0 0 0,2 3 0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3.1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81 10594 0 0,'0'0'57'0'0,"0"0"-1"0"0,-1 0 1 0 0,1 1-1 0 0,0-1 1 0 0,0 0-1 0 0,-1 1 1 0 0,1-1-1 0 0,0 0 0 0 0,0 1 1 0 0,0-1-1 0 0,0 0 1 0 0,0 1-1 0 0,0-1 1 0 0,-1 0-1 0 0,1 1 1 0 0,0-1-1 0 0,0 0 1 0 0,0 1-1 0 0,0-1 1 0 0,0 0-1 0 0,0 1 0 0 0,0-1 1 0 0,1 0-1 0 0,-1 1 1 0 0,0-1-1 0 0,0 0 1 0 0,0 1-1 0 0,0-1 1 0 0,0 0-1 0 0,0 1 1 0 0,1-1-1 0 0,-1 0 1 0 0,0 1-1 0 0,0-1 1 0 0,0 0-1 0 0,1 0 0 0 0,-1 1 1 0 0,0-1-1 0 0,0 0 1 0 0,1 0-1 0 0,-1 1 1 0 0,0-1-1 0 0,1 0 1 0 0,-1 0-1 0 0,0 0 1 0 0,1 1-1 0 0,23-3 2572 0 0,26-18 625 0 0,-37 11-3145 0 0,0 0 0 0 0,-1-2 0 0 0,0 1-1 0 0,13-17 1 0 0,-20 20-108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5.5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15 267 3681 0 0,'-1'0'983'0'0,"-12"1"4569"0"0,13-1-5470 0 0,5-13 1209 0 0,1 0 0 0 0,1 1 0 0 0,0 0 0 0 0,0 1 0 0 0,1-1 0 0 0,15-15 0 0 0,35-31 907 0 0,-40 41-2000 0 0,1 1 1 0 0,1 2 0 0 0,0 0-1 0 0,1 0 1 0 0,41-18 0 0 0,-61 32-200 0 0,0-1 1 0 0,0 1-1 0 0,0 0 1 0 0,0-1 0 0 0,0 1-1 0 0,0 0 1 0 0,0 0-1 0 0,0-1 1 0 0,0 1-1 0 0,0 0 1 0 0,0 0-1 0 0,0 0 1 0 0,1 1-1 0 0,-1-1 1 0 0,0 0-1 0 0,0 0 1 0 0,0 0-1 0 0,0 1 1 0 0,0-1 0 0 0,0 1-1 0 0,0-1 1 0 0,-1 1-1 0 0,1-1 1 0 0,2 2-1 0 0,-2-1-1 0 0,0 1 0 0 0,0-1 1 0 0,0 1-1 0 0,0-1 0 0 0,0 1 0 0 0,0-1 0 0 0,-1 1 0 0 0,1 0 0 0 0,-1 0 1 0 0,1-1-1 0 0,-1 1 0 0 0,1 0 0 0 0,-1 2 0 0 0,1 7-8 0 0,-1 0-1 0 0,-1 1 1 0 0,-2 18-1 0 0,3-27 11 0 0,-9 64 13 0 0,-2-1 1 0 0,-3 0 0 0 0,-3 0-1 0 0,-51 122 1 0 0,67-185 45 0 0,0-1 0 0 0,0 1-1 0 0,0-1 1 0 0,0 1 0 0 0,0-1 0 0 0,1 1 0 0 0,-1-1 0 0 0,0 6 0 0 0,1-8-48 0 0,0 1-1 0 0,0-1 1 0 0,1 0 0 0 0,-1 0 0 0 0,0 1 0 0 0,0-1-1 0 0,0 0 1 0 0,0 0 0 0 0,0 0 0 0 0,0 1-1 0 0,0-1 1 0 0,0 0 0 0 0,0 0 0 0 0,1 0 0 0 0,-1 0-1 0 0,0 1 1 0 0,0-1 0 0 0,0 0 0 0 0,0 0 0 0 0,1 0-1 0 0,-1 0 1 0 0,0 0 0 0 0,0 0 0 0 0,0 1 0 0 0,1-1-1 0 0,-1 0 1 0 0,0 0 0 0 0,0 0 0 0 0,0 0 0 0 0,1 0-1 0 0,-1 0 1 0 0,0 0 0 0 0,0 0 0 0 0,1 0-1 0 0,-1 0 1 0 0,16-6 192 0 0,36-29 191 0 0,65-57 0 0 0,-31 24-7912 0 0,-65 51 160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0.1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1688 0 6449 0 0,'-14'2'155'0'0,"-11"0"-68"0"0,1 1-1 0 0,0 2 0 0 0,0 0 0 0 0,0 1 0 0 0,-40 18 1 0 0,-113 48-189 0 0,-59 27-21 0 0,181-71 249 0 0,0 3-1 0 0,2 2 0 0 0,1 2 0 0 0,-58 52 0 0 0,80-59-10 0 0,1 1 0 0 0,1 1 0 0 0,2 2 0 0 0,1 0 0 0 0,2 2 0 0 0,1 0 0 0 0,-27 59 0 0 0,-103 307 985 0 0,109-277-937 0 0,-176 622 45 0 0,182-568-209 0 0,8 3 1 0 0,-7 231 0 0 0,34-331 75 0 0,4 0 0 0 0,3 0-1 0 0,4 0 1 0 0,3 0 0 0 0,4-1 0 0 0,3-1 0 0 0,3-1 0 0 0,4-1 0 0 0,3-1 0 0 0,4-2 0 0 0,2-1-1 0 0,52 78 1 0 0,-24-58 76 0 0,4-3-1 0 0,94 97 0 0 0,-105-129-106 0 0,3-4 1 0 0,1-2-1 0 0,131 84 0 0 0,-97-81 59 0 0,2-4-1 0 0,3-5 1 0 0,1-4-1 0 0,2-4 0 0 0,2-5 1 0 0,1-4-1 0 0,1-5 0 0 0,1-5 1 0 0,0-4-1 0 0,1-5 0 0 0,112-6 1 0 0,-74-8 391 0 0,246-41 0 0 0,-319 32-245 0 0,0-4 0 0 0,-1-2 0 0 0,-1-4 0 0 0,-1-3 0 0 0,80-43 0 0 0,-94 36-13 0 0,0-2-1 0 0,-3-3 1 0 0,73-67 0 0 0,122-157 1585 0 0,-201 203-1211 0 0,-2-3-1 0 0,-3-1 0 0 0,-3-2 1 0 0,50-117-1 0 0,-31 37 172 0 0,48-190-1 0 0,-16-54-331 0 0,-73 284-360 0 0,7-189 1 0 0,-25 227-85 0 0,-2-1 0 0 0,-3 1 0 0 0,-27-121 0 0 0,20 138-10 0 0,-3 0 1 0 0,-2 1-1 0 0,-2 1 0 0 0,-2 1 1 0 0,-46-73-1 0 0,26 61-86 0 0,-2 2 0 0 0,-2 3 0 0 0,-3 1 1 0 0,-64-55-1 0 0,-237-171-132 0 0,292 237 213 0 0,-270-183-96 0 0,281 198 109 0 0,-2 3 0 0 0,-1 1 0 0 0,-1 3 0 0 0,-1 2 0 0 0,-65-15 0 0 0,89 29-192 0 0,0 2 0 0 0,0 0 0 0 0,-1 2 0 0 0,1 1 0 0 0,-1 2 0 0 0,1 1 0 0 0,0 0 0 0 0,0 3 0 0 0,0 0 0 0 0,-49 19 0 0 0,-20 11-586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0.9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1785 0 8754 0 0,'-22'3'431'0'0,"5"-2"-278"0"0,0 1 1 0 0,0 1-1 0 0,1 0 1 0 0,-1 2 0 0 0,-24 9-1 0 0,-112 47 1027 0 0,-39 19-386 0 0,100-37-206 0 0,2 3 1 0 0,-146 104-1 0 0,192-117-441 0 0,2 2 1 0 0,2 1-1 0 0,1 3 0 0 0,2 1 1 0 0,1 1-1 0 0,-56 89 1 0 0,-199 438-110 0 0,237-444-410 0 0,6 2 0 0 0,-53 213 0 0 0,84-259 173 0 0,3 2-1 0 0,4 0 1 0 0,3 1 0 0 0,4-1 0 0 0,12 129 0 0 0,4-107 135 0 0,4-2 0 0 0,4 0 0 0 0,44 122 0 0 0,-39-153 57 0 0,3-1 0 0 0,3-2 0 0 0,3-1 0 0 0,3-2 0 0 0,56 74 1 0 0,-25-51 488 0 0,130 129 0 0 0,-147-169-84 0 0,2-2 0 0 0,2-3-1 0 0,108 64 1 0 0,-83-63-183 0 0,2-5 0 0 0,1-3 0 0 0,2-3 0 0 0,2-5 1 0 0,0-3-1 0 0,2-4 0 0 0,0-4 0 0 0,96 5 0 0 0,-113-18-88 0 0,1-4 0 0 0,-1-3 0 0 0,0-3 0 0 0,0-4 0 0 0,0-2 0 0 0,-1-4 0 0 0,-1-3 0 0 0,-1-3 0 0 0,84-38 0 0 0,3-16 449 0 0,199-131 0 0 0,-234 124 14 0 0,-5-6 0 0 0,-3-5-1 0 0,184-197 1 0 0,-266 256-439 0 0,-2-2 0 0 0,-2-1 0 0 0,-1-1 0 0 0,-2-1-1 0 0,-2-1 1 0 0,-2-1 0 0 0,-1-1 0 0 0,-2-1 0 0 0,-3-1-1 0 0,-1 0 1 0 0,11-69 0 0 0,-12 31 63 0 0,-4-1 1 0 0,-3-1-1 0 0,-4 1 1 0 0,-4-1-1 0 0,-25-162 1 0 0,6 140-247 0 0,-4 2 0 0 0,-5 1 1 0 0,-5 1-1 0 0,-56-117 0 0 0,45 130-345 0 0,-3 2-1 0 0,-5 2 0 0 0,-3 2 1 0 0,-4 3-1 0 0,-3 3 1 0 0,-100-94-1 0 0,50 74-1806 0 0,-8 21-5039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2.6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2371 35 9674 0 0,'-3'-3'111'0'0,"0"0"-1"0"0,1 0 1 0 0,-1 0-1 0 0,0 1 1 0 0,-1-1 0 0 0,1 1-1 0 0,0 0 1 0 0,-1 0-1 0 0,1 0 1 0 0,-1 0-1 0 0,0 1 1 0 0,0-1 0 0 0,1 1-1 0 0,-1 0 1 0 0,0 0-1 0 0,0 0 1 0 0,0 1-1 0 0,0-1 1 0 0,-6 1 0 0 0,-7 0 291 0 0,0 1 0 0 0,1 0 0 0 0,-20 5 0 0 0,1 1-25 0 0,1 2 0 0 0,-1 1 1 0 0,2 2-1 0 0,-1 2 0 0 0,2 1 1 0 0,0 1-1 0 0,1 2 1 0 0,-54 40-1 0 0,-4 14-229 0 0,-113 120 0 0 0,59-52-121 0 0,117-116-50 0 0,-160 153-244 0 0,135-123 183 0 0,-65 88 1 0 0,-177 333 258 0 0,249-398-126 0 0,-34 69-26 0 0,-98 260 1 0 0,-19 171 7 0 0,157-458-29 0 0,-37 120 94 0 0,-51 278 0 0 0,118-460 69 0 0,1 1-1 0 0,4-1 1 0 0,1 1 0 0 0,4 0 0 0 0,2 0 0 0 0,2-1 0 0 0,3 0-1 0 0,2 0 1 0 0,22 65 0 0 0,-27-103-100 0 0,65 186 546 0 0,-54-163-340 0 0,2-1 0 0 0,41 68-1 0 0,-47-91-154 0 0,1 0-1 0 0,1 0 1 0 0,0-2 0 0 0,1 0-1 0 0,0-1 1 0 0,2 0-1 0 0,18 12 1 0 0,-7-9 28 0 0,0-2 1 0 0,1 0-1 0 0,0-2 1 0 0,36 11-1 0 0,12-3 38 0 0,1-3 0 0 0,1-3 0 0 0,84 5 1 0 0,-60-12-119 0 0,126-3 1 0 0,-178-8-46 0 0,-1-3 0 0 0,1-2 1 0 0,-1-1-1 0 0,71-23 0 0 0,-90 19-398 0 0,0-1 0 0 0,0-2 0 0 0,44-27 0 0 0,78-68-3340 0 0,-128 90-2849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3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 1 8754 0 0,'-2'1'291'0'0,"0"1"0"0"0,0 0-1 0 0,0 1 1 0 0,0-1 0 0 0,0 0 0 0 0,0 1 0 0 0,1-1 0 0 0,-1 1 0 0 0,1-1-1 0 0,0 1 1 0 0,0-1 0 0 0,0 1 0 0 0,0 0 0 0 0,0 0 0 0 0,0 0 0 0 0,1 0-1 0 0,-1-1 1 0 0,1 1 0 0 0,0 0 0 0 0,0 3 0 0 0,1-3-85 0 0,0 0 0 0 0,0 0 0 0 0,1 0 0 0 0,-1 0 0 0 0,1 0 0 0 0,-1 0 0 0 0,1 0 0 0 0,0-1 0 0 0,0 1 0 0 0,0-1 0 0 0,0 0 0 0 0,1 1 0 0 0,-1-1 0 0 0,1 0 0 0 0,-1 0 0 0 0,1-1 0 0 0,0 1 0 0 0,3 1 0 0 0,15 7 42 0 0,0-2 1 0 0,0 0-1 0 0,1-2 0 0 0,0 0 1 0 0,0-1-1 0 0,0-1 0 0 0,41 1 1 0 0,-37-3-89 0 0,0 0 0 0 0,0 2 0 0 0,0 2 0 0 0,-1 0 0 0 0,31 12 0 0 0,-54-18-139 0 0,0 1-1 0 0,0 0 1 0 0,0 0-1 0 0,0-1 1 0 0,0 1-1 0 0,0 1 1 0 0,0-1-1 0 0,-1 0 1 0 0,1 0-1 0 0,0 1 1 0 0,-1-1-1 0 0,1 1 1 0 0,-1-1-1 0 0,0 1 1 0 0,1-1-1 0 0,-1 1 1 0 0,0 0-1 0 0,0 0 1 0 0,0 0-1 0 0,0 0 1 0 0,-1 0 0 0 0,1 0-1 0 0,0 0 1 0 0,-1 0-1 0 0,1 0 1 0 0,-1 0-1 0 0,0 0 1 0 0,0 0-1 0 0,1 0 1 0 0,-1 0-1 0 0,-1 0 1 0 0,1 0-1 0 0,0 0 1 0 0,0 0-1 0 0,-1 1 1 0 0,0-1-1 0 0,1 0 1 0 0,-1 0-1 0 0,-1 2 1 0 0,-4 8 20 0 0,-1 0-1 0 0,-1-1 1 0 0,1 0 0 0 0,-2 0 0 0 0,-10 10 0 0 0,9-9-6 0 0,-78 85 124 0 0,31-35-52 0 0,-74 105 0 0 0,95-112-386 0 0,3 1-1 0 0,3 1 1 0 0,2 2-1 0 0,2 1 1 0 0,-24 89 0 0 0,37-99-7431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9.4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1 5065 0 0,'-28'1'13490'0'0,"29"4"-13178"0"0,19 138 978 0 0,67 236 0 0 0,-61-282-1036 0 0,21 159-1 0 0,-13 103 142 0 0,-12-171-325 0 0,49 198 0 0 0,-51-288-74 0 0,-13-61-184 0 0,2 75 0 0 0,-8-13-2869 0 0,-1-64 835 0 0,-1-33 2187 0 0,1 1 0 0 0,0-1 0 0 0,0 1 1 0 0,1 0-1 0 0,-1-1 0 0 0,0 1 0 0 0,1-1 0 0 0,-1 1 0 0 0,1-1 0 0 0,0 0 0 0 0,0 1 0 0 0,0-1 0 0 0,0 0 0 0 0,0 1 0 0 0,1-1 0 0 0,1 3 0 0 0,-2-4 24 0 0,1-1 0 0 0,0 1 0 0 0,-1 0 0 0 0,1 0 0 0 0,-1-1 0 0 0,1 1 0 0 0,0-1 0 0 0,0 0 0 0 0,-1 1 0 0 0,1-1 0 0 0,0 0 0 0 0,0 0 0 0 0,-1 0 0 0 0,1 0 0 0 0,0 0 0 0 0,-1-1 0 0 0,1 1 0 0 0,0 0 0 0 0,0-1 0 0 0,-1 1 0 0 0,1-1 0 0 0,-1 0-1 0 0,4-1 1 0 0,3-1-53 0 0,0 1 0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0.7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293 32 4321 0 0,'1'0'14'0'0,"0"-1"1"0"0,-1 1-1 0 0,1-1 0 0 0,-1 1 1 0 0,1-1-1 0 0,-1 1 1 0 0,1-1-1 0 0,-1 1 0 0 0,1-1 1 0 0,-1 0-1 0 0,1 1 0 0 0,-1-1 1 0 0,0 0-1 0 0,1 1 1 0 0,-1-1-1 0 0,0 0 0 0 0,1 0 1 0 0,-1 1-1 0 0,0-1 0 0 0,0 0 1 0 0,0 0-1 0 0,0 0 1 0 0,0 1-1 0 0,0-1 0 0 0,0 0 1 0 0,0 0-1 0 0,0 1 0 0 0,0-1 1 0 0,0 0-1 0 0,-1 0 1 0 0,1 1-1 0 0,0-1 0 0 0,0 0 1 0 0,-1 0-1 0 0,1 1 0 0 0,-1-2 1 0 0,0 2 58 0 0,0-1 1 0 0,0 0 0 0 0,0 1-1 0 0,-1-1 1 0 0,1 1 0 0 0,0-1-1 0 0,0 1 1 0 0,0 0 0 0 0,-1-1-1 0 0,1 1 1 0 0,0 0-1 0 0,0 0 1 0 0,-1 0 0 0 0,1 0-1 0 0,0 0 1 0 0,0 0 0 0 0,0 0-1 0 0,-1 1 1 0 0,1-1 0 0 0,0 0-1 0 0,0 1 1 0 0,0-1-1 0 0,-2 1 1 0 0,-38 18 3793 0 0,-42 26 0 0 0,44-23-1216 0 0,29-17-2333 0 0,0 1 0 0 0,1 0 0 0 0,0 1 0 0 0,0 0-1 0 0,0 0 1 0 0,1 1 0 0 0,0 0 0 0 0,1 1 0 0 0,0-1 0 0 0,-11 18 0 0 0,18-25-316 0 0,-1-1 1 0 0,1 1 0 0 0,0-1 0 0 0,0 1-1 0 0,0-1 1 0 0,0 1 0 0 0,-1-1 0 0 0,1 1-1 0 0,0-1 1 0 0,0 1 0 0 0,0-1 0 0 0,0 1-1 0 0,0-1 1 0 0,0 1 0 0 0,1-1 0 0 0,-1 1-1 0 0,0-1 1 0 0,0 1 0 0 0,0-1-1 0 0,0 1 1 0 0,1-1 0 0 0,-1 1 0 0 0,0-1-1 0 0,0 0 1 0 0,1 1 0 0 0,-1-1 0 0 0,0 1-1 0 0,1-1 1 0 0,-1 0 0 0 0,0 1 0 0 0,1-1-1 0 0,-1 0 1 0 0,0 1 0 0 0,1-1 0 0 0,-1 0-1 0 0,1 0 1 0 0,-1 1 0 0 0,1-1 0 0 0,-1 0-1 0 0,1 0 1 0 0,-1 0 0 0 0,1 0-1 0 0,-1 1 1 0 0,1-1 0 0 0,-1 0 0 0 0,1 0-1 0 0,-1 0 1 0 0,1 0 0 0 0,0 0 0 0 0,33-1 87 0 0,-24 0-79 0 0,49 3-11 0 0,1 2 0 0 0,-1 2 0 0 0,-1 3 0 0 0,91 26 0 0 0,-148-35 1 0 0,-1 0 0 0 0,1 0 0 0 0,0 1 0 0 0,0-1 0 0 0,0 0 0 0 0,0 0 0 0 0,0 1 0 0 0,0-1 0 0 0,0 0 0 0 0,-1 1 0 0 0,1-1 0 0 0,0 1 0 0 0,0-1 0 0 0,0 1 0 0 0,-1-1 0 0 0,1 1 0 0 0,0 0 0 0 0,-1-1 0 0 0,1 1 0 0 0,0 0 0 0 0,-1-1 0 0 0,1 1 0 0 0,-1 0 0 0 0,1 0 0 0 0,-1 0 0 0 0,0 0 0 0 0,1-1 0 0 0,-1 1 0 0 0,0 0 0 0 0,1 0 0 0 0,-1 0 0 0 0,0 0 0 0 0,0 0 0 0 0,0 0 0 0 0,0 0 0 0 0,0 0 0 0 0,0 0 0 0 0,0 0 0 0 0,0-1 0 0 0,0 1 0 0 0,-1 0 0 0 0,1 0 0 0 0,0 0 0 0 0,-1 0 0 0 0,1 0 0 0 0,0 0 0 0 0,-1-1-1 0 0,1 1 1 0 0,-1 0 0 0 0,0 1 0 0 0,-5 5 21 0 0,1 0-1 0 0,-1 0 0 0 0,-1-1 1 0 0,-10 9-1 0 0,5-5 16 0 0,-86 73 478 0 0,60-52-407 0 0,-59 59 1 0 0,92-84-106 0 0,-1 1 0 0 0,1 0 0 0 0,0 0-1 0 0,1 1 1 0 0,0-1 0 0 0,0 1 0 0 0,-5 15 0 0 0,9-22-12 0 0,-1 1-1 0 0,1-1 1 0 0,-1 1 0 0 0,1-1-1 0 0,0 1 1 0 0,-1 0 0 0 0,1-1 0 0 0,0 1-1 0 0,0-1 1 0 0,0 1 0 0 0,0 0-1 0 0,1-1 1 0 0,-1 1 0 0 0,0-1 0 0 0,1 1-1 0 0,-1 0 1 0 0,1-1 0 0 0,-1 1-1 0 0,1-1 1 0 0,0 1 0 0 0,0-1 0 0 0,-1 0-1 0 0,1 1 1 0 0,0-1 0 0 0,0 0-1 0 0,1 0 1 0 0,-1 0 0 0 0,0 1 0 0 0,0-1-1 0 0,0 0 1 0 0,1 0 0 0 0,-1-1-1 0 0,1 1 1 0 0,-1 0 0 0 0,0 0 0 0 0,1-1-1 0 0,-1 1 1 0 0,1-1 0 0 0,0 1-1 0 0,-1-1 1 0 0,1 0 0 0 0,-1 1 0 0 0,1-1-1 0 0,0 0 1 0 0,-1 0 0 0 0,1 0 0 0 0,1-1-1 0 0,54 3-432 0 0,-28-2 336 0 0,36 5 1 0 0,-56-4 105 0 0,-1 1 1 0 0,1 0 0 0 0,-1 0 0 0 0,0 1-1 0 0,0 0 1 0 0,0 0 0 0 0,0 1 0 0 0,12 8-1 0 0,-19-11 1 0 0,0 0-1 0 0,1 0 0 0 0,-1 0 0 0 0,0 0 0 0 0,0 0 0 0 0,0 0 1 0 0,0 1-1 0 0,0-1 0 0 0,0 0 0 0 0,-1 1 0 0 0,1-1 0 0 0,0 1 0 0 0,-1-1 1 0 0,1 1-1 0 0,-1-1 0 0 0,1 1 0 0 0,-1-1 0 0 0,0 1 0 0 0,0-1 1 0 0,0 1-1 0 0,1 0 0 0 0,-2-1 0 0 0,1 1 0 0 0,0-1 0 0 0,0 1 1 0 0,0 0-1 0 0,-1-1 0 0 0,1 1 0 0 0,-1-1 0 0 0,1 1 0 0 0,-1-1 0 0 0,0 1 1 0 0,1-1-1 0 0,-1 0 0 0 0,-2 3 0 0 0,-3 6 22 0 0,-1-1 0 0 0,0 1 0 0 0,-16 14 0 0 0,13-13 15 0 0,-126 124 228 0 0,55-56-156 0 0,80-78-173 0 0,0 0 0 0 0,-1 0 1 0 0,1 0-1 0 0,0 0 0 0 0,0 0 1 0 0,0 1-1 0 0,0-1 0 0 0,0 0 1 0 0,0 1-1 0 0,0-1 1 0 0,0 1-1 0 0,1-1 0 0 0,-1 1 1 0 0,1 0-1 0 0,-1-1 0 0 0,1 1 1 0 0,-1-1-1 0 0,1 4 1 0 0,0-5 0 0 0,1 1 1 0 0,0 0-1 0 0,0 0 1 0 0,0 0 0 0 0,-1 0-1 0 0,1-1 1 0 0,0 1-1 0 0,0 0 1 0 0,0-1-1 0 0,0 1 1 0 0,0-1 0 0 0,0 1-1 0 0,0-1 1 0 0,0 0-1 0 0,1 1 1 0 0,-1-1 0 0 0,0 0-1 0 0,0 0 1 0 0,0 1-1 0 0,0-1 1 0 0,0 0 0 0 0,1 0-1 0 0,-1 0 1 0 0,0-1-1 0 0,0 1 1 0 0,1 0 0 0 0,19 0-2525 0 0,0 1 1 0 0,-1 1 0 0 0,1 0 0 0 0,-1 2 0 0 0,29 7 16649 0 0,-64 62-13266 0 0,4 0 0 0 0,2 1 0 0 0,2 128 0 0 0,7 390-672 0 0,-3-231-76 0 0,-12 772 79 0 0,10-1006-1974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2.3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 33 456 0 0,'-4'1'163'0'0,"0"-1"0"0"0,0 0-1 0 0,1 0 1 0 0,-1 0 0 0 0,0-1-1 0 0,1 1 1 0 0,-1-1 0 0 0,1 0 0 0 0,-1 0-1 0 0,1 0 1 0 0,-6-3 0 0 0,-22-6 1487 0 0,30 10-1469 0 0,-1 0 1 0 0,1 0-1 0 0,0 0 0 0 0,-1 0 0 0 0,1 0 0 0 0,0 0 0 0 0,-1 1 0 0 0,1-1 0 0 0,0 0 0 0 0,-1 1 1 0 0,1-1-1 0 0,0 1 0 0 0,0-1 0 0 0,-1 1 0 0 0,1 0 0 0 0,0-1 0 0 0,0 1 0 0 0,0 0 1 0 0,-2 1-1 0 0,3-1-19 0 0,0-1 1 0 0,0 1 0 0 0,0-1 0 0 0,1 1-1 0 0,-1-1 1 0 0,0 1 0 0 0,0-1-1 0 0,0 1 1 0 0,0-1 0 0 0,1 1 0 0 0,-1-1-1 0 0,0 1 1 0 0,0-1 0 0 0,1 1-1 0 0,-1-1 1 0 0,1 1 325 0 0,-1-1-325 0 0,1 1 0 0 0,-1-1 0 0 0,1 0-1 0 0,-1 1 1 0 0,0-1 0 0 0,1 0-1 0 0,-1 0 1 0 0,1 0 0 0 0,-1 1 0 0 0,1-1-1 0 0,-1 0 1 0 0,2 0 0 0 0,16 9 1995 0 0,-17-9-2661 0 0,1 1 550 0 0,-1-1 0 0 0,0 0-1 0 0,1 1 1 0 0,-1-1 0 0 0,0 0 0 0 0,0 0-1 0 0,1 0 1 0 0,-1 0 0 0 0,0-1-1 0 0,1 1 1 0 0,-1 0 0 0 0,0 0-1 0 0,1-1 1 0 0,-1 1 0 0 0,0-1-1 0 0,2 0 1 0 0,10-1 3223 0 0,-8 5-3223 0 0,1 1 1 0 0,-1 0-1 0 0,0 0 1 0 0,0 0-1 0 0,-1 1 1 0 0,6 5-1 0 0,-9-8-24 0 0,1 0 0 0 0,0-1 0 0 0,0 1 0 0 0,0-1 0 0 0,1 1 0 0 0,-1-1 0 0 0,0 0 0 0 0,1 0 0 0 0,-1 0-1 0 0,0 0 1 0 0,1 0 0 0 0,-1-1 0 0 0,1 1 0 0 0,-1-1 0 0 0,1 1 0 0 0,0-1 0 0 0,-1 0 0 0 0,4 0 0 0 0,55-8 333 0 0,-31 4-190 0 0,369-37 72 0 0,231 13 295 0 0,-217 16-446 0 0,95 12 406 0 0,-436 8-170 0 0,-1 3 0 0 0,0 2 0 0 0,120 41 0 0 0,-185-52-296 0 0,1 0 0 0 0,-1 0 1 0 0,0 1-1 0 0,0 0 0 0 0,-1 0 1 0 0,1 0-1 0 0,5 5 0 0 0,-10-7-168 0 0,1 1 0 0 0,-1-1 0 0 0,0 1-1 0 0,1-1 1 0 0,-1 1 0 0 0,0 0 0 0 0,0 0 0 0 0,0-1-1 0 0,0 1 1 0 0,-1 0 0 0 0,1 0 0 0 0,0 0 0 0 0,-1 0-1 0 0,1 0 1 0 0,-1 0 0 0 0,0 0 0 0 0,0 0 0 0 0,0 0-1 0 0,0 0 1 0 0,0 0 0 0 0,0 0 0 0 0,0 0 0 0 0,-1 0-1 0 0,1 0 1 0 0,-2 3 0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3.1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14 107 456 0 0,'2'-3'16'0'0,"0"-1"-1"0"0,-1 1 1 0 0,0-1-1 0 0,1 0 1 0 0,-2 1-1 0 0,1-1 1 0 0,0 0-1 0 0,-1 0 1 0 0,1 1-1 0 0,-1-1 1 0 0,-1-6-1 0 0,1 8 14 0 0,0 0 1 0 0,-1 1-1 0 0,1-1 1 0 0,-1 0-1 0 0,0 0 0 0 0,1 1 1 0 0,-1-1-1 0 0,0 0 0 0 0,0 1 1 0 0,0-1-1 0 0,0 1 0 0 0,0-1 1 0 0,0 1-1 0 0,-12-28 12268 0 0,26 24-7710 0 0,-12 5-4596 0 0,-1 0 1 0 0,0 0 0 0 0,1 0 0 0 0,-1 1 0 0 0,1-1 0 0 0,-1 0 0 0 0,0 0 0 0 0,1 0 0 0 0,-1 0-1 0 0,0 0 1 0 0,1 1 0 0 0,-1-1 0 0 0,0 0 0 0 0,1 0 0 0 0,-1 0 0 0 0,0 1 0 0 0,1-1 0 0 0,-1 0-1 0 0,0 1 1 0 0,0-1 0 0 0,1 0 0 0 0,-1 1 0 0 0,0-1 0 0 0,0 0 0 0 0,0 1 0 0 0,1-1 0 0 0,-1 0-1 0 0,0 1 1 0 0,0-1 0 0 0,0 1 0 0 0,7 33 933 0 0,-2 0-1 0 0,1 39 1 0 0,5 39-494 0 0,-5-76-419 0 0,22 121 27 0 0,11 223 0 0 0,-12 245 79 0 0,-26-617-225 0 0,0 1 0 0 0,-1-1 1 0 0,-1 1-1 0 0,1 0 0 0 0,-1-1 1 0 0,-1 1-1 0 0,-3 11 0 0 0,0-7-789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3.8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 3681 0 0,'4'-8'11265'0'0,"2"48"-8263"0"0,-2-11-1549 0 0,-1-10-907 0 0,0-1 0 0 0,-2 1 1 0 0,-1 31-1 0 0,-7 7-390 0 0,-3 61 242 0 0,9-105-436 0 0,2 0 0 0 0,0 0 1 0 0,0 0-1 0 0,2 0 0 0 0,-1 0 0 0 0,9 23 0 0 0,-10-35 25 0 0,-1 1-1 0 0,0-1 0 0 0,1 0 0 0 0,-1 1 1 0 0,0-1-1 0 0,0 0 0 0 0,0 1 0 0 0,0-1 1 0 0,0 1-1 0 0,-1-1 0 0 0,1 0 0 0 0,0 1 1 0 0,-1-1-1 0 0,1 0 0 0 0,-1 1 0 0 0,1-1 1 0 0,-1 0-1 0 0,1 0 0 0 0,-1 0 1 0 0,0 1-1 0 0,0-1 0 0 0,1 0 0 0 0,-1 0 1 0 0,-1 1-1 0 0,-9 18-3417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5.4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2293 0 5985 0 0,'-39'14'4049'0'0,"1"2"0"0"0,-68 40 0 0 0,182-65-2864 0 0,-56 7-1220 0 0,0 1 0 0 0,0 2 0 0 0,36 3 0 0 0,-48-3 36 0 0,0 1 0 0 0,0 0-1 0 0,0 0 1 0 0,0 0 0 0 0,0 1 0 0 0,0 0 0 0 0,-1 1 0 0 0,0 0 0 0 0,0 0-1 0 0,0 0 1 0 0,0 1 0 0 0,6 6 0 0 0,-11-10-4 0 0,-1 1 0 0 0,0-1-1 0 0,0 0 1 0 0,0 1 0 0 0,-1-1 0 0 0,1 1 0 0 0,0 0-1 0 0,-1-1 1 0 0,1 1 0 0 0,-1-1 0 0 0,1 1-1 0 0,-1 0 1 0 0,0 0 0 0 0,1-1 0 0 0,-1 1-1 0 0,0 0 1 0 0,0-1 0 0 0,0 1 0 0 0,-1 0 0 0 0,1 0-1 0 0,0-1 1 0 0,-1 1 0 0 0,1 0 0 0 0,-1-1-1 0 0,1 1 1 0 0,-1-1 0 0 0,0 1 0 0 0,1-1-1 0 0,-1 1 1 0 0,0-1 0 0 0,0 1 0 0 0,0-1 0 0 0,-2 2-1 0 0,-5 7-69 0 0,-1 0-1 0 0,0-1 1 0 0,-15 13-1 0 0,9-9-66 0 0,-8 7 63 0 0,1 2-1 0 0,1 0 1 0 0,1 2 0 0 0,0 0-1 0 0,-24 43 1 0 0,42-65 73 0 0,1 0 1 0 0,0 0-1 0 0,0 0 1 0 0,0 0-1 0 0,1 0 1 0 0,-1 1-1 0 0,0-1 1 0 0,1 0-1 0 0,-1 0 0 0 0,1 1 1 0 0,0-1-1 0 0,0 0 1 0 0,0 0-1 0 0,0 1 1 0 0,0-1-1 0 0,1 3 1 0 0,0-3-4 0 0,-1-1 0 0 0,1 0 1 0 0,0 0-1 0 0,0 0 0 0 0,-1 0 1 0 0,1 0-1 0 0,0 0 0 0 0,0 0 1 0 0,0 0-1 0 0,0 0 0 0 0,0-1 1 0 0,0 1-1 0 0,0 0 0 0 0,1-1 0 0 0,-1 1 1 0 0,0 0-1 0 0,0-1 0 0 0,0 0 1 0 0,1 1-1 0 0,1 0 0 0 0,8 0-39 0 0,0 0-1 0 0,0-1 1 0 0,0 0-1 0 0,0-1 0 0 0,15-2 1 0 0,-1 0 19 0 0,-17 3 43 0 0,1-1 1 0 0,-1 1-1 0 0,0 1 0 0 0,1 0 1 0 0,-1 0-1 0 0,9 2 0 0 0,-16-2-20 0 0,0-1 1 0 0,1 0-1 0 0,-1 1 0 0 0,0 0 0 0 0,0-1 0 0 0,1 1 0 0 0,-1 0 1 0 0,0 0-1 0 0,0-1 0 0 0,0 1 0 0 0,0 0 0 0 0,0 0 0 0 0,0 0 1 0 0,0 0-1 0 0,-1 0 0 0 0,1 1 0 0 0,1 1 0 0 0,-1-1-10 0 0,-1 0 1 0 0,0-1-1 0 0,1 1 0 0 0,-1 0 0 0 0,0 0 0 0 0,0 0 0 0 0,0-1 0 0 0,-1 1 0 0 0,1 0 0 0 0,0 0 0 0 0,-1 0 0 0 0,1-1 0 0 0,-1 1 0 0 0,1 0 1 0 0,-1 0-1 0 0,0-1 0 0 0,-1 3 0 0 0,-12 20 127 0 0,-2 0 1 0 0,0-1 0 0 0,-20 22 0 0 0,-10 13 319 0 0,41-51-458 0 0,0 1 1 0 0,0-1-1 0 0,0 1 1 0 0,1 0 0 0 0,1 0-1 0 0,-1 0 1 0 0,1 1-1 0 0,-2 10 1 0 0,4-17-184 0 0,1 1 1 0 0,0-1 0 0 0,0 0 0 0 0,0 1 0 0 0,0-1 0 0 0,0 1 0 0 0,1-1 0 0 0,-1 1-1 0 0,1-1 1 0 0,-1 0 0 0 0,1 1 0 0 0,0-1 0 0 0,0 0 0 0 0,0 0 0 0 0,0 0 0 0 0,0 0 0 0 0,1 0-1 0 0,-1 0 1 0 0,1 0 0 0 0,-1 0 0 0 0,1 0 0 0 0,0 0 0 0 0,-1-1 0 0 0,1 1 0 0 0,0-1-1 0 0,0 0 1 0 0,0 1 0 0 0,0-1 0 0 0,1 0 0 0 0,-1 0 0 0 0,0 0 0 0 0,0 0 0 0 0,1-1-1 0 0,4 2 1 0 0,-1-1-153 0 0,-1-1-1 0 0,1 1 1 0 0,0-1 0 0 0,0 0-1 0 0,0 0 1 0 0,-1-1-1 0 0,1 1 1 0 0,0-1-1 0 0,-1-1 1 0 0,1 1 0 0 0,0-1-1 0 0,-1 0 1 0 0,0 0-1 0 0,1-1 1 0 0,-1 1-1 0 0,7-6 1 0 0,-6 4-44 0 0,1 1-1 0 0,-1 0 1 0 0,1 0 0 0 0,0 0-1 0 0,1 1 1 0 0,-1 0 0 0 0,0 0 0 0 0,13-1-1 0 0,-19 3 422 0 0,-1 0 0 0 0,0 0 0 0 0,0 0 0 0 0,0 0 1 0 0,1 0-1 0 0,-1 0 0 0 0,0 0 0 0 0,0 0 0 0 0,0 0 0 0 0,1 0 0 0 0,-1 0 0 0 0,0 0 0 0 0,0 0 0 0 0,0 1 0 0 0,1-1 0 0 0,-1 0 0 0 0,0 0 0 0 0,0 0 0 0 0,0 0 1 0 0,0 0-1 0 0,1 0 0 0 0,-1 1 0 0 0,0-1 0 0 0,0 0 0 0 0,0 0 0 0 0,0 0 0 0 0,0 0 0 0 0,1 1 0 0 0,-1-1 0 0 0,0 0 0 0 0,0 0 0 0 0,0 0 0 0 0,0 1 0 0 0,0-1 1 0 0,0 0-1 0 0,0 0 0 0 0,0 0 0 0 0,0 1 0 0 0,0-1 0 0 0,-4 12 1599 0 0,-11 12 1826 0 0,13-21-3055 0 0,-5 7 1126 0 0,1 0 0 0 0,0 0 0 0 0,1 0 0 0 0,-5 12 1 0 0,6-10-919 0 0,1 0 0 0 0,0 0 0 0 0,1 1 0 0 0,1-1 1 0 0,-1 1-1 0 0,2 16 0 0 0,-16 243 2208 0 0,7-170-2456 0 0,6 170 0 0 0,26-75-398 0 0,-10-102 132 0 0,0 103 1 0 0,-1 168-84 0 0,-3-274 67 0 0,40 176 0 0 0,-35-223 16 0 0,29 64-1 0 0,6 19 250 0 0,-29-50-137 0 0,-14-47 108 0 0,15 40-1 0 0,-7-13-482 0 0,-7-22 322 0 0,-7-36-134 0 0,3 18 49 0 0,-3-18-51 0 0,0 0-1 0 0,0 1 1 0 0,0-1 0 0 0,0 1 0 0 0,0-1 0 0 0,0 1 0 0 0,0-1 0 0 0,0 1 0 0 0,0-1 0 0 0,0 1 0 0 0,0-1 0 0 0,0 1-1 0 0,0-1 1 0 0,0 0 0 0 0,0 1 0 0 0,0-1 0 0 0,0 1 0 0 0,-1-1 0 0 0,1 1 0 0 0,0-1 0 0 0,0 0 0 0 0,-1 1-1 0 0,1-1 1 0 0,0 0 0 0 0,-1 1 0 0 0,1-1 0 0 0,0 0 0 0 0,-1 1 0 0 0,1-1 0 0 0,0 0 0 0 0,-1 1 0 0 0,1-1 0 0 0,-1 0-1 0 0,1 0 1 0 0,-1 0 0 0 0,0 1 239 0 0,-4-1-148 0 0,-9 0-92 0 0,-1 0 0 0 0,1-1 0 0 0,0-1 1 0 0,0 0-1 0 0,-17-5 0 0 0,9 2-3 0 0,-39-4-1 0 0,35 6-9 0 0,-1-2-1 0 0,1 0 1 0 0,0-2 0 0 0,-26-9-1 0 0,22 6 7 0 0,1 1 0 0 0,-53-8 0 0 0,-85 6 44 0 0,97 8-109 0 0,1-3 0 0 0,-82-18-1 0 0,143 22 70 0 0,-154-32-37 0 0,131 30 28 0 0,-1 1 1 0 0,0 1-1 0 0,-38 3 0 0 0,-643 21-567 0 0,623-22 495 0 0,58 1 20 0 0,0-1-1 0 0,1-1 1 0 0,-1-2 0 0 0,1-1 0 0 0,-49-13 0 0 0,59 11 79 0 0,0 0 0 0 0,0 1 1 0 0,0 1-1 0 0,0 2 0 0 0,-1 0 0 0 0,1 1 1 0 0,-1 0-1 0 0,0 2 0 0 0,1 1 0 0 0,-1 1 0 0 0,-40 10 1 0 0,59-12-183 0 0,1 0 26 0 0,0-1-1 0 0,1 1 1 0 0,-1-1 0 0 0,0 0 0 0 0,1 1-1 0 0,-1-1 1 0 0,0 0 0 0 0,0 0-1 0 0,1 0 1 0 0,-1 0 0 0 0,0 0-1 0 0,-2-1 1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6.3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118 263 4145 0 0,'-19'-14'871'0'0,"-19"-11"482"0"0,36 24-1246 0 0,-1 0 0 0 0,1 0 0 0 0,-1 1 0 0 0,1-1 0 0 0,-1 1 1 0 0,1-1-1 0 0,-1 1 0 0 0,1 0 0 0 0,-1-1 0 0 0,1 1 0 0 0,-1 1 0 0 0,0-1 1 0 0,1 0-1 0 0,-1 1 0 0 0,-3 0 0 0 0,5 0-81 0 0,0-1 0 0 0,0 0 0 0 0,0 0-1 0 0,1 1 1 0 0,-1-1 0 0 0,0 0 0 0 0,0 1 0 0 0,1-1 0 0 0,-1 0-1 0 0,0 1 1 0 0,1-1 0 0 0,-1 1 0 0 0,0 0 0 0 0,1-1 0 0 0,-1 1-1 0 0,1-1 1 0 0,-1 1 0 0 0,1 0 0 0 0,-1-1 0 0 0,1 1 0 0 0,0 0-1 0 0,-1 0 1 0 0,1-1 0 0 0,0 1 0 0 0,-1 0 0 0 0,1 0 0 0 0,0 0-1 0 0,0-1 1 0 0,0 1 0 0 0,0 0 0 0 0,0 0 0 0 0,0 0-1 0 0,0 0 1 0 0,0-1 0 0 0,0 1 0 0 0,0 0 0 0 0,0 0 0 0 0,0 0-1 0 0,1-1 1 0 0,-1 1 0 0 0,1 1 0 0 0,0 0 4 0 0,0 0 0 0 0,0-1 1 0 0,0 1-1 0 0,0 0 0 0 0,0-1 0 0 0,0 1 1 0 0,1-1-1 0 0,-1 1 0 0 0,1-1 0 0 0,-1 0 1 0 0,1 1-1 0 0,0-1 0 0 0,-1 0 0 0 0,1 0 1 0 0,0 0-1 0 0,2 1 0 0 0,15 1 423 0 0,-1 0-1 0 0,0-1 1 0 0,0-1 0 0 0,1-1-1 0 0,-1 0 1 0 0,19-3-1 0 0,18 0 469 0 0,612-46 3973 0 0,-1-41-3296 0 0,-327 41-1285 0 0,-150 20-247 0 0,-26 4 83 0 0,248-9 0 0 0,-403 34-193 0 0,23 3-1179 0 0,-31-3 1155 0 0,1 0-1 0 0,-1 0 1 0 0,1 1 0 0 0,0-1-1 0 0,-1 0 1 0 0,1 0 0 0 0,-1 1-1 0 0,0-1 1 0 0,1 1 0 0 0,-1-1-1 0 0,1 1 1 0 0,-1-1-1 0 0,1 0 1 0 0,-1 1 0 0 0,0-1-1 0 0,1 1 1 0 0,-1 0 0 0 0,0-1-1 0 0,0 1 1 0 0,1-1 0 0 0,-1 1-1 0 0,0-1 1 0 0,0 1 0 0 0,0 0-1 0 0,0-1 1 0 0,0 1 0 0 0,0-1-1 0 0,0 1 1 0 0,0 0-1 0 0,0-1 1 0 0,0 1 0 0 0,0-1-1 0 0,0 1 1 0 0,0 0 0 0 0,0-1-1 0 0,-1 1 1 0 0,1-1 0 0 0,0 1-1 0 0,0-1 1 0 0,-1 1 0 0 0,1 0-1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6.7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 13 1376 0 0,'-24'-9'1842'0'0,"20"8"-796"0"0,0 0 0 0 0,1 1 0 0 0,-1-1 0 0 0,1 1 0 0 0,-1 0 0 0 0,0 0 0 0 0,1 0 0 0 0,-10 4 1163 0 0,13-3-2016 0 0,-1-1 1 0 0,1 0 0 0 0,0 1-1 0 0,0-1 1 0 0,-1 1 0 0 0,1 0 0 0 0,0-1-1 0 0,0 1 1 0 0,0-1 0 0 0,0 1 0 0 0,-1-1-1 0 0,1 1 1 0 0,0-1 0 0 0,0 1 0 0 0,0-1-1 0 0,0 1 1 0 0,0 0 0 0 0,1-1 0 0 0,-1 1-1 0 0,0-1 1 0 0,0 1 0 0 0,0-1 0 0 0,0 1-1 0 0,1-1 1 0 0,-1 2 0 0 0,9 23 324 0 0,-7-18 70 0 0,22 63 44 0 0,-3 2 0 0 0,-3 0 0 0 0,8 76 0 0 0,-2 354-621 0 0,-10-121-11 0 0,-2-201 58 0 0,-17 304 1 0 0,-2-403-198 0 0,4 0 1 0 0,9 102-1 0 0,-2-159-1563 0 0,0-4-5667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7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661 78 5985 0 0,'-20'-6'582'0'0,"-14"-6"2194"0"0,-2 1 0 0 0,-66-11 0 0 0,90 21-2299 0 0,0 0 1 0 0,0 0 0 0 0,1 2 0 0 0,-1-1 0 0 0,0 2-1 0 0,0-1 1 0 0,0 2 0 0 0,0-1 0 0 0,1 2-1 0 0,0-1 1 0 0,-1 2 0 0 0,-18 10 0 0 0,6-1-285 0 0,1 2 0 0 0,1 0 0 0 0,0 2 0 0 0,2 0 0 0 0,0 2 0 0 0,1 0 0 0 0,-18 24 0 0 0,23-25-191 0 0,1 0-1 0 0,0 1 0 0 0,2 0 0 0 0,0 1 0 0 0,2 0 0 0 0,0 1 1 0 0,1 0-1 0 0,-9 41 0 0 0,14-38 0 0 0,1 0 1 0 0,2 0 0 0 0,0 1-1 0 0,1-1 1 0 0,2 0-1 0 0,0 1 1 0 0,2-2-1 0 0,0 1 1 0 0,2 0-1 0 0,1-1 1 0 0,1 0 0 0 0,14 26-1 0 0,-9-22-165 0 0,1-2 1 0 0,1 0-1 0 0,2-1 0 0 0,0-1 1 0 0,1 0-1 0 0,2-2 0 0 0,0 0 1 0 0,1-1-1 0 0,47 32 0 0 0,-48-39-114 0 0,2-2 0 0 0,-1 0 0 0 0,2-2 0 0 0,-1 0 0 0 0,1-2 0 0 0,1-1 0 0 0,-1 0 0 0 0,1-2 0 0 0,0-1 0 0 0,1-1 0 0 0,-1-1-1 0 0,1-1 1 0 0,-1-2 0 0 0,26-3 0 0 0,-14-1 482 0 0,-1-1 0 0 0,-1-2 0 0 0,0-2 0 0 0,0-1 0 0 0,-1-2-1 0 0,0-1 1 0 0,-1-2 0 0 0,0-1 0 0 0,34-25 0 0 0,-52 32 129 0 0,117-84 1575 0 0,-107 74-1654 0 0,0-1 1 0 0,42-48 0 0 0,-61 60-210 0 0,0-1 1 0 0,0 0-1 0 0,-1 0 1 0 0,0 0 0 0 0,0-1-1 0 0,-1 1 1 0 0,-1-1 0 0 0,0 0-1 0 0,0 0 1 0 0,-1-1-1 0 0,-1 1 1 0 0,1 0 0 0 0,-2-1-1 0 0,0 1 1 0 0,0 0-1 0 0,-3-13 1 0 0,-1-8 113 0 0,-2-1-1 0 0,-1 1 1 0 0,-2 0-1 0 0,-17-41 1 0 0,17 54-118 0 0,0-1 0 0 0,-1 1 1 0 0,-1 1-1 0 0,0 0 0 0 0,-2 1 0 0 0,0 0 1 0 0,-1 1-1 0 0,0 0 0 0 0,-1 1 0 0 0,-1 1 1 0 0,-1 0-1 0 0,-24-15 0 0 0,0 5 50 0 0,-1 1 1 0 0,-1 2-1 0 0,-1 3 0 0 0,-66-20 0 0 0,59 20-268 0 0,35 11-5 0 0,0 1 1 0 0,-1 1 0 0 0,0 0-1 0 0,0 1 1 0 0,-1 1 0 0 0,-30-2-1 0 0,30 7-547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7.6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63 5065 0 0,'-2'-2'202'0'0,"0"0"1"0"0,1-1-1 0 0,-1 1 0 0 0,1 0 1 0 0,0-1-1 0 0,0 1 0 0 0,0-1 0 0 0,0 0 1 0 0,-1-4-1 0 0,-4-26 13048 0 0,1 72-12080 0 0,2-15-842 0 0,0 1 0 0 0,2 27 0 0 0,1-42-388 0 0,1-1-1 0 0,0 0 1 0 0,1 1 0 0 0,0-1-1 0 0,1 0 1 0 0,0 0 0 0 0,0 0-1 0 0,1-1 1 0 0,5 10 0 0 0,3-2-601 0 0,4 3-874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8.1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227 367 3537 0 0,'-32'-72'2227'0'0,"22"47"1098"0"0,-26-45 0 0 0,33 65-3139 0 0,0-1 0 0 0,-1 1-1 0 0,0 0 1 0 0,0 0 0 0 0,-1 0 0 0 0,0 1 0 0 0,1-1 0 0 0,-1 1 0 0 0,-1 0 0 0 0,1 0 0 0 0,0 1 0 0 0,-12-6 0 0 0,13 8-120 0 0,1 0 1 0 0,-1 1-1 0 0,1-1 0 0 0,0 0 0 0 0,-1 1 1 0 0,1 0-1 0 0,-1 0 0 0 0,0 0 0 0 0,1 0 1 0 0,-1 1-1 0 0,1-1 0 0 0,0 1 0 0 0,-1 0 0 0 0,1 0 1 0 0,0 0-1 0 0,-5 2 0 0 0,7-2 3 0 0,0 0-1 0 0,0-1 1 0 0,0 1-1 0 0,0 0 1 0 0,0 0 0 0 0,0-1-1 0 0,0 1 1 0 0,0 0-1 0 0,0 0 1 0 0,0 0 0 0 0,1 0-1 0 0,-1 0 1 0 0,0 0-1 0 0,1 1 1 0 0,-1-1 0 0 0,1 0-1 0 0,-1 0 1 0 0,0 3-1 0 0,1-3-9 0 0,0 1 0 0 0,0 0 0 0 0,0 0 0 0 0,1-1 0 0 0,-1 1 0 0 0,0 0-1 0 0,1-1 1 0 0,-1 1 0 0 0,1 0 0 0 0,0-1 0 0 0,-1 1 0 0 0,1 0 0 0 0,0-1-1 0 0,0 0 1 0 0,0 1 0 0 0,0-1 0 0 0,2 3 0 0 0,-1-2-36 0 0,0 0 0 0 0,0 0 0 0 0,1 0 0 0 0,-1 0 0 0 0,0 0 0 0 0,1-1-1 0 0,-1 1 1 0 0,1-1 0 0 0,5 2 0 0 0,-7-2-6 0 0,0-1 1 0 0,-1 0-1 0 0,1 1 0 0 0,0-1 0 0 0,0 0 0 0 0,-1 0 0 0 0,1 0 1 0 0,0 0-1 0 0,0 0 0 0 0,-1 0 0 0 0,1 0 0 0 0,0 0 0 0 0,0 0 1 0 0,0 0-1 0 0,-1 0 0 0 0,1-1 0 0 0,0 1 0 0 0,0 0 1 0 0,-1 0-1 0 0,1-1 0 0 0,0 1 0 0 0,-1 0 0 0 0,1-1 0 0 0,0 1 1 0 0,-1-1-1 0 0,1 1 0 0 0,0-1 0 0 0,-1 1 0 0 0,1-1 0 0 0,-1 0 1 0 0,1 1-1 0 0,-1-1 0 0 0,0 0 0 0 0,1 1 0 0 0,-1-1 0 0 0,1 0 1 0 0,-1 1-1 0 0,0-1 0 0 0,1-1 0 0 0,5-15 250 0 0,2 1-1 0 0,0 1 1 0 0,0 0 0 0 0,2 0-1 0 0,0 0 1 0 0,0 1-1 0 0,1 1 1 0 0,1 0 0 0 0,0 0-1 0 0,26-19 1 0 0,-34 29-191 0 0,0 1 1 0 0,-1 0 0 0 0,1 0 0 0 0,0 0 0 0 0,0 0-1 0 0,0 0 1 0 0,0 1 0 0 0,1 0 0 0 0,-1 0-1 0 0,0 0 1 0 0,1 0 0 0 0,-1 1 0 0 0,9 0-1 0 0,2 1 25 0 0,0 0-1 0 0,26 8 1 0 0,7 0-145 0 0,-42-9 13 0 0,1 2 0 0 0,-1-1 0 0 0,1 1 0 0 0,-1 0 0 0 0,1 0 0 0 0,-1 0 0 0 0,0 1 0 0 0,0 0 0 0 0,0 0 1 0 0,0 1-1 0 0,6 5 0 0 0,-4-2-1700 0 0,0 1 0 0 0,0 0 0 0 0,10 14 0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9.1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1990 0 8754 0 0,'0'16'7380'0'0,"0"3"-3581"0"0,-6 85-2201 0 0,-3 52-1242 0 0,14 192 1 0 0,2-36-84 0 0,-42 163-245 0 0,1 82 8 0 0,55-111-100 0 0,-17-344 64 0 0,-3-54 0 0 0,14 87 0 0 0,-14-131 13 0 0,0 0 0 0 0,1 0 0 0 0,-1 1 0 0 0,1-1 0 0 0,0 0 0 0 0,1-1 0 0 0,2 5 1 0 0,10 22 73 0 0,-14-27-79 0 0,-1-1 1 0 0,0 0 0 0 0,0 0-1 0 0,0 0 1 0 0,0 0 0 0 0,0 0-1 0 0,-1 0 1 0 0,1 1-1 0 0,-1-1 1 0 0,1 0 0 0 0,-1 0-1 0 0,0 0 1 0 0,0 0 0 0 0,0 0-1 0 0,0-1 1 0 0,0 1-1 0 0,0 0 1 0 0,0 0 0 0 0,-1-1-1 0 0,1 1 1 0 0,-1-1 0 0 0,1 1-1 0 0,-1-1 1 0 0,1 1-1 0 0,-1-1 1 0 0,0 0 0 0 0,0 0-1 0 0,-2 1 1 0 0,0 1 20 0 0,-1 0 1 0 0,0-1-1 0 0,0 0 1 0 0,-1 0-1 0 0,1 0 0 0 0,0-1 1 0 0,-1 1-1 0 0,1-1 1 0 0,-10 0-1 0 0,-14-1 167 0 0,-11-1 160 0 0,-1 3 0 0 0,-55 8 0 0 0,-12 11-237 0 0,-110 17 235 0 0,183-35-314 0 0,0-1 0 0 0,0-1 0 0 0,0-2 0 0 0,-47-8-1 0 0,-157-51-53 0 0,178 40 4 0 0,0 4 1 0 0,-2 2-1 0 0,-69-6 0 0 0,-170 20-282 0 0,126 4-331 0 0,99-7-90 0 0,40-2 162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0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11 285 4145 0 0,'-10'23'6852'0'0,"22"-30"-5508"0"0,37-36 1927 0 0,20-14-1894 0 0,139-105 817 0 0,-162 126-1866 0 0,-45 35-294 0 0,0 1 0 0 0,0-1 0 0 0,-1 1-1 0 0,1 0 1 0 0,0 0 0 0 0,0 0 0 0 0,0-1 0 0 0,0 1 0 0 0,0 0 0 0 0,0 0 0 0 0,0 0 0 0 0,0 0-1 0 0,0 0 1 0 0,0 1 0 0 0,0-1 0 0 0,-1 0 0 0 0,1 0 0 0 0,0 1 0 0 0,0-1 0 0 0,0 0 0 0 0,0 1-1 0 0,0-1 1 0 0,-1 1 0 0 0,1-1 0 0 0,0 1 0 0 0,0-1 0 0 0,-1 1 0 0 0,1 0 0 0 0,0 0 0 0 0,1 0 72 0 0,-1 0 1 0 0,1 0 0 0 0,-1 0-1 0 0,1 0 1 0 0,0 0-1 0 0,0 0 1 0 0,-1-1 0 0 0,1 1-1 0 0,0 0 1 0 0,0-1 0 0 0,2 1 808 0 0,-7 2-857 0 0,1-1-54 0 0,1-1-4 0 0,0 0 0 0 0,-1 0 1 0 0,1 1-1 0 0,0-1 0 0 0,0 0 0 0 0,0 0 1 0 0,1 0-1 0 0,-1 1 0 0 0,0-1 0 0 0,0 0 0 0 0,1 1 1 0 0,-1-1-1 0 0,1 1 0 0 0,-1-1 0 0 0,1 0 1 0 0,0 1-1 0 0,-1-1 0 0 0,1 1 0 0 0,0 0 1 0 0,0-1-1 0 0,0 1 0 0 0,0-1 0 0 0,0 1 0 0 0,0-1 1 0 0,1 1-1 0 0,-1-1 0 0 0,0 1 0 0 0,1-1 1 0 0,0 3-1 0 0,33 88 299 0 0,-21-62-135 0 0,12 37 0 0 0,-18-42-156 0 0,2-1-1 0 0,1 0 0 0 0,13 22 0 0 0,-21-45-23 0 0,-1 0 0 0 0,0 0 0 0 0,0-1 0 0 0,1 1 0 0 0,-1-1 0 0 0,1 0 0 0 0,-1 1 0 0 0,0-1 0 0 0,1 0 0 0 0,-1 0 0 0 0,1 1 0 0 0,-1-1 0 0 0,1-1 0 0 0,-1 1 0 0 0,1 0 0 0 0,-1 0 0 0 0,1 0 0 0 0,-1-1 0 0 0,0 1 0 0 0,1-1 0 0 0,-1 1 0 0 0,0-1 0 0 0,1 1 0 0 0,-1-1 0 0 0,0 0 0 0 0,0 0 0 0 0,1 0 0 0 0,-1 0 0 0 0,0 1 0 0 0,2-3 0 0 0,0-4-1707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1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18 116 1584 0 0,'1'-4'85'0'0,"-1"0"1"0"0,0 0-1 0 0,0 0 0 0 0,0 0 0 0 0,-1 0 0 0 0,1 0 0 0 0,-1 0 0 0 0,-2-5 0 0 0,2 6 150 0 0,0-1-1 0 0,0 0 0 0 0,0 1 0 0 0,1-1 1 0 0,-1 0-1 0 0,1 0 0 0 0,0 0 0 0 0,0 1 0 0 0,1-1 1 0 0,-1 0-1 0 0,1-4 0 0 0,10-17 9611 0 0,-11 27-9554 0 0,0 1 1 0 0,0 0 0 0 0,0-1-1 0 0,-1 1 1 0 0,1-1 0 0 0,-1 1-1 0 0,1-1 1 0 0,-1 1 0 0 0,-2 3 0 0 0,2-4-199 0 0,0 1 1 0 0,0-1-1 0 0,0 0 1 0 0,1 1 0 0 0,-1-1-1 0 0,1 1 1 0 0,-1-1 0 0 0,1 1-1 0 0,0-1 1 0 0,0 1 0 0 0,0-1-1 0 0,0 1 1 0 0,1-1 0 0 0,-1 1-1 0 0,0-1 1 0 0,1 0 0 0 0,0 1-1 0 0,0-1 1 0 0,0 0 0 0 0,0 1-1 0 0,0-1 1 0 0,2 4 0 0 0,-1-3-84 0 0,0 1 1 0 0,-1 0 0 0 0,1 0 0 0 0,-1-1 0 0 0,0 1 0 0 0,0 0 0 0 0,0 0 0 0 0,-1 1 0 0 0,1 6 0 0 0,-4 12 251 0 0,-10 39 0 0 0,9-47-191 0 0,0 0 0 0 0,1 0 0 0 0,1 0 0 0 0,0 1 0 0 0,1-1 0 0 0,2 20 0 0 0,0-7-52 0 0,-1 35-1 0 0,0 17-1 0 0,2-62 4 0 0,0-13-10 0 0,-2-1 0 0 0,1 1-1 0 0,0 0 1 0 0,-1-1 0 0 0,0 1-1 0 0,0 0 1 0 0,-1 0-1 0 0,1-1 1 0 0,-3 8 0 0 0,4-10-339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7 179 2761 0 0,'-7'-19'10201'0'0,"8"18"-9946"0"0,11-29 2667 0 0,-6 21-2511 0 0,1 0-1 0 0,-1 1 0 0 0,2 0 0 0 0,-1 1 0 0 0,1 0 1 0 0,0 0-1 0 0,1 0 0 0 0,-1 1 0 0 0,1 0 0 0 0,12-5 1 0 0,-6 3-422 0 0,1 1 1 0 0,0 1-1 0 0,0 0 0 0 0,1 1 1 0 0,26-4-1 0 0,-41 9 11 0 0,0-1 0 0 0,1 1 0 0 0,-1-1 0 0 0,0 1 0 0 0,1 0 0 0 0,-1 0 0 0 0,1 0 0 0 0,-1 0 0 0 0,1 0 0 0 0,-1 1 0 0 0,0-1 0 0 0,1 1 0 0 0,-1-1 0 0 0,0 1 0 0 0,0 0 0 0 0,1 0 0 0 0,-1 0 0 0 0,0 0 0 0 0,0 1 0 0 0,0-1 0 0 0,0 0 0 0 0,0 1 0 0 0,0-1 0 0 0,-1 1 0 0 0,1 0 0 0 0,0 0 0 0 0,-1 0 0 0 0,1 0 0 0 0,0 2 0 0 0,0 2 0 0 0,0 0 0 0 0,0 0 0 0 0,-1 0 0 0 0,1 0 0 0 0,-2 0 0 0 0,1 0 0 0 0,-1 0 0 0 0,1 0 0 0 0,-2 1 0 0 0,0 8 0 0 0,-5 16 76 0 0,0 0 0 0 0,-2-1-1 0 0,-1 1 1 0 0,-24 49-1 0 0,16-38 178 0 0,-15 56 1 0 0,31-96-204 0 0,0 0 0 0 0,1 0 1 0 0,-1 0-1 0 0,1 0 0 0 0,-1 1 1 0 0,1-1-1 0 0,0 0 0 0 0,0 0 0 0 0,0 1 1 0 0,0-1-1 0 0,0 0 0 0 0,1 0 1 0 0,-1 1-1 0 0,1-1 0 0 0,-1 0 1 0 0,1 0-1 0 0,0 0 0 0 0,1 2 1 0 0,-1-3-39 0 0,0 0-1 0 0,1 0 1 0 0,-1 0 0 0 0,1 0 0 0 0,-1-1 0 0 0,1 1 0 0 0,-1 0-1 0 0,1-1 1 0 0,0 1 0 0 0,-1-1 0 0 0,1 0 0 0 0,0 0 0 0 0,-1 1 0 0 0,1-1-1 0 0,0 0 1 0 0,0-1 0 0 0,-1 1 0 0 0,1 0 0 0 0,0 0 0 0 0,-1-1-1 0 0,1 1 1 0 0,-1-1 0 0 0,1 1 0 0 0,1-2 0 0 0,17-4-261 0 0,0-1 1 0 0,35-18 0 0 0,5-8-6930 0 0,-37 19 802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3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 3681 0 0,'-2'-1'377'0'0,"1"1"0"0"0,-1 0 0 0 0,1 0 0 0 0,-1 0 0 0 0,1 0 0 0 0,-1 0 0 0 0,1 1 0 0 0,-1-1 0 0 0,1 0 1 0 0,-1 1-1 0 0,1-1 0 0 0,0 1 0 0 0,-1-1 0 0 0,1 1 0 0 0,0 0 0 0 0,-1 0 0 0 0,-1 1 0 0 0,-20 17 5668 0 0,22-16-5654 0 0,-1 0-1 0 0,1 0 1 0 0,0 0 0 0 0,0 1 0 0 0,0-1 0 0 0,0 0-1 0 0,0 1 1 0 0,1-1 0 0 0,-1 1 0 0 0,1-1 0 0 0,0 1-1 0 0,0-1 1 0 0,1 1 0 0 0,0 4 0 0 0,15 56-332 0 0,-5-22 104 0 0,12 72-517 0 0,54 163 0 0 0,-66-231-3806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52 280 920 0 0,'-10'-25'365'0'0,"1"3"1099"0"0,0-1 1 0 0,2 0 0 0 0,-5-26-1 0 0,10 44-1226 0 0,2 0-1 0 0,-1 0 0 0 0,0 0 0 0 0,1 0 1 0 0,0-1-1 0 0,0 1 0 0 0,1 0 1 0 0,-1 0-1 0 0,1 0 0 0 0,0 0 1 0 0,0 0-1 0 0,1 0 0 0 0,0 0 0 0 0,0 0 1 0 0,0 0-1 0 0,0 1 0 0 0,1-1 1 0 0,-1 1-1 0 0,1 0 0 0 0,5-6 1 0 0,-4 7 140 0 0,0 0 1 0 0,0 0 0 0 0,0 0-1 0 0,0 1 1 0 0,1-1 0 0 0,-1 1-1 0 0,1 0 1 0 0,0 0 0 0 0,0 1-1 0 0,0-1 1 0 0,0 1 0 0 0,-1 0-1 0 0,2 0 1 0 0,-1 1 0 0 0,0 0-1 0 0,0 0 1 0 0,0 0 0 0 0,0 0-1 0 0,0 1 1 0 0,8 1 0 0 0,0 1-70 0 0,0 1 1 0 0,0 0-1 0 0,0 1 0 0 0,-1 0 1 0 0,0 1-1 0 0,18 11 1 0 0,-14-6-334 0 0,0 1 0 0 0,-1 0 1 0 0,0 1-1 0 0,-1 1 1 0 0,-1 1-1 0 0,0 0 0 0 0,-1 0 1 0 0,-1 1-1 0 0,0 1 0 0 0,-1 0 1 0 0,-1 0-1 0 0,-1 1 0 0 0,0 0 1 0 0,6 25-1 0 0,-11-9-1678 0 0,-3-33 1334 0 0,0 1 1 0 0,-1-1 0 0 0,1 1 0 0 0,0 0 0 0 0,-1-1 0 0 0,0 1 0 0 0,1-1 0 0 0,-1 1-1 0 0,0-1 1 0 0,0 0 0 0 0,-1 3 0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7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1 210 7370 0 0,'2'-7'320'0'0,"-1"4"80"0"0,1-2-320 0 0,0 1-80 0 0,0 2 0 0 0,1-1 0 0 0,1 1 1096 0 0,1-5 208 0 0,5-3 41 0 0,4-6-1 0 0,7-3-384 0 0,2-2-72 0 0,1 0-24 0 0,4 0 1 0 0,2 0-1578 0 0,0 3-319 0 0,-1 3-64 0 0,-2 1-16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3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159 484 5065 0 0,'-7'-4'764'0'0,"1"-1"-1"0"0,-1 1 1 0 0,0-2-1 0 0,1 1 1 0 0,0-1-1 0 0,0 0 1 0 0,-7-10-1 0 0,-35-54 3318 0 0,36 51-3093 0 0,6 10-550 0 0,0 0 1 0 0,1-1-1 0 0,0 1 0 0 0,0-1 0 0 0,1-1 0 0 0,-3-13 1 0 0,6 20-339 0 0,0-1 1 0 0,1 0 0 0 0,-1 0 0 0 0,1 0-1 0 0,0 0 1 0 0,0 0 0 0 0,1 0-1 0 0,0 0 1 0 0,0 0 0 0 0,0 1 0 0 0,0-1-1 0 0,1 0 1 0 0,0 1 0 0 0,-1-1-1 0 0,2 1 1 0 0,2-6 0 0 0,6-6-34 0 0,0 0 0 0 0,2 1 0 0 0,-1 0 0 0 0,2 1 0 0 0,0 0-1 0 0,18-13 1 0 0,-23 20-59 0 0,0 1 0 0 0,0 0 0 0 0,0 0-1 0 0,1 1 1 0 0,0 0 0 0 0,0 1 0 0 0,0 0-1 0 0,0 1 1 0 0,1 0 0 0 0,-1 0 0 0 0,1 1 0 0 0,17-1-1 0 0,-24 3-3 0 0,0 0 0 0 0,0 0-1 0 0,0 1 1 0 0,0-1 0 0 0,0 1-1 0 0,0 0 1 0 0,-1 0 0 0 0,1 1 0 0 0,0-1-1 0 0,0 1 1 0 0,-1 0 0 0 0,1-1-1 0 0,-1 2 1 0 0,0-1 0 0 0,0 0-1 0 0,6 5 1 0 0,-5-2-16 0 0,-1 0 0 0 0,1-1 0 0 0,-1 1-1 0 0,0 0 1 0 0,0 1 0 0 0,0-1 0 0 0,-1 0 0 0 0,0 1-1 0 0,0 0 1 0 0,2 6 0 0 0,-1 5-160 0 0,-1-1 0 0 0,0 1 0 0 0,-1-1 0 0 0,-1 1 0 0 0,0 0 0 0 0,-6 31 0 0 0,-42 139-427 0 0,6-31 246 0 0,41-150 353 0 0,0-1 0 0 0,0 1 0 0 0,0 0 0 0 0,1 0 0 0 0,0-1 0 0 0,0 1 0 0 0,1 0 0 0 0,-1 0 0 0 0,1-1 0 0 0,4 11 0 0 0,-4-14 0 0 0,-1 1 0 0 0,2-1 0 0 0,-1 0 0 0 0,0-1 0 0 0,0 1 0 0 0,1 0 0 0 0,-1 0 0 0 0,1 0 0 0 0,-1-1 0 0 0,1 1 0 0 0,0-1 0 0 0,-1 1 0 0 0,1-1 0 0 0,0 0 0 0 0,0 0 0 0 0,0 1 0 0 0,0-1 0 0 0,0-1 0 0 0,1 1 0 0 0,-1 0 0 0 0,0 0 0 0 0,0-1 0 0 0,0 0 0 0 0,1 1 0 0 0,-1-1 0 0 0,0 0 0 0 0,1 0 0 0 0,-1 0 0 0 0,4-1 0 0 0,1 1 79 0 0,1-2 0 0 0,0 1 0 0 0,-1-1 0 0 0,1 0 0 0 0,-1-1 0 0 0,0 1 0 0 0,0-2 0 0 0,0 1 0 0 0,0-1 0 0 0,0 0 0 0 0,-1 0 0 0 0,1-1-1 0 0,-1 1 1 0 0,6-8 0 0 0,-12 11-47 0 0,0 0-1 0 0,1 0 0 0 0,-1 0 0 0 0,0 0 0 0 0,0 0 0 0 0,0 0 1 0 0,0 0-1 0 0,-1 1 0 0 0,1-1 0 0 0,0 0 0 0 0,0 0 1 0 0,0 0-1 0 0,-1 0 0 0 0,1 0 0 0 0,-1 0 0 0 0,1 0 0 0 0,-1 0 1 0 0,1 1-1 0 0,-1-1 0 0 0,1 0 0 0 0,-1 0 0 0 0,1 0 1 0 0,-1 1-1 0 0,0-1 0 0 0,0 1 0 0 0,1-1 0 0 0,-2 0 1 0 0,-26-22 634 0 0,24 20-517 0 0,-9-7-7 0 0,0 2 0 0 0,-1-1 0 0 0,0 2 0 0 0,0 0 1 0 0,-1 0-1 0 0,0 1 0 0 0,0 1 0 0 0,-1 1 0 0 0,-23-4 0 0 0,0 3-943 0 0,1 2 0 0 0,-69 3 0 0 0,84 0-6843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6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7 280 5065 0 0,'-3'-64'3908'0'0,"1"47"-2309"0"0,1-1 0 0 0,0 0 1 0 0,5-33-1 0 0,-3 44-1346 0 0,0 1 0 0 0,1 0 0 0 0,0 0 0 0 0,0 1 0 0 0,1-1 0 0 0,-1 0 0 0 0,1 1 0 0 0,0-1 0 0 0,1 1 1 0 0,0 0-1 0 0,-1 0 0 0 0,2 0 0 0 0,-1 1 0 0 0,0-1 0 0 0,7-4 0 0 0,-8 7-204 0 0,0 0 1 0 0,0 0-1 0 0,0 0 0 0 0,1 0 1 0 0,-1 0-1 0 0,0 1 1 0 0,1-1-1 0 0,0 1 1 0 0,-1 0-1 0 0,1 0 0 0 0,0 0 1 0 0,-1 1-1 0 0,1-1 1 0 0,0 1-1 0 0,0 0 0 0 0,0 0 1 0 0,-1 0-1 0 0,6 1 1 0 0,-3 1-32 0 0,0-1 0 0 0,0 1 0 0 0,0 1 0 0 0,0-1 0 0 0,0 1 0 0 0,-1 0 0 0 0,1 0 0 0 0,-1 1 1 0 0,0 0-1 0 0,7 5 0 0 0,-5-2-14 0 0,1 0 0 0 0,-1 1 1 0 0,0 0-1 0 0,-1 0 0 0 0,0 0 0 0 0,0 1 1 0 0,-1 0-1 0 0,0 0 0 0 0,0 1 0 0 0,-1-1 1 0 0,0 1-1 0 0,-1 0 0 0 0,3 13 0 0 0,-5-10 22 0 0,-1 1 1 0 0,0-1-1 0 0,-1 0 0 0 0,0 0 0 0 0,-1 0 0 0 0,0 0 0 0 0,-5 12 0 0 0,-35 88 216 0 0,27-79 108 0 0,-15 55 0 0 0,29-87-317 0 0,0-1 0 0 0,1 1 0 0 0,-1 0-1 0 0,1 0 1 0 0,0-1 0 0 0,-1 1-1 0 0,1 0 1 0 0,0 0 0 0 0,0-1 0 0 0,0 1-1 0 0,0 0 1 0 0,0 0 0 0 0,1 0 0 0 0,-1-1-1 0 0,0 1 1 0 0,1 0 0 0 0,0-1-1 0 0,-1 1 1 0 0,1 0 0 0 0,0-1 0 0 0,0 1-1 0 0,0-1 1 0 0,0 1 0 0 0,1 1-1 0 0,0-2-4 0 0,0 0 0 0 0,0 0 0 0 0,0 0 0 0 0,0-1-1 0 0,0 1 1 0 0,0 0 0 0 0,0-1 0 0 0,0 1 0 0 0,0-1-1 0 0,0 0 1 0 0,0 0 0 0 0,1 0 0 0 0,-1 0-1 0 0,0 0 1 0 0,0 0 0 0 0,4-1 0 0 0,10-3 58 0 0,-1-1 1 0 0,1 0-1 0 0,28-14 1 0 0,76-47 167 0 0,-3 0-176 0 0,-91 57-728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7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37 662 6913 0 0,'-37'24'4749'0'0,"37"-24"-4710"0"0,0 0 0 0 0,0 0-1 0 0,0 0 1 0 0,0 0 0 0 0,0 0-1 0 0,0 0 1 0 0,0 0 0 0 0,0 1-1 0 0,0-1 1 0 0,0 0 0 0 0,0 0-1 0 0,0 0 1 0 0,1 2 851 0 0,-1-2-851 0 0,0 0-1 0 0,1 0 1 0 0,-1 0 0 0 0,0 0-1 0 0,0 0 1 0 0,0 0 0 0 0,0 0-1 0 0,0 0 1 0 0,0 0 0 0 0,0 0-1 0 0,0 0 1 0 0,1 0 0 0 0,-1 0-1 0 0,0 0 1 0 0,0 0 0 0 0,0 0-1 0 0,22-4 1785 0 0,40-7 997 0 0,-50 10-2524 0 0,0 0 0 0 0,-1-1 1 0 0,1-1-1 0 0,13-4 0 0 0,-25 7-298 0 0,1-1-1 0 0,0 1 0 0 0,-1-1 1 0 0,1 1-1 0 0,-1-1 0 0 0,1 1 1 0 0,0-1-1 0 0,-1 0 1 0 0,0 1-1 0 0,1-1 0 0 0,-1 0 1 0 0,1 1-1 0 0,-1-1 0 0 0,0 0 1 0 0,0 0-1 0 0,1 1 0 0 0,-1-1 1 0 0,0 0-1 0 0,0 0 1 0 0,0 0-1 0 0,0 1 0 0 0,0-1 1 0 0,0 0-1 0 0,0 0 0 0 0,0 0 1 0 0,0 1-1 0 0,0-1 0 0 0,0 0 1 0 0,0 0-1 0 0,-1 1 1 0 0,1-1-1 0 0,0 0 0 0 0,-1 0 1 0 0,1 1-1 0 0,0-1 0 0 0,-1 0 1 0 0,1 1-1 0 0,-1-1 0 0 0,0-1 1 0 0,-25-34-53 0 0,21 30 26 0 0,-8-13 98 0 0,1 1-1 0 0,0-2 1 0 0,2 0 0 0 0,0 0 0 0 0,1 0-1 0 0,1-2 1 0 0,1 1 0 0 0,1 0-1 0 0,1-1 1 0 0,1 0 0 0 0,1-1 0 0 0,-1-40-1 0 0,4 41 113 0 0,0 0-1 0 0,2-1 0 0 0,6-36 0 0 0,-6 51-116 0 0,0 0 0 0 0,0 0 0 0 0,1 0 0 0 0,0 0 0 0 0,0 0 0 0 0,1 1 0 0 0,0 0 0 0 0,0-1 0 0 0,1 1 0 0 0,0 1 0 0 0,0-1 0 0 0,1 1 0 0 0,6-6 0 0 0,-11 12-56 0 0,-1-1 0 0 0,1 1 0 0 0,0 0 0 0 0,0-1 0 0 0,-1 1 0 0 0,1 0 0 0 0,0 0 1 0 0,0 0-1 0 0,0-1 0 0 0,-1 1 0 0 0,1 0 0 0 0,0 0 0 0 0,0 0 0 0 0,0 1 0 0 0,-1-1 0 0 0,1 0 0 0 0,0 0 1 0 0,0 0-1 0 0,0 0 0 0 0,-1 1 0 0 0,1-1 0 0 0,0 0 0 0 0,-1 1 0 0 0,1-1 0 0 0,0 1 0 0 0,0-1 0 0 0,-1 1 0 0 0,1-1 1 0 0,-1 1-1 0 0,1-1 0 0 0,-1 1 0 0 0,1 0 0 0 0,-1-1 0 0 0,1 1 0 0 0,0 1 0 0 0,19 28 65 0 0,-17-26-73 0 0,18 36 52 0 0,13 21 20 0 0,-33-61-71 0 0,-1 1-1 0 0,1-1 1 0 0,-1 1 0 0 0,1-1-1 0 0,-1 0 1 0 0,1 1 0 0 0,0-1-1 0 0,-1 1 1 0 0,1-1 0 0 0,-1 0-1 0 0,1 0 1 0 0,0 1 0 0 0,-1-1-1 0 0,1 0 1 0 0,0 0 0 0 0,-1 0-1 0 0,1 0 1 0 0,0 0 0 0 0,-1 0-1 0 0,1 0 1 0 0,0 0 0 0 0,-1 0-1 0 0,1 0 1 0 0,0 0 0 0 0,-1 0-1 0 0,1 0 1 0 0,0 0 0 0 0,-1-1-1 0 0,1 1 1 0 0,0 0 0 0 0,-1-1-1 0 0,1 1 1 0 0,-1 0 0 0 0,1-1-1 0 0,-1 1 1 0 0,1-1 0 0 0,-1 1 0 0 0,1 0-1 0 0,-1-1 1 0 0,1 0 0 0 0,0 0-1 0 0,21-26 35 0 0,-19 24-34 0 0,80-112-552 0 0,-50 75-58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8.8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32 4609 0 0,'-2'-4'408'0'0,"0"1"-328"0"0,0 1-80 0 0,1 2 0 0 0,-1 0 616 0 0,0-2 112 0 0,0 0 17 0 0,-3-1 7 0 0,2-2-152 0 0,-3 1-32 0 0,5 1-8 0 0,-3 1 0 0 0,4 0-880 0 0,2 4-184 0 0,0-2-32 0 0,-2 2-8 0 0,1-2 424 0 0,1 0 120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9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5985 0 0,'15'1'12652'0'0,"-10"10"-12305"0"0,1 0 0 0 0,-2-1 0 0 0,1 2 0 0 0,-2-1-1 0 0,1 0 1 0 0,2 22 0 0 0,-1-14-305 0 0,2 14 5 0 0,2 0 0 0 0,2-1-1 0 0,1-1 1 0 0,29 54 0 0 0,-31-67-35 0 0,1-1 0 0 0,1 0 0 0 0,1-1 0 0 0,0 0 0 0 0,1-1 0 0 0,1-1 0 0 0,0 0 0 0 0,1-1 0 0 0,20 13 0 0 0,-35-25-4 0 0,0 0 0 0 0,0-1 0 0 0,0 1 0 0 0,1 0 0 0 0,-1-1 0 0 0,0 1 0 0 0,0-1 0 0 0,0 0 0 0 0,1 1 0 0 0,-1-1 0 0 0,0 0 0 0 0,1 1 0 0 0,-1-1 0 0 0,0 0 0 0 0,0 0 0 0 0,3 0 0 0 0,-3-1 8 0 0,-1 1-1 0 0,1 0 1 0 0,0-1 0 0 0,0 1-1 0 0,-1-1 1 0 0,1 1-1 0 0,-1-1 1 0 0,1 1-1 0 0,0-1 1 0 0,-1 1-1 0 0,1-1 1 0 0,-1 0-1 0 0,1 1 1 0 0,-1-1 0 0 0,1 0-1 0 0,-1 1 1 0 0,0-1-1 0 0,1 0 1 0 0,-1 1-1 0 0,1-2 1 0 0,0-5 103 0 0,0-1 1 0 0,0 1 0 0 0,0 0-1 0 0,-1 0 1 0 0,0-9-1 0 0,0-4 18 0 0,1-1-245 0 0,15-128 543 0 0,-13 134-1005 0 0,0 0 1 0 0,1 0-1 0 0,1 1 1 0 0,1 0 0 0 0,0 0-1 0 0,0 0 1 0 0,15-22-1 0 0,-7 16-6264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69 6913 0 0,'-1'0'262'0'0,"0"0"0"0"0,0 1-1 0 0,0-1 1 0 0,1 1-1 0 0,-1-1 1 0 0,0 1 0 0 0,0 0-1 0 0,0-1 1 0 0,0 1-1 0 0,1 0 1 0 0,-1-1 0 0 0,0 1-1 0 0,1 0 1 0 0,-1 0-1 0 0,1 0 1 0 0,-1 0 0 0 0,1 0-1 0 0,-1 0 1 0 0,1-1-1 0 0,0 1 1 0 0,-1 0 0 0 0,1 0-1 0 0,-1 2 1 0 0,-5 27 1039 0 0,5-27-1042 0 0,-1 11-117 0 0,1 0-1 0 0,0 0 0 0 0,0 0 0 0 0,2 0 0 0 0,0 0 0 0 0,0 0 0 0 0,1-1 0 0 0,1 1 1 0 0,8 24-1 0 0,-9-33-144 0 0,0 1 0 0 0,0-1 0 0 0,1 1 0 0 0,0-1 0 0 0,0 0 0 0 0,0 0 0 0 0,0 0 1 0 0,1-1-1 0 0,0 1 0 0 0,0-1 0 0 0,0 0 0 0 0,0 0 0 0 0,1 0 0 0 0,0-1 0 0 0,-1 1 1 0 0,2-1-1 0 0,-1 0 0 0 0,0-1 0 0 0,0 1 0 0 0,1-1 0 0 0,-1 0 0 0 0,1 0 0 0 0,0-1 1 0 0,-1 0-1 0 0,12 1 0 0 0,-13-1-21 0 0,1-1 0 0 0,-1-1 0 0 0,1 1 0 0 0,-1 0 0 0 0,0-1 0 0 0,1 0 0 0 0,-1 0 0 0 0,0 0 0 0 0,1-1 0 0 0,-1 0 0 0 0,0 1 0 0 0,0-1 0 0 0,0-1 0 0 0,-1 1 0 0 0,1 0 0 0 0,0-1 0 0 0,-1 0 0 0 0,0 0 0 0 0,0 0 0 0 0,0 0 0 0 0,0 0 0 0 0,0-1 0 0 0,0 0 0 0 0,-1 1 0 0 0,0-1 0 0 0,0 0 0 0 0,3-7 0 0 0,-1 2 284 0 0,-1 0 0 0 0,-1 0 0 0 0,0 0 0 0 0,0 0 0 0 0,-1 0 0 0 0,0 0 0 0 0,0-1-1 0 0,-1 1 1 0 0,0 0 0 0 0,-1-1 0 0 0,0 1 0 0 0,-3-12 0 0 0,1 9 21 0 0,-1-1 0 0 0,0 1 0 0 0,0 0 0 0 0,-2 1 0 0 0,1-1 0 0 0,-15-20 0 0 0,14 24-615 0 0,0 1 0 0 0,0 0 0 0 0,0 1 0 0 0,-1 0 1 0 0,0 0-1 0 0,-1 0 0 0 0,1 1 0 0 0,-1 0 0 0 0,0 1 0 0 0,-13-6 0 0 0,2 3-897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4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40 7370 0 0,'-4'-40'6875'0'0,"-1"62"-1304"0"0,-12 62-5055 0 0,-16 107 493 0 0,25-93-3818 0 0,8-68-808 0 0,5 38 0 0 0,-4-54-1272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8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192 40 6449 0 0,'0'-3'185'0'0,"0"0"-1"0"0,0 1 1 0 0,0-1-1 0 0,0 0 1 0 0,-1 0-1 0 0,1 0 1 0 0,-1 1-1 0 0,1-1 1 0 0,-1 0-1 0 0,0 0 1 0 0,-2-2-1 0 0,3 5-69 0 0,0 0-1 0 0,0-1 1 0 0,-1 1 0 0 0,1 0-1 0 0,0-1 1 0 0,-1 1-1 0 0,1 0 1 0 0,-1 0 0 0 0,1 0-1 0 0,0-1 1 0 0,-1 1 0 0 0,1 0-1 0 0,0 0 1 0 0,-1 0 0 0 0,1 0-1 0 0,-1 0 1 0 0,1 0 0 0 0,-1 0-1 0 0,1 0 1 0 0,0 0 0 0 0,-1 0-1 0 0,1 0 1 0 0,-1 0-1 0 0,1 0 1 0 0,-1 0 0 0 0,0 0-1 0 0,-18 13 2419 0 0,5 2-2219 0 0,1 0 0 0 0,1 1 0 0 0,1 0 0 0 0,0 1 0 0 0,-12 28 0 0 0,-13 17-839 0 0,25-44 280 0 0,-13 17-61 0 0,30-46 854 0 0,-1 0 0 0 0,0 0 0 0 0,-1 0 0 0 0,4-18 0 0 0,0 2-244 0 0,3-8-6 0 0,-7 19 6 0 0,1 0 1 0 0,1 0 0 0 0,0 1 0 0 0,10-17-1 0 0,-15 30-254 0 0,0 1 0 0 0,0-1 0 0 0,0 1 0 0 0,0-1 0 0 0,0 1 0 0 0,1 0 0 0 0,-1-1 0 0 0,1 1 0 0 0,-1 0 0 0 0,1 0 0 0 0,-1 0 0 0 0,1 0 0 0 0,0 0 0 0 0,-1 0 0 0 0,1 0 0 0 0,0 1 0 0 0,0-1 0 0 0,-1 1 0 0 0,1-1 0 0 0,0 1 0 0 0,0 0 0 0 0,0-1 0 0 0,0 1 0 0 0,0 0 0 0 0,0 0 0 0 0,0 0 0 0 0,-1 1 0 0 0,1-1 0 0 0,0 0 0 0 0,0 1 0 0 0,2 0 0 0 0,6 3-99 0 0,0 1 1 0 0,-1 0-1 0 0,1 0 0 0 0,14 11 0 0 0,0 0-357 0 0,1-2-1249 0 0,1 2-5289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1.2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0 10594 0 0,'-2'3'276'0'0,"0"0"-1"0"0,0 0 1 0 0,0 0-1 0 0,0 0 1 0 0,0 0-1 0 0,1 1 1 0 0,0-1-1 0 0,0 1 1 0 0,-1-1-1 0 0,0 7 1 0 0,-4 42 1891 0 0,5-31-1788 0 0,-12 172 748 0 0,14 217 0 0 0,0-385-1858 0 0,1 0-3591 0 0,-2-24 4240 0 0,2 20-5630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1.5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5985 0 0,'0'0'74'0'0,"0"0"0"0"0,0-1-1 0 0,0 1 1 0 0,0 0 0 0 0,1-1-1 0 0,-1 1 1 0 0,0 0 0 0 0,0 0-1 0 0,0 0 1 0 0,1-1 0 0 0,-1 1 0 0 0,0 0-1 0 0,0 0 1 0 0,1 0 0 0 0,-1-1-1 0 0,0 1 1 0 0,0 0 0 0 0,1 0-1 0 0,-1 0 1 0 0,0 0 0 0 0,1 0-1 0 0,-1 0 1 0 0,0 0 0 0 0,1 0-1 0 0,-1-1 1 0 0,0 1 0 0 0,1 0-1 0 0,-1 0 1 0 0,0 1 0 0 0,0-1 0 0 0,1 0-1 0 0,-1 0 1 0 0,0 0 0 0 0,1 0-1 0 0,-1 0 1 0 0,0 0 0 0 0,1 0-1 0 0,-1 0 1 0 0,0 0 0 0 0,1 1-1 0 0,15 5 1708 0 0,-13-5-1156 0 0,21 7 2137 0 0,0 1 0 0 0,40 22 0 0 0,-52-24-2379 0 0,-1 1 0 0 0,0 0 0 0 0,0 0-1 0 0,-1 1 1 0 0,0 1 0 0 0,-1 0 0 0 0,9 11 0 0 0,-14-16-339 0 0,1 0 0 0 0,-1 1 0 0 0,1-1 0 0 0,1-1-1 0 0,5 6 1 0 0,-8-9-34 0 0,-1 1 0 0 0,0-1 0 0 0,1 1 0 0 0,-1-1-1 0 0,1 0 1 0 0,0 0 0 0 0,-1 0 0 0 0,1-1-1 0 0,0 1 1 0 0,-1 0 0 0 0,1-1 0 0 0,0 0 0 0 0,0 0-1 0 0,-1 1 1 0 0,6-2 0 0 0,2-1-90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2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0 100 12899 0 0,'5'-5'1152'0'0,"-3"1"-928"0"0,0 1-224 0 0,0-1 0 0 0,-1 2 256 0 0,1-3 0 0 0,3-3 0 0 0,4-10 0 0 0,2-5-152 0 0,-1-5-24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9.4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1 5065 0 0,'-28'1'13490'0'0,"29"4"-13178"0"0,19 138 978 0 0,67 236 0 0 0,-61-282-1036 0 0,21 159-1 0 0,-13 103 142 0 0,-12-171-325 0 0,49 198 0 0 0,-51-288-74 0 0,-13-61-184 0 0,2 75 0 0 0,-8-13-2869 0 0,-1-64 835 0 0,-1-33 2187 0 0,1 1 0 0 0,0-1 0 0 0,0 1 1 0 0,1 0-1 0 0,-1-1 0 0 0,0 1 0 0 0,1-1 0 0 0,-1 1 0 0 0,1-1 0 0 0,0 0 0 0 0,0 1 0 0 0,0-1 0 0 0,0 0 0 0 0,0 1 0 0 0,1-1 0 0 0,1 3 0 0 0,-2-4 24 0 0,1-1 0 0 0,0 1 0 0 0,-1 0 0 0 0,1 0 0 0 0,-1-1 0 0 0,1 1 0 0 0,0-1 0 0 0,0 0 0 0 0,-1 1 0 0 0,1-1 0 0 0,0 0 0 0 0,0 0 0 0 0,-1 0 0 0 0,1 0 0 0 0,0 0 0 0 0,-1-1 0 0 0,1 1 0 0 0,0 0 0 0 0,0-1 0 0 0,-1 1 0 0 0,1-1 0 0 0,-1 0-1 0 0,4-1 1 0 0,3-1-53 0 0,0 1 0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0.7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293 32 4321 0 0,'1'0'14'0'0,"0"-1"1"0"0,-1 1-1 0 0,1-1 0 0 0,-1 1 1 0 0,1-1-1 0 0,-1 1 1 0 0,1-1-1 0 0,-1 1 0 0 0,1-1 1 0 0,-1 0-1 0 0,1 1 0 0 0,-1-1 1 0 0,0 0-1 0 0,1 1 1 0 0,-1-1-1 0 0,0 0 0 0 0,1 0 1 0 0,-1 1-1 0 0,0-1 0 0 0,0 0 1 0 0,0 0-1 0 0,0 0 1 0 0,0 1-1 0 0,0-1 0 0 0,0 0 1 0 0,0 0-1 0 0,0 1 0 0 0,0-1 1 0 0,0 0-1 0 0,-1 0 1 0 0,1 1-1 0 0,0-1 0 0 0,0 0 1 0 0,-1 0-1 0 0,1 1 0 0 0,-1-2 1 0 0,0 2 58 0 0,0-1 1 0 0,0 0 0 0 0,0 1-1 0 0,-1-1 1 0 0,1 1 0 0 0,0-1-1 0 0,0 1 1 0 0,0 0 0 0 0,-1-1-1 0 0,1 1 1 0 0,0 0-1 0 0,0 0 1 0 0,-1 0 0 0 0,1 0-1 0 0,0 0 1 0 0,0 0 0 0 0,0 0-1 0 0,-1 1 1 0 0,1-1 0 0 0,0 0-1 0 0,0 1 1 0 0,0-1-1 0 0,-2 1 1 0 0,-38 18 3793 0 0,-42 26 0 0 0,44-23-1216 0 0,29-17-2333 0 0,0 1 0 0 0,1 0 0 0 0,0 1 0 0 0,0 0-1 0 0,0 0 1 0 0,1 1 0 0 0,0 0 0 0 0,1 1 0 0 0,0-1 0 0 0,-11 18 0 0 0,18-25-316 0 0,-1-1 1 0 0,1 1 0 0 0,0-1 0 0 0,0 1-1 0 0,0-1 1 0 0,0 1 0 0 0,-1-1 0 0 0,1 1-1 0 0,0-1 1 0 0,0 1 0 0 0,0-1 0 0 0,0 1-1 0 0,0-1 1 0 0,0 1 0 0 0,1-1 0 0 0,-1 1-1 0 0,0-1 1 0 0,0 1 0 0 0,0-1-1 0 0,0 1 1 0 0,1-1 0 0 0,-1 1 0 0 0,0-1-1 0 0,0 0 1 0 0,1 1 0 0 0,-1-1 0 0 0,0 1-1 0 0,1-1 1 0 0,-1 0 0 0 0,0 1 0 0 0,1-1-1 0 0,-1 0 1 0 0,0 1 0 0 0,1-1 0 0 0,-1 0-1 0 0,1 0 1 0 0,-1 1 0 0 0,1-1 0 0 0,-1 0-1 0 0,1 0 1 0 0,-1 0 0 0 0,1 0-1 0 0,-1 1 1 0 0,1-1 0 0 0,-1 0 0 0 0,1 0-1 0 0,-1 0 1 0 0,1 0 0 0 0,0 0 0 0 0,33-1 87 0 0,-24 0-79 0 0,49 3-11 0 0,1 2 0 0 0,-1 2 0 0 0,-1 3 0 0 0,91 26 0 0 0,-148-35 1 0 0,-1 0 0 0 0,1 0 0 0 0,0 1 0 0 0,0-1 0 0 0,0 0 0 0 0,0 0 0 0 0,0 1 0 0 0,0-1 0 0 0,0 0 0 0 0,-1 1 0 0 0,1-1 0 0 0,0 1 0 0 0,0-1 0 0 0,0 1 0 0 0,-1-1 0 0 0,1 1 0 0 0,0 0 0 0 0,-1-1 0 0 0,1 1 0 0 0,0 0 0 0 0,-1-1 0 0 0,1 1 0 0 0,-1 0 0 0 0,1 0 0 0 0,-1 0 0 0 0,0 0 0 0 0,1-1 0 0 0,-1 1 0 0 0,0 0 0 0 0,1 0 0 0 0,-1 0 0 0 0,0 0 0 0 0,0 0 0 0 0,0 0 0 0 0,0 0 0 0 0,0 0 0 0 0,0 0 0 0 0,0 0 0 0 0,0-1 0 0 0,0 1 0 0 0,-1 0 0 0 0,1 0 0 0 0,0 0 0 0 0,-1 0 0 0 0,1 0 0 0 0,0 0 0 0 0,-1-1-1 0 0,1 1 1 0 0,-1 0 0 0 0,0 1 0 0 0,-5 5 21 0 0,1 0-1 0 0,-1 0 0 0 0,-1-1 1 0 0,-10 9-1 0 0,5-5 16 0 0,-86 73 478 0 0,60-52-407 0 0,-59 59 1 0 0,92-84-106 0 0,-1 1 0 0 0,1 0 0 0 0,0 0-1 0 0,1 1 1 0 0,0-1 0 0 0,0 1 0 0 0,-5 15 0 0 0,9-22-12 0 0,-1 1-1 0 0,1-1 1 0 0,-1 1 0 0 0,1-1-1 0 0,0 1 1 0 0,-1 0 0 0 0,1-1 0 0 0,0 1-1 0 0,0-1 1 0 0,0 1 0 0 0,0 0-1 0 0,1-1 1 0 0,-1 1 0 0 0,0-1 0 0 0,1 1-1 0 0,-1 0 1 0 0,1-1 0 0 0,-1 1-1 0 0,1-1 1 0 0,0 1 0 0 0,0-1 0 0 0,-1 0-1 0 0,1 1 1 0 0,0-1 0 0 0,0 0-1 0 0,1 0 1 0 0,-1 0 0 0 0,0 1 0 0 0,0-1-1 0 0,0 0 1 0 0,1 0 0 0 0,-1-1-1 0 0,1 1 1 0 0,-1 0 0 0 0,0 0 0 0 0,1-1-1 0 0,-1 1 1 0 0,1-1 0 0 0,0 1-1 0 0,-1-1 1 0 0,1 0 0 0 0,-1 1 0 0 0,1-1-1 0 0,0 0 1 0 0,-1 0 0 0 0,1 0 0 0 0,1-1-1 0 0,54 3-432 0 0,-28-2 336 0 0,36 5 1 0 0,-56-4 105 0 0,-1 1 1 0 0,1 0 0 0 0,-1 0 0 0 0,0 1-1 0 0,0 0 1 0 0,0 0 0 0 0,0 1 0 0 0,12 8-1 0 0,-19-11 1 0 0,0 0-1 0 0,1 0 0 0 0,-1 0 0 0 0,0 0 0 0 0,0 0 0 0 0,0 0 1 0 0,0 1-1 0 0,0-1 0 0 0,0 0 0 0 0,-1 1 0 0 0,1-1 0 0 0,0 1 0 0 0,-1-1 1 0 0,1 1-1 0 0,-1-1 0 0 0,1 1 0 0 0,-1-1 0 0 0,0 1 0 0 0,0-1 1 0 0,0 1-1 0 0,1 0 0 0 0,-2-1 0 0 0,1 1 0 0 0,0-1 0 0 0,0 1 1 0 0,0 0-1 0 0,-1-1 0 0 0,1 1 0 0 0,-1-1 0 0 0,1 1 0 0 0,-1-1 0 0 0,0 1 1 0 0,1-1-1 0 0,-1 0 0 0 0,-2 3 0 0 0,-3 6 22 0 0,-1-1 0 0 0,0 1 0 0 0,-16 14 0 0 0,13-13 15 0 0,-126 124 228 0 0,55-56-156 0 0,80-78-173 0 0,0 0 0 0 0,-1 0 1 0 0,1 0-1 0 0,0 0 0 0 0,0 0 1 0 0,0 1-1 0 0,0-1 0 0 0,0 0 1 0 0,0 1-1 0 0,0-1 1 0 0,0 1-1 0 0,1-1 0 0 0,-1 1 1 0 0,1 0-1 0 0,-1-1 0 0 0,1 1 1 0 0,-1-1-1 0 0,1 4 1 0 0,0-5 0 0 0,1 1 1 0 0,0 0-1 0 0,0 0 1 0 0,0 0 0 0 0,-1 0-1 0 0,1-1 1 0 0,0 1-1 0 0,0 0 1 0 0,0-1-1 0 0,0 1 1 0 0,0-1 0 0 0,0 1-1 0 0,0-1 1 0 0,0 0-1 0 0,1 1 1 0 0,-1-1 0 0 0,0 0-1 0 0,0 0 1 0 0,0 1-1 0 0,0-1 1 0 0,0 0 0 0 0,1 0-1 0 0,-1 0 1 0 0,0-1-1 0 0,0 1 1 0 0,1 0 0 0 0,19 0-2525 0 0,0 1 1 0 0,-1 1 0 0 0,1 0 0 0 0,-1 2 0 0 0,29 7 16649 0 0,-64 62-13266 0 0,4 0 0 0 0,2 1 0 0 0,2 128 0 0 0,7 390-672 0 0,-3-231-76 0 0,-12 772 79 0 0,10-1006-1974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2.3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 33 456 0 0,'-4'1'163'0'0,"0"-1"0"0"0,0 0-1 0 0,1 0 1 0 0,-1 0 0 0 0,0-1-1 0 0,1 1 1 0 0,-1-1 0 0 0,1 0 0 0 0,-1 0-1 0 0,1 0 1 0 0,-6-3 0 0 0,-22-6 1487 0 0,30 10-1469 0 0,-1 0 1 0 0,1 0-1 0 0,0 0 0 0 0,-1 0 0 0 0,1 0 0 0 0,0 0 0 0 0,-1 1 0 0 0,1-1 0 0 0,0 0 0 0 0,-1 1 1 0 0,1-1-1 0 0,0 1 0 0 0,0-1 0 0 0,-1 1 0 0 0,1 0 0 0 0,0-1 0 0 0,0 1 0 0 0,0 0 1 0 0,-2 1-1 0 0,3-1-19 0 0,0-1 1 0 0,0 1 0 0 0,0-1 0 0 0,1 1-1 0 0,-1-1 1 0 0,0 1 0 0 0,0-1-1 0 0,0 1 1 0 0,0-1 0 0 0,1 1 0 0 0,-1-1-1 0 0,0 1 1 0 0,0-1 0 0 0,1 1-1 0 0,-1-1 1 0 0,1 1 325 0 0,-1-1-325 0 0,1 1 0 0 0,-1-1 0 0 0,1 0-1 0 0,-1 1 1 0 0,0-1 0 0 0,1 0-1 0 0,-1 0 1 0 0,1 0 0 0 0,-1 1 0 0 0,1-1-1 0 0,-1 0 1 0 0,2 0 0 0 0,16 9 1995 0 0,-17-9-2661 0 0,1 1 550 0 0,-1-1 0 0 0,0 0-1 0 0,1 1 1 0 0,-1-1 0 0 0,0 0 0 0 0,0 0-1 0 0,1 0 1 0 0,-1 0 0 0 0,0-1-1 0 0,1 1 1 0 0,-1 0 0 0 0,0 0-1 0 0,1-1 1 0 0,-1 1 0 0 0,0-1-1 0 0,2 0 1 0 0,10-1 3223 0 0,-8 5-3223 0 0,1 1 1 0 0,-1 0-1 0 0,0 0 1 0 0,0 0-1 0 0,-1 1 1 0 0,6 5-1 0 0,-9-8-24 0 0,1 0 0 0 0,0-1 0 0 0,0 1 0 0 0,0-1 0 0 0,1 1 0 0 0,-1-1 0 0 0,0 0 0 0 0,1 0 0 0 0,-1 0-1 0 0,0 0 1 0 0,1 0 0 0 0,-1-1 0 0 0,1 1 0 0 0,-1-1 0 0 0,1 1 0 0 0,0-1 0 0 0,-1 0 0 0 0,4 0 0 0 0,55-8 333 0 0,-31 4-190 0 0,369-37 72 0 0,231 13 295 0 0,-217 16-446 0 0,95 12 406 0 0,-436 8-170 0 0,-1 3 0 0 0,0 2 0 0 0,120 41 0 0 0,-185-52-296 0 0,1 0 0 0 0,-1 0 1 0 0,0 1-1 0 0,0 0 0 0 0,-1 0 1 0 0,1 0-1 0 0,5 5 0 0 0,-10-7-168 0 0,1 1 0 0 0,-1-1 0 0 0,0 1-1 0 0,1-1 1 0 0,-1 1 0 0 0,0 0 0 0 0,0 0 0 0 0,0-1-1 0 0,0 1 1 0 0,-1 0 0 0 0,1 0 0 0 0,0 0 0 0 0,-1 0-1 0 0,1 0 1 0 0,-1 0 0 0 0,0 0 0 0 0,0 0 0 0 0,0 0-1 0 0,0 0 1 0 0,0 0 0 0 0,0 0 0 0 0,0 0 0 0 0,-1 0-1 0 0,1 0 1 0 0,-2 3 0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3.1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14 107 456 0 0,'2'-3'16'0'0,"0"-1"-1"0"0,-1 1 1 0 0,0-1-1 0 0,1 0 1 0 0,-2 1-1 0 0,1-1 1 0 0,0 0-1 0 0,-1 0 1 0 0,1 1-1 0 0,-1-1 1 0 0,-1-6-1 0 0,1 8 14 0 0,0 0 1 0 0,-1 1-1 0 0,1-1 1 0 0,-1 0-1 0 0,0 0 0 0 0,1 1 1 0 0,-1-1-1 0 0,0 0 0 0 0,0 1 1 0 0,0-1-1 0 0,0 1 0 0 0,0-1 1 0 0,0 1-1 0 0,-12-28 12268 0 0,26 24-7710 0 0,-12 5-4596 0 0,-1 0 1 0 0,0 0 0 0 0,1 0 0 0 0,-1 1 0 0 0,1-1 0 0 0,-1 0 0 0 0,0 0 0 0 0,1 0 0 0 0,-1 0-1 0 0,0 0 1 0 0,1 1 0 0 0,-1-1 0 0 0,0 0 0 0 0,1 0 0 0 0,-1 0 0 0 0,0 1 0 0 0,1-1 0 0 0,-1 0-1 0 0,0 1 1 0 0,0-1 0 0 0,1 0 0 0 0,-1 1 0 0 0,0-1 0 0 0,0 0 0 0 0,0 1 0 0 0,1-1 0 0 0,-1 0-1 0 0,0 1 1 0 0,0-1 0 0 0,0 1 0 0 0,7 33 933 0 0,-2 0-1 0 0,1 39 1 0 0,5 39-494 0 0,-5-76-419 0 0,22 121 27 0 0,11 223 0 0 0,-12 245 79 0 0,-26-617-225 0 0,0 1 0 0 0,-1-1 1 0 0,-1 1-1 0 0,1 0 0 0 0,-1-1 1 0 0,-1 1-1 0 0,-3 11 0 0 0,0-7-789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3.8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 3681 0 0,'4'-8'11265'0'0,"2"48"-8263"0"0,-2-11-1549 0 0,-1-10-907 0 0,0-1 0 0 0,-2 1 1 0 0,-1 31-1 0 0,-7 7-390 0 0,-3 61 242 0 0,9-105-436 0 0,2 0 0 0 0,0 0 1 0 0,0 0-1 0 0,2 0 0 0 0,-1 0 0 0 0,9 23 0 0 0,-10-35 25 0 0,-1 1-1 0 0,0-1 0 0 0,1 0 0 0 0,-1 1 1 0 0,0-1-1 0 0,0 0 0 0 0,0 1 0 0 0,0-1 1 0 0,0 1-1 0 0,-1-1 0 0 0,1 0 0 0 0,0 1 1 0 0,-1-1-1 0 0,1 0 0 0 0,-1 1 0 0 0,1-1 1 0 0,-1 0-1 0 0,1 0 0 0 0,-1 0 1 0 0,0 1-1 0 0,0-1 0 0 0,1 0 0 0 0,-1 0 1 0 0,-1 1-1 0 0,-9 18-3417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5.4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2293 0 5985 0 0,'-39'14'4049'0'0,"1"2"0"0"0,-68 40 0 0 0,182-65-2864 0 0,-56 7-1220 0 0,0 1 0 0 0,0 2 0 0 0,36 3 0 0 0,-48-3 36 0 0,0 1 0 0 0,0 0-1 0 0,0 0 1 0 0,0 0 0 0 0,0 1 0 0 0,0 0 0 0 0,-1 1 0 0 0,0 0 0 0 0,0 0-1 0 0,0 0 1 0 0,0 1 0 0 0,6 6 0 0 0,-11-10-4 0 0,-1 1 0 0 0,0-1-1 0 0,0 0 1 0 0,0 1 0 0 0,-1-1 0 0 0,1 1 0 0 0,0 0-1 0 0,-1-1 1 0 0,1 1 0 0 0,-1-1 0 0 0,1 1-1 0 0,-1 0 1 0 0,0 0 0 0 0,1-1 0 0 0,-1 1-1 0 0,0 0 1 0 0,0-1 0 0 0,0 1 0 0 0,-1 0 0 0 0,1 0-1 0 0,0-1 1 0 0,-1 1 0 0 0,1 0 0 0 0,-1-1-1 0 0,1 1 1 0 0,-1-1 0 0 0,0 1 0 0 0,1-1-1 0 0,-1 1 1 0 0,0-1 0 0 0,0 1 0 0 0,0-1 0 0 0,-2 2-1 0 0,-5 7-69 0 0,-1 0-1 0 0,0-1 1 0 0,-15 13-1 0 0,9-9-66 0 0,-8 7 63 0 0,1 2-1 0 0,1 0 1 0 0,1 2 0 0 0,0 0-1 0 0,-24 43 1 0 0,42-65 73 0 0,1 0 1 0 0,0 0-1 0 0,0 0 1 0 0,0 0-1 0 0,1 0 1 0 0,-1 1-1 0 0,0-1 1 0 0,1 0-1 0 0,-1 0 0 0 0,1 1 1 0 0,0-1-1 0 0,0 0 1 0 0,0 0-1 0 0,0 1 1 0 0,0-1-1 0 0,1 3 1 0 0,0-3-4 0 0,-1-1 0 0 0,1 0 1 0 0,0 0-1 0 0,0 0 0 0 0,-1 0 1 0 0,1 0-1 0 0,0 0 0 0 0,0 0 1 0 0,0 0-1 0 0,0 0 0 0 0,0-1 1 0 0,0 1-1 0 0,0 0 0 0 0,1-1 0 0 0,-1 1 1 0 0,0 0-1 0 0,0-1 0 0 0,0 0 1 0 0,1 1-1 0 0,1 0 0 0 0,8 0-39 0 0,0 0-1 0 0,0-1 1 0 0,0 0-1 0 0,0-1 0 0 0,15-2 1 0 0,-1 0 19 0 0,-17 3 43 0 0,1-1 1 0 0,-1 1-1 0 0,0 1 0 0 0,1 0 1 0 0,-1 0-1 0 0,9 2 0 0 0,-16-2-20 0 0,0-1 1 0 0,1 0-1 0 0,-1 1 0 0 0,0 0 0 0 0,0-1 0 0 0,1 1 0 0 0,-1 0 1 0 0,0 0-1 0 0,0-1 0 0 0,0 1 0 0 0,0 0 0 0 0,0 0 0 0 0,0 0 1 0 0,0 0-1 0 0,-1 0 0 0 0,1 1 0 0 0,1 1 0 0 0,-1-1-10 0 0,-1 0 1 0 0,0-1-1 0 0,1 1 0 0 0,-1 0 0 0 0,0 0 0 0 0,0 0 0 0 0,0-1 0 0 0,-1 1 0 0 0,1 0 0 0 0,0 0 0 0 0,-1 0 0 0 0,1-1 0 0 0,-1 1 0 0 0,1 0 1 0 0,-1 0-1 0 0,0-1 0 0 0,-1 3 0 0 0,-12 20 127 0 0,-2 0 1 0 0,0-1 0 0 0,-20 22 0 0 0,-10 13 319 0 0,41-51-458 0 0,0 1 1 0 0,0-1-1 0 0,0 1 1 0 0,1 0 0 0 0,1 0-1 0 0,-1 0 1 0 0,1 1-1 0 0,-2 10 1 0 0,4-17-184 0 0,1 1 1 0 0,0-1 0 0 0,0 0 0 0 0,0 1 0 0 0,0-1 0 0 0,0 1 0 0 0,1-1 0 0 0,-1 1-1 0 0,1-1 1 0 0,-1 0 0 0 0,1 1 0 0 0,0-1 0 0 0,0 0 0 0 0,0 0 0 0 0,0 0 0 0 0,0 0 0 0 0,1 0-1 0 0,-1 0 1 0 0,1 0 0 0 0,-1 0 0 0 0,1 0 0 0 0,0 0 0 0 0,-1-1 0 0 0,1 1 0 0 0,0-1-1 0 0,0 0 1 0 0,0 1 0 0 0,0-1 0 0 0,1 0 0 0 0,-1 0 0 0 0,0 0 0 0 0,0 0 0 0 0,1-1-1 0 0,4 2 1 0 0,-1-1-153 0 0,-1-1-1 0 0,1 1 1 0 0,0-1 0 0 0,0 0-1 0 0,0 0 1 0 0,-1-1-1 0 0,1 1 1 0 0,0-1-1 0 0,-1-1 1 0 0,1 1 0 0 0,0-1-1 0 0,-1 0 1 0 0,0 0-1 0 0,1-1 1 0 0,-1 1-1 0 0,7-6 1 0 0,-6 4-44 0 0,1 1-1 0 0,-1 0 1 0 0,1 0 0 0 0,0 0-1 0 0,1 1 1 0 0,-1 0 0 0 0,0 0 0 0 0,13-1-1 0 0,-19 3 422 0 0,-1 0 0 0 0,0 0 0 0 0,0 0 0 0 0,0 0 1 0 0,1 0-1 0 0,-1 0 0 0 0,0 0 0 0 0,0 0 0 0 0,0 0 0 0 0,1 0 0 0 0,-1 0 0 0 0,0 0 0 0 0,0 0 0 0 0,0 1 0 0 0,1-1 0 0 0,-1 0 0 0 0,0 0 0 0 0,0 0 0 0 0,0 0 1 0 0,0 0-1 0 0,1 0 0 0 0,-1 1 0 0 0,0-1 0 0 0,0 0 0 0 0,0 0 0 0 0,0 0 0 0 0,0 0 0 0 0,1 1 0 0 0,-1-1 0 0 0,0 0 0 0 0,0 0 0 0 0,0 0 0 0 0,0 1 0 0 0,0-1 1 0 0,0 0-1 0 0,0 0 0 0 0,0 0 0 0 0,0 1 0 0 0,0-1 0 0 0,-4 12 1599 0 0,-11 12 1826 0 0,13-21-3055 0 0,-5 7 1126 0 0,1 0 0 0 0,0 0 0 0 0,1 0 0 0 0,-5 12 1 0 0,6-10-919 0 0,1 0 0 0 0,0 0 0 0 0,1 1 0 0 0,1-1 1 0 0,-1 1-1 0 0,2 16 0 0 0,-16 243 2208 0 0,7-170-2456 0 0,6 170 0 0 0,26-75-398 0 0,-10-102 132 0 0,0 103 1 0 0,-1 168-84 0 0,-3-274 67 0 0,40 176 0 0 0,-35-223 16 0 0,29 64-1 0 0,6 19 250 0 0,-29-50-137 0 0,-14-47 108 0 0,15 40-1 0 0,-7-13-482 0 0,-7-22 322 0 0,-7-36-134 0 0,3 18 49 0 0,-3-18-51 0 0,0 0-1 0 0,0 1 1 0 0,0-1 0 0 0,0 1 0 0 0,0-1 0 0 0,0 1 0 0 0,0-1 0 0 0,0 1 0 0 0,0-1 0 0 0,0 1 0 0 0,0-1 0 0 0,0 1-1 0 0,0-1 1 0 0,0 0 0 0 0,0 1 0 0 0,0-1 0 0 0,0 1 0 0 0,-1-1 0 0 0,1 1 0 0 0,0-1 0 0 0,0 0 0 0 0,-1 1-1 0 0,1-1 1 0 0,0 0 0 0 0,-1 1 0 0 0,1-1 0 0 0,0 0 0 0 0,-1 1 0 0 0,1-1 0 0 0,0 0 0 0 0,-1 1 0 0 0,1-1 0 0 0,-1 0-1 0 0,1 0 1 0 0,-1 0 0 0 0,0 1 239 0 0,-4-1-148 0 0,-9 0-92 0 0,-1 0 0 0 0,1-1 0 0 0,0-1 1 0 0,0 0-1 0 0,-17-5 0 0 0,9 2-3 0 0,-39-4-1 0 0,35 6-9 0 0,-1-2-1 0 0,1 0 1 0 0,0-2 0 0 0,-26-9-1 0 0,22 6 7 0 0,1 1 0 0 0,-53-8 0 0 0,-85 6 44 0 0,97 8-109 0 0,1-3 0 0 0,-82-18-1 0 0,143 22 70 0 0,-154-32-37 0 0,131 30 28 0 0,-1 1 1 0 0,0 1-1 0 0,-38 3 0 0 0,-643 21-567 0 0,623-22 495 0 0,58 1 20 0 0,0-1-1 0 0,1-1 1 0 0,-1-2 0 0 0,1-1 0 0 0,-49-13 0 0 0,59 11 79 0 0,0 0 0 0 0,0 1 1 0 0,0 1-1 0 0,0 2 0 0 0,-1 0 0 0 0,1 1 1 0 0,-1 0-1 0 0,0 2 0 0 0,1 1 0 0 0,-1 1 0 0 0,-40 10 1 0 0,59-12-183 0 0,1 0 26 0 0,0-1-1 0 0,1 1 1 0 0,-1-1 0 0 0,0 0 0 0 0,1 1-1 0 0,-1-1 1 0 0,0 0 0 0 0,0 0-1 0 0,1 0 1 0 0,-1 0 0 0 0,0 0-1 0 0,-2-1 1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6.3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118 263 4145 0 0,'-19'-14'871'0'0,"-19"-11"482"0"0,36 24-1246 0 0,-1 0 0 0 0,1 0 0 0 0,-1 1 0 0 0,1-1 0 0 0,-1 1 1 0 0,1-1-1 0 0,-1 1 0 0 0,1 0 0 0 0,-1-1 0 0 0,1 1 0 0 0,-1 1 0 0 0,0-1 1 0 0,1 0-1 0 0,-1 1 0 0 0,-3 0 0 0 0,5 0-81 0 0,0-1 0 0 0,0 0 0 0 0,0 0-1 0 0,1 1 1 0 0,-1-1 0 0 0,0 0 0 0 0,0 1 0 0 0,1-1 0 0 0,-1 0-1 0 0,0 1 1 0 0,1-1 0 0 0,-1 1 0 0 0,0 0 0 0 0,1-1 0 0 0,-1 1-1 0 0,1-1 1 0 0,-1 1 0 0 0,1 0 0 0 0,-1-1 0 0 0,1 1 0 0 0,0 0-1 0 0,-1 0 1 0 0,1-1 0 0 0,0 1 0 0 0,-1 0 0 0 0,1 0 0 0 0,0 0-1 0 0,0-1 1 0 0,0 1 0 0 0,0 0 0 0 0,0 0 0 0 0,0 0-1 0 0,0 0 1 0 0,0-1 0 0 0,0 1 0 0 0,0 0 0 0 0,0 0 0 0 0,0 0-1 0 0,1-1 1 0 0,-1 1 0 0 0,1 1 0 0 0,0 0 4 0 0,0 0 0 0 0,0-1 1 0 0,0 1-1 0 0,0 0 0 0 0,0-1 0 0 0,0 1 1 0 0,1-1-1 0 0,-1 1 0 0 0,1-1 0 0 0,-1 0 1 0 0,1 1-1 0 0,0-1 0 0 0,-1 0 0 0 0,1 0 1 0 0,0 0-1 0 0,2 1 0 0 0,15 1 423 0 0,-1 0-1 0 0,0-1 1 0 0,0-1 0 0 0,1-1-1 0 0,-1 0 1 0 0,19-3-1 0 0,18 0 469 0 0,612-46 3973 0 0,-1-41-3296 0 0,-327 41-1285 0 0,-150 20-247 0 0,-26 4 83 0 0,248-9 0 0 0,-403 34-193 0 0,23 3-1179 0 0,-31-3 1155 0 0,1 0-1 0 0,-1 0 1 0 0,1 1 0 0 0,0-1-1 0 0,-1 0 1 0 0,1 0 0 0 0,-1 1-1 0 0,0-1 1 0 0,1 1 0 0 0,-1-1-1 0 0,1 1 1 0 0,-1-1-1 0 0,1 0 1 0 0,-1 1 0 0 0,0-1-1 0 0,1 1 1 0 0,-1 0 0 0 0,0-1-1 0 0,0 1 1 0 0,1-1 0 0 0,-1 1-1 0 0,0-1 1 0 0,0 1 0 0 0,0 0-1 0 0,0-1 1 0 0,0 1 0 0 0,0-1-1 0 0,0 1 1 0 0,0 0-1 0 0,0-1 1 0 0,0 1 0 0 0,0-1-1 0 0,0 1 1 0 0,0 0 0 0 0,0-1-1 0 0,-1 1 1 0 0,1-1 0 0 0,0 1-1 0 0,0-1 1 0 0,-1 1 0 0 0,1 0-1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6.7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 13 1376 0 0,'-24'-9'1842'0'0,"20"8"-796"0"0,0 0 0 0 0,1 1 0 0 0,-1-1 0 0 0,1 1 0 0 0,-1 0 0 0 0,0 0 0 0 0,1 0 0 0 0,-10 4 1163 0 0,13-3-2016 0 0,-1-1 1 0 0,1 0 0 0 0,0 1-1 0 0,0-1 1 0 0,-1 1 0 0 0,1 0 0 0 0,0-1-1 0 0,0 1 1 0 0,0-1 0 0 0,0 1 0 0 0,-1-1-1 0 0,1 1 1 0 0,0-1 0 0 0,0 1 0 0 0,0-1-1 0 0,0 1 1 0 0,0 0 0 0 0,1-1 0 0 0,-1 1-1 0 0,0-1 1 0 0,0 1 0 0 0,0-1 0 0 0,0 1-1 0 0,1-1 1 0 0,-1 2 0 0 0,9 23 324 0 0,-7-18 70 0 0,22 63 44 0 0,-3 2 0 0 0,-3 0 0 0 0,8 76 0 0 0,-2 354-621 0 0,-10-121-11 0 0,-2-201 58 0 0,-17 304 1 0 0,-2-403-198 0 0,4 0 1 0 0,9 102-1 0 0,-2-159-1563 0 0,0-4-5667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7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661 78 5985 0 0,'-20'-6'582'0'0,"-14"-6"2194"0"0,-2 1 0 0 0,-66-11 0 0 0,90 21-2299 0 0,0 0 1 0 0,0 0 0 0 0,1 2 0 0 0,-1-1 0 0 0,0 2-1 0 0,0-1 1 0 0,0 2 0 0 0,0-1 0 0 0,1 2-1 0 0,0-1 1 0 0,-1 2 0 0 0,-18 10 0 0 0,6-1-285 0 0,1 2 0 0 0,1 0 0 0 0,0 2 0 0 0,2 0 0 0 0,0 2 0 0 0,1 0 0 0 0,-18 24 0 0 0,23-25-191 0 0,1 0-1 0 0,0 1 0 0 0,2 0 0 0 0,0 1 0 0 0,2 0 0 0 0,0 1 1 0 0,1 0-1 0 0,-9 41 0 0 0,14-38 0 0 0,1 0 1 0 0,2 0 0 0 0,0 1-1 0 0,1-1 1 0 0,2 0-1 0 0,0 1 1 0 0,2-2-1 0 0,0 1 1 0 0,2 0-1 0 0,1-1 1 0 0,1 0 0 0 0,14 26-1 0 0,-9-22-165 0 0,1-2 1 0 0,1 0-1 0 0,2-1 0 0 0,0-1 1 0 0,1 0-1 0 0,2-2 0 0 0,0 0 1 0 0,1-1-1 0 0,47 32 0 0 0,-48-39-114 0 0,2-2 0 0 0,-1 0 0 0 0,2-2 0 0 0,-1 0 0 0 0,1-2 0 0 0,1-1 0 0 0,-1 0 0 0 0,1-2 0 0 0,0-1 0 0 0,1-1 0 0 0,-1-1-1 0 0,1-1 1 0 0,-1-2 0 0 0,26-3 0 0 0,-14-1 482 0 0,-1-1 0 0 0,-1-2 0 0 0,0-2 0 0 0,0-1 0 0 0,-1-2-1 0 0,0-1 1 0 0,-1-2 0 0 0,0-1 0 0 0,34-25 0 0 0,-52 32 129 0 0,117-84 1575 0 0,-107 74-1654 0 0,0-1 1 0 0,42-48 0 0 0,-61 60-210 0 0,0-1 1 0 0,0 0-1 0 0,-1 0 1 0 0,0 0 0 0 0,0-1-1 0 0,-1 1 1 0 0,-1-1 0 0 0,0 0-1 0 0,0 0 1 0 0,-1-1-1 0 0,-1 1 1 0 0,1 0 0 0 0,-2-1-1 0 0,0 1 1 0 0,0 0-1 0 0,-3-13 1 0 0,-1-8 113 0 0,-2-1-1 0 0,-1 1 1 0 0,-2 0-1 0 0,-17-41 1 0 0,17 54-118 0 0,0-1 0 0 0,-1 1 1 0 0,-1 1-1 0 0,0 0 0 0 0,-2 1 0 0 0,0 0 1 0 0,-1 1-1 0 0,0 0 0 0 0,-1 1 0 0 0,-1 1 1 0 0,-1 0-1 0 0,-24-15 0 0 0,0 5 50 0 0,-1 1 1 0 0,-1 2-1 0 0,-1 3 0 0 0,-66-20 0 0 0,59 20-268 0 0,35 11-5 0 0,0 1 1 0 0,-1 1 0 0 0,0 0-1 0 0,0 1 1 0 0,-1 1 0 0 0,-30-2-1 0 0,30 7-547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7.6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63 5065 0 0,'-2'-2'202'0'0,"0"0"1"0"0,1-1-1 0 0,-1 1 0 0 0,1 0 1 0 0,0-1-1 0 0,0 1 0 0 0,0-1 0 0 0,0 0 1 0 0,-1-4-1 0 0,-4-26 13048 0 0,1 72-12080 0 0,2-15-842 0 0,0 1 0 0 0,2 27 0 0 0,1-42-388 0 0,1-1-1 0 0,0 0 1 0 0,1 1 0 0 0,0-1-1 0 0,1 0 1 0 0,0 0 0 0 0,0 0-1 0 0,1-1 1 0 0,5 10 0 0 0,3-2-601 0 0,4 3-874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8.1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227 367 3537 0 0,'-32'-72'2227'0'0,"22"47"1098"0"0,-26-45 0 0 0,33 65-3139 0 0,0-1 0 0 0,-1 1-1 0 0,0 0 1 0 0,0 0 0 0 0,-1 0 0 0 0,0 1 0 0 0,1-1 0 0 0,-1 1 0 0 0,-1 0 0 0 0,1 0 0 0 0,0 1 0 0 0,-12-6 0 0 0,13 8-120 0 0,1 0 1 0 0,-1 1-1 0 0,1-1 0 0 0,0 0 0 0 0,-1 1 1 0 0,1 0-1 0 0,-1 0 0 0 0,0 0 0 0 0,1 0 1 0 0,-1 1-1 0 0,1-1 0 0 0,0 1 0 0 0,-1 0 0 0 0,1 0 1 0 0,0 0-1 0 0,-5 2 0 0 0,7-2 3 0 0,0 0-1 0 0,0-1 1 0 0,0 1-1 0 0,0 0 1 0 0,0 0 0 0 0,0-1-1 0 0,0 1 1 0 0,0 0-1 0 0,0 0 1 0 0,0 0 0 0 0,1 0-1 0 0,-1 0 1 0 0,0 0-1 0 0,1 1 1 0 0,-1-1 0 0 0,1 0-1 0 0,-1 0 1 0 0,0 3-1 0 0,1-3-9 0 0,0 1 0 0 0,0 0 0 0 0,0 0 0 0 0,1-1 0 0 0,-1 1 0 0 0,0 0-1 0 0,1-1 1 0 0,-1 1 0 0 0,1 0 0 0 0,0-1 0 0 0,-1 1 0 0 0,1 0 0 0 0,0-1-1 0 0,0 0 1 0 0,0 1 0 0 0,0-1 0 0 0,2 3 0 0 0,-1-2-36 0 0,0 0 0 0 0,0 0 0 0 0,1 0 0 0 0,-1 0 0 0 0,0 0 0 0 0,1-1-1 0 0,-1 1 1 0 0,1-1 0 0 0,5 2 0 0 0,-7-2-6 0 0,0-1 1 0 0,-1 0-1 0 0,1 1 0 0 0,0-1 0 0 0,0 0 0 0 0,-1 0 0 0 0,1 0 1 0 0,0 0-1 0 0,0 0 0 0 0,-1 0 0 0 0,1 0 0 0 0,0 0 0 0 0,0 0 1 0 0,0 0-1 0 0,-1 0 0 0 0,1-1 0 0 0,0 1 0 0 0,0 0 1 0 0,-1 0-1 0 0,1-1 0 0 0,0 1 0 0 0,-1 0 0 0 0,1-1 0 0 0,0 1 1 0 0,-1-1-1 0 0,1 1 0 0 0,0-1 0 0 0,-1 1 0 0 0,1-1 0 0 0,-1 0 1 0 0,1 1-1 0 0,-1-1 0 0 0,0 0 0 0 0,1 1 0 0 0,-1-1 0 0 0,1 0 1 0 0,-1 1-1 0 0,0-1 0 0 0,1-1 0 0 0,5-15 250 0 0,2 1-1 0 0,0 1 1 0 0,0 0 0 0 0,2 0-1 0 0,0 0 1 0 0,0 1-1 0 0,1 1 1 0 0,1 0 0 0 0,0 0-1 0 0,26-19 1 0 0,-34 29-191 0 0,0 1 1 0 0,-1 0 0 0 0,1 0 0 0 0,0 0 0 0 0,0 0-1 0 0,0 0 1 0 0,0 1 0 0 0,1 0 0 0 0,-1 0-1 0 0,0 0 1 0 0,1 0 0 0 0,-1 1 0 0 0,9 0-1 0 0,2 1 25 0 0,0 0-1 0 0,26 8 1 0 0,7 0-145 0 0,-42-9 13 0 0,1 2 0 0 0,-1-1 0 0 0,1 1 0 0 0,-1 0 0 0 0,1 0 0 0 0,-1 0 0 0 0,0 1 0 0 0,0 0 0 0 0,0 0 1 0 0,0 1-1 0 0,6 5 0 0 0,-4-2-1700 0 0,0 1 0 0 0,0 0 0 0 0,10 14 0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9.1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1990 0 8754 0 0,'0'16'7380'0'0,"0"3"-3581"0"0,-6 85-2201 0 0,-3 52-1242 0 0,14 192 1 0 0,2-36-84 0 0,-42 163-245 0 0,1 82 8 0 0,55-111-100 0 0,-17-344 64 0 0,-3-54 0 0 0,14 87 0 0 0,-14-131 13 0 0,0 0 0 0 0,1 0 0 0 0,-1 1 0 0 0,1-1 0 0 0,0 0 0 0 0,1-1 0 0 0,2 5 1 0 0,10 22 73 0 0,-14-27-79 0 0,-1-1 1 0 0,0 0 0 0 0,0 0-1 0 0,0 0 1 0 0,0 0 0 0 0,0 0-1 0 0,-1 0 1 0 0,1 1-1 0 0,-1-1 1 0 0,1 0 0 0 0,-1 0-1 0 0,0 0 1 0 0,0 0 0 0 0,0 0-1 0 0,0-1 1 0 0,0 1-1 0 0,0 0 1 0 0,0 0 0 0 0,-1-1-1 0 0,1 1 1 0 0,-1-1 0 0 0,1 1-1 0 0,-1-1 1 0 0,1 1-1 0 0,-1-1 1 0 0,0 0 0 0 0,0 0-1 0 0,-2 1 1 0 0,0 1 20 0 0,-1 0 1 0 0,0-1-1 0 0,0 0 1 0 0,-1 0-1 0 0,1 0 0 0 0,0-1 1 0 0,-1 1-1 0 0,1-1 1 0 0,-10 0-1 0 0,-14-1 167 0 0,-11-1 160 0 0,-1 3 0 0 0,-55 8 0 0 0,-12 11-237 0 0,-110 17 235 0 0,183-35-314 0 0,0-1 0 0 0,0-1 0 0 0,0-2 0 0 0,-47-8-1 0 0,-157-51-53 0 0,178 40 4 0 0,0 4 1 0 0,-2 2-1 0 0,-69-6 0 0 0,-170 20-282 0 0,126 4-331 0 0,99-7-90 0 0,40-2 162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0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11 285 4145 0 0,'-10'23'6852'0'0,"22"-30"-5508"0"0,37-36 1927 0 0,20-14-1894 0 0,139-105 817 0 0,-162 126-1866 0 0,-45 35-294 0 0,0 1 0 0 0,0-1 0 0 0,-1 1-1 0 0,1 0 1 0 0,0 0 0 0 0,0 0 0 0 0,0-1 0 0 0,0 1 0 0 0,0 0 0 0 0,0 0 0 0 0,0 0 0 0 0,0 0-1 0 0,0 0 1 0 0,0 1 0 0 0,0-1 0 0 0,-1 0 0 0 0,1 0 0 0 0,0 1 0 0 0,0-1 0 0 0,0 0 0 0 0,0 1-1 0 0,0-1 1 0 0,-1 1 0 0 0,1-1 0 0 0,0 1 0 0 0,0-1 0 0 0,-1 1 0 0 0,1 0 0 0 0,0 0 0 0 0,1 0 72 0 0,-1 0 1 0 0,1 0 0 0 0,-1 0-1 0 0,1 0 1 0 0,0 0-1 0 0,0 0 1 0 0,-1-1 0 0 0,1 1-1 0 0,0 0 1 0 0,0-1 0 0 0,2 1 808 0 0,-7 2-857 0 0,1-1-54 0 0,1-1-4 0 0,0 0 0 0 0,-1 0 1 0 0,1 1-1 0 0,0-1 0 0 0,0 0 0 0 0,0 0 1 0 0,1 0-1 0 0,-1 1 0 0 0,0-1 0 0 0,0 0 0 0 0,1 1 1 0 0,-1-1-1 0 0,1 1 0 0 0,-1-1 0 0 0,1 0 1 0 0,0 1-1 0 0,-1-1 0 0 0,1 1 0 0 0,0 0 1 0 0,0-1-1 0 0,0 1 0 0 0,0-1 0 0 0,0 1 0 0 0,0-1 1 0 0,1 1-1 0 0,-1-1 0 0 0,0 1 0 0 0,1-1 1 0 0,0 3-1 0 0,33 88 299 0 0,-21-62-135 0 0,12 37 0 0 0,-18-42-156 0 0,2-1-1 0 0,1 0 0 0 0,13 22 0 0 0,-21-45-23 0 0,-1 0 0 0 0,0 0 0 0 0,0-1 0 0 0,1 1 0 0 0,-1-1 0 0 0,1 0 0 0 0,-1 1 0 0 0,0-1 0 0 0,1 0 0 0 0,-1 0 0 0 0,1 1 0 0 0,-1-1 0 0 0,1-1 0 0 0,-1 1 0 0 0,1 0 0 0 0,-1 0 0 0 0,1 0 0 0 0,-1-1 0 0 0,0 1 0 0 0,1-1 0 0 0,-1 1 0 0 0,0-1 0 0 0,1 1 0 0 0,-1-1 0 0 0,0 0 0 0 0,0 0 0 0 0,1 0 0 0 0,-1 0 0 0 0,0 1 0 0 0,2-3 0 0 0,0-4-1707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1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18 116 1584 0 0,'1'-4'85'0'0,"-1"0"1"0"0,0 0-1 0 0,0 0 0 0 0,0 0 0 0 0,-1 0 0 0 0,1 0 0 0 0,-1 0 0 0 0,-2-5 0 0 0,2 6 150 0 0,0-1-1 0 0,0 0 0 0 0,0 1 0 0 0,1-1 1 0 0,-1 0-1 0 0,1 0 0 0 0,0 0 0 0 0,0 1 0 0 0,1-1 1 0 0,-1 0-1 0 0,1-4 0 0 0,10-17 9611 0 0,-11 27-9554 0 0,0 1 1 0 0,0 0 0 0 0,0-1-1 0 0,-1 1 1 0 0,1-1 0 0 0,-1 1-1 0 0,1-1 1 0 0,-1 1 0 0 0,-2 3 0 0 0,2-4-199 0 0,0 1 1 0 0,0-1-1 0 0,0 0 1 0 0,1 1 0 0 0,-1-1-1 0 0,1 1 1 0 0,-1-1 0 0 0,1 1-1 0 0,0-1 1 0 0,0 1 0 0 0,0-1-1 0 0,0 1 1 0 0,1-1 0 0 0,-1 1-1 0 0,0-1 1 0 0,1 0 0 0 0,0 1-1 0 0,0-1 1 0 0,0 0 0 0 0,0 1-1 0 0,0-1 1 0 0,2 4 0 0 0,-1-3-84 0 0,0 1 1 0 0,-1 0 0 0 0,1 0 0 0 0,-1-1 0 0 0,0 1 0 0 0,0 0 0 0 0,0 0 0 0 0,-1 1 0 0 0,1 6 0 0 0,-4 12 251 0 0,-10 39 0 0 0,9-47-191 0 0,0 0 0 0 0,1 0 0 0 0,1 0 0 0 0,0 1 0 0 0,1-1 0 0 0,2 20 0 0 0,0-7-52 0 0,-1 35-1 0 0,0 17-1 0 0,2-62 4 0 0,0-13-10 0 0,-2-1 0 0 0,1 1-1 0 0,0 0 1 0 0,-1-1 0 0 0,0 1-1 0 0,0 0 1 0 0,-1 0-1 0 0,1-1 1 0 0,-3 8 0 0 0,4-10-339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7 179 2761 0 0,'-7'-19'10201'0'0,"8"18"-9946"0"0,11-29 2667 0 0,-6 21-2511 0 0,1 0-1 0 0,-1 1 0 0 0,2 0 0 0 0,-1 1 0 0 0,1 0 1 0 0,0 0-1 0 0,1 0 0 0 0,-1 1 0 0 0,1 0 0 0 0,12-5 1 0 0,-6 3-422 0 0,1 1 1 0 0,0 1-1 0 0,0 0 0 0 0,1 1 1 0 0,26-4-1 0 0,-41 9 11 0 0,0-1 0 0 0,1 1 0 0 0,-1-1 0 0 0,0 1 0 0 0,1 0 0 0 0,-1 0 0 0 0,1 0 0 0 0,-1 0 0 0 0,1 0 0 0 0,-1 1 0 0 0,0-1 0 0 0,1 1 0 0 0,-1-1 0 0 0,0 1 0 0 0,0 0 0 0 0,1 0 0 0 0,-1 0 0 0 0,0 0 0 0 0,0 1 0 0 0,0-1 0 0 0,0 0 0 0 0,0 1 0 0 0,0-1 0 0 0,-1 1 0 0 0,1 0 0 0 0,0 0 0 0 0,-1 0 0 0 0,1 0 0 0 0,0 2 0 0 0,0 2 0 0 0,0 0 0 0 0,0 0 0 0 0,-1 0 0 0 0,1 0 0 0 0,-2 0 0 0 0,1 0 0 0 0,-1 0 0 0 0,1 0 0 0 0,-2 1 0 0 0,0 8 0 0 0,-5 16 76 0 0,0 0 0 0 0,-2-1-1 0 0,-1 1 1 0 0,-24 49-1 0 0,16-38 178 0 0,-15 56 1 0 0,31-96-204 0 0,0 0 0 0 0,1 0 1 0 0,-1 0-1 0 0,1 0 0 0 0,-1 1 1 0 0,1-1-1 0 0,0 0 0 0 0,0 0 0 0 0,0 1 1 0 0,0-1-1 0 0,0 0 0 0 0,1 0 1 0 0,-1 1-1 0 0,1-1 0 0 0,-1 0 1 0 0,1 0-1 0 0,0 0 0 0 0,1 2 1 0 0,-1-3-39 0 0,0 0-1 0 0,1 0 1 0 0,-1 0 0 0 0,1 0 0 0 0,-1-1 0 0 0,1 1 0 0 0,-1 0-1 0 0,1-1 1 0 0,0 1 0 0 0,-1-1 0 0 0,1 0 0 0 0,0 0 0 0 0,-1 1 0 0 0,1-1-1 0 0,0 0 1 0 0,0-1 0 0 0,-1 1 0 0 0,1 0 0 0 0,0 0 0 0 0,-1-1-1 0 0,1 1 1 0 0,-1-1 0 0 0,1 1 0 0 0,1-2 0 0 0,17-4-261 0 0,0-1 1 0 0,35-18 0 0 0,5-8-6930 0 0,-37 19 802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3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 3681 0 0,'-2'-1'377'0'0,"1"1"0"0"0,-1 0 0 0 0,1 0 0 0 0,-1 0 0 0 0,1 0 0 0 0,-1 0 0 0 0,1 1 0 0 0,-1-1 0 0 0,1 0 1 0 0,-1 1-1 0 0,1-1 0 0 0,0 1 0 0 0,-1-1 0 0 0,1 1 0 0 0,0 0 0 0 0,-1 0 0 0 0,-1 1 0 0 0,-20 17 5668 0 0,22-16-5654 0 0,-1 0-1 0 0,1 0 1 0 0,0 0 0 0 0,0 1 0 0 0,0-1 0 0 0,0 0-1 0 0,0 1 1 0 0,1-1 0 0 0,-1 1 0 0 0,1-1 0 0 0,0 1-1 0 0,0-1 1 0 0,1 1 0 0 0,0 4 0 0 0,15 56-332 0 0,-5-22 104 0 0,12 72-517 0 0,54 163 0 0 0,-66-231-3806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52 280 920 0 0,'-10'-25'365'0'0,"1"3"1099"0"0,0-1 1 0 0,2 0 0 0 0,-5-26-1 0 0,10 44-1226 0 0,2 0-1 0 0,-1 0 0 0 0,0 0 0 0 0,1 0 1 0 0,0-1-1 0 0,0 1 0 0 0,1 0 1 0 0,-1 0-1 0 0,1 0 0 0 0,0 0 1 0 0,0 0-1 0 0,1 0 0 0 0,0 0 0 0 0,0 0 1 0 0,0 0-1 0 0,0 1 0 0 0,1-1 1 0 0,-1 1-1 0 0,1 0 0 0 0,5-6 1 0 0,-4 7 140 0 0,0 0 1 0 0,0 0 0 0 0,0 0-1 0 0,0 1 1 0 0,1-1 0 0 0,-1 1-1 0 0,1 0 1 0 0,0 0 0 0 0,0 1-1 0 0,0-1 1 0 0,0 1 0 0 0,-1 0-1 0 0,2 0 1 0 0,-1 1 0 0 0,0 0-1 0 0,0 0 1 0 0,0 0 0 0 0,0 0-1 0 0,0 1 1 0 0,8 1 0 0 0,0 1-70 0 0,0 1 1 0 0,0 0-1 0 0,0 1 0 0 0,-1 0 1 0 0,0 1-1 0 0,18 11 1 0 0,-14-6-334 0 0,0 1 0 0 0,-1 0 1 0 0,0 1-1 0 0,-1 1 1 0 0,-1 1-1 0 0,0 0 0 0 0,-1 0 1 0 0,-1 1-1 0 0,0 1 0 0 0,-1 0 1 0 0,-1 0-1 0 0,-1 1 0 0 0,0 0 1 0 0,6 25-1 0 0,-11-9-1678 0 0,-3-33 1334 0 0,0 1 1 0 0,-1-1 0 0 0,1 1 0 0 0,0 0 0 0 0,-1-1 0 0 0,0 1 0 0 0,1-1 0 0 0,-1 1-1 0 0,0-1 1 0 0,0 0 0 0 0,-1 3 0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7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1 210 7370 0 0,'2'-7'320'0'0,"-1"4"80"0"0,1-2-320 0 0,0 1-80 0 0,0 2 0 0 0,1-1 0 0 0,1 1 1096 0 0,1-5 208 0 0,5-3 41 0 0,4-6-1 0 0,7-3-384 0 0,2-2-72 0 0,1 0-24 0 0,4 0 1 0 0,2 0-1578 0 0,0 3-319 0 0,-1 3-64 0 0,-2 1-16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3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159 484 5065 0 0,'-7'-4'764'0'0,"1"-1"-1"0"0,-1 1 1 0 0,0-2-1 0 0,1 1 1 0 0,0-1-1 0 0,0 0 1 0 0,-7-10-1 0 0,-35-54 3318 0 0,36 51-3093 0 0,6 10-550 0 0,0 0 1 0 0,1-1-1 0 0,0 1 0 0 0,0-1 0 0 0,1-1 0 0 0,-3-13 1 0 0,6 20-339 0 0,0-1 1 0 0,1 0 0 0 0,-1 0 0 0 0,1 0-1 0 0,0 0 1 0 0,0 0 0 0 0,1 0-1 0 0,0 0 1 0 0,0 0 0 0 0,0 1 0 0 0,0-1-1 0 0,1 0 1 0 0,0 1 0 0 0,-1-1-1 0 0,2 1 1 0 0,2-6 0 0 0,6-6-34 0 0,0 0 0 0 0,2 1 0 0 0,-1 0 0 0 0,2 1 0 0 0,0 0-1 0 0,18-13 1 0 0,-23 20-59 0 0,0 1 0 0 0,0 0 0 0 0,0 0-1 0 0,1 1 1 0 0,0 0 0 0 0,0 1 0 0 0,0 0-1 0 0,0 1 1 0 0,1 0 0 0 0,-1 0 0 0 0,1 1 0 0 0,17-1-1 0 0,-24 3-3 0 0,0 0 0 0 0,0 0-1 0 0,0 1 1 0 0,0-1 0 0 0,0 1-1 0 0,0 0 1 0 0,-1 0 0 0 0,1 1 0 0 0,0-1-1 0 0,0 1 1 0 0,-1 0 0 0 0,1-1-1 0 0,-1 2 1 0 0,0-1 0 0 0,0 0-1 0 0,6 5 1 0 0,-5-2-16 0 0,-1 0 0 0 0,1-1 0 0 0,-1 1-1 0 0,0 0 1 0 0,0 1 0 0 0,0-1 0 0 0,-1 0 0 0 0,0 1-1 0 0,0 0 1 0 0,2 6 0 0 0,-1 5-160 0 0,-1-1 0 0 0,0 1 0 0 0,-1-1 0 0 0,-1 1 0 0 0,0 0 0 0 0,-6 31 0 0 0,-42 139-427 0 0,6-31 246 0 0,41-150 353 0 0,0-1 0 0 0,0 1 0 0 0,0 0 0 0 0,1 0 0 0 0,0-1 0 0 0,0 1 0 0 0,1 0 0 0 0,-1 0 0 0 0,1-1 0 0 0,4 11 0 0 0,-4-14 0 0 0,-1 1 0 0 0,2-1 0 0 0,-1 0 0 0 0,0-1 0 0 0,0 1 0 0 0,1 0 0 0 0,-1 0 0 0 0,1 0 0 0 0,-1-1 0 0 0,1 1 0 0 0,0-1 0 0 0,-1 1 0 0 0,1-1 0 0 0,0 0 0 0 0,0 0 0 0 0,0 1 0 0 0,0-1 0 0 0,0-1 0 0 0,1 1 0 0 0,-1 0 0 0 0,0 0 0 0 0,0-1 0 0 0,0 0 0 0 0,1 1 0 0 0,-1-1 0 0 0,0 0 0 0 0,1 0 0 0 0,-1 0 0 0 0,4-1 0 0 0,1 1 79 0 0,1-2 0 0 0,0 1 0 0 0,-1-1 0 0 0,1 0 0 0 0,-1-1 0 0 0,0 1 0 0 0,0-2 0 0 0,0 1 0 0 0,0-1 0 0 0,0 0 0 0 0,-1 0 0 0 0,1-1-1 0 0,-1 1 1 0 0,6-8 0 0 0,-12 11-47 0 0,0 0-1 0 0,1 0 0 0 0,-1 0 0 0 0,0 0 0 0 0,0 0 0 0 0,0 0 1 0 0,0 0-1 0 0,-1 1 0 0 0,1-1 0 0 0,0 0 0 0 0,0 0 1 0 0,0 0-1 0 0,-1 0 0 0 0,1 0 0 0 0,-1 0 0 0 0,1 0 0 0 0,-1 0 1 0 0,1 1-1 0 0,-1-1 0 0 0,1 0 0 0 0,-1 0 0 0 0,1 0 1 0 0,-1 1-1 0 0,0-1 0 0 0,0 1 0 0 0,1-1 0 0 0,-2 0 1 0 0,-26-22 634 0 0,24 20-517 0 0,-9-7-7 0 0,0 2 0 0 0,-1-1 0 0 0,0 2 0 0 0,0 0 1 0 0,-1 0-1 0 0,0 1 0 0 0,0 1 0 0 0,-1 1 0 0 0,-23-4 0 0 0,0 3-943 0 0,1 2 0 0 0,-69 3 0 0 0,84 0-6843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6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7 280 5065 0 0,'-3'-64'3908'0'0,"1"47"-2309"0"0,1-1 0 0 0,0 0 1 0 0,5-33-1 0 0,-3 44-1346 0 0,0 1 0 0 0,1 0 0 0 0,0 0 0 0 0,0 1 0 0 0,1-1 0 0 0,-1 0 0 0 0,1 1 0 0 0,0-1 0 0 0,1 1 1 0 0,0 0-1 0 0,-1 0 0 0 0,2 0 0 0 0,-1 1 0 0 0,0-1 0 0 0,7-4 0 0 0,-8 7-204 0 0,0 0 1 0 0,0 0-1 0 0,0 0 0 0 0,1 0 1 0 0,-1 0-1 0 0,0 1 1 0 0,1-1-1 0 0,0 1 1 0 0,-1 0-1 0 0,1 0 0 0 0,0 0 1 0 0,-1 1-1 0 0,1-1 1 0 0,0 1-1 0 0,0 0 0 0 0,0 0 1 0 0,-1 0-1 0 0,6 1 1 0 0,-3 1-32 0 0,0-1 0 0 0,0 1 0 0 0,0 1 0 0 0,0-1 0 0 0,0 1 0 0 0,-1 0 0 0 0,1 0 0 0 0,-1 1 1 0 0,0 0-1 0 0,7 5 0 0 0,-5-2-14 0 0,1 0 0 0 0,-1 1 1 0 0,0 0-1 0 0,-1 0 0 0 0,0 0 0 0 0,0 1 1 0 0,-1 0-1 0 0,0 0 0 0 0,0 1 0 0 0,-1-1 1 0 0,0 1-1 0 0,-1 0 0 0 0,3 13 0 0 0,-5-10 22 0 0,-1 1 1 0 0,0-1-1 0 0,-1 0 0 0 0,0 0 0 0 0,-1 0 0 0 0,0 0 0 0 0,-5 12 0 0 0,-35 88 216 0 0,27-79 108 0 0,-15 55 0 0 0,29-87-317 0 0,0-1 0 0 0,1 1 0 0 0,-1 0-1 0 0,1 0 1 0 0,0-1 0 0 0,-1 1-1 0 0,1 0 1 0 0,0 0 0 0 0,0-1 0 0 0,0 1-1 0 0,0 0 1 0 0,0 0 0 0 0,1 0 0 0 0,-1-1-1 0 0,0 1 1 0 0,1 0 0 0 0,0-1-1 0 0,-1 1 1 0 0,1 0 0 0 0,0-1 0 0 0,0 1-1 0 0,0-1 1 0 0,0 1 0 0 0,1 1-1 0 0,0-2-4 0 0,0 0 0 0 0,0 0 0 0 0,0 0 0 0 0,0-1-1 0 0,0 1 1 0 0,0 0 0 0 0,0-1 0 0 0,0 1 0 0 0,0-1-1 0 0,0 0 1 0 0,0 0 0 0 0,1 0 0 0 0,-1 0-1 0 0,0 0 1 0 0,0 0 0 0 0,4-1 0 0 0,10-3 58 0 0,-1-1 1 0 0,1 0-1 0 0,28-14 1 0 0,76-47 167 0 0,-3 0-176 0 0,-91 57-728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7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37 662 6913 0 0,'-37'24'4749'0'0,"37"-24"-4710"0"0,0 0 0 0 0,0 0-1 0 0,0 0 1 0 0,0 0 0 0 0,0 0-1 0 0,0 0 1 0 0,0 0 0 0 0,0 1-1 0 0,0-1 1 0 0,0 0 0 0 0,0 0-1 0 0,0 0 1 0 0,1 2 851 0 0,-1-2-851 0 0,0 0-1 0 0,1 0 1 0 0,-1 0 0 0 0,0 0-1 0 0,0 0 1 0 0,0 0 0 0 0,0 0-1 0 0,0 0 1 0 0,0 0 0 0 0,0 0-1 0 0,0 0 1 0 0,1 0 0 0 0,-1 0-1 0 0,0 0 1 0 0,0 0 0 0 0,0 0-1 0 0,22-4 1785 0 0,40-7 997 0 0,-50 10-2524 0 0,0 0 0 0 0,-1-1 1 0 0,1-1-1 0 0,13-4 0 0 0,-25 7-298 0 0,1-1-1 0 0,0 1 0 0 0,-1-1 1 0 0,1 1-1 0 0,-1-1 0 0 0,1 1 1 0 0,0-1-1 0 0,-1 0 1 0 0,0 1-1 0 0,1-1 0 0 0,-1 0 1 0 0,1 1-1 0 0,-1-1 0 0 0,0 0 1 0 0,0 0-1 0 0,1 1 0 0 0,-1-1 1 0 0,0 0-1 0 0,0 0 1 0 0,0 0-1 0 0,0 1 0 0 0,0-1 1 0 0,0 0-1 0 0,0 0 0 0 0,0 0 1 0 0,0 1-1 0 0,0-1 0 0 0,0 0 1 0 0,0 0-1 0 0,-1 1 1 0 0,1-1-1 0 0,0 0 0 0 0,-1 0 1 0 0,1 1-1 0 0,0-1 0 0 0,-1 0 1 0 0,1 1-1 0 0,-1-1 0 0 0,0-1 1 0 0,-25-34-53 0 0,21 30 26 0 0,-8-13 98 0 0,1 1-1 0 0,0-2 1 0 0,2 0 0 0 0,0 0 0 0 0,1 0-1 0 0,1-2 1 0 0,1 1 0 0 0,1 0-1 0 0,1-1 1 0 0,1 0 0 0 0,1-1 0 0 0,-1-40-1 0 0,4 41 113 0 0,0 0-1 0 0,2-1 0 0 0,6-36 0 0 0,-6 51-116 0 0,0 0 0 0 0,0 0 0 0 0,1 0 0 0 0,0 0 0 0 0,0 0 0 0 0,1 1 0 0 0,0 0 0 0 0,0-1 0 0 0,1 1 0 0 0,0 1 0 0 0,0-1 0 0 0,1 1 0 0 0,6-6 0 0 0,-11 12-56 0 0,-1-1 0 0 0,1 1 0 0 0,0 0 0 0 0,0-1 0 0 0,-1 1 0 0 0,1 0 0 0 0,0 0 1 0 0,0 0-1 0 0,0-1 0 0 0,-1 1 0 0 0,1 0 0 0 0,0 0 0 0 0,0 0 0 0 0,0 1 0 0 0,-1-1 0 0 0,1 0 0 0 0,0 0 1 0 0,0 0-1 0 0,0 0 0 0 0,-1 1 0 0 0,1-1 0 0 0,0 0 0 0 0,-1 1 0 0 0,1-1 0 0 0,0 1 0 0 0,0-1 0 0 0,-1 1 0 0 0,1-1 1 0 0,-1 1-1 0 0,1-1 0 0 0,-1 1 0 0 0,1 0 0 0 0,-1-1 0 0 0,1 1 0 0 0,0 1 0 0 0,19 28 65 0 0,-17-26-73 0 0,18 36 52 0 0,13 21 20 0 0,-33-61-71 0 0,-1 1-1 0 0,1-1 1 0 0,-1 1 0 0 0,1-1-1 0 0,-1 0 1 0 0,1 1 0 0 0,0-1-1 0 0,-1 1 1 0 0,1-1 0 0 0,-1 0-1 0 0,1 0 1 0 0,0 1 0 0 0,-1-1-1 0 0,1 0 1 0 0,0 0 0 0 0,-1 0-1 0 0,1 0 1 0 0,0 0 0 0 0,-1 0-1 0 0,1 0 1 0 0,0 0 0 0 0,-1 0-1 0 0,1 0 1 0 0,0 0 0 0 0,-1 0-1 0 0,1 0 1 0 0,0 0 0 0 0,-1-1-1 0 0,1 1 1 0 0,0 0 0 0 0,-1-1-1 0 0,1 1 1 0 0,-1 0 0 0 0,1-1-1 0 0,-1 1 1 0 0,1-1 0 0 0,-1 1 0 0 0,1 0-1 0 0,-1-1 1 0 0,1 0 0 0 0,0 0-1 0 0,21-26 35 0 0,-19 24-34 0 0,80-112-552 0 0,-50 75-58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8.8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32 4609 0 0,'-2'-4'408'0'0,"0"1"-328"0"0,0 1-80 0 0,1 2 0 0 0,-1 0 616 0 0,0-2 112 0 0,0 0 17 0 0,-3-1 7 0 0,2-2-152 0 0,-3 1-32 0 0,5 1-8 0 0,-3 1 0 0 0,4 0-880 0 0,2 4-184 0 0,0-2-32 0 0,-2 2-8 0 0,1-2 424 0 0,1 0 120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9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5985 0 0,'15'1'12652'0'0,"-10"10"-12305"0"0,1 0 0 0 0,-2-1 0 0 0,1 2 0 0 0,-2-1-1 0 0,1 0 1 0 0,2 22 0 0 0,-1-14-305 0 0,2 14 5 0 0,2 0 0 0 0,2-1-1 0 0,1-1 1 0 0,29 54 0 0 0,-31-67-35 0 0,1-1 0 0 0,1 0 0 0 0,1-1 0 0 0,0 0 0 0 0,1-1 0 0 0,1-1 0 0 0,0 0 0 0 0,1-1 0 0 0,20 13 0 0 0,-35-25-4 0 0,0 0 0 0 0,0-1 0 0 0,0 1 0 0 0,1 0 0 0 0,-1-1 0 0 0,0 1 0 0 0,0-1 0 0 0,0 0 0 0 0,1 1 0 0 0,-1-1 0 0 0,0 0 0 0 0,1 1 0 0 0,-1-1 0 0 0,0 0 0 0 0,0 0 0 0 0,3 0 0 0 0,-3-1 8 0 0,-1 1-1 0 0,1 0 1 0 0,0-1 0 0 0,0 1-1 0 0,-1-1 1 0 0,1 1-1 0 0,-1-1 1 0 0,1 1-1 0 0,0-1 1 0 0,-1 1-1 0 0,1-1 1 0 0,-1 0-1 0 0,1 1 1 0 0,-1-1 0 0 0,1 0-1 0 0,-1 1 1 0 0,0-1-1 0 0,1 0 1 0 0,-1 1-1 0 0,1-2 1 0 0,0-5 103 0 0,0-1 1 0 0,0 1 0 0 0,0 0-1 0 0,-1 0 1 0 0,0-9-1 0 0,0-4 18 0 0,1-1-245 0 0,15-128 543 0 0,-13 134-1005 0 0,0 0 1 0 0,1 0-1 0 0,1 1 1 0 0,1 0 0 0 0,0 0-1 0 0,0 0 1 0 0,15-22-1 0 0,-7 16-6264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69 6913 0 0,'-1'0'262'0'0,"0"0"0"0"0,0 1-1 0 0,0-1 1 0 0,1 1-1 0 0,-1-1 1 0 0,0 1 0 0 0,0 0-1 0 0,0-1 1 0 0,0 1-1 0 0,1 0 1 0 0,-1-1 0 0 0,0 1-1 0 0,1 0 1 0 0,-1 0-1 0 0,1 0 1 0 0,-1 0 0 0 0,1 0-1 0 0,-1 0 1 0 0,1-1-1 0 0,0 1 1 0 0,-1 0 0 0 0,1 0-1 0 0,-1 2 1 0 0,-5 27 1039 0 0,5-27-1042 0 0,-1 11-117 0 0,1 0-1 0 0,0 0 0 0 0,0 0 0 0 0,2 0 0 0 0,0 0 0 0 0,0 0 0 0 0,1-1 0 0 0,1 1 1 0 0,8 24-1 0 0,-9-33-144 0 0,0 1 0 0 0,0-1 0 0 0,1 1 0 0 0,0-1 0 0 0,0 0 0 0 0,0 0 0 0 0,0 0 1 0 0,1-1-1 0 0,0 1 0 0 0,0-1 0 0 0,0 0 0 0 0,0 0 0 0 0,1 0 0 0 0,0-1 0 0 0,-1 1 1 0 0,2-1-1 0 0,-1 0 0 0 0,0-1 0 0 0,0 1 0 0 0,1-1 0 0 0,-1 0 0 0 0,1 0 0 0 0,0-1 1 0 0,-1 0-1 0 0,12 1 0 0 0,-13-1-21 0 0,1-1 0 0 0,-1-1 0 0 0,1 1 0 0 0,-1 0 0 0 0,0-1 0 0 0,1 0 0 0 0,-1 0 0 0 0,0 0 0 0 0,1-1 0 0 0,-1 0 0 0 0,0 1 0 0 0,0-1 0 0 0,0-1 0 0 0,-1 1 0 0 0,1 0 0 0 0,0-1 0 0 0,-1 0 0 0 0,0 0 0 0 0,0 0 0 0 0,0 0 0 0 0,0 0 0 0 0,0-1 0 0 0,0 0 0 0 0,-1 1 0 0 0,0-1 0 0 0,0 0 0 0 0,3-7 0 0 0,-1 2 284 0 0,-1 0 0 0 0,-1 0 0 0 0,0 0 0 0 0,0 0 0 0 0,-1 0 0 0 0,0 0 0 0 0,0-1-1 0 0,-1 1 1 0 0,0 0 0 0 0,-1-1 0 0 0,0 1 0 0 0,-3-12 0 0 0,1 9 21 0 0,-1-1 0 0 0,0 1 0 0 0,0 0 0 0 0,-2 1 0 0 0,1-1 0 0 0,-15-20 0 0 0,14 24-615 0 0,0 1 0 0 0,0 0 0 0 0,0 1 0 0 0,-1 0 1 0 0,0 0-1 0 0,-1 0 0 0 0,1 1 0 0 0,-1 0 0 0 0,0 1 0 0 0,-13-6 0 0 0,2 3-897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4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40 7370 0 0,'-4'-40'6875'0'0,"-1"62"-1304"0"0,-12 62-5055 0 0,-16 107 493 0 0,25-93-3818 0 0,8-68-808 0 0,5 38 0 0 0,-4-54-1272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8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192 40 6449 0 0,'0'-3'185'0'0,"0"0"-1"0"0,0 1 1 0 0,0-1-1 0 0,0 0 1 0 0,-1 0-1 0 0,1 0 1 0 0,-1 1-1 0 0,1-1 1 0 0,-1 0-1 0 0,0 0 1 0 0,-2-2-1 0 0,3 5-69 0 0,0 0-1 0 0,0-1 1 0 0,-1 1 0 0 0,1 0-1 0 0,0-1 1 0 0,-1 1-1 0 0,1 0 1 0 0,-1 0 0 0 0,1 0-1 0 0,0-1 1 0 0,-1 1 0 0 0,1 0-1 0 0,0 0 1 0 0,-1 0 0 0 0,1 0-1 0 0,-1 0 1 0 0,1 0 0 0 0,-1 0-1 0 0,1 0 1 0 0,0 0 0 0 0,-1 0-1 0 0,1 0 1 0 0,-1 0-1 0 0,1 0 1 0 0,-1 0 0 0 0,0 0-1 0 0,-18 13 2419 0 0,5 2-2219 0 0,1 0 0 0 0,1 1 0 0 0,1 0 0 0 0,0 1 0 0 0,-12 28 0 0 0,-13 17-839 0 0,25-44 280 0 0,-13 17-61 0 0,30-46 854 0 0,-1 0 0 0 0,0 0 0 0 0,-1 0 0 0 0,4-18 0 0 0,0 2-244 0 0,3-8-6 0 0,-7 19 6 0 0,1 0 1 0 0,1 0 0 0 0,0 1 0 0 0,10-17-1 0 0,-15 30-254 0 0,0 1 0 0 0,0-1 0 0 0,0 1 0 0 0,0-1 0 0 0,0 1 0 0 0,1 0 0 0 0,-1-1 0 0 0,1 1 0 0 0,-1 0 0 0 0,1 0 0 0 0,-1 0 0 0 0,1 0 0 0 0,0 0 0 0 0,-1 0 0 0 0,1 0 0 0 0,0 1 0 0 0,0-1 0 0 0,-1 1 0 0 0,1-1 0 0 0,0 1 0 0 0,0 0 0 0 0,0-1 0 0 0,0 1 0 0 0,0 0 0 0 0,0 0 0 0 0,0 0 0 0 0,-1 1 0 0 0,1-1 0 0 0,0 0 0 0 0,0 1 0 0 0,2 0 0 0 0,6 3-99 0 0,0 1 1 0 0,-1 0-1 0 0,1 0 0 0 0,14 11 0 0 0,0 0-357 0 0,1-2-1249 0 0,1 2-5289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1.2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0 10594 0 0,'-2'3'276'0'0,"0"0"-1"0"0,0 0 1 0 0,0 0-1 0 0,0 0 1 0 0,0 0-1 0 0,1 1 1 0 0,0-1-1 0 0,0 1 1 0 0,-1-1-1 0 0,0 7 1 0 0,-4 42 1891 0 0,5-31-1788 0 0,-12 172 748 0 0,14 217 0 0 0,0-385-1858 0 0,1 0-3591 0 0,-2-24 4240 0 0,2 20-5630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1.5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5985 0 0,'0'0'74'0'0,"0"0"0"0"0,0-1-1 0 0,0 1 1 0 0,0 0 0 0 0,1-1-1 0 0,-1 1 1 0 0,0 0 0 0 0,0 0-1 0 0,0 0 1 0 0,1-1 0 0 0,-1 1 0 0 0,0 0-1 0 0,0 0 1 0 0,1 0 0 0 0,-1-1-1 0 0,0 1 1 0 0,0 0 0 0 0,1 0-1 0 0,-1 0 1 0 0,0 0 0 0 0,1 0-1 0 0,-1 0 1 0 0,0 0 0 0 0,1 0-1 0 0,-1-1 1 0 0,0 1 0 0 0,1 0-1 0 0,-1 0 1 0 0,0 1 0 0 0,0-1 0 0 0,1 0-1 0 0,-1 0 1 0 0,0 0 0 0 0,1 0-1 0 0,-1 0 1 0 0,0 0 0 0 0,1 0-1 0 0,-1 0 1 0 0,0 0 0 0 0,1 1-1 0 0,15 5 1708 0 0,-13-5-1156 0 0,21 7 2137 0 0,0 1 0 0 0,40 22 0 0 0,-52-24-2379 0 0,-1 1 0 0 0,0 0 0 0 0,0 0-1 0 0,-1 1 1 0 0,0 1 0 0 0,-1 0 0 0 0,9 11 0 0 0,-14-16-339 0 0,1 0 0 0 0,-1 1 0 0 0,1-1 0 0 0,1-1-1 0 0,5 6 1 0 0,-8-9-34 0 0,-1 1 0 0 0,0-1 0 0 0,1 1 0 0 0,-1-1-1 0 0,1 0 1 0 0,0 0 0 0 0,-1 0 0 0 0,1-1-1 0 0,0 1 1 0 0,-1 0 0 0 0,1-1 0 0 0,0 0 0 0 0,0 0-1 0 0,-1 1 1 0 0,6-2 0 0 0,2-1-90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2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0 100 12899 0 0,'5'-5'1152'0'0,"-3"1"-928"0"0,0 1-224 0 0,0-1 0 0 0,-1 2 256 0 0,1-3 0 0 0,3-3 0 0 0,4-10 0 0 0,2-5-152 0 0,-1-5-24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5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231 210 3225 0 0,'-33'-34'-1740'0'0,"12"9"2767"0"0,-25-36-1 0 0,43 57-650 0 0,-1 1 0 0 0,1 0-1 0 0,-1 0 1 0 0,0 0 0 0 0,0 0 0 0 0,0 1-1 0 0,0 0 1 0 0,0 0 0 0 0,0 0-1 0 0,-1 0 1 0 0,1 0 0 0 0,-1 1 0 0 0,1 0-1 0 0,-6-1 1 0 0,-34-14 4558 0 0,23-2 1272 0 0,22 31-4915 0 0,0-12-1219 0 0,0 4 0 0 0,13 25 43 0 0,1-1 0 0 0,1 0 0 0 0,1-2 0 0 0,37 45 0 0 0,2 5 30 0 0,-26-39-95 0 0,2 0 0 0 0,1-2 0 0 0,2-2 0 0 0,51 39 0 0 0,-51-43-31 0 0,-30-26-7 0 0,-1 0-1 0 0,1 0 1 0 0,0-1 0 0 0,0 0-1 0 0,0 0 1 0 0,10 4-1 0 0,-13-6-3 0 0,-1-1 0 0 0,0 1 0 0 0,1-1-1 0 0,-1 0 1 0 0,1 0 0 0 0,-1 1 0 0 0,0-1-1 0 0,1 0 1 0 0,-1 0 0 0 0,1-1-1 0 0,-1 1 1 0 0,0 0 0 0 0,1 0 0 0 0,-1-1-1 0 0,0 1 1 0 0,1-1 0 0 0,-1 1 0 0 0,0-1-1 0 0,1 1 1 0 0,-1-1 0 0 0,0 0-1 0 0,0 0 1 0 0,0 1 0 0 0,0-1 0 0 0,0 0-1 0 0,0 0 1 0 0,0 0 0 0 0,0 0 0 0 0,0 0-1 0 0,0-1 1 0 0,0 1 0 0 0,-1 0 0 0 0,2-2-1 0 0,18-39 347 0 0,22-65 0 0 0,3-9-59 0 0,73-157 40 0 0,-117 270-418 0 0,10-15 194 0 0,-11 17-207 0 0,1 1-1 0 0,-1 0 0 0 0,1-1 0 0 0,-1 1 0 0 0,1-1 1 0 0,0 1-1 0 0,-1 0 0 0 0,1-1 0 0 0,-1 1 0 0 0,1 0 1 0 0,0 0-1 0 0,-1 0 0 0 0,1-1 0 0 0,0 1 0 0 0,-1 0 1 0 0,1 0-1 0 0,0 0 0 0 0,-1 0 0 0 0,1 0 0 0 0,0 0 1 0 0,-1 0-1 0 0,1 1 0 0 0,0-1 0 0 0,-1 0 0 0 0,1 0 1 0 0,0 0-1 0 0,0 1 0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5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44 8754 0 0,'-61'-43'8292'0'0,"76"69"-4861"0"0,-2-3-3220 0 0,45 61 611 0 0,126 141-1 0 0,17 23-443 0 0,-182-222-663 0 0,-3-4 347 0 0,0 1-1 0 0,18 38 1 0 0,-30-53-453 0 0,-1 1 0 0 0,0-1-1 0 0,0 1 1 0 0,-1-1 0 0 0,0 1 0 0 0,0 0 0 0 0,-1 0 0 0 0,-1 0-1 0 0,1 0 1 0 0,-1 0 0 0 0,-1 0 0 0 0,-1 9 0 0 0,0-7-785 0 0,2-6 62 0 0,-1-1 1 0 0,0 1-1 0 0,0 0 0 0 0,0 0 1 0 0,-4 8-1 0 0,-1-5-1703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6 301 5529 0 0,'-1'-2'224'0'0,"0"0"1"0"0,0 0-1 0 0,1 0 0 0 0,-1-1 0 0 0,0 1 0 0 0,1 0 0 0 0,0 0 1 0 0,0-1-1 0 0,-1 1 0 0 0,1 0 0 0 0,1-1 0 0 0,-1 1 1 0 0,0 0-1 0 0,1-1 0 0 0,-1 1 0 0 0,2-4 0 0 0,11-37 2345 0 0,-8 29-1878 0 0,2 0 1 0 0,0 1-1 0 0,1-1 0 0 0,0 2 0 0 0,0-1 0 0 0,2 1 0 0 0,0 0 0 0 0,0 1 1 0 0,1 0-1 0 0,18-14 0 0 0,25-10-1635 0 0,4 11-3850 0 0,-37 19-1130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6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10594 0 0,'1'-9'473'0'0,"1"1"-1"0"0,1 0 1 0 0,-1 0-1 0 0,2 0 0 0 0,-1 0 1 0 0,1 0-1 0 0,0 1 1 0 0,0 0-1 0 0,1 0 0 0 0,7-9 1 0 0,1-3 316 0 0,-7 9-331 0 0,0 2 1 0 0,0-1 0 0 0,1 1-1 0 0,9-10 1 0 0,-13 16-536 0 0,-1-1 0 0 0,1 1 0 0 0,0 0-1 0 0,0 1 1 0 0,0-1 0 0 0,0 0 0 0 0,0 1 0 0 0,1 0 0 0 0,-1 0-1 0 0,0 0 1 0 0,1 0 0 0 0,-1 0 0 0 0,0 1 0 0 0,1-1-1 0 0,-1 1 1 0 0,7 0 0 0 0,5 2 56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80 149 6129 0 0,'-7'-2'170'0'0,"-1"-1"0"0"0,0 0 0 0 0,1 0 0 0 0,-11-7-1 0 0,16 8 170 0 0,-1 0 0 0 0,1 0 0 0 0,-1 0 0 0 0,1-1 0 0 0,0 1 0 0 0,0-1-1 0 0,0 1 1 0 0,0-1 0 0 0,1 1 0 0 0,-1-1 0 0 0,1 0 0 0 0,-1 0 0 0 0,1 0-1 0 0,-1-5 1 0 0,1 6-189 0 0,1 1 1 0 0,0 0-1 0 0,-1 0 0 0 0,1-1 0 0 0,0 1 1 0 0,0-1-1 0 0,0 1 0 0 0,0 0 0 0 0,0-1 1 0 0,0 1-1 0 0,0 0 0 0 0,1-1 0 0 0,-1 1 1 0 0,0 0-1 0 0,1-1 0 0 0,-1 1 0 0 0,1 0 0 0 0,0 0 1 0 0,-1-1-1 0 0,1 1 0 0 0,0 0 0 0 0,-1 0 1 0 0,1 0-1 0 0,0 0 0 0 0,0 0 0 0 0,0 0 1 0 0,0 0-1 0 0,0 0 0 0 0,0 1 0 0 0,1-1 0 0 0,-1 0 1 0 0,0 0-1 0 0,0 1 0 0 0,0-1 0 0 0,1 1 1 0 0,-1-1-1 0 0,0 1 0 0 0,1 0 0 0 0,-1-1 1 0 0,3 1-1 0 0,-1-1-27 0 0,1 1 0 0 0,-1 0 0 0 0,1-1 0 0 0,0 1 1 0 0,-1 0-1 0 0,1 1 0 0 0,-1-1 0 0 0,1 1 0 0 0,-1-1 0 0 0,1 1 1 0 0,-1 0-1 0 0,1 1 0 0 0,-1-1 0 0 0,4 3 0 0 0,0 0-45 0 0,-1 1 0 0 0,0 1 1 0 0,-1-1-1 0 0,1 1 0 0 0,-1 0 0 0 0,0 0 0 0 0,0 0 0 0 0,-1 1 0 0 0,0 0 0 0 0,5 11 0 0 0,0 5 29 0 0,13 49-1 0 0,-16-46-35 0 0,14 32 0 0 0,-19-56-41 0 0,-1-1 0 0 0,0 0 0 0 0,1 0 0 0 0,-1 0 0 0 0,1 0 0 0 0,0 0 0 0 0,-1 0 0 0 0,1 0 0 0 0,0 0 0 0 0,0 0 1 0 0,-1 0-1 0 0,1 0 0 0 0,0-1 0 0 0,0 1 0 0 0,0 0 0 0 0,0-1 0 0 0,0 1 0 0 0,0 0 0 0 0,0-1 0 0 0,0 1 0 0 0,1-1 0 0 0,-1 0 0 0 0,2 1 0 0 0,-1-1-1 0 0,0 0 0 0 0,0 0 0 0 0,0-1 0 0 0,0 1 0 0 0,0 0 0 0 0,0-1 0 0 0,-1 0 0 0 0,1 1 0 0 0,0-1-1 0 0,0 0 1 0 0,0 0 0 0 0,-1 0 0 0 0,3-2 0 0 0,6-5 46 0 0,0 0 1 0 0,-1-1-1 0 0,14-17 1 0 0,-18 20-46 0 0,98-136 65 0 0,-49 64-2087 0 0,-24 39-5504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7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216 131 6449 0 0,'-32'-3'245'0'0,"7"2"1129"0"0,-48-11-1 0 0,65 10-736 0 0,1 0-1 0 0,-1-1 1 0 0,1 0-1 0 0,0 0 0 0 0,0-1 1 0 0,0 0-1 0 0,0 0 1 0 0,1 0-1 0 0,-1-1 1 0 0,-7-8-1 0 0,22 19 749 0 0,1 0 1 0 0,0-1-1 0 0,13 6 0 0 0,-5-3-1315 0 0,-1 1 1 0 0,25 18-1 0 0,14 22 56 0 0,-36-30-98 0 0,1-2 0 0 0,34 24 1 0 0,-47-36 3 0 0,2-1 1 0 0,-1 1 0 0 0,0-2-1 0 0,1 1 1 0 0,0-1 0 0 0,0 0-1 0 0,0-1 1 0 0,0 0 0 0 0,0-1 0 0 0,0 1-1 0 0,12-1 1 0 0,-16-2 30 0 0,0 1 0 0 0,1-1-1 0 0,-1 0 1 0 0,0 0 0 0 0,0 0 0 0 0,0-1 0 0 0,0 0-1 0 0,0 0 1 0 0,0 0 0 0 0,0-1 0 0 0,0 1 0 0 0,-1-1 0 0 0,1 0-1 0 0,-1-1 1 0 0,0 1 0 0 0,0-1 0 0 0,0 1 0 0 0,-1-1 0 0 0,6-8-1 0 0,4-6 33 0 0,-1-2-1 0 0,-1 0 1 0 0,13-30 0 0 0,-4 6-270 0 0,17-19-2007 0 0,-18 31-5770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8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46 10594 0 0,'-1'-1'215'0'0,"0"-1"0"0"0,-1 1 0 0 0,1-1-1 0 0,0 1 1 0 0,0-1 0 0 0,1 1 0 0 0,-1-1-1 0 0,0 1 1 0 0,0-1 0 0 0,1 0 0 0 0,-1 1-1 0 0,1-1 1 0 0,-1 0 0 0 0,1 0 0 0 0,0-2-1 0 0,0 3-107 0 0,0 0 0 0 0,0 1 0 0 0,0-1-1 0 0,0 0 1 0 0,0 0 0 0 0,1 1 0 0 0,-1-1-1 0 0,0 0 1 0 0,0 0 0 0 0,1 1 0 0 0,-1-1-1 0 0,0 1 1 0 0,1-1 0 0 0,-1 0 0 0 0,1 1-1 0 0,-1-1 1 0 0,1 1 0 0 0,-1-1-1 0 0,1 1 1 0 0,0-1 0 0 0,-1 1 0 0 0,1-1-1 0 0,-1 1 1 0 0,1 0 0 0 0,0-1 0 0 0,-1 1-1 0 0,1 0 1 0 0,0-1 0 0 0,0 1 0 0 0,-1 0-1 0 0,1 0 1 0 0,0 0 0 0 0,0 0 0 0 0,-1 0-1 0 0,1 0 1 0 0,0 0 0 0 0,1 0 0 0 0,6 1 75 0 0,0 0 0 0 0,0 0 1 0 0,0 1-1 0 0,0 0 1 0 0,0 1-1 0 0,-1 0 1 0 0,1 0-1 0 0,-1 0 1 0 0,1 1-1 0 0,-1 0 1 0 0,0 1-1 0 0,-1-1 1 0 0,1 1-1 0 0,-1 1 1 0 0,0-1-1 0 0,0 1 1 0 0,-1 0-1 0 0,7 9 1 0 0,6 10 15 0 0,-1 0 1 0 0,-1 1 0 0 0,20 44 0 0 0,62 185 205 0 0,-68-166-778 0 0,56 113 0 0 0,-29-90-3889 0 0,-46-89-2285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8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15 343 6913 0 0,'-2'-1'85'0'0,"1"-1"0"0"0,-1 0-1 0 0,1 0 1 0 0,0 0 0 0 0,0 0-1 0 0,0-1 1 0 0,0 1 0 0 0,0 0-1 0 0,0 0 1 0 0,1-1 0 0 0,-1 1-1 0 0,0 0 1 0 0,1-1 0 0 0,0 1-1 0 0,0 0 1 0 0,0-1 0 0 0,0 1-1 0 0,0-1 1 0 0,0 1 0 0 0,1 0-1 0 0,0-4 1 0 0,1 0 352 0 0,1 0 1 0 0,0 1-1 0 0,1-1 0 0 0,-1 0 1 0 0,1 1-1 0 0,6-7 0 0 0,0-1 43 0 0,18-23 1582 0 0,1 1 0 0 0,41-37 0 0 0,-57 60-1712 0 0,1 1 0 0 0,1 0 0 0 0,22-12-1 0 0,-28 18-1056 0 0,1 0 0 0 0,-1 1 1 0 0,1 1-1 0 0,0-1 0 0 0,1 2 0 0 0,18-4 0 0 0,-6 4-5717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8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8290 0 0,'4'-5'736'0'0,"1"-1"-584"0"0,0 1-152 0 0,-1 2 0 0 0,-1-1 1024 0 0,8-5 168 0 0,1-1 41 0 0,6-8 7 0 0,4-3-632 0 0,1-1-128 0 0,0-1-32 0 0,-2 4 0 0 0,-4 1-1208 0 0,-1 6-240 0 0,-2 2-56 0 0,-4-1 0 0 0,-3 2 864 0 0,-7 1 192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8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17972 0 0,'2'-5'5489'0'0,"26"133"-4951"0"0,-22-90-523 0 0,2 1 1 0 0,2-1-1 0 0,1-1 0 0 0,31 69 1 0 0,-19-66-1715 0 0,3-3-6323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0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40 205 6913 0 0,'-5'-12'74'0'0,"1"1"-1"0"0,1-1 1 0 0,0 0-1 0 0,0 0 1 0 0,-1-18-1 0 0,-2-13 1524 0 0,2 29-708 0 0,-4-24 1376 0 0,11 18 3056 0 0,-3 20-5185 0 0,1 0 0 0 0,-1 0 0 0 0,1 0 0 0 0,-1 0 0 0 0,1 0-1 0 0,-1 0 1 0 0,1 0 0 0 0,-1 1 0 0 0,1-1 0 0 0,-1 0 0 0 0,1 1-1 0 0,-1-1 1 0 0,1 0 0 0 0,-1 1 0 0 0,1-1 0 0 0,-1 0 0 0 0,0 1-1 0 0,1-1 1 0 0,-1 1 0 0 0,1-1 0 0 0,-1 0 0 0 0,0 1 0 0 0,0-1-1 0 0,1 1 1 0 0,-1-1 0 0 0,0 1 0 0 0,0-1 0 0 0,0 1 0 0 0,1 0-1 0 0,-1 0 1 0 0,11 20 364 0 0,1 15-297 0 0,-2 0 1 0 0,-1 1-1 0 0,6 50 1 0 0,-2-7-83 0 0,41 217 42 0 0,84 376-433 0 0,-132-650-817 0 0,-1 0 1 0 0,1 27 0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0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5 205 9674 0 0,'0'0'26'0'0,"0"-1"0"0"0,-1 1 1 0 0,1 0-1 0 0,0 0 0 0 0,-1 0 0 0 0,1-1 1 0 0,0 1-1 0 0,0 0 0 0 0,-1 0 0 0 0,1-1 0 0 0,0 1 1 0 0,0 0-1 0 0,0-1 0 0 0,-1 1 0 0 0,1 0 0 0 0,0-1 1 0 0,0 1-1 0 0,0 0 0 0 0,0-1 0 0 0,0 1 0 0 0,0 0 1 0 0,0-1-1 0 0,-1 1 0 0 0,1 0 0 0 0,0-1 0 0 0,0 1 1 0 0,0 0-1 0 0,0-1 0 0 0,1 1 0 0 0,-1 0 0 0 0,0-1 1 0 0,0 1-1 0 0,0 0 0 0 0,0-1 0 0 0,0 1 0 0 0,0 0 1 0 0,0-1-1 0 0,1 1 0 0 0,-1-1 0 0 0,16-12 1202 0 0,27-7 729 0 0,-40 18-1825 0 0,275-94 8241 0 0,-213 75-8063 0 0,-32 11-391 0 0,0 1 0 0 0,1 2 1 0 0,-1 1-1 0 0,44-1 0 0 0,-52 6-3168 0 0,42 6-1 0 0,-18 3-3559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0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13363 0 0,'35'-19'4708'0'0,"11"-23"-1459"0"0,-19 16-5082 0 0,2 2-4725 0 0,-12 11 1903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14283 0 0,'0'0'1298'0'0,"1"2"-1019"0"0,0 0 0 0 0,0 0 1 0 0,0 0-1 0 0,-1 1 1 0 0,1-1-1 0 0,-1 0 0 0 0,1 1 1 0 0,-1-1-1 0 0,0 0 1 0 0,0 1-1 0 0,0-1 1 0 0,0 0-1 0 0,-1 3 0 0 0,1-2 51 0 0,0 31 650 0 0,10 234 2481 0 0,-7-237-3842 0 0,2 1 0 0 0,1-1-1 0 0,2 0 1 0 0,1-1 0 0 0,1 0-1 0 0,20 39 1 0 0,-17-42-7386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1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9674 0 0,'33'-12'7558'0'0,"-3"1"-5690"0"0,-10 1-1303 0 0,-14 6-1019 0 0,0 0 0 0 0,1 1-1 0 0,0 0 1 0 0,0 0-1 0 0,11-3 1 0 0,-16 6 379 0 0,-1 0 0 0 0,1 0 0 0 0,0 0 0 0 0,-1 0 0 0 0,1 0 1 0 0,-1 0-1 0 0,1 0 0 0 0,0 0 0 0 0,-1 1 0 0 0,1-1 0 0 0,-1 1 0 0 0,1-1 1 0 0,-1 1-1 0 0,1-1 0 0 0,-1 1 0 0 0,1 0 0 0 0,-1 0 0 0 0,0 0 0 0 0,1 0 0 0 0,-1 0 1 0 0,0 0-1 0 0,0 0 0 0 0,0 0 0 0 0,0 0 0 0 0,0 1 0 0 0,0-1 0 0 0,0 0 1 0 0,0 1-1 0 0,0-1 0 0 0,0 0 0 0 0,0 3 0 0 0,1 0 69 0 0,-1 0-1 0 0,1 0 1 0 0,-1 0-1 0 0,0 1 1 0 0,0-1 0 0 0,0 0-1 0 0,-1 1 1 0 0,1-1-1 0 0,-1 1 1 0 0,0-1 0 0 0,0 0-1 0 0,-1 1 1 0 0,1-1-1 0 0,-3 7 1 0 0,-5 14-62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1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3681 0 0,'2'1'328'0'0,"-1"-1"-264"0"0,3 0-64 0 0,1 0 0 0 0,0 0 768 0 0,1-1 128 0 0,1-3 32 0 0,5-1 9 0 0,7-4-377 0 0,9-3-80 0 0,5-6-8 0 0,2-1-8 0 0,-2 2-328 0 0,1 3-64 0 0,-3 2-8 0 0,-3 5 0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2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167 110 3681 0 0,'-115'64'2272'0'0,"63"-41"1762"0"0,79-32-35 0 0,54-13 0 0 0,98-5-2850 0 0,-118 19-255 0 0,830-81 1757 0 0,-739 77-2477 0 0,317-18 447 0 0,480 33 1 0 0,-417 42-459 0 0,-350-27-161 0 0,95-1-360 0 0,-222-18-1140 0 0,73-10 0 0 0,-99 6-6030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5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1 169 3681 0 0,'1'-30'3030'0'0,"2"1"0"0"0,1 0 0 0 0,9-35 0 0 0,-13 63-2788 0 0,0 1 0 0 0,0-1 1 0 0,0 0-1 0 0,0 0 1 0 0,0 1-1 0 0,0-1 0 0 0,0 0 1 0 0,1 1-1 0 0,-1-1 1 0 0,0 0-1 0 0,1 0 0 0 0,-1 1 1 0 0,0-1-1 0 0,1 1 1 0 0,-1-1-1 0 0,2-1 728 0 0,-1 1-728 0 0,-1 1 0 0 0,1-1 1 0 0,-1 1-1 0 0,1-1 0 0 0,0 1 1 0 0,0-1-1 0 0,0 2-161 0 0,0-1-1 0 0,0 1 1 0 0,-1-1-1 0 0,1 1 0 0 0,0-1 1 0 0,-1 1-1 0 0,1-1 1 0 0,0 1-1 0 0,-1 0 1 0 0,1-1-1 0 0,0 1 0 0 0,-1 0 1 0 0,1 0-1 0 0,-1 0 1 0 0,0-1-1 0 0,1 1 1 0 0,0 2-1 0 0,17 53-1158 0 0,-16-50 1597 0 0,11 39-446 0 0,-2 0 1 0 0,-2 0-1 0 0,-3 1 0 0 0,-1-1 0 0 0,-2 2 0 0 0,-5 68 0 0 0,-1-75-60 0 0,3 71 0 0 0,1-96 12 0 0,1 0 1 0 0,1 0-1 0 0,0 0 1 0 0,1 0-1 0 0,1 0 1 0 0,0-1-1 0 0,13 26 1 0 0,-1-3 635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6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245 306 6913 0 0,'-1'-19'1072'0'0,"-1"0"0"0"0,0 0-1 0 0,-2 0 1 0 0,0 0-1 0 0,-1 1 1 0 0,-1-1-1 0 0,-13-27 1 0 0,18 44-903 0 0,0-1 0 0 0,-1 1 0 0 0,1 0 0 0 0,0 0 0 0 0,-1 0 0 0 0,1 0 0 0 0,-1 0 0 0 0,0 0 0 0 0,1 0 0 0 0,-1 0 0 0 0,0 1 0 0 0,0-1 0 0 0,0 1 0 0 0,-1-1 0 0 0,1 1 0 0 0,0 0 0 0 0,0 0-1 0 0,-1 0 1 0 0,1 0 0 0 0,-1 0 0 0 0,1 1 0 0 0,0-1 0 0 0,-5 0 0 0 0,3 1-54 0 0,0 1-1 0 0,0-1 0 0 0,0 1 0 0 0,1 0 0 0 0,-1 0 1 0 0,0 0-1 0 0,1 1 0 0 0,-1-1 0 0 0,1 1 0 0 0,-1-1 1 0 0,1 1-1 0 0,0 0 0 0 0,0 1 0 0 0,0-1 0 0 0,-4 5 1 0 0,-3 2-73 0 0,2 1 0 0 0,-1 1 0 0 0,1 0 0 0 0,1 0 0 0 0,0 0 0 0 0,1 1 0 0 0,0 0 0 0 0,0 0 0 0 0,1 1 1 0 0,1 0-1 0 0,0-1 0 0 0,1 2 0 0 0,1-1 0 0 0,-2 16 0 0 0,2-15-102 0 0,2 0 0 0 0,-1 1-1 0 0,2-1 1 0 0,0 0 0 0 0,0 0 0 0 0,1 0-1 0 0,1 0 1 0 0,1 0 0 0 0,0 0 0 0 0,0-1-1 0 0,1 1 1 0 0,1-1 0 0 0,9 16 0 0 0,-9-22-69 0 0,0 0 0 0 0,0 0 0 0 0,0 0 0 0 0,1-1 0 0 0,0 0 0 0 0,0 0 0 0 0,1-1 0 0 0,0 0 0 0 0,-1 0 0 0 0,2 0 0 0 0,-1-1 0 0 0,0-1 0 0 0,1 1 0 0 0,0-1 0 0 0,0-1 0 0 0,0 0 0 0 0,10 2 0 0 0,-10-3 162 0 0,0 0 1 0 0,-1 0-1 0 0,1-1 0 0 0,0 0 0 0 0,0-1 0 0 0,0 0 0 0 0,0 0 1 0 0,0-1-1 0 0,0 0 0 0 0,-1-1 0 0 0,1 1 0 0 0,-1-2 0 0 0,0 1 1 0 0,0-1-1 0 0,0 0 0 0 0,0-1 0 0 0,11-9 0 0 0,-9 5 67 0 0,0-2-1 0 0,0 1 0 0 0,-1-1 1 0 0,-1-1-1 0 0,0 0 0 0 0,-1 0 1 0 0,0 0-1 0 0,0-1 0 0 0,-1 0 1 0 0,-1 0-1 0 0,-1-1 0 0 0,1 1 1 0 0,-2-1-1 0 0,0 0 0 0 0,-1 0 1 0 0,0 0-1 0 0,-1 0 1 0 0,-1-1-1 0 0,0 1 0 0 0,-1 0 1 0 0,0 0-1 0 0,-2 0 0 0 0,1 0 1 0 0,-1 0-1 0 0,-1 0 0 0 0,-1 1 1 0 0,0-1-1 0 0,-1 1 0 0 0,0 0 1 0 0,-1 1-1 0 0,0 0 1 0 0,-1 0-1 0 0,0 0 0 0 0,-1 1 1 0 0,0 0-1 0 0,-1 1 0 0 0,0 0 1 0 0,-1 1-1 0 0,0 0 0 0 0,0 0 1 0 0,-20-10-1 0 0,19 12-585 0 0,0 1 0 0 0,0 0 0 0 0,-1 1 0 0 0,-25-7 0 0 0,20 9-7142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1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71 227 1376 0 0,'0'-2'223'0'0,"0"1"-1"0"0,0 0 0 0 0,0 0 1 0 0,-1 0-1 0 0,1 0 0 0 0,0 0 1 0 0,-1 0-1 0 0,1 0 1 0 0,-1 0-1 0 0,1 0 0 0 0,-1 0 1 0 0,0 0-1 0 0,1 0 0 0 0,-1 0 1 0 0,0 0-1 0 0,1 1 0 0 0,-1-1 1 0 0,0 0-1 0 0,0 0 1 0 0,0 1-1 0 0,0-1 0 0 0,0 1 1 0 0,-1-2-1 0 0,-29-9 2598 0 0,20 8-1835 0 0,10 3-866 0 0,1-1-1 0 0,-1 1 0 0 0,0 0 0 0 0,0-1 1 0 0,1 1-1 0 0,-1-1 0 0 0,0 1 1 0 0,1-1-1 0 0,-1 1 0 0 0,0-1 1 0 0,1 1-1 0 0,-1-1 0 0 0,1 0 0 0 0,-1 1 1 0 0,1-1-1 0 0,-1 0 0 0 0,1 1 1 0 0,0-1-1 0 0,-1 0 0 0 0,1 0 1 0 0,0 1-1 0 0,-1-1 0 0 0,1 0 0 0 0,0 0 1 0 0,0 0-1 0 0,0-1 0 0 0,5-26 1203 0 0,-1 18-969 0 0,0 1 0 0 0,1 0 0 0 0,9-13 0 0 0,-7 14-98 0 0,1-1 0 0 0,0 1 1 0 0,0 1-1 0 0,1 0 0 0 0,0 0 1 0 0,0 1-1 0 0,0 0 0 0 0,1 0 1 0 0,0 1-1 0 0,0 1 0 0 0,1-1 1 0 0,-1 2-1 0 0,1-1 0 0 0,0 2 1 0 0,0-1-1 0 0,0 1 0 0 0,0 1 1 0 0,0 0-1 0 0,14 1 0 0 0,-21 0-250 0 0,-1 1 0 0 0,0 0-1 0 0,0-1 1 0 0,0 1 0 0 0,0 0-1 0 0,0 0 1 0 0,0 1 0 0 0,0-1-1 0 0,-1 1 1 0 0,1-1-1 0 0,0 1 1 0 0,-1 0 0 0 0,1 0-1 0 0,-1 0 1 0 0,1 0 0 0 0,-1 1-1 0 0,3 3 1 0 0,-2-1-33 0 0,0 0 0 0 0,-1 0 1 0 0,1 0-1 0 0,-1 0 0 0 0,0 0 0 0 0,-1 1 0 0 0,1-1 0 0 0,-1 1 0 0 0,1 6 0 0 0,-1 7-138 0 0,-1-1 0 0 0,0 1 0 0 0,-2-1 0 0 0,-6 37-1 0 0,-1-18 39 0 0,-1-1 0 0 0,-2 0 0 0 0,-1-1 0 0 0,-21 39 0 0 0,33-73 175 0 0,0 0-1 0 0,1 0 1 0 0,-1 0 0 0 0,1-1-1 0 0,-1 1 1 0 0,1 0 0 0 0,-1 0-1 0 0,1 0 1 0 0,-1 0 0 0 0,1 0-1 0 0,0 1 1 0 0,0-1 0 0 0,-1 0-1 0 0,1 0 1 0 0,0 0 0 0 0,0 0-1 0 0,0 0 1 0 0,0 0 0 0 0,0 0-1 0 0,1 0 1 0 0,-1 0 0 0 0,0 0-1 0 0,0 0 1 0 0,1 0 0 0 0,-1 0-1 0 0,1 0 1 0 0,-1 0 0 0 0,1 0-1 0 0,-1 0 1 0 0,1 0 0 0 0,-1 0-1 0 0,1 0 1 0 0,0 0 0 0 0,0-1-1 0 0,-1 1 1 0 0,1 0 0 0 0,0 0-1 0 0,0-1 1 0 0,0 1 0 0 0,0-1-1 0 0,0 1 1 0 0,0-1 0 0 0,0 1-1 0 0,0-1 1 0 0,0 1 0 0 0,0-1-1 0 0,0 0 1 0 0,0 0 0 0 0,0 1-1 0 0,0-1 1 0 0,0 0 0 0 0,0 0-1 0 0,2 0 1 0 0,10 0 42 0 0,-1 0 1 0 0,1 0 0 0 0,22-5-1 0 0,-19 3-6 0 0,51-7-195 0 0,56-4-207 0 0,-43 13-2949 0 0,-52 5-3687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2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55 5985 0 0,'-1'-1'464'0'0,"0"-2"194"0"0,1 0 0 0 0,-1 0 0 0 0,0 0 0 0 0,1-1 0 0 0,-1 1 0 0 0,1 0 0 0 0,0 0 0 0 0,0-1 0 0 0,1-3 0 0 0,-1 2 796 0 0,0 5-1305 0 0,0-1-1 0 0,1 1 1 0 0,-1-1-1 0 0,0 1 1 0 0,0 0-1 0 0,0-1 1 0 0,0 1-1 0 0,0-1 1 0 0,0 1-1 0 0,0-1 1 0 0,0 1-1 0 0,0 0 1 0 0,-1-1-1 0 0,1 1 1 0 0,-3-5 1930 0 0,3 5-1930 0 0,-1 0-1 0 0,1-1 1 0 0,-1 1-1 0 0,1 0 1 0 0,-1 0-1 0 0,-13 7 2162 0 0,0 9-3627 0 0,5-3-4367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4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6449 0 0,'0'-1'198'0'0,"1"1"-1"0"0,-1-1 1 0 0,0 0-1 0 0,0 0 0 0 0,1 0 1 0 0,-1 0-1 0 0,0 0 1 0 0,1 0-1 0 0,-1 0 1 0 0,1 0-1 0 0,-1 1 0 0 0,1-1 1 0 0,0 0-1 0 0,-1 0 1 0 0,1 1-1 0 0,0-1 1 0 0,-1 0-1 0 0,1 1 0 0 0,0-1 1 0 0,0 1-1 0 0,0-1 1 0 0,-1 1-1 0 0,1-1 0 0 0,0 1 1 0 0,0-1-1 0 0,0 1 1 0 0,0 0-1 0 0,0 0 1 0 0,0-1-1 0 0,0 1 0 0 0,0 0 1 0 0,2 0-1 0 0,28 2 3160 0 0,-14 3-2889 0 0,-1 1 1 0 0,1 0 0 0 0,-1 2-1 0 0,-1 0 1 0 0,0 0 0 0 0,0 2-1 0 0,0 0 1 0 0,-1 0-1 0 0,-1 1 1 0 0,15 16 0 0 0,6 11-356 0 0,-1 2 1 0 0,30 48-1 0 0,-23-30-588 0 0,-37-53 483 0 0,43 53-2063 0 0,-43-55 1694 0 0,0 0 0 0 0,0 1-1 0 0,1-1 1 0 0,-1-1-1 0 0,1 1 1 0 0,0 0-1 0 0,0-1 1 0 0,-1 0-1 0 0,2 0 1 0 0,-1 0-1 0 0,0 0 1 0 0,0 0-1 0 0,7 0 1 0 0,4-4-125 0 0,-2-9 437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4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518 18 9674 0 0,'-1'-1'112'0'0,"0"0"0"0"0,1 0 0 0 0,-1 0 0 0 0,0 0 0 0 0,1 0 0 0 0,-1 0 0 0 0,0 0 0 0 0,0 0 0 0 0,0 0 0 0 0,0 0 0 0 0,0 1 0 0 0,0-1 0 0 0,0 0 0 0 0,0 0 0 0 0,0 1 0 0 0,0-1 0 0 0,0 1 0 0 0,0-1 0 0 0,-1 1 0 0 0,1 0-1 0 0,0-1 1 0 0,0 1 0 0 0,0 0 0 0 0,-1 0 0 0 0,-1 0 0 0 0,-1 0 100 0 0,1 1 0 0 0,-1-1 0 0 0,1 1 1 0 0,-1 0-1 0 0,1 0 0 0 0,0 1 0 0 0,-1-1 0 0 0,1 1 0 0 0,-4 1 0 0 0,-5 5 381 0 0,0 1-1 0 0,0 0 1 0 0,-16 16 0 0 0,-29 40-38 0 0,2 2 1 0 0,-60 95-1 0 0,77-105-605 0 0,29-44-260 0 0,-57 88-18 0 0,29-31-5075 0 0,26-39-47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12 300 4609 0 0,'-2'-7'458'0'0,"-1"-1"-1"0"0,1 0 1 0 0,1 1 0 0 0,-1-1-1 0 0,1 0 1 0 0,1 0 0 0 0,-1 0 0 0 0,1 0-1 0 0,1 1 1 0 0,-1-1 0 0 0,1 0-1 0 0,1 0 1 0 0,-1 0 0 0 0,1 1-1 0 0,1-1 1 0 0,0 1 0 0 0,0 0-1 0 0,0-1 1 0 0,1 2 0 0 0,5-10 0 0 0,1 2 325 0 0,0 0 0 0 0,0 0 0 0 0,2 1 0 0 0,-1 1 0 0 0,2 0 0 0 0,0 1 0 0 0,0 0 0 0 0,22-13 1 0 0,-34 23-749 0 0,0 1 1 0 0,-1-1 0 0 0,1 0-1 0 0,0 1 1 0 0,0-1 0 0 0,0 1 0 0 0,0-1-1 0 0,0 1 1 0 0,0 0 0 0 0,0-1-1 0 0,1 1 1 0 0,-1 0 0 0 0,0 0 0 0 0,0 0-1 0 0,0 0 1 0 0,0 0 0 0 0,0 0-1 0 0,0 0 1 0 0,0 0 0 0 0,0 0 0 0 0,0 0-1 0 0,1 1 1 0 0,-1-1 0 0 0,0 0-1 0 0,2 2 1 0 0,-2-1-12 0 0,0 0 0 0 0,0 0-1 0 0,0 1 1 0 0,0-1 0 0 0,0 1-1 0 0,0-1 1 0 0,0 1 0 0 0,0-1-1 0 0,0 1 1 0 0,-1 0 0 0 0,1-1 0 0 0,0 1-1 0 0,-1 0 1 0 0,1 2 0 0 0,0 6 9 0 0,0 1 1 0 0,0-1 0 0 0,-1 1-1 0 0,-2 12 1 0 0,-4 21-96 0 0,-3 0-1 0 0,-2-2 1 0 0,-26 70 0 0 0,-3 11-37 0 0,38-118 133 0 0,0 1 0 0 0,1-1 0 0 0,0 1 0 0 0,0-1 1 0 0,1 1-1 0 0,-1 0 0 0 0,2 10 0 0 0,-1-14-25 0 0,0-1-1 0 0,1 1 1 0 0,0-1-1 0 0,-1 1 1 0 0,1-1-1 0 0,0 0 1 0 0,-1 1-1 0 0,1-1 1 0 0,0 0-1 0 0,0 1 1 0 0,0-1-1 0 0,0 0 1 0 0,1 0-1 0 0,-1 0 1 0 0,0 0-1 0 0,0 0 1 0 0,1-1-1 0 0,-1 1 1 0 0,0 0-1 0 0,1 0 1 0 0,-1-1-1 0 0,1 1 1 0 0,-1-1-1 0 0,0 1 1 0 0,1-1-1 0 0,0 0 1 0 0,-1 1-1 0 0,1-1 1 0 0,-1 0 0 0 0,1 0-1 0 0,-1 0 1 0 0,1 0-1 0 0,1-1 1 0 0,181-15-1544 0 0,-174 16 1184 0 0,3 0-584 0 0,0 0 1 0 0,1 1-1 0 0,19 4 1 0 0,-8 1-5464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90 159 2761 0 0,'-5'-29'375'0'0,"1"6"1317"0"0,-9-34 0 0 0,10 49 285 0 0,0 0-1 0 0,-1 0 0 0 0,0 0 1 0 0,-9-10 4580 0 0,10 26-4929 0 0,0 15-1924 0 0,2-19 608 0 0,-14 93-528 0 0,5 0-1 0 0,4 0 1 0 0,4 1-1 0 0,12 108 1 0 0,-4-155-688 0 0,9 87-4954 0 0,-13-117 301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6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5 178 3225 0 0,'-2'-37'4406'0'0,"1"25"-3013"0"0,0 0-1 0 0,0 0 1 0 0,1 0 0 0 0,1 0 0 0 0,3-19 0 0 0,-4 29-1209 0 0,1-1-1 0 0,0 1 1 0 0,0-1 0 0 0,0 0-1 0 0,0 1 1 0 0,1 0 0 0 0,-1-1 0 0 0,0 1-1 0 0,1 0 1 0 0,0-1 0 0 0,0 1-1 0 0,-1 0 1 0 0,1 0 0 0 0,0 1 0 0 0,1-1-1 0 0,-1 0 1 0 0,0 1 0 0 0,0-1-1 0 0,1 1 1 0 0,-1 0 0 0 0,1-1 0 0 0,-1 1-1 0 0,1 1 1 0 0,-1-1 0 0 0,1 0-1 0 0,0 0 1 0 0,0 1 0 0 0,-1 0 0 0 0,6-1-1 0 0,-2 2-104 0 0,-1-1-1 0 0,1 1 1 0 0,-1 0-1 0 0,1 0 1 0 0,-1 1-1 0 0,0 0 1 0 0,1 0-1 0 0,-1 0 1 0 0,0 0-1 0 0,0 1 1 0 0,-1 0-1 0 0,1 0 1 0 0,-1 0 0 0 0,1 0-1 0 0,-1 1 1 0 0,0 0-1 0 0,6 6 1 0 0,7 10 2 0 0,-1 1 1 0 0,19 30-1 0 0,-29-42-17 0 0,83 149-490 0 0,-9-12-6223 0 0,-71-131 2691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6 209 5985 0 0,'-1'0'48'0'0,"1"-1"-1"0"0,0 1 1 0 0,0 0 0 0 0,-1 0-1 0 0,1 0 1 0 0,0 0 0 0 0,0 0-1 0 0,-1 0 1 0 0,1 0-1 0 0,0 0 1 0 0,0 0 0 0 0,0-1-1 0 0,-1 1 1 0 0,1 0-1 0 0,0 0 1 0 0,0 0 0 0 0,0 0-1 0 0,0-1 1 0 0,-1 1-1 0 0,1 0 1 0 0,0 0 0 0 0,0 0-1 0 0,0-1 1 0 0,0 1-1 0 0,0 0 1 0 0,0 0 0 0 0,0-1-1 0 0,0 1 1 0 0,-1 0-1 0 0,1 0 1 0 0,0-1 0 0 0,0 1-1 0 0,0 0 1 0 0,0 0-1 0 0,0-1 1 0 0,0 1 0 0 0,1 0-1 0 0,6-11 1532 0 0,20-9 742 0 0,-21 15-1832 0 0,138-92 6382 0 0,-44 41-6826 0 0,-74 44-6837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7 158 6913 0 0,'-7'-15'9091'0'0,"7"13"-8636"0"0,10-13 2841 0 0,29-9-4108 0 0,-25 17 1777 0 0,124-77-3845 0 0,-117 74 1343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8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83 6913 0 0,'-15'11'1472'0'0,"29"-12"2186"0"0,13-8-381 0 0,-16 5-4039 0 0,126-63-2436 0 0,-112 55 1864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1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 8290 0 0,'-29'-7'12798'0'0,"29"7"-12617"0"0,-6 23 7 0 0,3-13 149 0 0,0 0 0 0 0,1 0 0 0 0,-2 16 0 0 0,11-40 328 0 0,5-10-701 0 0,-12 23 4 0 0,0 1 0 0 0,0-1 0 0 0,0 0 0 0 0,0 0 0 0 0,0 0 0 0 0,0 1 0 0 0,0-1 0 0 0,0 0 0 0 0,0 0 0 0 0,0 1 0 0 0,-1-1 0 0 0,1 0 0 0 0,0 0 0 0 0,0 1 0 0 0,-1-1 0 0 0,1 0 0 0 0,-1 0 0 0 0,1 1 0 0 0,-1-1 0 0 0,1 0 0 0 0,-1 1 0 0 0,1-1 0 0 0,-1 1 0 0 0,1-1 0 0 0,-1 1 0 0 0,0-1 0 0 0,1 1 0 0 0,-1-1 0 0 0,0 1 0 0 0,1 0 0 0 0,-2-1 0 0 0,1 1-80 0 0,1 0-1 0 0,0 0 0 0 0,-1 0 1 0 0,1 0-1 0 0,-1 0 0 0 0,1 0 1 0 0,0 1-1 0 0,-1-1 1 0 0,1 0-1 0 0,0 0 0 0 0,-1 0 1 0 0,1 1-1 0 0,0-1 1 0 0,-1 0-1 0 0,1 0 0 0 0,0 1 1 0 0,0-1-1 0 0,-1 0 0 0 0,1 0 1 0 0,0 1-1 0 0,0-1 1 0 0,-1 0-1 0 0,1 1 0 0 0,0-1 1 0 0,0 1-1 0 0,0-1 1 0 0,0 0-1 0 0,0 1 0 0 0,-1-1 1 0 0,1 1-1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1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18 118 2304 0 0,'8'-33'881'0'0,"12"-10"7205"0"0,2 2 2998 0 0,-22 48-10426 0 0,-1 11-611 0 0,-23 86 57 0 0,-16 184 1 0 0,39-285-103 0 0,0 18-6 0 0,1 36-1 0 0,0-52 11 0 0,0 0 0 0 0,1-1-1 0 0,0 1 1 0 0,0 0 0 0 0,0 0 0 0 0,0-1-1 0 0,1 1 1 0 0,0-1 0 0 0,0 1-1 0 0,0-1 1 0 0,0 0 0 0 0,1 0 0 0 0,5 7-1 0 0,-7-10 29 0 0,1 0-1 0 0,0 0 1 0 0,-1 0-1 0 0,1 0 1 0 0,0 0-1 0 0,0-1 1 0 0,-1 1-1 0 0,1 0 1 0 0,0-1-1 0 0,0 0 0 0 0,0 1 1 0 0,0-1-1 0 0,0 0 1 0 0,0 0-1 0 0,0 0 1 0 0,0 0-1 0 0,0 0 1 0 0,-1 0-1 0 0,1-1 1 0 0,0 1-1 0 0,0-1 1 0 0,0 1-1 0 0,3-2 1 0 0,46-23-365 0 0,-39 18 364 0 0,53-27-2 0 0,81-31 1 0 0,-107 51-997 0 0,1 2 0 0 0,0 1 0 0 0,68-8 0 0 0,-87 17-426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1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14 1840 0 0,'-30'-14'20496'0'0,"28"22"-18691"0"0,1 4-3350 0 0,11 296 3649 0 0,1-205-4046 0 0,6-1-3799 0 0,-10-62-1578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2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 5529 0 0,'-12'-5'17220'0'0,"11"17"-18588"0"0,-6 38 2230 0 0,-23 79 1 0 0,3-18-623 0 0,20-80-284 0 0,2 1-1 0 0,1 0 0 0 0,1 0 1 0 0,2 0-1 0 0,1 0 0 0 0,2 0 1 0 0,7 40-1 0 0,-8-68-8 0 0,3 25-297 0 0,-4-28 205 0 0,0 0 0 0 0,0 1 1 0 0,0-1-1 0 0,0 0 1 0 0,0 1-1 0 0,0-1 1 0 0,0 0-1 0 0,-1 0 1 0 0,1 1-1 0 0,0-1 0 0 0,-1 0 1 0 0,1 0-1 0 0,-1 0 1 0 0,0 1-1 0 0,1-1 1 0 0,-1 0-1 0 0,0 0 0 0 0,-1 2 1 0 0,-3 0-1051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2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14 159 920 0 0,'0'-8'630'0'0,"0"1"0"0"0,-1-1 0 0 0,1 0 0 0 0,-1 1-1 0 0,-4-12 1 0 0,4 13 332 0 0,-1 1-1 0 0,1 0 0 0 0,0-1 0 0 0,0 1 1 0 0,1 0-1 0 0,-1-1 0 0 0,1 1 0 0 0,1-1 1 0 0,-1 1-1 0 0,1-1 0 0 0,0 1 0 0 0,2-7 1 0 0,-2 10-770 0 0,0 0 0 0 0,0 0 0 0 0,1 1 0 0 0,-1-1 0 0 0,1 1 1 0 0,-1-1-1 0 0,1 1 0 0 0,0-1 0 0 0,-1 1 0 0 0,1 0 0 0 0,0 0 0 0 0,0 0 0 0 0,0 0 1 0 0,0 0-1 0 0,0 0 0 0 0,0 1 0 0 0,0-1 0 0 0,0 1 0 0 0,0-1 0 0 0,0 1 1 0 0,1 0-1 0 0,-1 0 0 0 0,0 0 0 0 0,0 0 0 0 0,0 0 0 0 0,3 1 0 0 0,3-1-76 0 0,0 1 0 0 0,-1 1-1 0 0,1 0 1 0 0,0 0-1 0 0,14 6 1 0 0,-10-2-5 0 0,-1 0-1 0 0,1 1 1 0 0,-1 1 0 0 0,0 0-1 0 0,-1 1 1 0 0,0 0-1 0 0,0 0 1 0 0,16 21 0 0 0,-1 5-11 0 0,30 56 1 0 0,-42-66-247 0 0,0-2 0 0 0,2 0 1 0 0,1 0-1 0 0,0-1 0 0 0,2-1 0 0 0,28 26 0 0 0,-36-38-74 0 0,1-1 1 0 0,0 0-1 0 0,15 7 0 0 0,-22-12-236 0 0,1-2-1 0 0,-1 1 1 0 0,0 0-1 0 0,1-1 1 0 0,-1 0-1 0 0,1 0 1 0 0,-1 0-1 0 0,1-1 1 0 0,-1 1-1 0 0,1-1 1 0 0,0 0-1 0 0,-1-1 1 0 0,7 0-1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2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22 212 9674 0 0,'-1'-1'59'0'0,"0"1"-1"0"0,0 0 0 0 0,-1 0 1 0 0,1-1-1 0 0,0 1 1 0 0,0-1-1 0 0,0 1 1 0 0,0-1-1 0 0,0 1 1 0 0,0-1-1 0 0,0 0 0 0 0,0 1 1 0 0,0-1-1 0 0,0 0 1 0 0,0 0-1 0 0,1 0 1 0 0,-1 0-1 0 0,0 0 1 0 0,0 0-1 0 0,1 0 1 0 0,-1-1-1 0 0,0 1 83 0 0,1 0 0 0 0,0 0 1 0 0,0 0-1 0 0,0 0 0 0 0,0 0 0 0 0,1 0 0 0 0,-1 0 1 0 0,0 0-1 0 0,0 0 0 0 0,1 0 0 0 0,-1 0 0 0 0,0 0 0 0 0,1 0 1 0 0,-1 0-1 0 0,1 1 0 0 0,-1-1 0 0 0,1 0 0 0 0,0 0 1 0 0,0-1-1 0 0,6-4 752 0 0,0-1 0 0 0,0 1 1 0 0,0 0-1 0 0,10-6 0 0 0,-15 11-867 0 0,111-70 3602 0 0,-81 54-4871 0 0,57-22 1 0 0,-58 28 219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6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7 139 8290 0 0,'-2'-6'400'0'0,"1"0"0"0"0,0 0 1 0 0,0 0-1 0 0,0-1 0 0 0,1 1 0 0 0,0 0 1 0 0,0 0-1 0 0,1 0 0 0 0,1-9 0 0 0,-1 9 500 0 0,-1-1 0 0 0,1 1 0 0 0,-1-1 0 0 0,0 0 0 0 0,0 1 0 0 0,-1-1 0 0 0,-2-11 0 0 0,46 143 3032 0 0,71 183-3983 0 0,-85-239-123 0 0,2-2 0 0 0,4 0 0 0 0,75 108 0 0 0,-104-167 179 0 0,-3-5 15 0 0,0 1-1 0 0,0 0 1 0 0,-1 0-1 0 0,1 0 1 0 0,-1 0-1 0 0,0 0 0 0 0,0 0 1 0 0,0 0-1 0 0,1 7 1 0 0,-14-62 1139 0 0,5-16-1128 0 0,3 0 1 0 0,2-1 0 0 0,4 1-1 0 0,3 0 1 0 0,2 0 0 0 0,33-124-1 0 0,-35 170-470 0 0,1-1 0 0 0,1 1 0 0 0,1 0 1 0 0,1 1-1 0 0,1 0 0 0 0,0 0 0 0 0,2 1 0 0 0,17-21 0 0 0,-6 20-624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7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117 127 3225 0 0,'-12'-15'-53'0'0,"10"12"632"0"0,-1-1 0 0 0,0 1 1 0 0,0-1-1 0 0,0 1 0 0 0,0 0 1 0 0,-7-4-1 0 0,10 7-428 0 0,-1-1-1 0 0,0 1 1 0 0,0 0-1 0 0,0-1 1 0 0,0 1-1 0 0,0 0 1 0 0,0 0-1 0 0,1 0 1 0 0,-1 0-1 0 0,0 0 1 0 0,0 0-1 0 0,0 0 1 0 0,0 0-1 0 0,0 0 1 0 0,0 0-1 0 0,0 1 1 0 0,0-1-1 0 0,1 0 1 0 0,-1 1-1 0 0,0-1 1 0 0,0 0 0 0 0,0 1-1 0 0,1-1 1 0 0,-1 1-1 0 0,0-1 1 0 0,0 1-1 0 0,1 0 1 0 0,-1-1-1 0 0,0 1 1 0 0,1 0-1 0 0,-1-1 1 0 0,1 1-1 0 0,-1 0 1 0 0,1 0-1 0 0,-1 0 1 0 0,1-1-1 0 0,-1 3 1 0 0,-7 12 313 0 0,1 0 0 0 0,1 0 1 0 0,0 1-1 0 0,1 0 0 0 0,0 0 0 0 0,1 1 1 0 0,1-1-1 0 0,1 1 0 0 0,0 30 0 0 0,1-23-504 0 0,2 0-1 0 0,1-1 1 0 0,1 1 0 0 0,1-1-1 0 0,1 1 1 0 0,12 31-1 0 0,-12-42-22 0 0,1 0-1 0 0,1-1 1 0 0,0 1-1 0 0,1-1 1 0 0,0-1-1 0 0,1 1 1 0 0,0-1-1 0 0,1-1 1 0 0,0 0-1 0 0,0 0 1 0 0,1-1-1 0 0,1 0 1 0 0,-1-1-1 0 0,1-1 1 0 0,17 9-1 0 0,-22-13 82 0 0,0 0 0 0 0,1 0 0 0 0,0 0 0 0 0,-1-1 0 0 0,1 0 0 0 0,0 0 0 0 0,0-1 0 0 0,0 0 0 0 0,1-1 1 0 0,-1 0-1 0 0,0 0 0 0 0,0-1 0 0 0,0 1 0 0 0,0-2 0 0 0,0 1 0 0 0,0-1 0 0 0,0-1 0 0 0,-1 1 0 0 0,1-1 0 0 0,-1-1 0 0 0,1 1 0 0 0,-1-1 0 0 0,0 0 0 0 0,-1-1 0 0 0,1 0 0 0 0,-1 0 0 0 0,0 0 0 0 0,6-7 0 0 0,-5 4 34 0 0,0 0 1 0 0,0-1-1 0 0,-1 0 0 0 0,0 0 0 0 0,0-1 1 0 0,-1 1-1 0 0,0-1 0 0 0,-1-1 1 0 0,0 1-1 0 0,-1 0 0 0 0,0-1 0 0 0,2-11 1 0 0,-3 6 70 0 0,-1 1 0 0 0,-1-1 0 0 0,0 1 0 0 0,-1 0 1 0 0,0-1-1 0 0,-1 1 0 0 0,-1 0 0 0 0,-5-15 0 0 0,1 7-88 0 0,-1 2 0 0 0,-1-1-1 0 0,-1 1 1 0 0,-1 1 0 0 0,0 0-1 0 0,-2 0 1 0 0,0 1 0 0 0,-1 1-1 0 0,-1 0 1 0 0,-1 1 0 0 0,-26-22-1 0 0,-38-17-2217 0 0,57 40 816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7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5529 0 0,'7'-3'7561'0'0,"4"-4"-3453"0"0,27-22-1080 0 0,-34 26-2364 0 0,18-16 113 0 0,35-27 367 0 0,-53 44-1240 0 0,-1 0-1 0 0,0 0 0 0 0,1 0 1 0 0,0 0-1 0 0,-1 0 1 0 0,1 1-1 0 0,0 0 0 0 0,0 0 1 0 0,0 0-1 0 0,0 0 0 0 0,0 0 1 0 0,0 1-1 0 0,0 0 1 0 0,5 0-1 0 0,2 3-1908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3225 0 0,'5'-2'523'0'0,"-1"0"0"0"0,1 0 0 0 0,-1 0 1 0 0,0 0-1 0 0,0-1 0 0 0,0 0 0 0 0,0 0 1 0 0,0 0-1 0 0,-1 0 0 0 0,5-6 0 0 0,2 0 232 0 0,-2 2-224 0 0,18-15 1538 0 0,34-23-1 0 0,-13 19-2773 0 0,-38 23-392 0 0,1 0 0 0 0,-1 0 1 0 0,16-2-1 0 0,-9 1-398 0 0,0-3 889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8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 5065 0 0,'-17'-8'10012'0'0,"20"34"-7933"0"0,32 107 1595 0 0,25 108-1589 0 0,-51-193-3437 0 0,-3 0-1 0 0,-1 1 1 0 0,-2 53-1 0 0,-4-70-5134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8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3169 0 0,'3'-3'64'0'0,"-1"-1"24"0"0,2 2 0 0 0,-1-1 0 0 0,2 1-88 0 0,-1 0 0 0 0,1 1 0 0 0,2-3 0 0 0,5-1 792 0 0,4-4 136 0 0,1 0 32 0 0,1 3 9 0 0,-1-1-729 0 0,-3 1-144 0 0,-3 1-32 0 0,-6 2-64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8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11 140 5985 0 0,'-1'-1'142'0'0,"1"1"-1"0"0,-1-1 0 0 0,0 0 0 0 0,0 0 1 0 0,0 0-1 0 0,1 0 0 0 0,-1 0 1 0 0,0 0-1 0 0,1 0 0 0 0,-1 0 0 0 0,1 0 1 0 0,-1 0-1 0 0,1 0 0 0 0,0 0 0 0 0,-1-1 1 0 0,1 1-1 0 0,0 0 0 0 0,0 0 1 0 0,0 0-1 0 0,0 0 0 0 0,0-1 0 0 0,0 1 1 0 0,0 0-1 0 0,0 0 0 0 0,1-2 1 0 0,7-27 2816 0 0,-5 25-2566 0 0,0 0 0 0 0,0 1 0 0 0,1-1 0 0 0,-1 1 0 0 0,1 0 0 0 0,0 0 0 0 0,0 0 0 0 0,1 1-1 0 0,-1-1 1 0 0,1 1 0 0 0,-1 0 0 0 0,1 0 0 0 0,0 0 0 0 0,0 1 0 0 0,1 0 0 0 0,-1 0 0 0 0,9-2-1 0 0,5 0-644 0 0,0 0-1 0 0,1 1 0 0 0,32-1 0 0 0,-30 2-1110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9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5985 0 0,'9'0'1464'0'0,"1"-1"0"0"0,-1 0-1 0 0,0-1 1 0 0,15-4-1 0 0,65-30 2390 0 0,-78 31-3348 0 0,11-5 323 0 0,18-8-2105 0 0,0 1-1 0 0,67-18 0 0 0,-82 30 1169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83 6913 0 0,'-22'-54'4096'0'0,"20"51"-3274"0"0,0-1 0 0 0,0 1 1 0 0,0 1-1 0 0,0-1 0 0 0,0 0 0 0 0,0 0 1 0 0,-1 1-1 0 0,-3-4 0 0 0,5 6-704 0 0,1 1 0 0 0,0-1 0 0 0,-1 0 0 0 0,1 0 0 0 0,0 1 0 0 0,-1-1 0 0 0,1 0 0 0 0,0 0 0 0 0,-1 1 0 0 0,1-1 0 0 0,0 0 0 0 0,0 1 0 0 0,-1-1 0 0 0,1 1 0 0 0,0-1 0 0 0,0 0 0 0 0,0 1 0 0 0,-1-1 0 0 0,1 1 0 0 0,0-1 0 0 0,0 0 0 0 0,0 1 0 0 0,0-1 0 0 0,0 1 0 0 0,0-1 0 0 0,0 1 0 0 0,0-1 0 0 0,0 1 0 0 0,0-1 0 0 0,0 0 0 0 0,0 1 0 0 0,0-1 0 0 0,0 1 0 0 0,0-1 0 0 0,1 0 0 0 0,-1 1 0 0 0,1 21 120 0 0,31 394 1002 0 0,-31-400-1269 0 0,-1 7-63 0 0,2-1 0 0 0,0 0 0 0 0,1 0 0 0 0,2 0 1 0 0,0 0-1 0 0,10 26 0 0 0,-3-31-948 0 0,-7-14 192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0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6449 0 0,'0'0'167'0'0,"0"-1"-1"0"0,0 1 0 0 0,0-1 1 0 0,4-6 2994 0 0,-3 7-2995 0 0,-1 0 0 0 0,1-1 1 0 0,-1 1-1 0 0,1 0 0 0 0,-1 0 1 0 0,0 0-1 0 0,1 0 0 0 0,-1 0 1 0 0,1-1-1 0 0,-1 1 0 0 0,1 0 1 0 0,-1 0-1 0 0,1 0 0 0 0,-1 0 1 0 0,1 0-1 0 0,-1 0 1 0 0,0 0-1 0 0,1 1 0 0 0,-1-1 1 0 0,1 0-1 0 0,-1 0 0 0 0,1 0 1 0 0,0 1-1 0 0,11 19 7345 0 0,-7-10-8384 0 0,-5-9 892 0 0,1-1 1 0 0,0 1-1 0 0,0 0 1 0 0,-1 0-1 0 0,1 0 1 0 0,-1 0-1 0 0,1-1 1 0 0,-1 1-1 0 0,1 0 1 0 0,-1 0-1 0 0,1 0 1 0 0,-1 0-1 0 0,0 0 1 0 0,0 0-1 0 0,1 0 1 0 0,-1 0-1 0 0,0 0 1 0 0,0 0-1 0 0,0 0 1 0 0,0 0-1 0 0,0 1 1 0 0,0-1-1 0 0,-1 0 1 0 0,1 0-1 0 0,0 0 1 0 0,0 0-1 0 0,-1 0 1 0 0,1 0-1 0 0,-1 0 1 0 0,1-1-1 0 0,-1 1 1 0 0,1 0-1 0 0,-1 0 1 0 0,1 0-1 0 0,-1 0 1 0 0,0 0-1 0 0,1-1 1 0 0,-1 1-1 0 0,0 0 1 0 0,0-1-1 0 0,0 1 1 0 0,0-1-1 0 0,1 1 1 0 0,-1-1-1 0 0,0 1 1 0 0,-1 0-1 0 0,-4 2-255 0 0,-13 13-3442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1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62 440 5065 0 0,'-2'-1'157'0'0,"1"1"1"0"0,-1-1-1 0 0,1 0 0 0 0,-1 0 1 0 0,1 0-1 0 0,0 1 1 0 0,-1-2-1 0 0,1 1 0 0 0,0 0 1 0 0,0 0-1 0 0,0 0 0 0 0,-1-1 1 0 0,1 1-1 0 0,1 0 0 0 0,-1-1 1 0 0,0 1-1 0 0,0-1 0 0 0,-1-2 1 0 0,-15-35 2754 0 0,15 34-2661 0 0,-2-2 45 0 0,2 1-1 0 0,-1-1 1 0 0,1 0-1 0 0,0 0 1 0 0,0 0-1 0 0,1-1 0 0 0,0 1 1 0 0,0 0-1 0 0,1 0 1 0 0,0-1-1 0 0,0 1 0 0 0,0 0 1 0 0,1 0-1 0 0,0-1 1 0 0,1 1-1 0 0,0 0 1 0 0,0 0-1 0 0,0 0 0 0 0,1 0 1 0 0,0 1-1 0 0,0-1 1 0 0,1 1-1 0 0,0 0 1 0 0,8-11-1 0 0,5-6-21 0 0,1 1 1 0 0,1 1-1 0 0,29-25 0 0 0,-38 37-192 0 0,0 1-1 0 0,1 0 0 0 0,0 0 1 0 0,0 1-1 0 0,1 0 1 0 0,0 1-1 0 0,1 1 0 0 0,-1 0 1 0 0,17-4-1 0 0,-25 8-74 0 0,-1 0 0 0 0,1 1 0 0 0,-1-1 1 0 0,1 1-1 0 0,-1 0 0 0 0,1 0 0 0 0,-1 0 0 0 0,1 0 0 0 0,-1 1 0 0 0,1-1 0 0 0,-1 1 1 0 0,1 0-1 0 0,-1 0 0 0 0,1 0 0 0 0,-1 1 0 0 0,0-1 0 0 0,0 1 0 0 0,6 3 0 0 0,-6-1-29 0 0,1-1 0 0 0,-1 1 0 0 0,0-1 0 0 0,0 1-1 0 0,0 0 1 0 0,-1 0 0 0 0,1 0 0 0 0,-1 1 0 0 0,0-1 0 0 0,0 0-1 0 0,0 1 1 0 0,1 6 0 0 0,0 6-130 0 0,0 0 1 0 0,-1 1-1 0 0,-1 0 0 0 0,0-1 1 0 0,-2 1-1 0 0,-3 26 0 0 0,-8 26-515 0 0,-37 112-1 0 0,29-115-43 0 0,-21 123-1 0 0,40-184 642 0 0,0 1 0 0 0,1-1 0 0 0,0 1 0 0 0,0-1 0 0 0,1 1 0 0 0,0-1 0 0 0,0 0 1 0 0,0 1-1 0 0,1-1 0 0 0,3 8 0 0 0,-4-13 61 0 0,-1 1 0 0 0,1-1 0 0 0,0 1 0 0 0,0-1 0 0 0,0 0 1 0 0,0 1-1 0 0,0-1 0 0 0,0 0 0 0 0,0 0 0 0 0,1 0 0 0 0,-1 0 0 0 0,0 0 1 0 0,1 0-1 0 0,-1 0 0 0 0,1 0 0 0 0,-1-1 0 0 0,1 1 0 0 0,1 0 0 0 0,-1-1 61 0 0,1 1-1 0 0,-1-1 1 0 0,1 0-1 0 0,-1 0 1 0 0,1-1-1 0 0,-1 1 1 0 0,1-1-1 0 0,-1 1 0 0 0,0-1 1 0 0,1 1-1 0 0,-1-1 1 0 0,0 0-1 0 0,1 0 1 0 0,-1-1-1 0 0,4-1 1 0 0,1-1 131 0 0,-1 0 0 0 0,1-1 1 0 0,-1 0-1 0 0,1 0 1 0 0,-1 0-1 0 0,-1-1 1 0 0,1 1-1 0 0,-1-2 1 0 0,0 1-1 0 0,0 0 1 0 0,-1-1-1 0 0,0 0 1 0 0,0 0-1 0 0,0 0 1 0 0,-1-1-1 0 0,0 1 1 0 0,-1-1-1 0 0,0 1 0 0 0,0-1 1 0 0,0 0-1 0 0,-1 0 1 0 0,0 0-1 0 0,-1 0 1 0 0,0 0-1 0 0,0 0 1 0 0,0 0-1 0 0,-1 0 1 0 0,-1 0-1 0 0,1 0 1 0 0,-1 0-1 0 0,0 1 1 0 0,-6-13-1 0 0,4 10-113 0 0,-1 0 0 0 0,0 0 0 0 0,0 1 0 0 0,-1 0 0 0 0,0 0 0 0 0,-1 1 0 0 0,0-1-1 0 0,0 1 1 0 0,-1 1 0 0 0,0 0 0 0 0,0 0 0 0 0,-1 0 0 0 0,0 1 0 0 0,-12-7 0 0 0,0 3-145 0 0,0 0 0 0 0,-1 2 1 0 0,0 0-1 0 0,0 2 0 0 0,-37-6 0 0 0,30 6-208 0 0,12 2-1593 0 0,0 1-1 0 0,-28-1 1 0 0,47 1 1278 0 0,6-3 582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2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1 565 11058 0 0,'61'-30'8131'0'0,"-36"15"-7293"0"0,32-22-1 0 0,-50 32-825 0 0,0-1-1 0 0,0 0 0 0 0,-1-1 1 0 0,0 1-1 0 0,0-1 0 0 0,0 0 1 0 0,-1-1-1 0 0,0 1 0 0 0,0-1 1 0 0,5-13-1 0 0,-8 15 3 0 0,0-1 0 0 0,0 1 0 0 0,-1-1 1 0 0,0 1-1 0 0,0-1 0 0 0,-1 0 0 0 0,0 1 0 0 0,0-1 0 0 0,0 0 0 0 0,-1 1 1 0 0,0-1-1 0 0,-1 0 0 0 0,1 1 0 0 0,-1-1 0 0 0,-3-5 0 0 0,-2-8-108 0 0,0 1 0 0 0,1-1 1 0 0,0 0-1 0 0,-3-36 0 0 0,8 51 143 0 0,1-1 1 0 0,0 1 0 0 0,0 0 0 0 0,0-1-1 0 0,1 1 1 0 0,0 0 0 0 0,0 0 0 0 0,0-1-1 0 0,1 1 1 0 0,0 0 0 0 0,0 0 0 0 0,0 0-1 0 0,1 1 1 0 0,-1-1 0 0 0,1 1-1 0 0,0-1 1 0 0,0 1 0 0 0,1 0 0 0 0,-1 0-1 0 0,1 0 1 0 0,0 0 0 0 0,0 1 0 0 0,9-6-1 0 0,-7 5-22 0 0,1 0 0 0 0,0 0 0 0 0,0 1-1 0 0,0 0 1 0 0,0 0 0 0 0,0 1 0 0 0,0 0-1 0 0,1 0 1 0 0,-1 1 0 0 0,1 0-1 0 0,0 0 1 0 0,-1 1 0 0 0,1 0 0 0 0,-1 0-1 0 0,14 3 1 0 0,-15-2-8 0 0,0 1 1 0 0,1 0-1 0 0,-1 0 0 0 0,0 1 0 0 0,0 0 1 0 0,0 0-1 0 0,-1 0 0 0 0,1 1 0 0 0,-1-1 1 0 0,0 1-1 0 0,0 1 0 0 0,0-1 0 0 0,0 1 1 0 0,-1 0-1 0 0,0 0 0 0 0,0 0 0 0 0,0 0 1 0 0,4 8-1 0 0,-1 2-77 0 0,-1 0 1 0 0,0 1 0 0 0,0-1-1 0 0,-2 1 1 0 0,0 0-1 0 0,2 21 1 0 0,4 102-580 0 0,-8-87 509 0 0,-1-10-146 0 0,-1-23 343 0 0,0 0 0 0 0,2 0 0 0 0,0 0 0 0 0,1 0 0 0 0,6 22 0 0 0,-8-40-39 0 0,-1 0 1 0 0,1-1-1 0 0,-1 1 0 0 0,0 0 1 0 0,1 0-1 0 0,0 0 0 0 0,-1-1 1 0 0,1 1-1 0 0,-1 0 0 0 0,1-1 1 0 0,0 1-1 0 0,0 0 0 0 0,-1-1 1 0 0,1 1-1 0 0,0-1 0 0 0,0 1 1 0 0,0-1-1 0 0,-1 0 0 0 0,1 1 1 0 0,0-1-1 0 0,0 0 0 0 0,0 0 1 0 0,0 1-1 0 0,0-1 0 0 0,0 0 1 0 0,0 0-1 0 0,0 0 0 0 0,0 0 1 0 0,0 0-1 0 0,0 0 0 0 0,-1 0 1 0 0,1-1-1 0 0,0 1 0 0 0,0 0 0 0 0,0 0 1 0 0,0-1-1 0 0,0 1 0 0 0,0-1 1 0 0,0 1-1 0 0,-1-1 0 0 0,1 1 1 0 0,0-1-1 0 0,1 0 0 0 0,37-29 173 0 0,-34 26-140 0 0,59-48-618 0 0,2 2-1 0 0,131-72 0 0 0,-156 100-7200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2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9218 0 0,'17'-1'2392'0'0,"-1"0"1"0"0,27-7-1 0 0,-27 4-1729 0 0,1 1 0 0 0,28-1 0 0 0,-41 4-945 0 0,0 0 0 0 0,0 1 0 0 0,0-1 0 0 0,0 1 0 0 0,0 0 0 0 0,0 0 0 0 0,0 0 0 0 0,0 1 0 0 0,0-1 0 0 0,-1 1 0 0 0,1 0 0 0 0,-1 0 0 0 0,1 0 0 0 0,-1 1 0 0 0,4 3 0 0 0,8 7-1267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2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3225 0 0,'18'-13'6973'0'0,"39"-26"-5378"0"0,-47 30-1311 0 0,0 1 0 0 0,1 1-1 0 0,0 0 1 0 0,0 0 0 0 0,0 1 0 0 0,1 1 0 0 0,0 0 0 0 0,0 0 0 0 0,0 1-1 0 0,17-3 1 0 0,-16 5-284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3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3225 0 0,'9'3'16349'0'0,"-7"3"-15379"0"0,1 2-615 0 0,-1 1 0 0 0,0 0 0 0 0,0 0 0 0 0,-1 1 0 0 0,0-1 0 0 0,0 0 0 0 0,-2 17 0 0 0,1-26-383 0 0,0 1-50 0 0,0 0 1 0 0,-1 0-1 0 0,1 0 1 0 0,0 0-1 0 0,0 0 1 0 0,0 0 0 0 0,0 0-1 0 0,0 1 1 0 0,0-1-1 0 0,0 0 1 0 0,0 0-1 0 0,0 0 1 0 0,1 0-1 0 0,-1 0 1 0 0,0 0 0 0 0,1 0-1 0 0,-1 0 1 0 0,0 0-1 0 0,1 0 1 0 0,0 0-1 0 0,-1 0 1 0 0,1 0-1 0 0,-1-1 1 0 0,1 1 0 0 0,0 0-1 0 0,0 0 1 0 0,0-1-1 0 0,1 2 1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3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9674 0 0,'0'-1'111'0'0,"0"1"-1"0"0,0-1 0 0 0,0 1 1 0 0,0-1-1 0 0,0 0 1 0 0,0 1-1 0 0,0-1 1 0 0,0 1-1 0 0,0-1 1 0 0,1 1-1 0 0,-1-1 1 0 0,0 0-1 0 0,0 1 1 0 0,0-1-1 0 0,1 1 0 0 0,-1-1 1 0 0,0 1-1 0 0,1-1 1 0 0,-1 1-1 0 0,0-1 1 0 0,1 1-1 0 0,-1 0 1 0 0,1-1-1 0 0,-1 1 1 0 0,1 0-1 0 0,-1-1 0 0 0,1 1 1 0 0,-1 0-1 0 0,1-1 1 0 0,-1 1-1 0 0,1 0 1 0 0,-1 0-1 0 0,1 0 1 0 0,-1-1-1 0 0,2 1 1 0 0,21-10 2731 0 0,-21 10-2721 0 0,0-1 0 0 0,-1 1 1 0 0,1 0-1 0 0,0 0 0 0 0,0 0 0 0 0,-1 0 0 0 0,1 0 1 0 0,0 0-1 0 0,0 1 0 0 0,-1-1 0 0 0,1 1 1 0 0,0-1-1 0 0,-1 1 0 0 0,1 0 0 0 0,0-1 0 0 0,-1 1 1 0 0,1 0-1 0 0,-1 0 0 0 0,1 0 0 0 0,-1 0 1 0 0,0 0-1 0 0,1 1 0 0 0,-1-1 0 0 0,0 0 0 0 0,0 1 1 0 0,0-1-1 0 0,0 0 0 0 0,0 1 0 0 0,0-1 0 0 0,0 1 1 0 0,0 0-1 0 0,-1-1 0 0 0,1 1 0 0 0,0 3 1 0 0,3 5 34 0 0,-1 0-1 0 0,0 1 1 0 0,-1-1 0 0 0,2 15 0 0 0,-2 17 119 0 0,-2 0 0 0 0,-5 51 0 0 0,1-45-67 0 0,4 60 1 0 0,0-104-176 0 0,0 1 0 0 0,1-1 0 0 0,-1 1 0 0 0,1-1 0 0 0,0 0-1 0 0,1 1 1 0 0,-1-1 0 0 0,1 0 0 0 0,0 0 0 0 0,0 0 0 0 0,0 0 0 0 0,0 0 0 0 0,1 0 0 0 0,0 0 0 0 0,5 5 0 0 0,-5-7-16 0 0,0 0 1 0 0,-1 0-1 0 0,1 0 0 0 0,0-1 1 0 0,0 1-1 0 0,0-1 0 0 0,1 0 0 0 0,-1 0 1 0 0,0 0-1 0 0,0 0 0 0 0,1-1 1 0 0,-1 1-1 0 0,0-1 0 0 0,0 0 1 0 0,1 0-1 0 0,-1 0 0 0 0,0 0 1 0 0,1-1-1 0 0,-1 1 0 0 0,0-1 1 0 0,1 0-1 0 0,2-1 0 0 0,12-5-17 0 0,0 0-1 0 0,-1-1 0 0 0,0 0 0 0 0,21-15 0 0 0,62-50-781 0 0,-64 45-39 0 0,46-34-5168 0 0,-64 47-79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3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0 8290 0 0,'-4'4'803'0'0,"0"0"1"0"0,0 0-1 0 0,0 0 1 0 0,1 0 0 0 0,-1 0-1 0 0,1 1 1 0 0,0 0-1 0 0,-3 7 1 0 0,-18 42 3006 0 0,16-33-2990 0 0,2 0 0 0 0,1 0 0 0 0,0 1 0 0 0,-2 26 0 0 0,0 90 227 0 0,7-117-914 0 0,0 10-119 0 0,1 0 0 0 0,2 0 0 0 0,9 43 0 0 0,17 34-3303 0 0,-19-78-4471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4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2761 0 0,'14'-2'8853'0'0,"-13"9"-6839"0"0,26 166 5444 0 0,-17 7-5112 0 0,-29 183-4932 0 0,15-334 1264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1376 0 0,'4'-5'648'0'0,"0"0"-1"0"0,1 0 0 0 0,-1 0 0 0 0,1 0 0 0 0,0 1 1 0 0,0 0-1 0 0,0 0 0 0 0,0 0 0 0 0,1 1 1 0 0,0 0-1 0 0,0 0 0 0 0,0 0 0 0 0,0 1 1 0 0,0 0-1 0 0,0 0 0 0 0,1 0 0 0 0,-1 1 0 0 0,1 0 1 0 0,-1 0-1 0 0,1 0 0 0 0,-1 1 0 0 0,1 0 1 0 0,-1 1-1 0 0,1-1 0 0 0,11 4 0 0 0,-11-2-260 0 0,0 0 0 0 0,-1 0 0 0 0,0 0 0 0 0,1 1 0 0 0,-1 0 0 0 0,0 1 0 0 0,-1-1 0 0 0,1 1 0 0 0,8 7 0 0 0,4 8-76 0 0,1 0 0 0 0,-2 1 1 0 0,-1 1-1 0 0,25 42 0 0 0,-15-15-655 0 0,28 68-1 0 0,-32-49-1657 0 0,-17-47 491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4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5529 0 0,'0'0'423'0'0,"27"-16"5578"0"0,29-25-1801 0 0,18-13-1958 0 0,-48 36-2572 0 0,2 1 1 0 0,33-15 0 0 0,-47 25 155 0 0,0 2 1 0 0,1-1-1 0 0,0 2 0 0 0,0 0 1 0 0,0 1-1 0 0,1 0 1 0 0,-1 1-1 0 0,1 1 0 0 0,-1 1 1 0 0,1 0-1 0 0,-1 0 1 0 0,25 6-1 0 0,-9 0 91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6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16 1376 0 0,'2'-16'15812'0'0,"-6"20"-15555"0"0,1 0 1 0 0,-1 0-1 0 0,1 0 1 0 0,0 0-1 0 0,0 1 0 0 0,0-1 1 0 0,1 1-1 0 0,-1 0 1 0 0,1 0-1 0 0,0 0 1 0 0,1 0-1 0 0,-1 0 1 0 0,1 0-1 0 0,0 0 1 0 0,0 0-1 0 0,0 10 1 0 0,1-2-110 0 0,-1 0-1 0 0,2 0 1 0 0,0 0 0 0 0,1 0 0 0 0,0 0 0 0 0,0 0 0 0 0,6 13 0 0 0,-5-18-559 0 0,0-1-1 0 0,0-1 0 0 0,0 1 1 0 0,1 0-1 0 0,8 10 1 0 0,-8-13-617 0 0,-1 0 1 0 0,1 0-1 0 0,0-1 0 0 0,0 1 1 0 0,0-1-1 0 0,1 0 1 0 0,-1 0-1 0 0,10 4 0 0 0,2-1-2064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146 388 9218 0 0,'-3'1'225'0'0,"0"0"0"0"0,0-1-1 0 0,0 1 1 0 0,0-1 0 0 0,0 1 0 0 0,0-1 0 0 0,0 0-1 0 0,0 0 1 0 0,0 0 0 0 0,0 0 0 0 0,0-1-1 0 0,1 1 1 0 0,-1-1 0 0 0,0 0 0 0 0,0 0 0 0 0,0 0-1 0 0,0 0 1 0 0,1 0 0 0 0,-1-1 0 0 0,0 1 0 0 0,-3-4-1 0 0,4 2-115 0 0,0 1 0 0 0,0-1 0 0 0,1 1-1 0 0,-1-1 1 0 0,1 0 0 0 0,0 0 0 0 0,0 0-1 0 0,0 0 1 0 0,0 0 0 0 0,0 0-1 0 0,0 0 1 0 0,1 0 0 0 0,0 0 0 0 0,0 0-1 0 0,-1 0 1 0 0,2-1 0 0 0,-1 1 0 0 0,0 0-1 0 0,1 0 1 0 0,-1 0 0 0 0,2-3 0 0 0,3-10 302 0 0,0 1 0 0 0,0-1 1 0 0,2 1-1 0 0,0 0 0 0 0,1 1 1 0 0,0 0-1 0 0,1 0 1 0 0,0 1-1 0 0,15-15 0 0 0,-4 5-107 0 0,1 2 0 0 0,1 1-1 0 0,1 0 1 0 0,29-18-1 0 0,-47 34-274 0 0,-1 1-1 0 0,1 0 0 0 0,1 0 1 0 0,-1 1-1 0 0,0-1 1 0 0,1 1-1 0 0,-1 0 0 0 0,1 1 1 0 0,8-2-1 0 0,-12 3-37 0 0,0 0 1 0 0,0 0-1 0 0,0 0 1 0 0,0 1-1 0 0,0-1 1 0 0,0 1-1 0 0,0-1 1 0 0,-1 1-1 0 0,1-1 1 0 0,0 1-1 0 0,0 0 0 0 0,0 0 1 0 0,-1 0-1 0 0,1 0 1 0 0,0 1-1 0 0,-1-1 1 0 0,1 0-1 0 0,-1 1 1 0 0,1-1-1 0 0,-1 1 1 0 0,0-1-1 0 0,0 1 0 0 0,1-1 1 0 0,-1 1-1 0 0,0 0 1 0 0,0 0-1 0 0,-1 0 1 0 0,1 0-1 0 0,0-1 1 0 0,0 4-1 0 0,3 10-172 0 0,0 0 0 0 0,0 1 1 0 0,-2-1-1 0 0,0 1 0 0 0,-1 0 0 0 0,0 0 0 0 0,-1 0 1 0 0,-4 28-1 0 0,-4 5-755 0 0,-21 70 1 0 0,18-80 588 0 0,0-5 125 0 0,2 2 1 0 0,-9 71-1 0 0,17-99 220 0 0,0 1 1 0 0,1-1-1 0 0,0 1 1 0 0,1 0-1 0 0,0-1 1 0 0,0 1-1 0 0,1-1 0 0 0,0 1 1 0 0,0-1-1 0 0,1 0 1 0 0,0 0-1 0 0,0 0 1 0 0,1 0-1 0 0,0 0 1 0 0,1-1-1 0 0,-1 0 1 0 0,1 0-1 0 0,7 7 0 0 0,-11-12 48 0 0,1-1-1 0 0,-1 1 0 0 0,1-1 0 0 0,0 1 0 0 0,0-1 0 0 0,0 1 1 0 0,0-1-1 0 0,0 0 0 0 0,0 0 0 0 0,0 0 0 0 0,0 0 0 0 0,0-1 0 0 0,1 1 1 0 0,-1 0-1 0 0,0-1 0 0 0,0 1 0 0 0,1-1 0 0 0,-1 0 0 0 0,0 0 0 0 0,1 0 1 0 0,-1 0-1 0 0,3-1 0 0 0,-1 0 55 0 0,-1 0 1 0 0,1-1-1 0 0,-1 0 0 0 0,1 1 0 0 0,-1-1 1 0 0,1 0-1 0 0,-1-1 0 0 0,0 1 1 0 0,0-1-1 0 0,0 1 0 0 0,-1-1 0 0 0,4-4 1 0 0,3-5 179 0 0,0-1 1 0 0,0 0 0 0 0,-1-1-1 0 0,-1 0 1 0 0,9-22 0 0 0,-14 29-235 0 0,0 1 0 0 0,0-1 1 0 0,0 0-1 0 0,-1 0 1 0 0,0 1-1 0 0,0-1 1 0 0,-1 0-1 0 0,1 0 0 0 0,-1 0 1 0 0,-1 0-1 0 0,0 0 1 0 0,0 0-1 0 0,0 1 0 0 0,-1-1 1 0 0,0 0-1 0 0,0 1 1 0 0,0-1-1 0 0,-1 1 0 0 0,-6-11 1 0 0,3 9-9 0 0,0 1-1 0 0,0-1 1 0 0,-1 1 0 0 0,0 1-1 0 0,0-1 1 0 0,0 1 0 0 0,-1 0 0 0 0,0 1-1 0 0,0 0 1 0 0,-1 0 0 0 0,1 1 0 0 0,-1 0-1 0 0,-16-5 1 0 0,-9 0-531 0 0,-1 1 0 0 0,0 2 0 0 0,0 2 0 0 0,0 1 1 0 0,-1 2-1 0 0,-48 4 0 0 0,75-2 334 0 0,0 0-1 0 0,1 1 1 0 0,-1 0 0 0 0,0 0 0 0 0,1 1 0 0 0,-1 0-1 0 0,-9 6 1 0 0,-5 2 106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7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47 336 4609 0 0,'-10'-10'8280'0'0,"-5"-4"-2287"0"0,-2-10-4158 0 0,16 22-1798 0 0,0 0-1 0 0,1 0 0 0 0,-1 0 1 0 0,1 0-1 0 0,-1 0 1 0 0,1 0-1 0 0,0 0 1 0 0,0 0-1 0 0,0-1 1 0 0,0 1-1 0 0,0 0 1 0 0,0 0-1 0 0,1 0 1 0 0,-1 0-1 0 0,1 0 0 0 0,-1 0 1 0 0,1 0-1 0 0,0 0 1 0 0,0 0-1 0 0,0 0 1 0 0,0 1-1 0 0,0-1 1 0 0,0 0-1 0 0,3-2 1 0 0,17-23 114 0 0,0 1 0 0 0,2 2 0 0 0,1 0 0 0 0,1 1 0 0 0,0 2 0 0 0,2 1 1 0 0,1 0-1 0 0,53-27 0 0 0,-79 47-143 0 0,-1-1 0 0 0,1 0 0 0 0,-1 1 1 0 0,1-1-1 0 0,-1 1 0 0 0,1 0 0 0 0,-1-1 0 0 0,1 1 0 0 0,0 0 1 0 0,-1 0-1 0 0,1 0 0 0 0,0 0 0 0 0,-1 0 0 0 0,1 1 0 0 0,-1-1 1 0 0,1 0-1 0 0,-1 1 0 0 0,1-1 0 0 0,0 1 0 0 0,2 1 0 0 0,-1 0 2 0 0,0 0 0 0 0,-1 0 0 0 0,1 1 0 0 0,-1-1 0 0 0,1 1 0 0 0,-1-1 0 0 0,0 1 0 0 0,0 0 0 0 0,3 4 0 0 0,2 7 5 0 0,-1 0-1 0 0,0 0 0 0 0,6 22 0 0 0,-11-33-14 0 0,2 10-1 0 0,10 29-18 0 0,19 44-1 0 0,-27-75 10 0 0,1 1 0 0 0,0-1 0 0 0,0 0 0 0 0,1-1 0 0 0,1 0 0 0 0,0 0 0 0 0,0 0-1 0 0,15 12 1 0 0,-21-20 6 0 0,0-1-1 0 0,-1 0 0 0 0,1 1 0 0 0,0-1 1 0 0,0 0-1 0 0,0 0 0 0 0,0 0 0 0 0,0-1 1 0 0,0 1-1 0 0,0 0 0 0 0,1-1 0 0 0,-1 0 1 0 0,0 1-1 0 0,0-1 0 0 0,0 0 0 0 0,1 0 0 0 0,-1 0 1 0 0,0 0-1 0 0,0 0 0 0 0,0-1 0 0 0,1 1 1 0 0,-1-1-1 0 0,0 1 0 0 0,0-1 0 0 0,0 0 1 0 0,0 0-1 0 0,0 0 0 0 0,0 0 0 0 0,3-2 1 0 0,16-6-59 0 0,-17 9 42 0 0,0 1-1 0 0,0-1 1 0 0,0 1 0 0 0,0 0 0 0 0,-1 0-1 0 0,1 0 1 0 0,5 4 0 0 0,-7-5 7 0 0,2 1 59 0 0,1 0 1 0 0,-1-1-1 0 0,0 1 1 0 0,1-1-1 0 0,-1 0 1 0 0,0-1-1 0 0,1 1 0 0 0,-1-1 1 0 0,0 0-1 0 0,1 0 1 0 0,-1 0-1 0 0,0 0 1 0 0,0-1-1 0 0,0 1 1 0 0,0-1-1 0 0,0 0 1 0 0,0-1-1 0 0,0 1 0 0 0,-1-1 1 0 0,1 0-1 0 0,-1 1 1 0 0,0-1-1 0 0,0-1 1 0 0,5-5-1 0 0,0-3-381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8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 6913 0 0,'-25'9'2041'0'0,"22"-9"-1769"0"0,1 1 0 0 0,-1 0 1 0 0,1-1-1 0 0,0 1 1 0 0,-1 0-1 0 0,1 0 0 0 0,0 0 1 0 0,0 0-1 0 0,0 1 1 0 0,-1-1-1 0 0,2 1 0 0 0,-1-1 1 0 0,0 1-1 0 0,0-1 0 0 0,0 1 1 0 0,1 0-1 0 0,-1 0 1 0 0,1 0-1 0 0,-1 0 0 0 0,1 0 1 0 0,0 0-1 0 0,0 1 1 0 0,0-1-1 0 0,-1 3 0 0 0,-9 35 1407 0 0,-9 73-1 0 0,18-102-1522 0 0,1-5-35 0 0,0 1 1 0 0,0-1-1 0 0,1 1 1 0 0,0 0-1 0 0,0-1 0 0 0,2 12 1 0 0,-1-15-118 0 0,-1-1 0 0 0,1 0-1 0 0,0 0 1 0 0,0 0 0 0 0,0 1 0 0 0,1-1 0 0 0,-1 0 0 0 0,0 0 0 0 0,1-1 0 0 0,-1 1-1 0 0,1 0 1 0 0,-1 0 0 0 0,1-1 0 0 0,0 1 0 0 0,0-1 0 0 0,0 0 0 0 0,0 1 0 0 0,0-1-1 0 0,0 0 1 0 0,0 0 0 0 0,4 1 0 0 0,-1 0-45 0 0,0 0-1 0 0,0 0 1 0 0,-1 0 0 0 0,1 1 0 0 0,7 6-1 0 0,-11-9 57 0 0,-1 1-1 0 0,1-1 0 0 0,0 1 0 0 0,-1-1 0 0 0,1 1 1 0 0,-1-1-1 0 0,1 1 0 0 0,-1 0 0 0 0,0 0 0 0 0,1-1 1 0 0,-1 1-1 0 0,1 0 0 0 0,-1-1 0 0 0,0 1 0 0 0,0 0 0 0 0,0 0 1 0 0,1 0-1 0 0,-1-1 0 0 0,0 1 0 0 0,0 0 0 0 0,0 0 1 0 0,0 0-1 0 0,0 0 0 0 0,0-1 0 0 0,0 1 0 0 0,-1 0 0 0 0,1 0 1 0 0,0-1-1 0 0,0 1 0 0 0,-1 0 0 0 0,1 0 0 0 0,0-1 1 0 0,-1 1-1 0 0,1 0 0 0 0,-1 0 0 0 0,1-1 0 0 0,-1 1 1 0 0,1-1-1 0 0,-1 1 0 0 0,1 0 0 0 0,-1-1 0 0 0,0 1 0 0 0,1-1 1 0 0,-1 0-1 0 0,0 1 0 0 0,1-1 0 0 0,-2 1 0 0 0,-3 1 32 0 0,1 0 0 0 0,-1-1 0 0 0,1 0 0 0 0,-1 0 0 0 0,1 0 0 0 0,-1 0 0 0 0,0-1 0 0 0,0 1 0 0 0,0-1 0 0 0,1-1-1 0 0,-1 1 1 0 0,0-1 0 0 0,1 1 0 0 0,-9-4 0 0 0,-17 1-70 0 0,8 2-430 0 0,-42-3 681 0 0,24-6-6442 0 0,24 3-178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9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65 10594 0 0,'-23'8'2657'0'0,"34"-15"-479"0"0,21-12-258 0 0,28-14-510 0 0,-54 30-1826 0 0,-1 1 1 0 0,1 0-1 0 0,0 0 1 0 0,0 1-1 0 0,0 0 1 0 0,0 0-1 0 0,0 0 1 0 0,12 1-1 0 0,-4 1-896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64 7834 0 0,'-5'8'480'0'0,"3"-5"-308"0"0,0 0-1 0 0,0 0 1 0 0,1 0 0 0 0,-1 0 0 0 0,1 0 0 0 0,0 1 0 0 0,0-1 0 0 0,4 16 4996 0 0,-2-19-4996 0 0,15-1 1637 0 0,11-10-1481 0 0,27-27-1851 0 0,31-18-4331 0 0,-69 47 5803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0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48 1376 0 0,'-8'-13'21937'0'0,"20"8"-24762"0"0,-3 0 2998 0 0,1 0 0 0 0,1 1-1 0 0,-1 1 1 0 0,0-1 0 0 0,1 2-1 0 0,0 0 1 0 0,-1 0 0 0 0,1 1-1 0 0,0 0 1 0 0,0 0 0 0 0,0 2-1 0 0,16 1 1 0 0,-24-1-170 0 0,0 0 0 0 0,0 0 1 0 0,-1 0-1 0 0,1 0 0 0 0,0 0 0 0 0,-1 1 0 0 0,1 0 1 0 0,-1-1-1 0 0,0 1 0 0 0,1 0 0 0 0,-1 0 1 0 0,0 0-1 0 0,0 0 0 0 0,0 0 0 0 0,-1 1 0 0 0,1-1 1 0 0,2 5-1 0 0,-2-2 5 0 0,0-1 1 0 0,-1 1 0 0 0,1 0-1 0 0,-1 0 1 0 0,0 0-1 0 0,0 0 1 0 0,-1 0 0 0 0,0 0-1 0 0,0 8 1 0 0,-2 7 13 0 0,-1-1 1 0 0,-1 1-1 0 0,-1-1 0 0 0,-7 19 1 0 0,-5 9-22 0 0,-40 72 1 0 0,6-13-18 0 0,50-105 8 0 0,1 1 0 0 0,-1-1 1 0 0,0 1-1 0 0,1-1 1 0 0,-1 1-1 0 0,1-1 1 0 0,0 1-1 0 0,-1 0 1 0 0,1-1-1 0 0,0 1 0 0 0,0 0 1 0 0,0-1-1 0 0,0 3 1 0 0,0-4 0 0 0,1 1 0 0 0,-1-1 1 0 0,0 0-1 0 0,0 1 0 0 0,1-1 0 0 0,-1 0 1 0 0,0 1-1 0 0,1-1 0 0 0,-1 0 0 0 0,0 0 1 0 0,1 1-1 0 0,-1-1 0 0 0,0 0 1 0 0,1 0-1 0 0,-1 0 0 0 0,0 0 0 0 0,1 1 1 0 0,-1-1-1 0 0,0 0 0 0 0,1 0 0 0 0,-1 0 1 0 0,1 0-1 0 0,-1 0 0 0 0,0 0 1 0 0,1 0-1 0 0,-1 0 0 0 0,1 0 0 0 0,-1 0 1 0 0,0 0-1 0 0,1 0 0 0 0,-1 0 0 0 0,1-1 1 0 0,6-1-80 0 0,0-1 1 0 0,0 0-1 0 0,0 0 0 0 0,8-6 1 0 0,-4 3 46 0 0,4-2 36 0 0,3-2-22 0 0,1 0 0 0 0,0 1 0 0 0,0 1-1 0 0,29-7 1 0 0,-43 14 19 0 0,1 0 1 0 0,0 0-1 0 0,0 0 0 0 0,0 1 0 0 0,0 0 0 0 0,0 0 0 0 0,0 1 1 0 0,0-1-1 0 0,-1 1 0 0 0,1 1 0 0 0,0-1 0 0 0,0 1 1 0 0,-1 0-1 0 0,1 0 0 0 0,-1 1 0 0 0,0-1 0 0 0,1 1 0 0 0,-1 1 1 0 0,-1-1-1 0 0,7 6 0 0 0,-7-6 9 0 0,-1 0 1 0 0,0 0-1 0 0,0 1 1 0 0,0-1-1 0 0,-1 1 1 0 0,1 0-1 0 0,-1 0 1 0 0,0 0-1 0 0,0 0 0 0 0,0 0 1 0 0,0 0-1 0 0,-1 0 1 0 0,0 1-1 0 0,2 8 1 0 0,-3-5 34 0 0,1 0 0 0 0,-1 0 1 0 0,-1 0-1 0 0,1 0 0 0 0,-2 0 0 0 0,1 0 1 0 0,-5 15-1 0 0,1-8-60 0 0,-1 0 1 0 0,-1-1-1 0 0,0 0 0 0 0,0 0 0 0 0,-2-1 1 0 0,1 0-1 0 0,-2-1 0 0 0,-13 15 1 0 0,17-21-165 0 0,1-1 1 0 0,-1 0-1 0 0,0 0 1 0 0,-1 0-1 0 0,1-1 1 0 0,-1 0-1 0 0,0 0 1 0 0,0-1 0 0 0,0 0-1 0 0,0 0 1 0 0,-1-1-1 0 0,1 0 1 0 0,-14 2-1 0 0,7-4-906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3209 0 0,'-28'34'-114'0'0,"0"1"4688"0"0,-41 50 8456 0 0,66-75-13777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2 129 8290 0 0,'-1'-2'105'0'0,"1"0"1"0"0,0 1 0 0 0,0-1 0 0 0,0 0-1 0 0,0 0 1 0 0,0 0 0 0 0,1 1-1 0 0,-1-1 1 0 0,0 0 0 0 0,1 0 0 0 0,0 1-1 0 0,-1-1 1 0 0,1 0 0 0 0,0 1-1 0 0,0-1 1 0 0,0 1 0 0 0,0-1 0 0 0,0 1-1 0 0,0-1 1 0 0,2-1 0 0 0,27-30 2040 0 0,-28 31-2049 0 0,5-5 527 0 0,0 0-1 0 0,1 1 0 0 0,0-1 1 0 0,1 2-1 0 0,-1-1 0 0 0,17-7 1 0 0,-23 12-544 0 0,-1 0 0 0 0,1 1 1 0 0,0-1-1 0 0,-1 0 0 0 0,1 1 1 0 0,0 0-1 0 0,0-1 0 0 0,-1 1 1 0 0,1 0-1 0 0,0 0 0 0 0,0 0 0 0 0,-1 0 1 0 0,1 0-1 0 0,0 0 0 0 0,0 0 1 0 0,0 1-1 0 0,-1-1 0 0 0,1 1 1 0 0,0-1-1 0 0,-1 1 0 0 0,1 0 0 0 0,0-1 1 0 0,-1 1-1 0 0,1 0 0 0 0,-1 0 1 0 0,0 0-1 0 0,1 0 0 0 0,-1 1 1 0 0,0-1-1 0 0,1 0 0 0 0,-1 1 1 0 0,0-1-1 0 0,0 0 0 0 0,0 1 0 0 0,0-1 1 0 0,0 1-1 0 0,-1 0 0 0 0,1-1 1 0 0,0 1-1 0 0,-1 0 0 0 0,1-1 1 0 0,-1 1-1 0 0,1 0 0 0 0,-1 0 0 0 0,0-1 1 0 0,0 3-1 0 0,2 9-6 0 0,-1 1 0 0 0,0-1 0 0 0,-1 0 0 0 0,0 0 0 0 0,-2 0 0 0 0,1 0-1 0 0,-4 14 1 0 0,-29 91-441 0 0,26-92 345 0 0,-31 80-167 0 0,23-70 510 0 0,3 0 1 0 0,-17 72 0 0 0,30-105-283 0 0,-1-1 0 0 0,1 1 0 0 0,-1 0 0 0 0,1-1 1 0 0,0 1-1 0 0,0 0 0 0 0,0-1 0 0 0,1 1 1 0 0,-1-1-1 0 0,1 1 0 0 0,-1 0 0 0 0,1-1 0 0 0,0 1 1 0 0,0-1-1 0 0,0 0 0 0 0,0 1 0 0 0,3 3 0 0 0,-3-5-26 0 0,0 0-1 0 0,1 0 1 0 0,-1 0 0 0 0,1 0-1 0 0,0 0 1 0 0,-1 0-1 0 0,1 0 1 0 0,0-1-1 0 0,-1 1 1 0 0,1 0-1 0 0,0-1 1 0 0,0 0 0 0 0,0 1-1 0 0,-1-1 1 0 0,1 0-1 0 0,0 0 1 0 0,0 0-1 0 0,0 0 1 0 0,0 0 0 0 0,-1-1-1 0 0,1 1 1 0 0,0-1-1 0 0,0 1 1 0 0,-1-1-1 0 0,4-1 1 0 0,23-10-42 0 0,0-2-1 0 0,-2 0 1 0 0,0-2-1 0 0,0-1 1 0 0,33-30 0 0 0,-17 14-326 0 0,51-37-4349 0 0,-60 48-1872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1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77 279 3225 0 0,'-24'-3'-257'0'0,"20"2"1077"0"0,-1 0 0 0 0,1 0 0 0 0,-1 0 0 0 0,1-1 0 0 0,0 0 0 0 0,-6-3 0 0 0,9 5-568 0 0,0-1-1 0 0,0 0 1 0 0,-1 0 0 0 0,1 1-1 0 0,0-1 1 0 0,0 0 0 0 0,1 0-1 0 0,-1 0 1 0 0,0 0 0 0 0,0 0-1 0 0,0 0 1 0 0,1 0 0 0 0,-1-1-1 0 0,0 1 1 0 0,1 0 0 0 0,-1 0-1 0 0,1 0 1 0 0,0-1 0 0 0,-1 1 0 0 0,1 0-1 0 0,0 0 1 0 0,0-1 0 0 0,0 1-1 0 0,0 0 1 0 0,0-1 0 0 0,0 1-1 0 0,0 0 1 0 0,0-1 0 0 0,0 1-1 0 0,0 0 1 0 0,1 0 0 0 0,-1-1-1 0 0,1 1 1 0 0,-1 0 0 0 0,1 0-1 0 0,-1 0 1 0 0,1-1 0 0 0,0 1 0 0 0,0 0-1 0 0,-1 0 1 0 0,1 0 0 0 0,0 0-1 0 0,0 0 1 0 0,2-1 0 0 0,-3 1-169 0 0,1 1 1 0 0,-1-1 0 0 0,1 0 0 0 0,0 1-1 0 0,-1-1 1 0 0,1 1 0 0 0,0-1 0 0 0,-1 1-1 0 0,1-1 1 0 0,0 1 0 0 0,0-1-1 0 0,-1 1 1 0 0,1-1 0 0 0,0 1 0 0 0,0 0-1 0 0,0 0 1 0 0,0-1 0 0 0,0 1 0 0 0,-1 0-1 0 0,1 0 1 0 0,0 0 0 0 0,0 0 0 0 0,0 0-1 0 0,0 0 1 0 0,0 0 0 0 0,1 1-1 0 0,0-1-3 0 0,0 1-1 0 0,-1 0 1 0 0,1 0-1 0 0,0 0 1 0 0,0 1-1 0 0,0-1 1 0 0,-1 0 0 0 0,1 1-1 0 0,-1-1 1 0 0,4 4-1 0 0,2 4-8 0 0,0 1-1 0 0,-1 0 1 0 0,7 13 0 0 0,-10-18 74 0 0,109 188 153 0 0,-85-154 24 0 0,1-1 0 0 0,56 58 0 0 0,-86-99-260 0 0,1-1-1 0 0,-1 1 1 0 0,1-1-1 0 0,0 0 1 0 0,0 1-1 0 0,0-1 1 0 0,0 0-1 0 0,1 0 0 0 0,-1-4 1 0 0,0-2-2 0 0,-2-19-160 0 0,0-1-1 0 0,2 0 1 0 0,1 1-1 0 0,2-1 1 0 0,1 0 0 0 0,1 1-1 0 0,13-47 1 0 0,-5 36-731 0 0,1 1 0 0 0,2 1 1 0 0,2 0-1 0 0,42-68 0 0 0,-28 59-376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1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10 507 3681 0 0,'0'-1'66'0'0,"-1"0"1"0"0,0 1-1 0 0,0-1 1 0 0,0 0-1 0 0,1 0 1 0 0,-1 0-1 0 0,0 0 1 0 0,1 0-1 0 0,-1 0 0 0 0,1 0 1 0 0,-1 0-1 0 0,1-1 1 0 0,-1 1-1 0 0,1 0 1 0 0,0 0-1 0 0,0 0 1 0 0,-1 0-1 0 0,1-1 1 0 0,0 1-1 0 0,0 0 1 0 0,0 0-1 0 0,0 0 1 0 0,1 0-1 0 0,-1-1 0 0 0,0 1 1 0 0,0 0-1 0 0,1 0 1 0 0,-1 0-1 0 0,1 0 1 0 0,-1 0-1 0 0,1 0 1 0 0,-1 0-1 0 0,1 0 1 0 0,-1 0-1 0 0,1 0 1 0 0,0 0-1 0 0,0 0 1 0 0,0 0-1 0 0,-1 0 0 0 0,1 0 1 0 0,0 1-1 0 0,0-1 1 0 0,0 0-1 0 0,0 1 1 0 0,2-2-1 0 0,4-2 237 0 0,0 0-1 0 0,0 1 1 0 0,0 0 0 0 0,0 0-1 0 0,12-3 1 0 0,75-14 1272 0 0,0 4 1 0 0,135-4-1 0 0,-60 6-100 0 0,658-52 3148 0 0,-1 59-3317 0 0,-536 22-1085 0 0,269 6-212 0 0,-377-22 152 0 0,195-27-1 0 0,-230 8 69 0 0,232-62 0 0 0,272-93-1230 0 0,-568 151 105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2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5293 1 17972 0 0,'-5'11'541'0'0,"2"-4"-343"0"0,0 0-1 0 0,1-1 1 0 0,0 1-1 0 0,0 0 1 0 0,0 0-1 0 0,1 1 1 0 0,0-1-1 0 0,0 0 1 0 0,1 0-1 0 0,1 10 1 0 0,59 422 2877 0 0,8 88-2503 0 0,-50-259-344 0 0,35 331 124 0 0,-50-575-367 0 0,18 170 26 0 0,-20-172-209 0 0,-1 0 1 0 0,-1 0-1 0 0,-1 0 1 0 0,-1 0-1 0 0,-1 0 1 0 0,-11 35-1 0 0,14-55 201 0 0,0 0 0 0 0,0 0-1 0 0,0 0 1 0 0,0 0-1 0 0,0-1 1 0 0,0 1-1 0 0,-1-1 1 0 0,1 1 0 0 0,-1-1-1 0 0,1 1 1 0 0,-1-1-1 0 0,1 0 1 0 0,-1 1 0 0 0,0-1-1 0 0,0 0 1 0 0,-2 1-1 0 0,-37 10 553 0 0,4-1-835 0 0,-27 18 251 0 0,-2-2 0 0 0,-129 34 0 0 0,-180-4 446 0 0,-6-29-689 0 0,123-10-314 0 0,-207 12-821 0 0,-31 2 846 0 0,298-17 561 0 0,-229 23 0 0 0,-202 24-73 0 0,440-46 132 0 0,-505 40 19 0 0,548-40-68 0 0,-277 19 165 0 0,382-35-129 0 0,1-1 0 0 0,0-1 0 0 0,-73-16 0 0 0,87 12-3327 0 0,-43-17 1 0 0,37 9-3275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2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3 10138 0 0,'-4'-1'291'0'0,"0"1"1"0"0,0-1-1 0 0,1 1 0 0 0,-1-1 0 0 0,0 1 0 0 0,0 1 1 0 0,0-1-1 0 0,0 0 0 0 0,1 1 0 0 0,-1 0 1 0 0,0 0-1 0 0,1 0 0 0 0,-1 0 0 0 0,0 1 0 0 0,1-1 1 0 0,-1 1-1 0 0,1 0 0 0 0,0 0 0 0 0,0 0 1 0 0,0 0-1 0 0,0 1 0 0 0,0-1 0 0 0,0 1 0 0 0,0 0 1 0 0,1 0-1 0 0,0 0 0 0 0,-1 0 0 0 0,1 0 0 0 0,-3 7 1 0 0,-6 9 167 0 0,1 1 1 0 0,1 1-1 0 0,1-1 0 0 0,1 2 1 0 0,1-1-1 0 0,0 1 1 0 0,-3 32-1 0 0,2 15-188 0 0,1 76 0 0 0,26 261 49 0 0,28-1 2 0 0,-33-291-299 0 0,74 535-199 0 0,-66-498 0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8.6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7 142 6449 0 0,'-1'-5'-70'0'0,"-4"-60"1881"0"0,5 58-791 0 0,0 0-1 0 0,1 0 0 0 0,-1 0 0 0 0,2 0 0 0 0,-1 0 0 0 0,1 1 0 0 0,3-9 0 0 0,-5 14-937 0 0,0 1-1 0 0,0-1 1 0 0,0 1-1 0 0,0 0 1 0 0,0-1-1 0 0,0 1 1 0 0,0 0-1 0 0,1-1 1 0 0,-1 1-1 0 0,0 0 0 0 0,0-1 1 0 0,0 1-1 0 0,1 0 1 0 0,-1-1-1 0 0,0 1 1 0 0,0 0-1 0 0,1-1 1 0 0,-1 1-1 0 0,0 0 0 0 0,0 0 1 0 0,1 0-1 0 0,-1-1 1 0 0,0 1-1 0 0,1 0 1 0 0,-1 0-1 0 0,0 0 1 0 0,1 0-1 0 0,-1-1 1 0 0,1 1-1 0 0,-1 0 0 0 0,0 0 1 0 0,1 0-1 0 0,-1 0 1 0 0,0 0-1 0 0,1 0 1 0 0,-1 0-1 0 0,1 0 1 0 0,-1 0-1 0 0,0 0 0 0 0,1 0 1 0 0,10 15 1265 0 0,2 22-678 0 0,-4 34-297 0 0,0 136 0 0 0,-8-111-277 0 0,46 628 72 0 0,-13-277-22 0 0,44 302 386 0 0,-67-649-87 0 0,-6 195 0 0 0,-4-262-1205 0 0,1-1 0 0 0,9 46-1 0 0,-9-64-33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243 165 3225 0 0,'-145'21'3296'0'0,"48"-16"7283"0"0,115-9-7804 0 0,391-48 202 0 0,-32 43-2275 0 0,-35 2-326 0 0,-266 2-288 0 0,0-4 0 0 0,110-28 0 0 0,-104 13-46 0 0,-55 14-69 0 0,0 1 1 0 0,1 2-1 0 0,-1 1 0 0 0,2 1 0 0 0,29-1 1 0 0,-57 6-2 0 0,0 0 1 0 0,1-1-1 0 0,-1 1 1 0 0,0 0-1 0 0,1 0 1 0 0,-1 1-1 0 0,0-1 1 0 0,1 0-1 0 0,-1 0 1 0 0,0 1-1 0 0,1-1 1 0 0,-1 0-1 0 0,0 1 1 0 0,0 0-1 0 0,1-1 1 0 0,-1 1-1 0 0,0 0 1 0 0,0-1-1 0 0,0 1 1 0 0,0 0-1 0 0,0 0 1 0 0,0 0-1 0 0,0 0 1 0 0,0 0-1 0 0,0 0 0 0 0,-1 0 1 0 0,1 0-1 0 0,0 1 1 0 0,-1-1-1 0 0,1 0 1 0 0,0 0-1 0 0,-1 0 1 0 0,0 1-1 0 0,1-1 1 0 0,-1 0-1 0 0,0 1 1 0 0,0-1-1 0 0,0 0 1 0 0,1 1-1 0 0,-1-1 1 0 0,-1 3-1 0 0,0 4-667 0 0,-1 1 0 0 0,1 0 1 0 0,-2-1-1 0 0,1 0 0 0 0,-6 11 0 0 0,6-14-33 0 0,-6 16-5949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4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65 5985 0 0,'30'-15'8723'0'0,"26"-8"-4116"0"0,-30 16-3831 0 0,0 1 1 0 0,0 1-1 0 0,40-2 1 0 0,-30 5-925 0 0,-1 2 1 0 0,0 2-1 0 0,1 1 1 0 0,45 10-1 0 0,-5 9-1747 0 0,-45-11-4015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7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0 920 0 0,'-1'0'598'0'0,"-1"0"1"0"0,0 1-1 0 0,1-1 0 0 0,-1 0 0 0 0,0 0 0 0 0,1 1 1 0 0,-1-1-1 0 0,1 1 0 0 0,-12 7 4786 0 0,11-6-4786 0 0,0 1-110 0 0,0 0 0 0 0,0 0-1 0 0,0 0 1 0 0,0 0 0 0 0,0 1 0 0 0,1-1-1 0 0,0 0 1 0 0,-1 5 0 0 0,-2 6-247 0 0,2 1-1 0 0,0 0 1 0 0,0 17 0 0 0,1-19 621 0 0,0 305 2359 0 0,2-76-2410 0 0,8 525-1813 0 0,-7-725 467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0.6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88 39 3225 0 0,'-15'3'-255'0'0,"9"-2"1275"0"0,-1 1-1 0 0,1-1 1 0 0,-1 1-1 0 0,1 0 1 0 0,0 0-1 0 0,0 1 1 0 0,0 0-1 0 0,1 0 0 0 0,-1 0 1 0 0,-5 5-1 0 0,24-7 2120 0 0,19 5-2563 0 0,-29-6-312 0 0,55 10 510 0 0,-1-3 1 0 0,60 0 0 0 0,119-11 152 0 0,-78 0-446 0 0,948-45 666 0 0,-909 37-1056 0 0,101 0 150 0 0,55-4 227 0 0,-277 11-343 0 0,120 7-1 0 0,-167 1-236 0 0,0 0 0 0 0,0 3 0 0 0,-1 0 0 0 0,1 1 0 0 0,-1 2 1 0 0,-1 1-1 0 0,33 17 0 0 0,-45-19-162 0 0,15 8-847 0 0,-9-11-3071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1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19 10594 0 0,'-35'-8'1382'0'0,"3"-1"745"0"0,10 7 3670 0 0,27 45-3659 0 0,7 331-1507 0 0,4 37-615 0 0,-4-321-201 0 0,8 87 386 0 0,-19-150-825 0 0,-1 0-1 0 0,-1-1 1 0 0,-1 1-1 0 0,-9 40 1 0 0,-6-22-2549 0 0,14-39 2733 0 0,0 0-1 0 0,1 0 1 0 0,-1 1-1 0 0,1-1 0 0 0,0 1 1 0 0,1-1-1 0 0,0 1 1 0 0,0-1-1 0 0,0 1 1 0 0,1 0-1 0 0,0 8 1 0 0,2-9 386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 4145 0 0,'-8'3'741'0'0,"1"1"-1"0"0,-1 0 1 0 0,1 1 0 0 0,0 0-1 0 0,1 0 1 0 0,-1 0 0 0 0,1 1 0 0 0,-11 12-1 0 0,-2 1 1364 0 0,16-17-1890 0 0,1 0 1 0 0,0 0 0 0 0,0 0-1 0 0,0 0 1 0 0,0 0 0 0 0,1 0-1 0 0,-1 1 1 0 0,1-1-1 0 0,-1 0 1 0 0,1 1 0 0 0,0-1-1 0 0,-1 1 1 0 0,0 4 0 0 0,2-5-133 0 0,0-1 0 0 0,1 1 0 0 0,-1-1 1 0 0,1 1-1 0 0,-1-1 0 0 0,1 1 1 0 0,-1-1-1 0 0,1 0 0 0 0,0 1 0 0 0,-1-1 1 0 0,1 0-1 0 0,0 1 0 0 0,0-1 1 0 0,0 0-1 0 0,0 0 0 0 0,0 0 0 0 0,1 0 1 0 0,-1 0-1 0 0,0 0 0 0 0,0 0 1 0 0,1 0-1 0 0,-1-1 0 0 0,0 1 0 0 0,1 0 1 0 0,-1-1-1 0 0,2 1 0 0 0,14 6-61 0 0,-1 0-1 0 0,1-1 1 0 0,0-1-1 0 0,0-1 1 0 0,20 3-1 0 0,91 4 73 0 0,-42-5-70 0 0,-86-6-24 0 0,1 0 0 0 0,-1 0 0 0 0,1 0 0 0 0,0 0 1 0 0,-1 0-1 0 0,1 0 0 0 0,-1 0 0 0 0,1 0 0 0 0,0 0 0 0 0,-1 1 0 0 0,1-1 1 0 0,-1 0-1 0 0,1 0 0 0 0,-1 1 0 0 0,1-1 0 0 0,-1 0 0 0 0,1 1 0 0 0,-1-1 1 0 0,1 0-1 0 0,-1 1 0 0 0,1-1 0 0 0,-1 1 0 0 0,1-1 0 0 0,-1 1 0 0 0,0-1 1 0 0,1 1-1 0 0,-1-1 0 0 0,0 1 0 0 0,0-1 0 0 0,1 2 0 0 0,-1-1-3 0 0,0 0-1 0 0,0 1 0 0 0,-1-1 1 0 0,1 0-1 0 0,0 1 1 0 0,0-1-1 0 0,-1 0 0 0 0,1 0 1 0 0,-1 1-1 0 0,1-1 0 0 0,-1 0 1 0 0,0 0-1 0 0,-1 2 1 0 0,-30 33-151 0 0,30-33 138 0 0,-51 46-485 0 0,31-30 362 0 0,1 1 0 0 0,1 1 0 0 0,-28 37-1 0 0,48-57 143 0 0,-1-1 1 0 0,1 1-1 0 0,-1-1 0 0 0,1 1 0 0 0,-1 0 0 0 0,1-1 0 0 0,0 1 0 0 0,-1 0 0 0 0,1 0 0 0 0,0-1 0 0 0,0 1 0 0 0,-1 0 1 0 0,1 0-1 0 0,0-1 0 0 0,0 1 0 0 0,0 0 0 0 0,0 0 0 0 0,0-1 0 0 0,0 1 0 0 0,0 0 0 0 0,0 0 0 0 0,0-1 1 0 0,0 1-1 0 0,1 0 0 0 0,-1 0 0 0 0,0-1 0 0 0,1 1 0 0 0,-1 0 0 0 0,0 0 0 0 0,1 0 0 0 0,1 1-16 0 0,-1-1 0 0 0,1 0 0 0 0,0 0 0 0 0,-1 0 0 0 0,1 0 0 0 0,0-1 0 0 0,-1 1 0 0 0,1 0 0 0 0,0-1 0 0 0,0 1 0 0 0,-1-1 0 0 0,4 0 0 0 0,5 1 3 0 0,1 0 0 0 0,-1-1-1 0 0,18-2 1 0 0,-24 1 89 0 0,10-1 130 0 0,0 0-1 0 0,1 1 1 0 0,-1 1-1 0 0,0 0 1 0 0,16 2-1 0 0,-28-2-187 0 0,1 1-1 0 0,-1-1 1 0 0,0 1 0 0 0,1 0 0 0 0,-1-1-1 0 0,0 1 1 0 0,0 0 0 0 0,0 1 0 0 0,1-1 0 0 0,-1 0-1 0 0,0 1 1 0 0,-1-1 0 0 0,1 1 0 0 0,0-1-1 0 0,3 5 1 0 0,-4-4-20 0 0,0 0-1 0 0,0 0 1 0 0,0 1 0 0 0,-1-1 0 0 0,1 0-1 0 0,0 1 1 0 0,-1-1 0 0 0,0 1-1 0 0,1-1 1 0 0,-1 1 0 0 0,0-1 0 0 0,0 1-1 0 0,-1-1 1 0 0,1 1 0 0 0,0-1-1 0 0,-1 0 1 0 0,1 1 0 0 0,-1-1 0 0 0,-1 3-1 0 0,-5 11-59 0 0,-1 1 0 0 0,0-2-1 0 0,-1 1 1 0 0,-1-1 0 0 0,0 0-1 0 0,-1-1 1 0 0,-17 16 0 0 0,11-10-689 0 0,0 1-1 0 0,-16 26 1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0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7802 0 0,'0'1'177'0'0,"1"0"1"0"0,-1 0 0 0 0,1 0 0 0 0,-1 0 0 0 0,0 0 0 0 0,1 0-1 0 0,-1 0 1 0 0,0 0 0 0 0,0 0 0 0 0,0 1 0 0 0,0-1 0 0 0,0 0-1 0 0,0 0 1 0 0,0 0 0 0 0,0 0 0 0 0,0 0 0 0 0,0 0 0 0 0,-1 2-1 0 0,1-1 167 0 0,1 29 2301 0 0,2 1 0 0 0,8 34 0 0 0,2 7-1292 0 0,15 114-204 0 0,8 75-829 0 0,-8 267-178 0 0,-29-495-909 0 0,-9 66 0 0 0,9-97 624 0 0,-1 15-783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9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0 10594 0 0,'-18'15'2031'0'0,"15"-13"-1493"0"0,1-1 1 0 0,0 1-1 0 0,-1 0 0 0 0,1 0 1 0 0,0 0-1 0 0,0 0 1 0 0,0 0-1 0 0,1 0 1 0 0,-4 5-1 0 0,47-9 1981 0 0,-29 0-2410 0 0,0 2-1 0 0,-1-1 0 0 0,1 1 0 0 0,0 1 1 0 0,-1 0-1 0 0,16 4 0 0 0,-20-3-103 0 0,-1 0 0 0 0,0 0 0 0 0,0 0-1 0 0,0 1 1 0 0,0 0 0 0 0,-1 0 0 0 0,1 1 0 0 0,-1 0-1 0 0,0 0 1 0 0,0 0 0 0 0,0 1 0 0 0,5 5 0 0 0,-10-8-18 0 0,1 0 1 0 0,-1-1 0 0 0,-1 1 0 0 0,1 0 0 0 0,0-1 0 0 0,0 1 0 0 0,-1 0-1 0 0,1 0 1 0 0,-1 0 0 0 0,1 0 0 0 0,-1 0 0 0 0,0 0 0 0 0,0 0 0 0 0,0-1-1 0 0,0 1 1 0 0,0 0 0 0 0,0 0 0 0 0,0 0 0 0 0,-1 0 0 0 0,1 0 0 0 0,-1 0-1 0 0,1 0 1 0 0,-1-1 0 0 0,0 1 0 0 0,0 0 0 0 0,0 0 0 0 0,-1 2 0 0 0,-5 6-104 0 0,0 1 0 0 0,-1-1 0 0 0,-10 11 0 0 0,3-4-57 0 0,-26 29-234 0 0,31-37 311 0 0,0 1 1 0 0,1 0-1 0 0,0 0 1 0 0,1 1-1 0 0,0 0 1 0 0,1 0-1 0 0,0 1 0 0 0,1 0 1 0 0,-6 15-1 0 0,12-25 105 0 0,-1-1 0 0 0,1 1 0 0 0,0-1-1 0 0,0 1 1 0 0,-1-1 0 0 0,1 1 0 0 0,0-1 0 0 0,0 1-1 0 0,1-1 1 0 0,-1 1 0 0 0,0 0 0 0 0,0-1-1 0 0,1 1 1 0 0,-1-1 0 0 0,1 1 0 0 0,-1-1 0 0 0,1 0-1 0 0,0 1 1 0 0,0-1 0 0 0,-1 0 0 0 0,1 1-1 0 0,0-1 1 0 0,0 0 0 0 0,0 0 0 0 0,0 0-1 0 0,1 0 1 0 0,-1 0 0 0 0,0 0 0 0 0,0 0 0 0 0,1 0-1 0 0,-1 0 1 0 0,0 0 0 0 0,1-1 0 0 0,-1 1-1 0 0,1-1 1 0 0,-1 1 0 0 0,1-1 0 0 0,-1 1 0 0 0,3-1-1 0 0,8 2 77 0 0,1 0 0 0 0,-1-1 0 0 0,1 0 0 0 0,14-2 0 0 0,1 1-28 0 0,-21 0-42 0 0,-1 1 1 0 0,1 0-1 0 0,0 0 0 0 0,-1 0 1 0 0,1 1-1 0 0,-1 0 1 0 0,9 4-1 0 0,-13-5-8 0 0,0 0-1 0 0,-1 0 1 0 0,1 0 0 0 0,-1 0-1 0 0,1 1 1 0 0,-1-1-1 0 0,0 0 1 0 0,1 1-1 0 0,-1-1 1 0 0,0 1-1 0 0,0 0 1 0 0,0-1-1 0 0,0 1 1 0 0,0 0 0 0 0,-1 0-1 0 0,1-1 1 0 0,0 1-1 0 0,-1 0 1 0 0,0 0-1 0 0,1 0 1 0 0,-1 0-1 0 0,0 0 1 0 0,0 0-1 0 0,0 0 1 0 0,0 0 0 0 0,0 0-1 0 0,0-1 1 0 0,0 1-1 0 0,-1 0 1 0 0,0 2-1 0 0,-5 17-30 0 0,-1-1 0 0 0,-1 0-1 0 0,0-1 1 0 0,-2 1 0 0 0,0-2 0 0 0,-24 33-1 0 0,18-28-103 0 0,1 1 0 0 0,1 1 0 0 0,-11 28 0 0 0,25-52 59 0 0,-1-1 0 0 0,1 1 0 0 0,0-1 0 0 0,-1 0 0 0 0,1 1 0 0 0,0-1 0 0 0,0 1 0 0 0,0-1 0 0 0,-1 1 0 0 0,1-1 1 0 0,0 1-1 0 0,0-1 0 0 0,0 1 0 0 0,0-1 0 0 0,0 0 0 0 0,0 1 0 0 0,0-1 0 0 0,0 1 0 0 0,0-1 0 0 0,0 1 1 0 0,0-1-1 0 0,0 1 0 0 0,0-1 0 0 0,0 1 0 0 0,1-1 0 0 0,-1 1 0 0 0,0-1 0 0 0,0 1 0 0 0,0-1 0 0 0,1 0 1 0 0,-1 1-1 0 0,0-1 0 0 0,1 1 0 0 0,-1-1 0 0 0,0 0 0 0 0,1 1 0 0 0,-1-1 0 0 0,0 0 0 0 0,1 1 0 0 0,-1-1 1 0 0,1 0-1 0 0,-1 0 0 0 0,1 0 0 0 0,-1 1 0 0 0,0-1 0 0 0,1 0 0 0 0,0 0 0 0 0,24-4-5309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3.7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3424 38 112 0 0,'19'-12'-312'0'0,"7"-5"2872"0"0,-4 9 5518 0 0,-21 8-7860 0 0,-1 0 0 0 0,1 1 0 0 0,0-1 0 0 0,0 1 0 0 0,-1-1 0 0 0,1 1 0 0 0,0-1 0 0 0,-1 1 0 0 0,1-1 0 0 0,0 1 0 0 0,-1-1 0 0 0,1 1 0 0 0,-1 0 0 0 0,1-1 0 0 0,-1 1 0 0 0,0 0 0 0 0,1 0 0 0 0,-1-1 0 0 0,1 1 0 0 0,-1 0 0 0 0,0 0 0 0 0,0 0 0 0 0,0-1 0 0 0,1 1 0 0 0,-1 0 0 0 0,0 0 0 0 0,0 1-1 0 0,2 30 985 0 0,-1-26-728 0 0,35 450 3162 0 0,-16-188-2779 0 0,-17-216-802 0 0,-1-22-46 0 0,0-4 18 0 0,-3 45 1 0 0,0-55-10 0 0,1-1-1 0 0,2 23 1 0 0,-2-33-11 0 0,1 1 0 0 0,0 0 0 0 0,0-1 0 0 0,1 1 0 0 0,-1 0 0 0 0,1-1 1 0 0,0 0-1 0 0,1 1 0 0 0,4 7 0 0 0,-7-13 2 0 0,1 0-1 0 0,-1 1 1 0 0,0-1-1 0 0,1 0 1 0 0,-1 1 0 0 0,1-1-1 0 0,-1 1 1 0 0,0-1 0 0 0,0 1-1 0 0,1-1 1 0 0,-1 1 0 0 0,0-1-1 0 0,0 1 1 0 0,1-1-1 0 0,-1 1 1 0 0,0-1 0 0 0,0 1-1 0 0,0-1 1 0 0,0 1 0 0 0,0-1-1 0 0,0 1 1 0 0,0-1 0 0 0,0 1-1 0 0,0 0 1 0 0,0-1-1 0 0,0 1 1 0 0,0-1 0 0 0,-1 1-1 0 0,-12 4 216 0 0,4-3-275 0 0,-35 13 144 0 0,26-9-87 0 0,0 0-1 0 0,-1-1 0 0 0,1-1 0 0 0,-1 0 1 0 0,-35 1-1 0 0,-433 11-1144 0 0,335-8 763 0 0,-189-13 0 0 0,137-8-966 0 0,-374 24 1 0 0,409 6 473 0 0,-338 17 1948 0 0,422-36-1213 0 0,-588 14 907 0 0,669-11-759 0 0,-9 0 310 0 0,0 0 0 0 0,-25-2 0 0 0,34 1-276 0 0,0-1 1 0 0,0 0-1 0 0,0 0 1 0 0,0 0-1 0 0,0 0 1 0 0,1-1-1 0 0,-1 0 0 0 0,0 1 1 0 0,1-1-1 0 0,-1-1 1 0 0,1 1-1 0 0,0 0 0 0 0,-5-5 1 0 0,6 5-190 0 0,0 0-1 0 0,0 1 1 0 0,0-1 0 0 0,0 1-1 0 0,0 0 1 0 0,0-1 0 0 0,0 1-1 0 0,-1 0 1 0 0,1 0 0 0 0,0 0-1 0 0,0 1 1 0 0,-1-1 0 0 0,-4 0-1 0 0,-19 4-5298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4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5377 0 0,'5'6'14974'0'0,"27"192"-12959"0"0,-6-49-1768 0 0,46 490-7 0 0,-71-629-220 0 0,1 11 58 0 0,0-1 1 0 0,-1 1 0 0 0,-1-1 0 0 0,-1 1-1 0 0,-8 40 1 0 0,6-52-183 0 0,3-11-108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2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76 149 8290 0 0,'-9'-12'1267'0'0,"-32"-46"2508"0"0,37 52-3187 0 0,1 0-1 0 0,-1-1 1 0 0,2 1 0 0 0,-1 0-1 0 0,0-1 1 0 0,1 0 0 0 0,-2-10-1 0 0,4 16-466 0 0,0 0-1 0 0,0 0 1 0 0,0 0 0 0 0,0 0-1 0 0,0 1 1 0 0,-1-1-1 0 0,2 0 1 0 0,-1 0 0 0 0,0 0-1 0 0,0 1 1 0 0,0-1-1 0 0,0 0 1 0 0,0 0 0 0 0,1 0-1 0 0,-1 1 1 0 0,0-1-1 0 0,1 0 1 0 0,0-1-1 0 0,9 4 1460 0 0,12 22-796 0 0,-8 3-758 0 0,-1 1 0 0 0,-1 1 0 0 0,-2 0 1 0 0,0 0-1 0 0,7 49 0 0 0,-2-16-18 0 0,9 35-609 0 0,5 0 0 0 0,4-3-1 0 0,54 110 1 0 0,-77-186-1492 0 0,-1-2-4652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6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51 177 6449 0 0,'-5'-12'368'0'0,"-18"-37"2731"0"0,22 47-2489 0 0,-1 0-1 0 0,0-1 1 0 0,1 1-1 0 0,-1 0 1 0 0,0 0-1 0 0,0 0 1 0 0,0 1-1 0 0,0-1 1 0 0,-4-2-1 0 0,8 37 2020 0 0,5 14-2693 0 0,3 0 1 0 0,31 89-1 0 0,-36-123 34 0 0,0-1 1 0 0,1 1-1 0 0,0-1 0 0 0,1 0 0 0 0,0 0 0 0 0,1-1 0 0 0,1 0 1 0 0,-1 0-1 0 0,2-1 0 0 0,-1-1 0 0 0,2 1 0 0 0,-1-1 0 0 0,1-1 1 0 0,0 0-1 0 0,13 7 0 0 0,-21-14 55 0 0,0 1 0 0 0,0-1 0 0 0,-1 0 0 0 0,1 0 0 0 0,0 0 0 0 0,0 0 0 0 0,0 0 0 0 0,1-1 0 0 0,-1 1 0 0 0,0-1 0 0 0,0 0 0 0 0,0 0 0 0 0,0 0 0 0 0,0 0 0 0 0,0-1 1 0 0,1 1-1 0 0,-1-1 0 0 0,0 1 0 0 0,0-1 0 0 0,0 0 0 0 0,0-1 0 0 0,-1 1 0 0 0,1 0 0 0 0,0-1 0 0 0,0 0 0 0 0,-1 1 0 0 0,1-1 0 0 0,-1 0 0 0 0,0 0 0 0 0,1-1 0 0 0,-1 1 0 0 0,0 0 0 0 0,0-1 0 0 0,0 1 0 0 0,-1-1 0 0 0,1 0 0 0 0,-1 1 0 0 0,2-5 0 0 0,1-2 151 0 0,0 0 0 0 0,-1-1 0 0 0,0 1 0 0 0,-1-1 0 0 0,0 1 0 0 0,0-1 0 0 0,-1 0 1 0 0,-1 0-1 0 0,1 1 0 0 0,-2-1 0 0 0,-1-13-1 0 0,-4-5-41 0 0,-2 1 0 0 0,-2-1-1 0 0,0 2 1 0 0,-1-1 0 0 0,-2 1-1 0 0,-1 1 1 0 0,0 1 0 0 0,-2 0-1 0 0,-23-26 1 0 0,32 41-930 0 0,-1 0 1 0 0,0 1-1 0 0,0 0 0 0 0,-1 1 1 0 0,0 0-1 0 0,0 0 1 0 0,0 1-1 0 0,-21-10 1 0 0,14 10-5768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0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0 312 5985 0 0,'10'2'8495'0'0,"5"5"-4204"0"0,-1 1-4118 0 0,0 0-1 0 0,0 1 1 0 0,-1 1-1 0 0,22 20 1 0 0,-2 6-14 0 0,-13-14-192 0 0,1 0 1 0 0,0-1 0 0 0,27 19-1 0 0,-41-35 114 0 0,1 0 1 0 0,-1 0-1 0 0,1-1 0 0 0,0 0 1 0 0,0-1-1 0 0,0 0 0 0 0,0 0 1 0 0,0-1-1 0 0,1 0 0 0 0,-1 0 1 0 0,1-1-1 0 0,0 0 0 0 0,-1 0 1 0 0,1-1-1 0 0,11-1 0 0 0,-17 0-9 0 0,1 0 0 0 0,-1 0 0 0 0,0 0 0 0 0,0 0 0 0 0,1 0 0 0 0,-1-1-1 0 0,0 0 1 0 0,0 0 0 0 0,0 1 0 0 0,-1-2 0 0 0,1 1 0 0 0,0 0-1 0 0,-1 0 1 0 0,1-1 0 0 0,-1 0 0 0 0,0 1 0 0 0,0-1 0 0 0,0 0-1 0 0,0 0 1 0 0,0 0 0 0 0,-1 0 0 0 0,0 0 0 0 0,1 0 0 0 0,-1-1 0 0 0,0 1-1 0 0,0 0 1 0 0,0-6 0 0 0,2-10 76 0 0,0 0-1 0 0,-1-1 1 0 0,-1-31-1 0 0,-1 39-36 0 0,-12-152 428 0 0,6 105-850 0 0,1-70 0 0 0,7 106-126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1.7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53 5529 0 0,'-5'-7'1810'0'0,"0"-1"0"0"0,0 1 0 0 0,-8-23 9931 0 0,31 56-11476 0 0,2 31-102 0 0,-2 0 0 0 0,18 108-1 0 0,-6-26-95 0 0,-24-114-161 0 0,3 11-980 0 0,16 43 0 0 0,-19-63-200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2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7 116 6913 0 0,'-2'-7'707'0'0,"0"1"0"0"0,1 0-1 0 0,0-1 1 0 0,1 1-1 0 0,-1-1 1 0 0,1 1-1 0 0,0 0 1 0 0,1-1-1 0 0,1-6 1 0 0,-2 10-343 0 0,1 0 0 0 0,0 0 0 0 0,0 0 0 0 0,0-1 0 0 0,0 1 0 0 0,0 1 0 0 0,1-1 0 0 0,-1 0 0 0 0,3-3 0 0 0,-3 5-205 0 0,-1 0 0 0 0,1 0 0 0 0,0 0 1 0 0,0 1-1 0 0,0-1 0 0 0,0 0 1 0 0,0 0-1 0 0,0 1 0 0 0,1-1 0 0 0,-1 0 1 0 0,0 1-1 0 0,0-1 0 0 0,0 1 0 0 0,1 0 1 0 0,-1-1-1 0 0,0 1 0 0 0,0 0 1 0 0,1 0-1 0 0,-1-1 0 0 0,0 1 0 0 0,1 0 1 0 0,0 1-1 0 0,1-1-87 0 0,0 1 1 0 0,0 0 0 0 0,0 0-1 0 0,0 1 1 0 0,0-1 0 0 0,0 0-1 0 0,0 1 1 0 0,-1 0-1 0 0,1 0 1 0 0,-1 0 0 0 0,1 0-1 0 0,-1 0 1 0 0,0 0 0 0 0,0 0-1 0 0,0 1 1 0 0,0-1-1 0 0,0 1 1 0 0,0 0 0 0 0,-1 0-1 0 0,2 4 1 0 0,4 8 7 0 0,0 1 1 0 0,6 24 0 0 0,-10-29-8 0 0,20 65-17 0 0,-1 2-407 0 0,3-1-1 0 0,4-1 1 0 0,40 75 0 0 0,-64-140-36 0 0,13 16-3663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5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180 4 1840 0 0,'-2'-1'324'0'0,"0"0"0"0"0,-1 1 0 0 0,1 0 0 0 0,0-1 0 0 0,-1 1 0 0 0,1 0 0 0 0,0 0 0 0 0,-1 0 0 0 0,1 0-1 0 0,0 1 1 0 0,0-1 0 0 0,-1 1 0 0 0,1-1 0 0 0,0 1 0 0 0,0 0 0 0 0,0 0 0 0 0,-1 0 0 0 0,1 0 0 0 0,0 0-1 0 0,0 0 1 0 0,1 0 0 0 0,-1 1 0 0 0,-2 1 0 0 0,-2 2 65 0 0,0 0 0 0 0,0 1-1 0 0,0 0 1 0 0,0 0 0 0 0,-5 8 0 0 0,-42 71 1722 0 0,48-76-1785 0 0,0 1 0 0 0,1-1 1 0 0,0 1-1 0 0,1 0 0 0 0,0 0 0 0 0,0 0 0 0 0,-1 17 1 0 0,4-25-217 0 0,0 0 0 0 0,-1 0 1 0 0,1 0-1 0 0,1 0 0 0 0,-1 0 1 0 0,0 0-1 0 0,0 0 1 0 0,1 0-1 0 0,-1 0 0 0 0,1 0 1 0 0,0 0-1 0 0,0 0 0 0 0,0 0 1 0 0,-1 0-1 0 0,2 0 1 0 0,-1-1-1 0 0,0 1 0 0 0,0 0 1 0 0,1-1-1 0 0,1 3 0 0 0,0-2-3 0 0,-1-1 0 0 0,1 1 0 0 0,0-1 0 0 0,0 1 0 0 0,-1-1-1 0 0,1 0 1 0 0,0 0 0 0 0,0-1 0 0 0,0 1 0 0 0,0 0-1 0 0,0-1 1 0 0,5 0 0 0 0,8 0 178 0 0,0-2 0 0 0,-1 0 0 0 0,1 0-1 0 0,19-7 1 0 0,-28 8-164 0 0,77-26 430 0 0,-64 19-609 0 0,1 1 0 0 0,0 1 1 0 0,0 0-1 0 0,1 2 0 0 0,36-3 0 0 0,-45 9-652 0 0,-3 1-211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72 11058 0 0,'-7'-71'9654'0'0,"23"113"-7825"0"0,-10 1-1732 0 0,-1 1 0 0 0,-3 0 0 0 0,-1-1 0 0 0,-7 54 1 0 0,2 25 24 0 0,3-111-93 0 0,2-1-1 0 0,0 1 1 0 0,0-1 0 0 0,1 1 0 0 0,0-1-1 0 0,0 0 1 0 0,2 0 0 0 0,-1 0 0 0 0,5 10-1 0 0,-6-17-19 0 0,0-1 0 0 0,-1 1 0 0 0,1 0-1 0 0,0-1 1 0 0,0 0 0 0 0,0 1 0 0 0,0-1 0 0 0,1 0-1 0 0,-1 0 1 0 0,1 0 0 0 0,-1 0 0 0 0,1 0 0 0 0,-1-1-1 0 0,1 1 1 0 0,0-1 0 0 0,0 0 0 0 0,0 0-1 0 0,0 0 1 0 0,0 0 0 0 0,0 0 0 0 0,0-1 0 0 0,0 1-1 0 0,1-1 1 0 0,-1 0 0 0 0,0 0 0 0 0,0 0-1 0 0,0 0 1 0 0,0-1 0 0 0,0 1 0 0 0,0-1 0 0 0,0 0-1 0 0,1 0 1 0 0,-2 0 0 0 0,4-1 0 0 0,23-10-168 0 0,-2-2 0 0 0,0 0 1 0 0,31-23-1 0 0,23-12-899 0 0,-16 17-704 0 0,-20 12-5077 0 0,-28 13 1023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6449 0 0,'0'0'819'0'0,"1"25"6521"0"0,11 73 123 0 0,0 6-6221 0 0,2-17-1302 0 0,12 66 874 0 0,-7-79-3325 0 0,9-4-4086 0 0,-20-54 144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0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34 4609 0 0,'1'-33'17019'0'0,"0"33"-16846"0"0,13 15 13 0 0,-9-3 13 0 0,0 0 0 0 0,0 0-1 0 0,-1 0 1 0 0,0 1-1 0 0,3 24 1 0 0,1 70-8 0 0,-1-11-297 0 0,-6-86 50 0 0,3 19-677 0 0,1 1-1 0 0,1-1 1 0 0,13 37 0 0 0,-12-51-570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3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 73 3225 0 0,'3'-9'145'0'0,"-1"3"613"0"0,1 1-1 0 0,-2-1 0 0 0,1 0 1 0 0,-1 0-1 0 0,0 0 0 0 0,0 0 1 0 0,0 0-1 0 0,-1-8 0 0 0,-4 12 974 0 0,-3 8-772 0 0,-3 8 196 0 0,4-3-682 0 0,0 0 1 0 0,1 0-1 0 0,0 1 1 0 0,0 0-1 0 0,1 0 1 0 0,1 0-1 0 0,0 0 0 0 0,1 0 1 0 0,0 1-1 0 0,1-1 1 0 0,0 1-1 0 0,1-1 0 0 0,2 16 1 0 0,-1-23-434 0 0,-1 0-1 0 0,1 0 1 0 0,0 0 0 0 0,1 0 0 0 0,-1 0-1 0 0,1 0 1 0 0,0-1 0 0 0,0 1 0 0 0,1 0-1 0 0,-1-1 1 0 0,1 0 0 0 0,0 1 0 0 0,0-1-1 0 0,0 0 1 0 0,1-1 0 0 0,0 1 0 0 0,-1-1-1 0 0,1 1 1 0 0,0-1 0 0 0,1 0 0 0 0,-1-1-1 0 0,1 1 1 0 0,-1-1 0 0 0,1 0 0 0 0,0 0-1 0 0,-1 0 1 0 0,1 0 0 0 0,0-1 0 0 0,0 0-1 0 0,0 0 1 0 0,0 0 0 0 0,1-1 0 0 0,-1 0-1 0 0,6 0 1 0 0,2-1-245 0 0,0 0 0 0 0,0-1-1 0 0,-1 0 1 0 0,1 0 0 0 0,-1-2-1 0 0,0 0 1 0 0,0 0 0 0 0,0-1 0 0 0,0 0-1 0 0,-1-1 1 0 0,0 0 0 0 0,12-10-1 0 0,0 0-6820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9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162 159 2304 0 0,'-5'-18'349'0'0,"-4"-20"10100"0"0,15 63-8078 0 0,-4-15-2299 0 0,0 1 1 0 0,1-1 0 0 0,0 0 0 0 0,1-1-1 0 0,0 1 1 0 0,1-1 0 0 0,0 1 0 0 0,11 15-1 0 0,-14-22-66 0 0,1-1 0 0 0,-1 1 0 0 0,1-1-1 0 0,0 0 1 0 0,-1 0 0 0 0,1 0 0 0 0,0 0-1 0 0,0 0 1 0 0,1 0 0 0 0,-1-1-1 0 0,0 0 1 0 0,0 1 0 0 0,1-1 0 0 0,-1 0-1 0 0,1-1 1 0 0,-1 1 0 0 0,1-1 0 0 0,-1 1-1 0 0,1-1 1 0 0,-1 0 0 0 0,1 0 0 0 0,-1-1-1 0 0,1 1 1 0 0,-1-1 0 0 0,0 0 0 0 0,1 0-1 0 0,-1 0 1 0 0,1 0 0 0 0,5-3-1 0 0,-5 2 32 0 0,-1 0 0 0 0,0 1 0 0 0,1-1 0 0 0,-1 0 0 0 0,0 0 0 0 0,0-1 0 0 0,0 1 0 0 0,0-1 0 0 0,-1 1 0 0 0,1-1 0 0 0,-1 0 0 0 0,1 0 0 0 0,-1 0 0 0 0,0-1 0 0 0,0 1 0 0 0,-1 0 0 0 0,1-1 0 0 0,1-4 0 0 0,-1 2 83 0 0,-1 0 0 0 0,0 1 1 0 0,0-1-1 0 0,-1 0 0 0 0,0 0 0 0 0,0 0 0 0 0,0 1 0 0 0,-1-1 0 0 0,0 0 1 0 0,0 0-1 0 0,-2-7 0 0 0,1 6-17 0 0,-1 0 0 0 0,1 0 1 0 0,-1 0-1 0 0,-1 0 0 0 0,1 0 0 0 0,-1 1 1 0 0,0 0-1 0 0,-1-1 0 0 0,1 2 0 0 0,-1-1 0 0 0,0 0 1 0 0,-1 1-1 0 0,1 0 0 0 0,-1 0 0 0 0,0 1 1 0 0,0 0-1 0 0,-1 0 0 0 0,1 0 0 0 0,-9-3 0 0 0,9 6-130 0 0,-1 0 0 0 0,0 0-1 0 0,0 1 1 0 0,0-1 0 0 0,0 2-1 0 0,0-1 1 0 0,0 1-1 0 0,0 0 1 0 0,1 0 0 0 0,-1 1-1 0 0,0 0 1 0 0,1 0 0 0 0,-1 1-1 0 0,1-1 1 0 0,0 1-1 0 0,0 1 1 0 0,-11 7 0 0 0,5-2-45 0 0,-1 0-1 0 0,2 1 1 0 0,-1 0 0 0 0,2 1 0 0 0,-1 0 0 0 0,1 1 0 0 0,-9 14 0 0 0,16-22 37 0 0,1 1 0 0 0,-1-1-1 0 0,1 1 1 0 0,0-1 0 0 0,0 1 0 0 0,1-1 0 0 0,-1 1 0 0 0,1 0 0 0 0,0 0 0 0 0,1 0 0 0 0,-1 0-1 0 0,1 0 1 0 0,0 0 0 0 0,0-1 0 0 0,0 1 0 0 0,1 0 0 0 0,0 0 0 0 0,0 0 0 0 0,0 0-1 0 0,0 0 1 0 0,4 8 0 0 0,-3-10 34 0 0,0 1-1 0 0,1-1 1 0 0,-1 1 0 0 0,1-1-1 0 0,-1 0 1 0 0,1 0-1 0 0,0 0 1 0 0,0-1-1 0 0,1 1 1 0 0,-1-1 0 0 0,0 1-1 0 0,1-1 1 0 0,0 0-1 0 0,-1-1 1 0 0,1 1 0 0 0,0 0-1 0 0,0-1 1 0 0,0 0-1 0 0,0 0 1 0 0,0 0-1 0 0,0-1 1 0 0,0 1 0 0 0,0-1-1 0 0,0 0 1 0 0,0 0-1 0 0,7-1 1 0 0,-1-1 64 0 0,0 0 0 0 0,0 0 0 0 0,0-1-1 0 0,0 0 1 0 0,-1-1 0 0 0,0 0 0 0 0,1 0 0 0 0,-1-1 0 0 0,14-10-1 0 0,-20 12-21 0 0,1 1-1 0 0,0-1 0 0 0,-1 0 0 0 0,1 0 0 0 0,-1-1 0 0 0,0 1 1 0 0,0-1-1 0 0,0 1 0 0 0,0-1 0 0 0,-1 0 0 0 0,0 0 0 0 0,1 0 1 0 0,-2-1-1 0 0,1 1 0 0 0,0 0 0 0 0,-1-1 0 0 0,0 1 0 0 0,0-1 0 0 0,0 1 1 0 0,0-1-1 0 0,-1 0 0 0 0,0 1 0 0 0,0-7 0 0 0,-1 8 17 0 0,0 0-1 0 0,0-1 1 0 0,0 1-1 0 0,0 0 1 0 0,-1 0-1 0 0,1 1 1 0 0,-1-1-1 0 0,0 0 1 0 0,0 0-1 0 0,0 1 1 0 0,0-1-1 0 0,0 1 1 0 0,-3-3-1 0 0,4 5-105 0 0,0-1-1 0 0,0 0 0 0 0,0 0 0 0 0,0 0 0 0 0,0 1 0 0 0,0-1 1 0 0,0 0-1 0 0,0 1 0 0 0,0-1 0 0 0,-1 1 0 0 0,1-1 0 0 0,0 1 1 0 0,0 0-1 0 0,0-1 0 0 0,-1 1 0 0 0,1 0 0 0 0,0 0 0 0 0,0 0 1 0 0,-1 0-1 0 0,1 0 0 0 0,0 0 0 0 0,-1 0 0 0 0,1 1 0 0 0,0-1 1 0 0,0 0-1 0 0,0 1 0 0 0,-1-1 0 0 0,1 1 0 0 0,0-1 0 0 0,0 1 1 0 0,0 0-1 0 0,0-1 0 0 0,0 1 0 0 0,0 0 0 0 0,-2 1 0 0 0,-2 5-1363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0.1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83 2216 0 0,'-31'2'7245'0'0,"52"-2"199"0"0,107-8-6395 0 0,203 13-1 0 0,-6 1-566 0 0,-218-10-440 0 0,1003-30 748 0 0,-737 30-625 0 0,203-6 193 0 0,-351-6 92 0 0,61-3 300 0 0,-187 18-598 0 0,1 6-1 0 0,-1 3 0 0 0,164 36 1 0 0,-256-43-306 0 0,0 1 0 0 0,0 0 0 0 0,0 1 0 0 0,0 0 0 0 0,12 6 0 0 0,-17-8 29 0 0,0 1 0 0 0,0-1 0 0 0,0 0 0 0 0,-1 0 0 0 0,1 1 0 0 0,-1-1 0 0 0,1 1 0 0 0,-1-1 0 0 0,0 1 0 0 0,1 0 0 0 0,-1 0 0 0 0,0-1 0 0 0,0 1 0 0 0,0 0 0 0 0,0 0 0 0 0,-1 0 0 0 0,1 0 0 0 0,0 0 0 0 0,-1 0 0 0 0,1 0 0 0 0,-1 0 0 0 0,0 1 0 0 0,0-1 0 0 0,0 4 0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1.1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88 1840 0 0,'-18'-27'2404'0'0,"17"24"-1930"0"0,0 0 0 0 0,-1 1 0 0 0,1-1 0 0 0,-1 1 0 0 0,0-1 0 0 0,1 1 0 0 0,-1 0 0 0 0,0 0 0 0 0,-3-3 0 0 0,3 5-313 0 0,1-1 1 0 0,0 1-1 0 0,0-1 1 0 0,-1 1 0 0 0,1 0-1 0 0,0 0 1 0 0,-1-1-1 0 0,1 1 1 0 0,0 0-1 0 0,-1 0 1 0 0,1 0-1 0 0,-1 1 1 0 0,1-1-1 0 0,0 0 1 0 0,-1 0 0 0 0,1 1-1 0 0,0-1 1 0 0,0 1-1 0 0,-1-1 1 0 0,1 1-1 0 0,0 0 1 0 0,0-1-1 0 0,0 1 1 0 0,0 0 0 0 0,-2 1-1 0 0,-26 21 1992 0 0,24-18-1983 0 0,-1 0-1 0 0,1 0 1 0 0,-1-1-1 0 0,0 0 1 0 0,0 0-1 0 0,-11 4 1 0 0,33-13 1512 0 0,4-3-1215 0 0,1 1 1 0 0,0 1-1 0 0,1 1 0 0 0,-1 1 0 0 0,1 1 0 0 0,41-1 1 0 0,85 24-501 0 0,25 0-62 0 0,100-17 21 0 0,81 5 20 0 0,20 10 191 0 0,44 4 188 0 0,-58-8 124 0 0,-285-16-225 0 0,-1-3 1 0 0,137-27-1 0 0,-162 21-143 0 0,296-60 564 0 0,-264 58-559 0 0,0 4 0 0 0,108 2 0 0 0,-60 17-94 0 0,17-1 57 0 0,-124-9-47 0 0,0-1-1 0 0,1-1 1 0 0,-1-1 0 0 0,35-10-1 0 0,-51 11-129 0 0,0 0-5 0 0,0 0 1 0 0,0 1 0 0 0,1-1-1 0 0,11 0 1 0 0,-15 3-466 0 0,1-1-1 0 0,-1 0 1 0 0,0 1-1 0 0,0 0 1 0 0,0 0-1 0 0,0 0 1 0 0,0 0 0 0 0,0 0-1 0 0,-1 1 1 0 0,1-1-1 0 0,0 1 1 0 0,3 2 0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4.6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2761 0 0,'39'30'3020'0'0,"-12"-14"2465"0"0,-20-25-6151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5.4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235 313 1376 0 0,'3'-10'298'0'0,"-1"0"0"0"0,0 0-1 0 0,0-1 1 0 0,-1 1 0 0 0,0-1-1 0 0,0 1 1 0 0,-3-21 0 0 0,1 26-420 0 0,1 0 0 0 0,-1 1 0 0 0,-1-1 1 0 0,1 0-1 0 0,-1 1 0 0 0,1-1 0 0 0,-1 1 1 0 0,-1 0-1 0 0,1 0 0 0 0,0 0 0 0 0,-1 0 1 0 0,0 0-1 0 0,0 0 0 0 0,0 1 0 0 0,-1-1 1 0 0,1 1-1 0 0,-1 0 0 0 0,-5-4 0 0 0,-23-22 2303 0 0,28 24-831 0 0,0 0 0 0 0,-1 1 0 0 0,1 0 0 0 0,-1 0 0 0 0,1 1 0 0 0,-8-5 0 0 0,12 8-1223 0 0,-1 0 1 0 0,1 1 0 0 0,0-1-1 0 0,-1 0 1 0 0,1 0-1 0 0,-1 0 1 0 0,1 1-1 0 0,-1-1 1 0 0,1 0 0 0 0,0 0-1 0 0,-1 1 1 0 0,1-1-1 0 0,0 0 1 0 0,-1 1-1 0 0,1-1 1 0 0,0 0 0 0 0,-1 1-1 0 0,1-1 1 0 0,0 1-1 0 0,0-1 1 0 0,0 0 0 0 0,-1 1-1 0 0,1-1 1 0 0,0 1-1 0 0,0-1 1 0 0,0 1-1 0 0,0-1 1 0 0,0 1 0 0 0,0-1-1 0 0,0 1 1 0 0,0-1-1 0 0,0 0 1 0 0,0 2-1 0 0,-4 22 605 0 0,4-21-432 0 0,-1 4-137 0 0,1 0 1 0 0,-1 0-1 0 0,2 0 1 0 0,-1 0-1 0 0,1 0 1 0 0,0 0-1 0 0,0 0 1 0 0,0 0-1 0 0,5 12 1 0 0,-5-17-129 0 0,0-1 0 0 0,0 1 1 0 0,-1 0-1 0 0,1 0 0 0 0,0-1 0 0 0,0 1 0 0 0,1-1 1 0 0,-1 1-1 0 0,0-1 0 0 0,0 0 0 0 0,1 1 0 0 0,-1-1 0 0 0,1 0 1 0 0,-1 0-1 0 0,1 0 0 0 0,0 0 0 0 0,-1 0 0 0 0,1 0 1 0 0,0 0-1 0 0,0-1 0 0 0,-1 1 0 0 0,1 0 0 0 0,0-1 1 0 0,0 0-1 0 0,0 1 0 0 0,0-1 0 0 0,0 0 0 0 0,-1 0 1 0 0,1 0-1 0 0,0 0 0 0 0,0 0 0 0 0,0-1 0 0 0,0 1 1 0 0,0-1-1 0 0,0 1 0 0 0,-1-1 0 0 0,1 0 0 0 0,0 1 1 0 0,0-1-1 0 0,1-1 0 0 0,3-1-63 0 0,-1-1-1 0 0,0 1 1 0 0,1-1 0 0 0,-1 0-1 0 0,0 0 1 0 0,-1-1 0 0 0,1 0 0 0 0,-1 1-1 0 0,0-1 1 0 0,0-1 0 0 0,-1 1-1 0 0,1-1 1 0 0,-1 1 0 0 0,0-1-1 0 0,3-11 1 0 0,-4 12 9 0 0,0 0 0 0 0,-1 0 0 0 0,1-1 0 0 0,-1 1 0 0 0,-1 0 0 0 0,1-1 0 0 0,-1 1 0 0 0,0-1 0 0 0,0 1 0 0 0,0 0 0 0 0,-1-1 0 0 0,0 1 0 0 0,0 0 0 0 0,0-1 0 0 0,-1 1 0 0 0,1 0 0 0 0,-1 0 0 0 0,-6-10 0 0 0,7 14 52 0 0,0 0-1 0 0,0-1 0 0 0,-1 1 0 0 0,1 0 0 0 0,-1 0 0 0 0,1 0 1 0 0,-1 0-1 0 0,1 0 0 0 0,-1 0 0 0 0,0 0 0 0 0,1 1 0 0 0,-1-1 1 0 0,0 0-1 0 0,0 1 0 0 0,1 0 0 0 0,-1-1 0 0 0,0 1 0 0 0,0 0 1 0 0,0 0-1 0 0,0 0 0 0 0,1 0 0 0 0,-1 0 0 0 0,0 0 1 0 0,0 1-1 0 0,0-1 0 0 0,1 1 0 0 0,-1-1 0 0 0,0 1 0 0 0,0-1 1 0 0,1 1-1 0 0,-1 0 0 0 0,1 0 0 0 0,-1 0 0 0 0,-2 2 0 0 0,-1 0-13 0 0,-1 1-1 0 0,1-1 0 0 0,-1 2 1 0 0,1-1-1 0 0,0 0 0 0 0,1 1 1 0 0,-1 0-1 0 0,-5 8 0 0 0,7-8-49 0 0,0 0-1 0 0,0 1 0 0 0,0 0 1 0 0,0-1-1 0 0,1 1 0 0 0,0 0 1 0 0,1 0-1 0 0,-1 0 0 0 0,1 0 1 0 0,0 1-1 0 0,1-1 0 0 0,-1 0 1 0 0,1 0-1 0 0,1 1 0 0 0,-1-1 1 0 0,1 0-1 0 0,0 0 0 0 0,0 0 1 0 0,1 1-1 0 0,0-2 0 0 0,0 1 1 0 0,0 0-1 0 0,1 0 0 0 0,0-1 1 0 0,0 1-1 0 0,0-1 0 0 0,1 0 1 0 0,0 0-1 0 0,0 0 0 0 0,0 0 1 0 0,0-1-1 0 0,1 1 0 0 0,-1-1 1 0 0,1-1-1 0 0,7 5 0 0 0,-11-7 6 0 0,0 0 0 0 0,0 0 0 0 0,-1-1 0 0 0,1 1 0 0 0,0-1-1 0 0,0 1 1 0 0,0-1 0 0 0,0 1 0 0 0,-1-1 0 0 0,1 1 0 0 0,0-1 0 0 0,0 0 0 0 0,0 1-1 0 0,0-1 1 0 0,0 0 0 0 0,0 0 0 0 0,0 0 0 0 0,0 0 0 0 0,0 0 0 0 0,0 0 0 0 0,0 0-1 0 0,0 0 1 0 0,0 0 0 0 0,0 0 0 0 0,0-1 0 0 0,0 1 0 0 0,0 0 0 0 0,0-1 0 0 0,0 1-1 0 0,0 0 1 0 0,0-1 0 0 0,0 1 0 0 0,-1-1 0 0 0,1 0 0 0 0,0 1 0 0 0,0-1 0 0 0,-1 0-1 0 0,1 1 1 0 0,0-1 0 0 0,-1 0 0 0 0,1 0 0 0 0,-1 0 0 0 0,1 0 0 0 0,-1 1 0 0 0,1-1-1 0 0,-1 0 1 0 0,1 0 0 0 0,-1 0 0 0 0,0 0 0 0 0,1-2 0 0 0,-1-1 53 0 0,1 0 1 0 0,0 0 0 0 0,-1 0-1 0 0,0 0 1 0 0,0 0 0 0 0,0 0 0 0 0,-1 0-1 0 0,1 1 1 0 0,-1-1 0 0 0,0 0-1 0 0,-2-6 1 0 0,0 4 110 0 0,0 0 1 0 0,-1 0-1 0 0,0 0 1 0 0,0 1-1 0 0,0-1 0 0 0,0 1 1 0 0,-1 0-1 0 0,0 1 1 0 0,0-1-1 0 0,-9-6 1 0 0,12 10-126 0 0,1 0 0 0 0,-1 1 0 0 0,1-1 0 0 0,-1 0 0 0 0,1 0 0 0 0,-1 1 1 0 0,0-1-1 0 0,1 1 0 0 0,-1-1 0 0 0,0 1 0 0 0,0 0 0 0 0,1 0 0 0 0,-1-1 1 0 0,0 1-1 0 0,0 1 0 0 0,1-1 0 0 0,-1 0 0 0 0,0 0 0 0 0,1 1 0 0 0,-1-1 0 0 0,0 0 1 0 0,1 1-1 0 0,-1 0 0 0 0,0-1 0 0 0,1 1 0 0 0,-1 0 0 0 0,1 0 0 0 0,-1 0 1 0 0,1 0-1 0 0,0 0 0 0 0,-1 0 0 0 0,1 1 0 0 0,0-1 0 0 0,0 0 0 0 0,0 1 0 0 0,0-1 1 0 0,0 0-1 0 0,0 1 0 0 0,0-1 0 0 0,0 1 0 0 0,0 0 0 0 0,1-1 0 0 0,-1 1 1 0 0,0 2-1 0 0,-2 3-109 0 0,0 1 1 0 0,1-1-1 0 0,0 1 0 0 0,0 0 1 0 0,0-1-1 0 0,1 1 1 0 0,0 0-1 0 0,1 0 1 0 0,0 15-1 0 0,1-20 62 0 0,-1-1-1 0 0,1 0 1 0 0,-1 1 0 0 0,1-1 0 0 0,0 0-1 0 0,0 0 1 0 0,0 1 0 0 0,0-1 0 0 0,0 0-1 0 0,0 0 1 0 0,1 0 0 0 0,-1 0 0 0 0,0 0-1 0 0,1-1 1 0 0,0 1 0 0 0,0 0 0 0 0,-1-1-1 0 0,1 1 1 0 0,0-1 0 0 0,0 0 0 0 0,0 1-1 0 0,0-1 1 0 0,1 0 0 0 0,-1 0 0 0 0,0 0-1 0 0,0-1 1 0 0,1 1 0 0 0,-1 0 0 0 0,0-1-1 0 0,1 0 1 0 0,-1 1 0 0 0,0-1 0 0 0,1 0-1 0 0,-1 0 1 0 0,1-1 0 0 0,3 0 0 0 0,-1 1 59 0 0,1-1 0 0 0,-1 0 0 0 0,0 0 1 0 0,1-1-1 0 0,-1 1 0 0 0,0-1 0 0 0,0 0 0 0 0,0-1 1 0 0,0 1-1 0 0,-1-1 0 0 0,1 0 0 0 0,-1 0 1 0 0,1-1-1 0 0,-1 1 0 0 0,0-1 0 0 0,6-8 1 0 0,-7 9 13 0 0,0-1 1 0 0,-1 0-1 0 0,0 1 1 0 0,1-1-1 0 0,-1 0 1 0 0,-1-1-1 0 0,1 1 1 0 0,0 0-1 0 0,-1 0 1 0 0,0-1-1 0 0,0 1 1 0 0,-1-1-1 0 0,1 1 1 0 0,-1-1-1 0 0,0 1 1 0 0,0-1-1 0 0,0 1 1 0 0,-1-1-1 0 0,1 1 1 0 0,-3-8-1 0 0,-1 2 51 0 0,0-1-1 0 0,-1 0 0 0 0,0 1 1 0 0,-1 0-1 0 0,0 0 0 0 0,-1 0 1 0 0,0 1-1 0 0,0 0 0 0 0,-10-9 1 0 0,13 15-57 0 0,1-1 1 0 0,-1 1 0 0 0,0-1-1 0 0,0 1 1 0 0,0 1-1 0 0,-1-1 1 0 0,1 0 0 0 0,-1 1-1 0 0,1 0 1 0 0,-1 0 0 0 0,0 0-1 0 0,1 1 1 0 0,-1 0 0 0 0,0 0-1 0 0,0 0 1 0 0,0 0-1 0 0,0 1 1 0 0,0 0 0 0 0,0 0-1 0 0,0 0 1 0 0,0 1 0 0 0,0-1-1 0 0,-7 3 1 0 0,8-2-98 0 0,1 1-1 0 0,-1 0 1 0 0,1 0 0 0 0,-1 0 0 0 0,1 0 0 0 0,0 1 0 0 0,0-1-1 0 0,0 1 1 0 0,0 0 0 0 0,0 0 0 0 0,1 0 0 0 0,-1 0-1 0 0,1 0 1 0 0,0 0 0 0 0,0 1 0 0 0,0-1 0 0 0,0 1-1 0 0,1 0 1 0 0,-1-1 0 0 0,1 1 0 0 0,0 0 0 0 0,0 0-1 0 0,1 0 1 0 0,-1 0 0 0 0,1 0 0 0 0,-1 0 0 0 0,1 0-1 0 0,1 0 1 0 0,-1 0 0 0 0,0 0 0 0 0,2 4 0 0 0,-1-2-37 0 0,0 0 1 0 0,0-1-1 0 0,0 0 1 0 0,1 1-1 0 0,0-1 0 0 0,0 0 1 0 0,0 1-1 0 0,0-1 1 0 0,1 0-1 0 0,0-1 1 0 0,0 1-1 0 0,1 0 1 0 0,-1-1-1 0 0,1 0 0 0 0,0 0 1 0 0,0 0-1 0 0,0 0 1 0 0,1-1-1 0 0,-1 1 1 0 0,1-1-1 0 0,9 4 1 0 0,-9-5 45 0 0,-1-1 1 0 0,1 0-1 0 0,0 0 1 0 0,-1 0-1 0 0,1-1 1 0 0,0 1-1 0 0,0-1 1 0 0,0-1-1 0 0,0 1 1 0 0,-1-1-1 0 0,1 1 1 0 0,0-1-1 0 0,0-1 1 0 0,-1 1 0 0 0,1-1-1 0 0,-1 1 1 0 0,1-1-1 0 0,-1-1 1 0 0,0 1-1 0 0,6-4 1 0 0,-8 4 94 0 0,1 0 0 0 0,-1-1 0 0 0,0 1 0 0 0,0 0 0 0 0,0-1 0 0 0,0 1 1 0 0,0-1-1 0 0,0 1 0 0 0,-1-1 0 0 0,0 0 0 0 0,1 0 0 0 0,-1 0 0 0 0,0 0 0 0 0,0 0 1 0 0,0 0-1 0 0,-1 0 0 0 0,1 0 0 0 0,-1 0 0 0 0,0 0 0 0 0,0 0 0 0 0,0 0 0 0 0,0 0 0 0 0,0 0 1 0 0,-1 0-1 0 0,1 0 0 0 0,-1-1 0 0 0,0 1 0 0 0,0 1 0 0 0,0-1 0 0 0,0 0 0 0 0,-1 0 1 0 0,-1-3-1 0 0,0 1 52 0 0,1 0 1 0 0,-1 1-1 0 0,0-1 1 0 0,0 1-1 0 0,-1 0 1 0 0,1-1-1 0 0,-1 2 1 0 0,0-1-1 0 0,0 0 1 0 0,0 1-1 0 0,-1 0 0 0 0,1 0 1 0 0,-1 0-1 0 0,0 0 1 0 0,0 1-1 0 0,0 0 1 0 0,0 0-1 0 0,0 0 1 0 0,0 1-1 0 0,0-1 1 0 0,-1 1-1 0 0,1 1 1 0 0,0-1-1 0 0,-1 1 1 0 0,1 0-1 0 0,-1 0 1 0 0,-6 1-1 0 0,6 0-768 0 0,-1 1 0 0 0,1-1-1 0 0,-1 1 1 0 0,1 1 0 0 0,0-1 0 0 0,0 1-1 0 0,0 0 1 0 0,-9 6 0 0 0,-5 7-5832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6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69 5529 0 0,'-5'10'756'0'0,"0"1"0"0"0,1-1 1 0 0,0 1-1 0 0,1 0 0 0 0,1 0 0 0 0,-1 0 0 0 0,0 12 0 0 0,3-20-687 0 0,0-1-1 0 0,0 0 0 0 0,0 0 1 0 0,0 0-1 0 0,0 0 0 0 0,0 1 0 0 0,0-1 1 0 0,1 0-1 0 0,-1 0 0 0 0,1 0 1 0 0,0 0-1 0 0,-1 0 0 0 0,1 0 0 0 0,0 0 1 0 0,0 0-1 0 0,0 0 0 0 0,1 0 1 0 0,-1-1-1 0 0,0 1 0 0 0,1 0 0 0 0,-1-1 1 0 0,1 1-1 0 0,-1-1 0 0 0,1 1 1 0 0,0-1-1 0 0,0 0 0 0 0,-1 0 0 0 0,1 0 1 0 0,0 0-1 0 0,0 0 0 0 0,0 0 1 0 0,0 0-1 0 0,0-1 0 0 0,1 1 1 0 0,-1-1-1 0 0,0 0 0 0 0,0 1 0 0 0,0-1 1 0 0,0 0-1 0 0,0 0 0 0 0,1 0 1 0 0,-1 0-1 0 0,3-2 0 0 0,0 2-1 0 0,0-1 0 0 0,-1 0 0 0 0,1-1-1 0 0,-1 1 1 0 0,1-1 0 0 0,-1 0 0 0 0,0 0 0 0 0,0 0-1 0 0,1-1 1 0 0,-2 0 0 0 0,1 1 0 0 0,0-1 0 0 0,-1-1 0 0 0,1 1-1 0 0,-1 0 1 0 0,0-1 0 0 0,0 0 0 0 0,0 0 0 0 0,0 1-1 0 0,-1-2 1 0 0,0 1 0 0 0,0 0 0 0 0,0 0 0 0 0,0-1 0 0 0,-1 1-1 0 0,1-1 1 0 0,-1 1 0 0 0,0-1 0 0 0,0-5 0 0 0,0 6 70 0 0,-1-1 0 0 0,1 1 0 0 0,-1-1 0 0 0,1 0 0 0 0,-1 0 0 0 0,-1 1 0 0 0,1-1 0 0 0,-1 0 0 0 0,0 1 0 0 0,0-1 0 0 0,0 1 0 0 0,0-1 0 0 0,-1 1 0 0 0,0-1 0 0 0,0 1 0 0 0,0 0 0 0 0,0 0 1 0 0,-1 0-1 0 0,0 0 0 0 0,0 1 0 0 0,0-1 0 0 0,0 1 0 0 0,0-1 0 0 0,-1 1 0 0 0,1 0 0 0 0,-1 0 0 0 0,0 1 0 0 0,0-1 0 0 0,-5-2 0 0 0,6 4-130 0 0,-1 1 0 0 0,0-1 0 0 0,0 1 1 0 0,0-1-1 0 0,0 1 0 0 0,1 0 0 0 0,-1 0 0 0 0,0 1 0 0 0,0-1 0 0 0,0 1 0 0 0,0 0 0 0 0,1 0 1 0 0,-1 0-1 0 0,0 0 0 0 0,1 1 0 0 0,-1-1 0 0 0,1 1 0 0 0,-1 0 0 0 0,1 0 0 0 0,0 1 1 0 0,0-1-1 0 0,0 0 0 0 0,0 1 0 0 0,0 0 0 0 0,-2 3 0 0 0,-1 0-121 0 0,1 0 0 0 0,0 0 0 0 0,0 1 0 0 0,0-1 0 0 0,1 1 0 0 0,0 0 0 0 0,0 1 0 0 0,1-1 0 0 0,0 0 0 0 0,0 1 0 0 0,-1 10 0 0 0,3-17 92 0 0,1 1 1 0 0,0 0-1 0 0,0 0 0 0 0,0-1 0 0 0,0 1 1 0 0,0 0-1 0 0,0 0 0 0 0,0-1 0 0 0,0 1 1 0 0,1 0-1 0 0,-1-1 0 0 0,1 1 1 0 0,-1 0-1 0 0,1-1 0 0 0,0 1 0 0 0,0-1 1 0 0,0 1-1 0 0,0-1 0 0 0,0 1 0 0 0,0-1 1 0 0,0 1-1 0 0,0-1 0 0 0,2 1 0 0 0,0 0 44 0 0,0 0 0 0 0,0 0 0 0 0,0 0 1 0 0,0-1-1 0 0,1 1 0 0 0,-1-1 0 0 0,0 0 0 0 0,1 0 0 0 0,-1 0 0 0 0,7 0 0 0 0,2 0 124 0 0,0-1 0 0 0,-1 0 0 0 0,1-1 1 0 0,-1 0-1 0 0,1-1 0 0 0,12-3 0 0 0,-20 4-92 0 0,0-1 0 0 0,0 0 0 0 0,0 1-1 0 0,0-1 1 0 0,0 0 0 0 0,0-1 0 0 0,-1 1 0 0 0,1-1-1 0 0,-1 0 1 0 0,0 0 0 0 0,1 0 0 0 0,-1 0 0 0 0,-1 0-1 0 0,1-1 1 0 0,0 1 0 0 0,-1-1 0 0 0,3-5 0 0 0,-4 7-31 0 0,0 0 1 0 0,-1 0 0 0 0,1-1 0 0 0,-1 1-1 0 0,0 0 1 0 0,1 0 0 0 0,-1 0 0 0 0,0-1 0 0 0,0 1-1 0 0,0 0 1 0 0,-1 0 0 0 0,1 0 0 0 0,0 0 0 0 0,-1-1-1 0 0,0 1 1 0 0,1 0 0 0 0,-1 0 0 0 0,0 0 0 0 0,0 0-1 0 0,0 0 1 0 0,0 1 0 0 0,-1-1 0 0 0,1 0-1 0 0,0 0 1 0 0,-1 1 0 0 0,1-1 0 0 0,-1 1 0 0 0,1-1-1 0 0,-1 1 1 0 0,0 0 0 0 0,0-1 0 0 0,0 1 0 0 0,0 0-1 0 0,0 0 1 0 0,0 0 0 0 0,-2 0 0 0 0,1-1-202 0 0,-1 1 0 0 0,1-1 0 0 0,-1 1 0 0 0,0 0 0 0 0,1 0 0 0 0,-1 1 1 0 0,0-1-1 0 0,0 1 0 0 0,1-1 0 0 0,-1 1 0 0 0,0 0 0 0 0,0 1 0 0 0,1-1 0 0 0,-1 1 1 0 0,0 0-1 0 0,0-1 0 0 0,1 2 0 0 0,-1-1 0 0 0,1 0 0 0 0,-7 4 0 0 0,-9 8-6561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8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39 259 4609 0 0,'-6'-25'1516'0'0,"2"-1"0"0"0,-2-28-1 0 0,-1-4 1341 0 0,4 41-1781 0 0,-5-61 5866 0 0,15 178-5344 0 0,-12-2-1539 0 0,-1 44-57 0 0,6-119 2 0 0,1-1 0 0 0,2 1 0 0 0,0 0 0 0 0,7 23 0 0 0,-8-40 27 0 0,0 0 0 0 0,0-1 0 0 0,0 1 0 0 0,1-1 0 0 0,-1 1 0 0 0,1-1 0 0 0,0 0 0 0 0,1 0-1 0 0,-1 0 1 0 0,1-1 0 0 0,0 1 0 0 0,1-1 0 0 0,-1 0 0 0 0,1 0 0 0 0,-1 0 0 0 0,1-1 0 0 0,0 1 0 0 0,1-1 0 0 0,10 4-1 0 0,-8-4 19 0 0,0-1 0 0 0,0 0-1 0 0,1-1 1 0 0,-1 1 0 0 0,1-2 0 0 0,-1 1-1 0 0,1-1 1 0 0,-1-1 0 0 0,1 1-1 0 0,-1-1 1 0 0,1-1 0 0 0,-1 0-1 0 0,12-4 1 0 0,17-8 60 0 0,59-31-1 0 0,12-5-3904 0 0,-91 44-3271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1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157 12 4609 0 0,'0'-1'72'0'0,"-1"0"-1"0"0,1 1 1 0 0,-1-1 0 0 0,1 1 0 0 0,-1-1-1 0 0,1 1 1 0 0,-1-1 0 0 0,0 1 0 0 0,1-1-1 0 0,-1 1 1 0 0,0 0 0 0 0,0-1-1 0 0,1 1 1 0 0,-1 0 0 0 0,0 0 0 0 0,0-1-1 0 0,0 1 1 0 0,1 0 0 0 0,-1 0-1 0 0,0 0 1 0 0,0 0 0 0 0,0 0 0 0 0,1 0-1 0 0,-1 0 1 0 0,-1 1 0 0 0,-16 12 3607 0 0,8-3-2984 0 0,-2 0 99 0 0,1 1 1 0 0,0 0 0 0 0,1 1-1 0 0,0 0 1 0 0,1 0 0 0 0,0 1-1 0 0,1 0 1 0 0,-12 28 0 0 0,18-37-762 0 0,0 1 1 0 0,1-1 0 0 0,0 1 0 0 0,0-1 0 0 0,0 1 0 0 0,0 0-1 0 0,0 0 1 0 0,1-1 0 0 0,0 1 0 0 0,0 0 0 0 0,0 0 0 0 0,1-1-1 0 0,0 1 1 0 0,0 0 0 0 0,0-1 0 0 0,0 1 0 0 0,1-1 0 0 0,0 1-1 0 0,-1-1 1 0 0,2 1 0 0 0,-1-1 0 0 0,0 0 0 0 0,1 0 0 0 0,0 0-1 0 0,0-1 1 0 0,0 1 0 0 0,0-1 0 0 0,1 1 0 0 0,-1-1 0 0 0,1 0-1 0 0,0-1 1 0 0,7 5 0 0 0,-5-4-47 0 0,0 0-1 0 0,1 0 1 0 0,-1-1 0 0 0,1 1-1 0 0,-1-2 1 0 0,1 1 0 0 0,0-1-1 0 0,0 0 1 0 0,0 0 0 0 0,-1-1-1 0 0,1 0 1 0 0,0 0-1 0 0,0-1 1 0 0,0 0 0 0 0,0 0-1 0 0,0 0 1 0 0,-1-1 0 0 0,1 0-1 0 0,12-6 1 0 0,-10 5 19 0 0,-1-2 1 0 0,1 1-1 0 0,-1-1 1 0 0,0 0-1 0 0,0-1 1 0 0,-1 0-1 0 0,0 0 0 0 0,0-1 1 0 0,0 1-1 0 0,-1-2 1 0 0,0 1-1 0 0,0-1 1 0 0,-1 1-1 0 0,5-10 0 0 0,-8 13 17 0 0,0 0 0 0 0,-1 0 0 0 0,0 0-1 0 0,0 0 1 0 0,0 0 0 0 0,0 0-1 0 0,-1 0 1 0 0,0-1 0 0 0,1 1 0 0 0,-2 0-1 0 0,1 0 1 0 0,0 0 0 0 0,-1 0-1 0 0,0-1 1 0 0,-1-4 0 0 0,-1 2 34 0 0,1 0-1 0 0,-1 1 1 0 0,-1-1 0 0 0,1 0-1 0 0,-1 1 1 0 0,0 0 0 0 0,-1 0 0 0 0,-6-7-1 0 0,4 6-96 0 0,0 0-1 0 0,-1 0 0 0 0,1 1 0 0 0,-1 0 1 0 0,-1 0-1 0 0,1 1 0 0 0,-1 0 1 0 0,0 0-1 0 0,0 1 0 0 0,0 0 1 0 0,0 1-1 0 0,-1 0 0 0 0,-11-2 0 0 0,5 5-1567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 11 6449 0 0,'-1'0'180'0'0,"1"-1"-1"0"0,0 0 1 0 0,-1 0-1 0 0,0 1 1 0 0,1-1-1 0 0,-1 1 1 0 0,1-1-1 0 0,-1 0 1 0 0,0 1-1 0 0,1-1 1 0 0,-1 1-1 0 0,0 0 1 0 0,1-1-1 0 0,-1 1 1 0 0,0-1-1 0 0,0 1 1 0 0,0 0-1 0 0,1 0 1 0 0,-1-1-1 0 0,0 1 1 0 0,0 0-1 0 0,0 0 1 0 0,1 0-1 0 0,-1 0 1 0 0,0 0-1 0 0,0 0 1 0 0,0 0-1 0 0,0 0 1 0 0,-1 1-1 0 0,0 0 279 0 0,-1 0 0 0 0,1 0 0 0 0,0 0 0 0 0,-1 1 0 0 0,1-1 1 0 0,0 1-1 0 0,0-1 0 0 0,0 1 0 0 0,-3 3 0 0 0,-2 3 338 0 0,1-1 0 0 0,0 1 1 0 0,1 0-1 0 0,-9 16 0 0 0,10-17-724 0 0,-8 18-5 0 0,12-25-66 0 0,-1 1-1 0 0,1 0 0 0 0,0-1 0 0 0,-1 1 0 0 0,1-1 0 0 0,0 1 1 0 0,0 0-1 0 0,-1-1 0 0 0,1 1 0 0 0,0-1 0 0 0,0 1 0 0 0,0 0 1 0 0,0-1-1 0 0,0 1 0 0 0,0 0 0 0 0,0-1 0 0 0,0 1 0 0 0,0 0 1 0 0,0-1-1 0 0,1 1 0 0 0,-1 0 0 0 0,0-1 0 0 0,0 1 1 0 0,0-1-1 0 0,1 1 0 0 0,-1-1 0 0 0,0 1 0 0 0,2 1 0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0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1 3457 0 0,'-2'1'420'0'0,"0"1"1"0"0,-1-1 0 0 0,1 0-1 0 0,0 0 1 0 0,0 0 0 0 0,-1 0-1 0 0,1 0 1 0 0,-1 0 0 0 0,1-1-1 0 0,0 1 1 0 0,-1-1 0 0 0,1 0-1 0 0,-1 0 1 0 0,1 1 0 0 0,-1-2-1 0 0,0 1 1 0 0,1 0-1 0 0,-1 0 1 0 0,1-1 0 0 0,-3 0-1 0 0,-29-1 4524 0 0,12 11-4646 0 0,16-4-181 0 0,-1 1 1 0 0,1 1-1 0 0,0-1 0 0 0,0 1 1 0 0,1 0-1 0 0,0 1 1 0 0,0-1-1 0 0,0 1 1 0 0,-3 10-1 0 0,-3 7 356 0 0,-13 45 0 0 0,22-63-651 0 0,0 1 0 0 0,1-1 0 0 0,0 1-1 0 0,0 0 1 0 0,1 0 0 0 0,0 0 0 0 0,0-1 0 0 0,1 1-1 0 0,0 0 1 0 0,3 11 0 0 0,-4-17 124 0 0,1 0-1 0 0,0 1 0 0 0,0-1 1 0 0,0 0-1 0 0,0 0 1 0 0,0 0-1 0 0,0 0 0 0 0,1 0 1 0 0,-1 0-1 0 0,1 0 1 0 0,0 0-1 0 0,-1 0 1 0 0,1-1-1 0 0,0 1 0 0 0,0-1 1 0 0,0 1-1 0 0,0-1 1 0 0,0 0-1 0 0,0 0 0 0 0,0 1 1 0 0,0-2-1 0 0,1 1 1 0 0,-1 0-1 0 0,0 0 1 0 0,1-1-1 0 0,-1 1 0 0 0,1-1 1 0 0,-1 0-1 0 0,0 0 1 0 0,1 0-1 0 0,-1 0 0 0 0,1 0 1 0 0,-1 0-1 0 0,0-1 1 0 0,1 1-1 0 0,-1-1 1 0 0,3-1-1 0 0,2 0 27 0 0,-1-1 0 0 0,1 0 1 0 0,-1 0-1 0 0,0 0 0 0 0,-1-1 0 0 0,1 0 1 0 0,0 0-1 0 0,-1 0 0 0 0,0-1 0 0 0,0 0 1 0 0,-1 0-1 0 0,1 0 0 0 0,-1-1 0 0 0,0 1 0 0 0,0-1 1 0 0,4-9-1 0 0,-2 3 345 0 0,0 0 1 0 0,-1 0 0 0 0,-1 0-1 0 0,0 0 1 0 0,0-1-1 0 0,-2 0 1 0 0,3-22-1 0 0,-3-23 3384 0 0,0 86-2799 0 0,-2-16-970 0 0,1 0 0 0 0,0-1 0 0 0,1 1 0 0 0,0 0 0 0 0,0 0 0 0 0,2-1 0 0 0,4 13 0 0 0,-6-19-1017 0 0,1 0 0 0 0,0 1 1 0 0,0-1-1 0 0,0-1 0 0 0,7 9 1 0 0,6 1-5471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186 416 4609 0 0,'-3'-7'626'0'0,"2"4"179"0"0,0 1-1 0 0,0 0 1 0 0,0-1 0 0 0,0 1 0 0 0,-1 0 0 0 0,1 0-1 0 0,-1 0 1 0 0,0-1 0 0 0,1 2 0 0 0,-5-4 0 0 0,6 4-599 0 0,-1 1 0 0 0,0 0 1 0 0,1 0-1 0 0,-1 0 0 0 0,0-1 0 0 0,0 1 1 0 0,1 0-1 0 0,-1 0 0 0 0,0 0 1 0 0,1 0-1 0 0,-1 0 0 0 0,0 0 1 0 0,0 0-1 0 0,1 1 0 0 0,-1-1 1 0 0,0 0-1 0 0,1 0 0 0 0,-1 0 1 0 0,0 1-1 0 0,1-1 0 0 0,-2 1 1 0 0,-14 12 59 0 0,2 1-66 0 0,1 0-1 0 0,0 1 0 0 0,1 1 1 0 0,1 0-1 0 0,0 0 0 0 0,2 1 1 0 0,0 1-1 0 0,0 0 0 0 0,2 0 1 0 0,0 0-1 0 0,1 1 0 0 0,-3 20 1 0 0,8-36-233 0 0,1 1 1 0 0,-1-1 0 0 0,1 1 0 0 0,0-1-1 0 0,1 0 1 0 0,-1 1 0 0 0,1-1-1 0 0,-1 1 1 0 0,1-1 0 0 0,0 0 0 0 0,0 1-1 0 0,0-1 1 0 0,1 0 0 0 0,-1 0 0 0 0,1 0-1 0 0,0 0 1 0 0,0 0 0 0 0,0 0-1 0 0,0-1 1 0 0,0 1 0 0 0,0-1 0 0 0,5 4-1 0 0,-5-5 5 0 0,0 1-1 0 0,0-1 1 0 0,1 0-1 0 0,-1 0 0 0 0,0 0 1 0 0,1 0-1 0 0,-1 0 1 0 0,1 0-1 0 0,0-1 0 0 0,-1 1 1 0 0,1-1-1 0 0,-1 0 1 0 0,1 0-1 0 0,0 0 0 0 0,-1 0 1 0 0,1 0-1 0 0,0-1 1 0 0,-1 1-1 0 0,1-1 0 0 0,-1 1 1 0 0,1-1-1 0 0,-1 0 0 0 0,1 0 1 0 0,-1 0-1 0 0,0-1 1 0 0,1 1-1 0 0,-1 0 0 0 0,0-1 1 0 0,3-2-1 0 0,4-4-66 0 0,-1 0 0 0 0,0-1 0 0 0,0 1 0 0 0,-1-1 0 0 0,0-1 0 0 0,0 0 0 0 0,-1 0 0 0 0,-1 0 0 0 0,1 0 0 0 0,-2-1 0 0 0,0 0 0 0 0,0 0 0 0 0,-1 0 0 0 0,0 0 0 0 0,2-18 0 0 0,-2 2 237 0 0,-1 1-1 0 0,-2-1 1 0 0,0 0-1 0 0,-2 0 1 0 0,-8-42-1 0 0,-2 0 547 0 0,3 15 229 0 0,-1 0 1 0 0,-24-67-1 0 0,20 95-213 0 0,14 26-694 0 0,0 0-1 0 0,0 0 0 0 0,0 0 0 0 0,0 0 0 0 0,0 0 0 0 0,0 0 1 0 0,0 0-1 0 0,-1 0 0 0 0,1 0 0 0 0,0 0 0 0 0,0 0 0 0 0,0 0 0 0 0,0 0 1 0 0,0 0-1 0 0,0 0 0 0 0,0 0 0 0 0,0 0 0 0 0,0 0 0 0 0,-1 0 0 0 0,1 0 1 0 0,0 0-1 0 0,0 0 0 0 0,0 0 0 0 0,0 0 0 0 0,0 0 0 0 0,0 0 0 0 0,0 0 1 0 0,0 0-1 0 0,0 0 0 0 0,-1 0 0 0 0,1 0 0 0 0,0 0 0 0 0,0 0 1 0 0,0 0-1 0 0,0 0 0 0 0,0 0 0 0 0,0 0 0 0 0,0 1 0 0 0,0-1 0 0 0,0 0 1 0 0,0 0-1 0 0,0 0 0 0 0,0 0 0 0 0,0 0 0 0 0,0 0 0 0 0,0 0 0 0 0,0 0 1 0 0,0 0-1 0 0,-1 1 0 0 0,1-1 0 0 0,0 0 0 0 0,0 0 0 0 0,0 0 0 0 0,0 0 1 0 0,0 0-1 0 0,0 0 0 0 0,1 0 0 0 0,-1 0 0 0 0,0 1 0 0 0,0 16 186 0 0,8 27-93 0 0,1-1-1 0 0,29 81 1 0 0,46 78-2383 0 0,-76-184 1686 0 0,6 14-7172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2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148 252 5777 0 0,'-11'-19'223'0'0,"-46"-69"4488"0"0,49 79-4152 0 0,0-1 0 0 0,0 2 0 0 0,0-1 0 0 0,-1 1-1 0 0,-1 0 1 0 0,-19-9 2800 0 0,31 28-2333 0 0,9 19-1201 0 0,-7-20 409 0 0,37 100-225 0 0,75 198-848 0 0,-106-283 774 0 0,-3-6 24 0 0,19 34-1 0 0,-26-53 70 0 0,0 0 0 0 0,0 1-1 0 0,0-1 1 0 0,0 0-1 0 0,0 0 1 0 0,1 1-1 0 0,-1-1 1 0 0,0 0 0 0 0,0 0-1 0 0,1 0 1 0 0,-1 1-1 0 0,0-1 1 0 0,0 0-1 0 0,1 0 1 0 0,-1 0-1 0 0,0 0 1 0 0,0 1 0 0 0,1-1-1 0 0,-1 0 1 0 0,0 0-1 0 0,1 0 1 0 0,-1 0-1 0 0,0 0 1 0 0,0 0 0 0 0,1 0-1 0 0,-1 0 1 0 0,0 0-1 0 0,1 0 1 0 0,-1 0-1 0 0,0 0 1 0 0,1 0 0 0 0,-1 0-1 0 0,0 0 1 0 0,0 0-1 0 0,1 0 1 0 0,-1-1-1 0 0,0 1 1 0 0,1 0-1 0 0,-1 0 1 0 0,13-13 693 0 0,3-18-17 0 0,73-234 458 0 0,-15 34-2643 0 0,-65 208 800 0 0,6-16-501 0 0,-4 13-3870 0 0,-2 10-474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2304 0 0,'3'-18'11944'0'0,"9"3"-11933"0"0,-9 9-11 0 0,-7-45 2669 0 0,16 368-2729 0 0,-6-148-1042 0 0,-10-57-3575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81 1376 0 0,'-1'0'61'0'0,"1"-1"0"0"0,-1 1 0 0 0,0 0 0 0 0,1-1 0 0 0,-1 1 0 0 0,0 0 0 0 0,0 0 0 0 0,1 0 0 0 0,-1-1 0 0 0,0 1 0 0 0,0 0 0 0 0,1 0 0 0 0,-1 0 0 0 0,0 0 1 0 0,0 0-1 0 0,0 0 0 0 0,1 0 0 0 0,-1 1 0 0 0,0-1 0 0 0,0 0 0 0 0,1 0 0 0 0,-1 1 0 0 0,0-1 0 0 0,1 0 0 0 0,-1 1 0 0 0,0-1 0 0 0,1 1 0 0 0,-1-1 0 0 0,0 0 0 0 0,1 1 0 0 0,-1 0 0 0 0,1-1 0 0 0,-1 1 0 0 0,1-1 0 0 0,-1 1 0 0 0,1 0 0 0 0,-1 0 0 0 0,-24 34 1344 0 0,18-24-921 0 0,1-3-155 0 0,1 1 1 0 0,-1 0-1 0 0,1 0 1 0 0,1 1-1 0 0,0-1 1 0 0,0 1-1 0 0,1 0 1 0 0,0 0-1 0 0,1 0 1 0 0,0 0 0 0 0,-1 20-1 0 0,3-30-327 0 0,0 0 0 0 0,0 1-1 0 0,0-1 1 0 0,0 0 0 0 0,0 0-1 0 0,0 1 1 0 0,0-1 0 0 0,0 0 0 0 0,0 0-1 0 0,0 1 1 0 0,0-1 0 0 0,0 0 0 0 0,0 0-1 0 0,0 1 1 0 0,0-1 0 0 0,0 0 0 0 0,0 0-1 0 0,1 0 1 0 0,-1 1 0 0 0,0-1 0 0 0,0 0-1 0 0,0 0 1 0 0,0 0 0 0 0,0 1 0 0 0,1-1-1 0 0,-1 0 1 0 0,0 0 0 0 0,0 0-1 0 0,0 0 1 0 0,1 1 0 0 0,-1-1 0 0 0,0 0-1 0 0,0 0 1 0 0,0 0 0 0 0,1 0 0 0 0,-1 0-1 0 0,0 0 1 0 0,0 0 0 0 0,1 0 0 0 0,-1 0-1 0 0,12-5 1 0 0,8-15 114 0 0,77-105 690 0 0,-9 10 1633 0 0,-87 114-2345 0 0,-1 1 1 0 0,1-1-1 0 0,0 0 0 0 0,-1 0 1 0 0,1 1-1 0 0,0-1 0 0 0,-1 1 1 0 0,1-1-1 0 0,0 0 0 0 0,0 1 1 0 0,0 0-1 0 0,-1-1 0 0 0,1 1 1 0 0,0-1-1 0 0,0 1 0 0 0,0 0 1 0 0,0 0-1 0 0,0-1 0 0 0,1 1 1 0 0,-1 0-33 0 0,0 0 1 0 0,-1 1-1 0 0,1-1 1 0 0,-1 0-1 0 0,1 1 1 0 0,0-1-1 0 0,-1 0 0 0 0,1 1 1 0 0,-1-1-1 0 0,1 1 1 0 0,-1-1-1 0 0,1 1 1 0 0,-1-1-1 0 0,0 1 1 0 0,1-1-1 0 0,-1 1 1 0 0,1-1-1 0 0,-1 1 1 0 0,0 0-1 0 0,0-1 1 0 0,1 2-1 0 0,1 5 288 0 0,1 1-1 0 0,-2 0 1 0 0,3 16-1 0 0,-2-7-230 0 0,6 20-73 0 0,24 66 0 0 0,9-13-3180 0 0,-27-62-2276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7370 0 0,'0'0'1579'0'0,"2"15"2858"0"0,14 114-2972 0 0,-3-29-1397 0 0,1 101 0 0 0,-38 203 947 0 0,11-255-1078 0 0,-1-48-1492 0 0,-1 0-4938 0 0,15-90 3083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38 156 1840 0 0,'-2'-1'113'0'0,"0"0"0"0"0,-1-1 0 0 0,1 1 0 0 0,0 0 0 0 0,0-1 0 0 0,0 1 0 0 0,0-1 0 0 0,0 0 0 0 0,0 1 0 0 0,1-1 0 0 0,-1 0 0 0 0,1 0 0 0 0,-1 0 0 0 0,1 0 0 0 0,0-1-1 0 0,-1 1 1 0 0,1 0 0 0 0,0 0 0 0 0,1-1 0 0 0,-1 1 0 0 0,0-1 0 0 0,1 1 0 0 0,-1-1 0 0 0,1-2 0 0 0,-1 1 303 0 0,1-1 1 0 0,0 0-1 0 0,0 1 0 0 0,0-1 0 0 0,0 1 1 0 0,1-1-1 0 0,0 0 0 0 0,0 1 0 0 0,0-1 1 0 0,1 1-1 0 0,-1 0 0 0 0,5-8 0 0 0,-6 11-257 0 0,1 0 0 0 0,-1 0 0 0 0,1 0-1 0 0,0 0 1 0 0,-1 1 0 0 0,1-1 0 0 0,0 0-1 0 0,0 0 1 0 0,-1 0 0 0 0,1 1 0 0 0,0-1-1 0 0,0 0 1 0 0,0 1 0 0 0,0-1 0 0 0,0 1-1 0 0,0-1 1 0 0,0 1 0 0 0,0 0-1 0 0,0-1 1 0 0,0 1 0 0 0,0 0 0 0 0,0 0-1 0 0,0 0 1 0 0,0-1 0 0 0,0 1 0 0 0,0 0-1 0 0,2 1 1 0 0,-1-1 20 0 0,1 1 1 0 0,-1 0-1 0 0,1 0 0 0 0,-1 0 1 0 0,0 0-1 0 0,1 1 0 0 0,-1-1 0 0 0,0 0 1 0 0,0 1-1 0 0,4 3 0 0 0,1 2-108 0 0,0 1-1 0 0,0 0 0 0 0,-1 0 0 0 0,10 17 1 0 0,-6-4-185 0 0,-1 1 1 0 0,7 26-1 0 0,-12-31 101 0 0,1-1 0 0 0,1 0 0 0 0,1-1 0 0 0,0 0 0 0 0,1 0 0 0 0,11 16 0 0 0,-18-30 58 0 0,-1 0 1 0 0,1 0-1 0 0,1 0 1 0 0,-1 0-1 0 0,0 0 1 0 0,0 0-1 0 0,0 0 1 0 0,0 0-1 0 0,1-1 1 0 0,-1 1-1 0 0,0 0 1 0 0,1-1-1 0 0,-1 1 1 0 0,1-1-1 0 0,-1 0 1 0 0,0 1-1 0 0,1-1 1 0 0,-1 0-1 0 0,1 0 1 0 0,-1 0-1 0 0,1 0 1 0 0,-1 0-1 0 0,1 0 1 0 0,-1 0-1 0 0,1 0 1 0 0,-1-1-1 0 0,0 1 1 0 0,1 0-1 0 0,-1-1 1 0 0,1 0-1 0 0,-1 1 1 0 0,0-1-1 0 0,1 0 1 0 0,-1 1-1 0 0,0-1 1 0 0,0 0-1 0 0,0 0 1 0 0,0 0-1 0 0,0 0 1 0 0,2-2-1 0 0,6-6 268 0 0,0 0 1 0 0,-1-1-1 0 0,12-18 1 0 0,-13 19-249 0 0,57-85 100 0 0,30-38-4323 0 0,-77 110-1595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6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148 325 2304 0 0,'0'-33'946'0'0,"1"0"41"0"0,-1-1 1 0 0,-1 1 0 0 0,-2 0-1 0 0,-2 1 1 0 0,-11-47-1 0 0,0 48 134 0 0,15 30-903 0 0,0 0 0 0 0,0-1 0 0 0,0 1 1 0 0,0 0-1 0 0,-1 0 0 0 0,1 0 0 0 0,0 0 0 0 0,0 0 0 0 0,-1 0 1 0 0,1 0-1 0 0,-1 0 0 0 0,1 1 0 0 0,0-1 0 0 0,-1 0 0 0 0,1 1 1 0 0,-1-1-1 0 0,0 1 0 0 0,1 0 0 0 0,-2-1 0 0 0,1 42 2444 0 0,-40 900-612 0 0,11-557-1665 0 0,30-377-399 0 0,-3 47-870 0 0,4-51 682 0 0,0 1 1 0 0,0-1-1 0 0,1 1 1 0 0,-1-1 0 0 0,1 1-1 0 0,-1-1 1 0 0,1 0-1 0 0,0 1 1 0 0,0-1 0 0 0,1 0-1 0 0,-1 1 1 0 0,3 2-1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1 456 0 0,'-57'2'3620'0'0,"-111"20"0"0"0,155-19-3031 0 0,1 0-1 0 0,-1 1 1 0 0,1 0-1 0 0,-15 8 1 0 0,22-10-384 0 0,0 0 0 0 0,1 1 0 0 0,0-1-1 0 0,-1 1 1 0 0,1 0 0 0 0,0 0 0 0 0,1 1 0 0 0,-1-1 0 0 0,0 1-1 0 0,1 0 1 0 0,0 0 0 0 0,0 0 0 0 0,-4 8 0 0 0,7-12-133 0 0,-1 1 1 0 0,1 0-1 0 0,0-1 1 0 0,-1 1-1 0 0,1 0 1 0 0,0 0-1 0 0,0-1 1 0 0,0 1-1 0 0,0 0 1 0 0,0 0-1 0 0,0 0 1 0 0,0-1-1 0 0,0 1 1 0 0,0 0-1 0 0,0 0 0 0 0,0-1 1 0 0,0 1-1 0 0,0 0 1 0 0,1 0-1 0 0,-1-1 1 0 0,0 1-1 0 0,1 0 1 0 0,-1-1-1 0 0,0 1 1 0 0,1 0-1 0 0,-1-1 1 0 0,1 1-1 0 0,-1 0 1 0 0,2 0-1 0 0,-1 0 13 0 0,1 1 0 0 0,0-1 0 0 0,1 0-1 0 0,-1 0 1 0 0,0 0 0 0 0,0 0 0 0 0,0-1 0 0 0,0 1 0 0 0,1 0-1 0 0,1-1 1 0 0,9 2 279 0 0,0-1-1 0 0,21-1 1 0 0,-33 0-312 0 0,170-6 1639 0 0,200-13-375 0 0,-268 14-1481 0 0,-1 4 0 0 0,111 13 0 0 0,-92-4 76 0 0,87-4-3133 0 0,-177-4 2267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8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71 3225 0 0,'-2'-1'365'0'0,"1"0"1"0"0,-1 0 0 0 0,1 0-1 0 0,-1 0 1 0 0,1 0 0 0 0,0-1-1 0 0,-1 1 1 0 0,1 0 0 0 0,0-1-1 0 0,0 1 1 0 0,0-1 0 0 0,0 1-1 0 0,0-1 1 0 0,0 1 0 0 0,1-1-1 0 0,-1 0 1 0 0,0 0 0 0 0,0-3-1 0 0,1 4-225 0 0,0 0 0 0 0,0 0 0 0 0,0 0-1 0 0,0 0 1 0 0,0 0 0 0 0,0 0 0 0 0,0 0-1 0 0,0 0 1 0 0,0 0 0 0 0,1 0-1 0 0,-1 0 1 0 0,0 0 0 0 0,1 0 0 0 0,-1 0-1 0 0,1 0 1 0 0,-1 0 0 0 0,1 0 0 0 0,-1 0-1 0 0,1 0 1 0 0,0 0 0 0 0,0 1-1 0 0,-1-1 1 0 0,1 0 0 0 0,0 0 0 0 0,0 1-1 0 0,0-1 1 0 0,0 1 0 0 0,0-1 0 0 0,0 1-1 0 0,0-1 1 0 0,0 1 0 0 0,0-1-1 0 0,1 1 1 0 0,11-4 124 0 0,0 2 0 0 0,0-1 0 0 0,0 1 1 0 0,0 1-1 0 0,0 1 0 0 0,26 1 0 0 0,83 17 510 0 0,-92-12-572 0 0,99 11 706 0 0,231 1 0 0 0,122 7-563 0 0,48 0-1202 0 0,-472-29 218 0 0,-34 0-3526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1 170 920 0 0,'7'-36'4407'0'0,"11"-34"1452"0"0,-17 65-5451 0 0,1 0 0 0 0,0 1-1 0 0,0-1 1 0 0,0 1 0 0 0,1 0 0 0 0,-1 0 0 0 0,1 0 0 0 0,0 0 0 0 0,1 0 0 0 0,-1 0 0 0 0,7-5 0 0 0,-9 8-302 0 0,1 0 1 0 0,-1 1-1 0 0,0-1 1 0 0,0 0 0 0 0,0 1-1 0 0,1-1 1 0 0,-1 1-1 0 0,0-1 1 0 0,0 1-1 0 0,1 0 1 0 0,-1-1-1 0 0,0 1 1 0 0,1 0-1 0 0,-1 0 1 0 0,0 0 0 0 0,1 0-1 0 0,-1 0 1 0 0,1 0-1 0 0,-1 0 1 0 0,0 1-1 0 0,1-1 1 0 0,1 1-1 0 0,-1 0 11 0 0,1 1-1 0 0,-1-1 1 0 0,0 1-1 0 0,1 0 1 0 0,-1-1-1 0 0,0 1 0 0 0,0 0 1 0 0,0 0-1 0 0,0 1 1 0 0,2 2-1 0 0,1 4 20 0 0,0 0 0 0 0,0 0 0 0 0,0 0 0 0 0,5 19 0 0 0,9 50-48 0 0,-16-59-273 0 0,1-1 0 0 0,0 1 0 0 0,2-1 0 0 0,0-1 0 0 0,1 1 0 0 0,1-1 0 0 0,16 27 0 0 0,-24-44 178 0 0,0 1 0 0 0,1 0 0 0 0,-1-1 0 0 0,1 1 0 0 0,-1-1 0 0 0,1 1 0 0 0,-1-1-1 0 0,1 1 1 0 0,-1 0 0 0 0,1-1 0 0 0,-1 0 0 0 0,1 1 0 0 0,0-1 0 0 0,-1 1 0 0 0,1-1 0 0 0,0 0 0 0 0,-1 1 0 0 0,1-1 0 0 0,0 0 0 0 0,-1 0 0 0 0,1 0-1 0 0,0 0 1 0 0,0 1 0 0 0,-1-1 0 0 0,1 0 0 0 0,0 0 0 0 0,0 0 0 0 0,-1-1 0 0 0,1 1 0 0 0,0 0 0 0 0,0 0 0 0 0,1-1 0 0 0,0 0 27 0 0,0 0 1 0 0,-1 0 0 0 0,1-1 0 0 0,0 1-1 0 0,0-1 1 0 0,-1 0 0 0 0,1 0 0 0 0,-1 1-1 0 0,1-1 1 0 0,1-4 0 0 0,3-4 180 0 0,-1-1 1 0 0,0 0-1 0 0,4-14 0 0 0,8-35 372 0 0,-11 33-303 0 0,1 1 0 0 0,1 0 0 0 0,2 1 0 0 0,0 0 0 0 0,18-30 0 0 0,-28 54-266 0 0,0 1-1 0 0,0-1 1 0 0,1 1 0 0 0,-1-1 0 0 0,0 1 0 0 0,0-1 0 0 0,1 1 0 0 0,-1 0 0 0 0,0-1 0 0 0,0 1-1 0 0,1-1 1 0 0,-1 1 0 0 0,1 0 0 0 0,-1-1 0 0 0,0 1 0 0 0,1 0 0 0 0,-1 0 0 0 0,1-1 0 0 0,-1 1-1 0 0,0 0 1 0 0,1 0 0 0 0,-1-1 0 0 0,1 1 0 0 0,-1 0 0 0 0,1 0 0 0 0,-1 0 0 0 0,1 0-1 0 0,-1 0 1 0 0,1 0 0 0 0,-1 0 0 0 0,1 0 0 0 0,-1 0 0 0 0,1 0 0 0 0,-1 0 0 0 0,1 0 0 0 0,-1 0-1 0 0,1 0 1 0 0,-1 1 0 0 0,1-1 0 0 0,-1 0 0 0 0,1 0 0 0 0,-1 0 0 0 0,0 1 0 0 0,1-1 0 0 0,-1 0-1 0 0,1 1 1 0 0,-1-1 0 0 0,0 0 0 0 0,1 1 0 0 0,-1-1 0 0 0,0 0 0 0 0,1 1 0 0 0,-1-1-1 0 0,0 1 1 0 0,0-1 0 0 0,1 0 0 0 0,-1 1 0 0 0,0-1 0 0 0,0 1 0 0 0,0-1 0 0 0,0 1 0 0 0,0-1-1 0 0,1 1 1 0 0,-1 0 0 0 0,13 45 294 0 0,-9-28-240 0 0,8 19-372 0 0,32 62 0 0 0,-37-86 221 0 0,0 0 1 0 0,1-1-1 0 0,0 0 1 0 0,1 0-1 0 0,1-1 1 0 0,0 0-1 0 0,22 18 1 0 0,-30-27 76 0 0,0-1 0 0 0,0 1 0 0 0,0-1 1 0 0,1 0-1 0 0,-1 0 0 0 0,0 0 1 0 0,1 0-1 0 0,-1 0 0 0 0,0 0 1 0 0,1-1-1 0 0,-1 1 0 0 0,1-1 1 0 0,0 0-1 0 0,-1 0 0 0 0,1 0 1 0 0,-1 0-1 0 0,1 0 0 0 0,4-1 0 0 0,-3 0-35 0 0,1-1 0 0 0,-1 0 0 0 0,0 0 0 0 0,0 0 0 0 0,0 0 0 0 0,0 0 0 0 0,0-1 0 0 0,0 0 0 0 0,5-5 0 0 0,2-3-65 0 0,-1-1 0 0 0,-1 1 0 0 0,0-2 0 0 0,0 1 0 0 0,8-18 0 0 0,0-4 271 0 0,-7 13 77 0 0,1 1 0 0 0,1 0 0 0 0,14-19 0 0 0,-26 39-217 0 0,0-1 0 0 0,1 1 0 0 0,-1 0 0 0 0,0 0 0 0 0,0 0 0 0 0,0 0-1 0 0,0-1 1 0 0,0 1 0 0 0,0 0 0 0 0,1 0 0 0 0,-1 0 0 0 0,0 0 0 0 0,0 0 0 0 0,0 0 0 0 0,1-1 0 0 0,-1 1 0 0 0,0 0-1 0 0,0 0 1 0 0,0 0 0 0 0,1 0 0 0 0,-1 0 0 0 0,0 0 0 0 0,0 0 0 0 0,0 0 0 0 0,1 0 0 0 0,-1 0 0 0 0,0 0 0 0 0,0 0-1 0 0,0 0 1 0 0,1 0 0 0 0,-1 0 0 0 0,0 0 0 0 0,0 0 0 0 0,0 0 0 0 0,1 0 0 0 0,-1 0 0 0 0,0 1 0 0 0,0-1 0 0 0,0 0-1 0 0,1 0 1 0 0,-1 0 0 0 0,0 0 0 0 0,0 0 0 0 0,0 1 0 0 0,7 12 313 0 0,0 25-132 0 0,-6-31-121 0 0,9 35-199 0 0,1-1-1 0 0,20 47 1 0 0,-13-41-1619 0 0,11 52 1 0 0,-27-90 860 0 0,1 0 1 0 0,-1-1-1 0 0,1 0 0 0 0,1 1 1 0 0,4 7-1 0 0,-8-15 710 0 0,1 0-1 0 0,-1 0 0 0 0,1 0 1 0 0,-1 0-1 0 0,1 0 1 0 0,0 0-1 0 0,-1 0 0 0 0,1-1 1 0 0,0 1-1 0 0,0 0 0 0 0,-1 0 1 0 0,1-1-1 0 0,0 1 0 0 0,0 0 1 0 0,0-1-1 0 0,0 1 1 0 0,0-1-1 0 0,0 1 0 0 0,0-1 1 0 0,0 1-1 0 0,0-1 0 0 0,1 0 1 0 0,-1 0-1 0 0,0 0 0 0 0,0 1 1 0 0,0-1-1 0 0,0 0 1 0 0,0 0-1 0 0,0 0 0 0 0,1-1 1 0 0,-1 1-1 0 0,0 0 0 0 0,0 0 1 0 0,0-1-1 0 0,0 1 0 0 0,0 0 1 0 0,0-1-1 0 0,0 1 1 0 0,0-1-1 0 0,0 0 0 0 0,0 1 1 0 0,0-1-1 0 0,0 0 0 0 0,0 1 1 0 0,-1-1-1 0 0,1 0 0 0 0,0 0 1 0 0,0 0-1 0 0,-1 0 1 0 0,2-1-1 0 0,7-9 17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0 147 1376 0 0,'10'11'10363'0'0,"-10"-12"-10187"0"0,33-3 1131 0 0,-1-1 1 0 0,0-2-1 0 0,36-12 1 0 0,-28 7 229 0 0,70-10 1 0 0,4 13-620 0 0,120 8-1 0 0,-9 0-813 0 0,-132-2-259 0 0,0-5 0 0 0,-1-3 0 0 0,148-39 0 0 0,-218 45-2499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6913 0 0,'0'0'28'0'0,"-1"-1"-1"0"0,1 0 0 0 0,0 0 0 0 0,0 1 0 0 0,0-1 0 0 0,0 0 0 0 0,0 0 0 0 0,1 1 0 0 0,-1-1 1 0 0,0 0-1 0 0,0 0 0 0 0,0 1 0 0 0,1-1 0 0 0,-1 0 0 0 0,0 1 0 0 0,1-1 0 0 0,-1 0 0 0 0,0 1 0 0 0,1-1 1 0 0,-1 1-1 0 0,1-1 0 0 0,-1 0 0 0 0,1 1 0 0 0,0-1 0 0 0,-1 1 0 0 0,1-1 0 0 0,-1 1 0 0 0,1 0 1 0 0,0-1-1 0 0,0 1 0 0 0,27-20 775 0 0,-24 17-87 0 0,6-4 442 0 0,1 1 0 0 0,0 0 0 0 0,1 0 0 0 0,-1 1 0 0 0,15-4 0 0 0,-12 6-612 0 0,-1-1 1 0 0,1 2-1 0 0,1 0 1 0 0,15 0-1 0 0,-11 2-1023 0 0,-1 1-1 0 0,33 5 1 0 0,-26 0-2295 0 0,37 12 0 0 0,-50-14-1728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0 920 0 0,'-15'12'6817'0'0,"14"-11"-6293"0"0,0 0 1 0 0,0 2-1 0 0,-9 28 3774 0 0,3 35-817 0 0,7-59-2909 0 0,0 88 895 0 0,14 116 0 0 0,0-33-1059 0 0,25 579 666 0 0,-38-720-1023 0 0,0-1 1 0 0,-3 1-1 0 0,-1-1 0 0 0,-8 40 1 0 0,6-54-2670 0 0,-1 0 0 0 0,-11 25 0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1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3225 0 0,'-1'2'12693'0'0,"5"16"-12382"0"0,-2-10-47 0 0,0 0 0 0 0,-1 0 0 0 0,0 1 0 0 0,-1-1 0 0 0,0 0 0 0 0,-2 16 0 0 0,1 11-1 0 0,11 107 414 0 0,-2-33-1446 0 0,-6-36-3327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2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4609 0 0,'-2'1'248'0'0,"1"0"1"0"0,-1 1-1 0 0,0 0 0 0 0,1-1 1 0 0,-1 1-1 0 0,1 0 0 0 0,0 0 1 0 0,-1 0-1 0 0,1-1 0 0 0,0 1 1 0 0,0 1-1 0 0,0-1 0 0 0,1 0 1 0 0,-1 0-1 0 0,0 0 0 0 0,1 0 1 0 0,-1 1-1 0 0,1-1 0 0 0,0 0 1 0 0,0 0-1 0 0,0 1 0 0 0,0-1 1 0 0,0 0-1 0 0,0 0 1 0 0,1 1-1 0 0,-1-1 0 0 0,1 0 1 0 0,0 0-1 0 0,-1 0 0 0 0,1 0 1 0 0,0 0-1 0 0,0 0 0 0 0,0 0 1 0 0,0 0-1 0 0,1 0 0 0 0,-1 0 1 0 0,1 0-1 0 0,-1-1 0 0 0,1 1 1 0 0,-1 0-1 0 0,1-1 0 0 0,0 0 1 0 0,0 1-1 0 0,0-1 0 0 0,0 0 1 0 0,0 0-1 0 0,0 0 0 0 0,0 0 1 0 0,0 0-1 0 0,3 0 0 0 0,13 4 116 0 0,0-1-1 0 0,1-1 0 0 0,-1-1 0 0 0,0 0 1 0 0,1-1-1 0 0,24-3 0 0 0,40 3 79 0 0,337 34 209 0 0,113 12-364 0 0,-217-10-283 0 0,62 5-27 0 0,-161-26-363 0 0,-71-3-185 0 0,195-7 0 0 0,271-70 1341 0 0,-57-4-228 0 0,-438 59-523 0 0,-18 0-3 0 0,-1 4 0 0 0,104 8-1 0 0,211 34 1123 0 0,-376-35-1289 0 0,0 2 0 0 0,0 1 0 0 0,56 16 0 0 0,-84-17-631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0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1 217 10594 0 0,'11'1'6352'0'0,"-7"-1"-6215"0"0,0 1 1 0 0,0 0-1 0 0,-1 0 0 0 0,1 1 0 0 0,0-1 1 0 0,-1 1-1 0 0,1 0 0 0 0,-1 0 1 0 0,1 0-1 0 0,-1 0 0 0 0,0 0 0 0 0,0 1 1 0 0,3 3-1 0 0,54 61 578 0 0,46 49-837 0 0,-92-103 44 0 0,1 0 1 0 0,0-1-1 0 0,1-1 1 0 0,0 0-1 0 0,33 16 1 0 0,-45-25 110 0 0,0 0-1 0 0,1-1 1 0 0,-1 1 0 0 0,0-1 0 0 0,0 0-1 0 0,1 0 1 0 0,-1 0 0 0 0,1-1-1 0 0,-1 0 1 0 0,0 1 0 0 0,1-2 0 0 0,-1 1-1 0 0,1 0 1 0 0,-1-1 0 0 0,1 0-1 0 0,-1 0 1 0 0,0 0 0 0 0,6-3 0 0 0,-7 3 52 0 0,0-2 0 0 0,0 1 0 0 0,-1 0 0 0 0,1 0 0 0 0,0-1 1 0 0,-1 1-1 0 0,0-1 0 0 0,1 0 0 0 0,-1 0 0 0 0,0 0 0 0 0,-1 0 1 0 0,1 0-1 0 0,0 0 0 0 0,-1-1 0 0 0,0 1 0 0 0,0-1 1 0 0,0 1-1 0 0,0 0 0 0 0,0-1 0 0 0,-1 0 0 0 0,1 1 0 0 0,-1-7 1 0 0,-5-154 863 0 0,1 121-1796 0 0,3 0-1 0 0,1 0 1 0 0,10-77 0 0 0,-1 90-5251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0,'10'8'6663'0'0,"11"17"-3585"0"0,-15-19-1972 0 0,14 21-47 0 0,-1 1 1 0 0,-1 1-1 0 0,-1 0 0 0 0,20 52 0 0 0,-22-46-1741 0 0,2-2 1 0 0,1 1 0 0 0,30 41-1 0 0,-36-61-3485 0 0,0-1-1218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11 322 4145 0 0,'-1'1'35'0'0,"1"-1"1"0"0,-1 0-1 0 0,0 1 1 0 0,1-1-1 0 0,-1 1 1 0 0,0-1-1 0 0,1 1 1 0 0,-1 0-1 0 0,1-1 1 0 0,-1 1-1 0 0,1 0 0 0 0,-1-1 1 0 0,1 1-1 0 0,-1 0 1 0 0,1-1-1 0 0,0 1 1 0 0,0 0-1 0 0,-1 0 1 0 0,1 0-1 0 0,0-1 1 0 0,0 1-1 0 0,0 0 1 0 0,0 1-1 0 0,16-4 1772 0 0,27-19 907 0 0,-26 10-2098 0 0,0-1 0 0 0,-1 0 1 0 0,-1-1-1 0 0,0-1 1 0 0,-1-1-1 0 0,14-18 0 0 0,64-103-836 0 0,-74 106-64 0 0,-15 26 302 0 0,-1 0 1 0 0,1 0-1 0 0,0 0 0 0 0,0 0 1 0 0,1 1-1 0 0,-1-1 0 0 0,1 1 1 0 0,4-3-1 0 0,-7 5 48 0 0,0 1 0 0 0,0-1-1 0 0,0 1 1 0 0,-1 0 0 0 0,1-1 0 0 0,0 1-1 0 0,0 0 1 0 0,0 0 0 0 0,0 0 0 0 0,0-1-1 0 0,0 1 1 0 0,0 0 0 0 0,0 0-1 0 0,0 1 1 0 0,0-1 0 0 0,0 0 0 0 0,0 0-1 0 0,0 0 1 0 0,0 1 0 0 0,0-1 0 0 0,0 0-1 0 0,-1 1 1 0 0,1-1 0 0 0,0 1 0 0 0,0-1-1 0 0,0 1 1 0 0,0-1 0 0 0,-1 1-1 0 0,1-1 1 0 0,0 1 0 0 0,-1 0 0 0 0,1 0-1 0 0,0-1 1 0 0,-1 1 0 0 0,1 0 0 0 0,-1 0-1 0 0,1 0 1 0 0,-1 0 0 0 0,0-1 0 0 0,1 1-1 0 0,-1 0 1 0 0,0 0 0 0 0,1 0-1 0 0,-1 2 1 0 0,31 93 757 0 0,-26-75-608 0 0,1-1-1 0 0,0-1 0 0 0,1 1 1 0 0,1-1-1 0 0,1-1 0 0 0,1 1 1 0 0,18 25-1 0 0,-27-42-234 0 0,1 0 1 0 0,-1 0-1 0 0,1 0 0 0 0,-1 0 1 0 0,1-1-1 0 0,0 1 0 0 0,-1-1 0 0 0,1 1 1 0 0,0-1-1 0 0,0 0 0 0 0,0 1 1 0 0,0-1-1 0 0,1 0 0 0 0,-1 0 0 0 0,0-1 1 0 0,0 1-1 0 0,1 0 0 0 0,-1-1 1 0 0,0 0-1 0 0,1 1 0 0 0,-1-1 0 0 0,0 0 1 0 0,1 0-1 0 0,-1 0 0 0 0,0 0 1 0 0,4-1-1 0 0,-3-1-11 0 0,1 0-1 0 0,-1 1 1 0 0,0-1 0 0 0,0 0-1 0 0,-1-1 1 0 0,1 1 0 0 0,0 0 0 0 0,-1-1-1 0 0,1 0 1 0 0,-1 1 0 0 0,0-1-1 0 0,0 0 1 0 0,0 0 0 0 0,0 0-1 0 0,0-1 1 0 0,1-5 0 0 0,20-61 991 0 0,0-1 814 0 0,-20 64-1656 0 0,-1 1 0 0 0,2 0-1 0 0,-1 0 1 0 0,1 0 0 0 0,0 0 0 0 0,0 1-1 0 0,0-1 1 0 0,7-5 0 0 0,-10 10-84 0 0,0 0 1 0 0,0 0-1 0 0,0 0 0 0 0,1 0 1 0 0,-1 0-1 0 0,0 1 0 0 0,1-1 1 0 0,-1 0-1 0 0,1 1 0 0 0,-1-1 1 0 0,0 1-1 0 0,1-1 0 0 0,0 1 1 0 0,-1 0-1 0 0,1 0 0 0 0,-1 0 1 0 0,1 0-1 0 0,-1 0 0 0 0,1 0 1 0 0,-1 0-1 0 0,1 0 1 0 0,-1 0-1 0 0,1 1 0 0 0,-1-1 1 0 0,1 1-1 0 0,-1-1 0 0 0,1 1 1 0 0,-1-1-1 0 0,1 1 0 0 0,-1 0 1 0 0,0 0-1 0 0,1 0 0 0 0,-1 0 1 0 0,0 0-1 0 0,2 1 0 0 0,4 6-12 0 0,0 0 0 0 0,0 0 0 0 0,-1 0 0 0 0,8 14-1 0 0,-1-3-10 0 0,-4-7-273 0 0,1-1 0 0 0,0-1 0 0 0,0 0 0 0 0,20 14-1 0 0,-10-10-736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24 7370 0 0,'-1'-1'223'0'0,"1"1"0"0"0,0-1 0 0 0,0 0 0 0 0,0 0 1 0 0,0 1-1 0 0,0-1 0 0 0,0 0 0 0 0,0 0 1 0 0,0 1-1 0 0,0-1 0 0 0,0 0 0 0 0,0 0 0 0 0,0 0 1 0 0,1 1-1 0 0,-1-1 0 0 0,0 0 0 0 0,0 1 0 0 0,1-1 1 0 0,-1 0-1 0 0,1 1 0 0 0,-1-1 0 0 0,1 0 1 0 0,-1 1-1 0 0,1-1 0 0 0,-1 1 0 0 0,1-1 0 0 0,-1 1 1 0 0,1-1-1 0 0,-1 1 0 0 0,1-1 0 0 0,0 1 0 0 0,-1-1 1 0 0,1 1-1 0 0,0 0 0 0 0,0 0 0 0 0,-1-1 1 0 0,1 1-1 0 0,0 0 0 0 0,0 0 0 0 0,-1 0 0 0 0,1 0 1 0 0,0 0-1 0 0,0 0 0 0 0,-1 0 0 0 0,1 0 0 0 0,1 0 1 0 0,1 1-11 0 0,-1 0 0 0 0,0-1 1 0 0,0 1-1 0 0,0 1 0 0 0,0-1 1 0 0,0 0-1 0 0,0 0 0 0 0,0 1 1 0 0,0-1-1 0 0,0 1 0 0 0,-1 0 1 0 0,1-1-1 0 0,0 1 0 0 0,1 2 0 0 0,2 6-59 0 0,1 0-1 0 0,-2 1 0 0 0,1-1 0 0 0,-1 1 1 0 0,-1 0-1 0 0,3 16 0 0 0,8 73-106 0 0,-9-51-142 0 0,1 1-425 0 0,15 90-1375 0 0,-18-125 1016 0 0,1 0 0 0 0,1-1 0 0 0,0 1 0 0 0,1-1 0 0 0,1 0 0 0 0,0-1-1 0 0,9 14 1 0 0,0-7-4004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67 343 4145 0 0,'-13'-25'730'0'0,"1"-1"0"0"0,-15-44 0 0 0,23 55 159 0 0,1 0-1 0 0,0 0 1 0 0,1 0-1 0 0,0 0 1 0 0,1-1-1 0 0,2-23 1 0 0,0 34-564 0 0,0 1 1 0 0,0-1-1 0 0,1 0 1 0 0,0 1-1 0 0,-1-1 1 0 0,2 1-1 0 0,-1-1 1 0 0,0 1-1 0 0,1 0 1 0 0,0 0-1 0 0,6-7 0 0 0,-7 8-147 0 0,1 0 0 0 0,-1 1 0 0 0,1-1 0 0 0,0 1 0 0 0,0 0 0 0 0,0-1 0 0 0,0 1 0 0 0,0 1 0 0 0,0-1 0 0 0,1 0 0 0 0,-1 1 0 0 0,1 0 0 0 0,-1-1 0 0 0,1 1 0 0 0,-1 1 0 0 0,6-2 0 0 0,-8 3-164 0 0,1-1 1 0 0,-1 0 0 0 0,0 1-1 0 0,1-1 1 0 0,-1 1 0 0 0,0-1-1 0 0,0 1 1 0 0,0 0 0 0 0,0 0 0 0 0,1-1-1 0 0,-1 1 1 0 0,0 0 0 0 0,0 0-1 0 0,0 0 1 0 0,-1 0 0 0 0,1 0 0 0 0,0 0-1 0 0,0 1 1 0 0,-1-1 0 0 0,1 0-1 0 0,0 0 1 0 0,-1 0 0 0 0,1 1 0 0 0,-1-1-1 0 0,0 0 1 0 0,1 1 0 0 0,-1 1-1 0 0,8 42-365 0 0,-7-38 222 0 0,3 35-392 0 0,-2-1 0 0 0,-6 72 0 0 0,-19 82 74 0 0,18-163 565 0 0,4-29 14 0 0,1 0 0 0 0,-1 1 0 0 0,1-1-1 0 0,0 0 1 0 0,0 0 0 0 0,0 1 0 0 0,0-1 0 0 0,1 0 0 0 0,-1 0 0 0 0,1 0-1 0 0,0 1 1 0 0,0-1 0 0 0,1 4 0 0 0,-1-6-49 0 0,-1-1 0 0 0,1 1 0 0 0,0 0 0 0 0,-1-1 0 0 0,1 1 1 0 0,0-1-1 0 0,-1 1 0 0 0,1-1 0 0 0,0 1 0 0 0,-1-1 0 0 0,1 1 0 0 0,0-1 0 0 0,0 0 1 0 0,0 1-1 0 0,-1-1 0 0 0,1 0 0 0 0,0 0 0 0 0,0 0 0 0 0,1 1 0 0 0,1-1 6 0 0,-1 0-1 0 0,1-1 0 0 0,-1 1 0 0 0,1 0 0 0 0,-1-1 1 0 0,1 0-1 0 0,-1 1 0 0 0,1-1 0 0 0,1-1 0 0 0,92-48-160 0 0,-62 30-1852 0 0,41-15 0 0 0,-48 24 565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22 3681 0 0,'-37'-22'13867'0'0,"32"41"-13279"0"0,3-1-186 0 0,1 0 0 0 0,0-1 0 0 0,2 1 0 0 0,0-1 0 0 0,1 1 0 0 0,1-1 0 0 0,0 0 0 0 0,10 27 0 0 0,1-4-328 0 0,1-1 0 0 0,31 54-1 0 0,2-15-1210 0 0,-26-44-1991 0 0,21 45 1 0 0,-35-58-2366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5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14 390 920 0 0,'-2'-2'248'0'0,"1"0"-1"0"0,-1 0 1 0 0,1 0-1 0 0,0 0 1 0 0,0 0-1 0 0,0 0 1 0 0,0 0-1 0 0,0 0 1 0 0,0-1-1 0 0,1 1 1 0 0,-1 0 0 0 0,1-1-1 0 0,-1 1 1 0 0,1 0-1 0 0,0-1 1 0 0,0 1-1 0 0,0-1 1 0 0,1 1-1 0 0,-1 0 1 0 0,0-1-1 0 0,1 1 1 0 0,-1 0-1 0 0,1-1 1 0 0,0 1-1 0 0,0 0 1 0 0,0 0-1 0 0,0 0 1 0 0,0 0-1 0 0,0 0 1 0 0,1 0 0 0 0,1-3-1 0 0,6-7 1097 0 0,0 1 1 0 0,1 0-1 0 0,18-17 0 0 0,-25 25-1114 0 0,16-13 184 0 0,-1-2-1 0 0,-1-1 0 0 0,0 0 0 0 0,-1-1 1 0 0,-1 0-1 0 0,12-24 0 0 0,-28 48-275 0 0,0 0 1 0 0,0 1-1 0 0,1-1 1 0 0,-1 1-1 0 0,1-1 1 0 0,0 1-1 0 0,0-1 1 0 0,1 0-1 0 0,0 1 0 0 0,-1-1 1 0 0,1 1-1 0 0,3 6 1 0 0,21 56-84 0 0,-19-57-28 0 0,-1 0-1 0 0,1-1 1 0 0,0 0-1 0 0,1 0 1 0 0,0 0-1 0 0,16 14 1 0 0,-19-20-47 0 0,-1 1 0 0 0,1-1 0 0 0,0-1 0 0 0,0 1 1 0 0,0 0-1 0 0,0-1 0 0 0,1 0 0 0 0,-1 0 0 0 0,1 0 0 0 0,-1 0 0 0 0,1-1 0 0 0,0 0 0 0 0,-1 0 1 0 0,1 0-1 0 0,0 0 0 0 0,0-1 0 0 0,0 0 0 0 0,5 0 0 0 0,-6-1 5 0 0,0-1 0 0 0,0 1 1 0 0,0-1-1 0 0,0 0 0 0 0,0 0 0 0 0,0-1 0 0 0,-1 1 0 0 0,1-1 1 0 0,-1 0-1 0 0,0 0 0 0 0,1 0 0 0 0,-1 0 0 0 0,0 0 0 0 0,-1-1 1 0 0,1 1-1 0 0,2-7 0 0 0,4-5-2 0 0,-1 0-1 0 0,11-29 1 0 0,3-33 318 0 0,-19 62 0 0 0,0 0 1 0 0,1 0-1 0 0,1 1 1 0 0,0 0-1 0 0,1 0 1 0 0,0 0-1 0 0,10-15 1 0 0,-15 29-269 0 0,-1-1 1 0 0,0 1-1 0 0,1-1 1 0 0,-1 1-1 0 0,0-1 1 0 0,1 1-1 0 0,-1-1 1 0 0,1 1-1 0 0,-1-1 1 0 0,1 1-1 0 0,-1 0 1 0 0,1-1-1 0 0,-1 1 1 0 0,1 0-1 0 0,0-1 1 0 0,-1 1-1 0 0,1 0 1 0 0,-1 0 0 0 0,1 0-1 0 0,0-1 1 0 0,-1 1-1 0 0,1 0 1 0 0,-1 0-1 0 0,1 0 1 0 0,0 0-1 0 0,-1 0 1 0 0,2 0-1 0 0,12 14 354 0 0,5 30-270 0 0,-17-38-47 0 0,1 2-126 0 0,8 20 209 0 0,18 37-1 0 0,-23-55-419 0 0,0-1 0 0 0,0 1 1 0 0,1-2-1 0 0,0 1 0 0 0,0-1 1 0 0,1 0-1 0 0,11 8 1 0 0,3 2-7292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0 4145 0 0,'-1'3'381'0'0,"0"0"0"0"0,0 0-1 0 0,0 0 1 0 0,0 0 0 0 0,1 1 0 0 0,0-1 0 0 0,-1 0 0 0 0,1 0 0 0 0,0 0-1 0 0,1 0 1 0 0,0 6 0 0 0,-1 2 410 0 0,-1 76 1852 0 0,-2-43-2243 0 0,3 0-1 0 0,1 0 0 0 0,11 65 1 0 0,-11-105-393 0 0,0-1 0 0 0,0 1-1 0 0,1 0 1 0 0,-1-1 0 0 0,1 1 0 0 0,-1-1 0 0 0,1 0 0 0 0,0 0-1 0 0,1 1 1 0 0,-1-1 0 0 0,4 4 0 0 0,-5-7 9 0 0,0 1 0 0 0,-1-1 0 0 0,1 1 0 0 0,-1-1 1 0 0,1 0-1 0 0,0 1 0 0 0,-1-1 0 0 0,1 0 0 0 0,0 1 0 0 0,-1-1 0 0 0,1 0 1 0 0,0 0-1 0 0,-1 0 0 0 0,1 1 0 0 0,0-1 0 0 0,0 0 0 0 0,-1 0 0 0 0,1 0 1 0 0,0 0-1 0 0,0 0 0 0 0,-1-1 0 0 0,1 1 0 0 0,1 0 0 0 0,-1-1 28 0 0,1 0 0 0 0,-1 0 0 0 0,0 0-1 0 0,1 0 1 0 0,-1 0 0 0 0,0-1 0 0 0,0 1-1 0 0,0 0 1 0 0,0-1 0 0 0,0 1 0 0 0,0 0-1 0 0,0-1 1 0 0,-1 1 0 0 0,1-1 0 0 0,0-2 0 0 0,2-4 101 0 0,0-1 1 0 0,-1 0-1 0 0,-1 0 1 0 0,0 0-1 0 0,0 0 1 0 0,0 0-1 0 0,-1 0 1 0 0,-1-1-1 0 0,-1-14 1 0 0,-22-84 838 0 0,20 94-774 0 0,2 5-29 0 0,-17-50 786 0 0,19 57-931 0 0,-1 0 1 0 0,0 0-1 0 0,0 0 1 0 0,1 1-1 0 0,-1-1 1 0 0,0 0-1 0 0,-1 1 1 0 0,1-1-1 0 0,0 0 1 0 0,0 1-1 0 0,-1 0 1 0 0,1-1-1 0 0,0 1 1 0 0,-1 0-1 0 0,1 0 0 0 0,-1 0 1 0 0,0 0-1 0 0,1 0 1 0 0,-1 0-1 0 0,0 0 1 0 0,0 0-1 0 0,0 1 1 0 0,0-1-1 0 0,1 1 1 0 0,-1-1-1 0 0,-3 1 1 0 0,3 0-24 0 0,-1 1-1 0 0,1 0 1 0 0,0 0-1 0 0,-1 0 1 0 0,1 0 0 0 0,0 0-1 0 0,0 1 1 0 0,0-1 0 0 0,0 1-1 0 0,0-1 1 0 0,0 1-1 0 0,0 0 1 0 0,1 0 0 0 0,-1 0-1 0 0,0 0 1 0 0,1 0 0 0 0,0 0-1 0 0,-1 0 1 0 0,1 0-1 0 0,0 1 1 0 0,-1 2 0 0 0,-2 5-172 0 0,0 0-1 0 0,1 0 1 0 0,-4 17 0 0 0,6-19 52 0 0,0 0 0 0 0,0 1 0 0 0,1-1 0 0 0,0 0 0 0 0,1 0 0 0 0,-1 0 0 0 0,2 0 0 0 0,-1 0-1 0 0,1 0 1 0 0,0 0 0 0 0,1 0 0 0 0,-1-1 0 0 0,2 1 0 0 0,-1-1 0 0 0,1 0 0 0 0,0 0 0 0 0,8 10 0 0 0,-9-13 114 0 0,0 0 1 0 0,1-1-1 0 0,0 1 1 0 0,-1-1-1 0 0,2 0 1 0 0,-1 0-1 0 0,0 0 1 0 0,0 0-1 0 0,1-1 1 0 0,0 1-1 0 0,-1-1 1 0 0,1-1-1 0 0,0 1 1 0 0,0-1-1 0 0,0 1 1 0 0,0-1-1 0 0,0-1 1 0 0,0 1-1 0 0,0-1 1 0 0,0 0-1 0 0,1 0 1 0 0,-1 0-1 0 0,0-1 1 0 0,0 0-1 0 0,0 0 1 0 0,0 0-1 0 0,0 0 1 0 0,7-4-1 0 0,-8 4-14 0 0,-1-1-1 0 0,1 1 0 0 0,-1-1 0 0 0,0 0 1 0 0,1 0-1 0 0,-1 0 0 0 0,0 0 0 0 0,0-1 0 0 0,0 1 1 0 0,0-1-1 0 0,-1 0 0 0 0,1 1 0 0 0,3-7 1 0 0,-5 7-41 0 0,-1 0 0 0 0,1 1 0 0 0,-1-1 0 0 0,1 0 0 0 0,-1 1 0 0 0,0-1 0 0 0,0 0 0 0 0,0 0 0 0 0,0 1 0 0 0,0-1 0 0 0,0 0 0 0 0,0 0 0 0 0,0 1 0 0 0,-1-1 0 0 0,1 0 0 0 0,-1 0 1 0 0,1 1-1 0 0,-1-1 0 0 0,0 1 0 0 0,0-1 0 0 0,0 1 0 0 0,0-1 0 0 0,0 1 0 0 0,0-1 0 0 0,0 1 0 0 0,0 0 0 0 0,0-1 0 0 0,-1 1 0 0 0,1 0 0 0 0,0 0 0 0 0,-4-2 0 0 0,1 0-346 0 0,-20-15-642 0 0,5 9-3874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 64 1520 0 0,'-44'27'2721'0'0,"36"-23"-1878"0"0,-1 0 0 0 0,1 1 0 0 0,1 0 0 0 0,-14 11 0 0 0,20-15-669 0 0,1-1-1 0 0,-1 1 0 0 0,0 0 0 0 0,0-1 0 0 0,1 1 0 0 0,-1 0 0 0 0,0 0 0 0 0,1-1 1 0 0,-1 1-1 0 0,1 0 0 0 0,-1 0 0 0 0,1 0 0 0 0,-1 0 0 0 0,1 0 0 0 0,0 0 0 0 0,-1 0 0 0 0,1 0 1 0 0,0 0-1 0 0,0 0 0 0 0,0 0 0 0 0,0 1 0 0 0,0-1-69 0 0,0-1 1 0 0,1 1-1 0 0,-1-1 1 0 0,1 1-1 0 0,-1-1 1 0 0,1 1-1 0 0,-1-1 0 0 0,1 1 1 0 0,-1-1-1 0 0,1 0 1 0 0,-1 1-1 0 0,1-1 1 0 0,0 0-1 0 0,-1 1 0 0 0,1-1 1 0 0,0 0-1 0 0,-1 0 1 0 0,1 0-1 0 0,0 0 1 0 0,-1 0-1 0 0,1 1 0 0 0,1-2 1 0 0,4 2 187 0 0,1-1 0 0 0,-1-1 0 0 0,0 1 0 0 0,0-1 0 0 0,10-3 1 0 0,17-3-63 0 0,1 2 0 0 0,1 1 0 0 0,-1 1 0 0 0,1 2 0 0 0,61 6 0 0 0,-41-2 64 0 0,61-4 0 0 0,80-17-118 0 0,246-13 468 0 0,786-16 1613 0 0,-867 32-1945 0 0,-162 8 57 0 0,-130-2-362 0 0,-34 3-899 0 0,-34 6 790 0 0,-1 0 1 0 0,0 0-1 0 0,0 0 1 0 0,1 0-1 0 0,-1 0 1 0 0,0 0 0 0 0,0 0-1 0 0,1 0 1 0 0,-1 0-1 0 0,0 0 1 0 0,1 0 0 0 0,-1 0-1 0 0,0 0 1 0 0,0 0-1 0 0,1 0 1 0 0,-1 0-1 0 0,0 0 1 0 0,0 0 0 0 0,1 0-1 0 0,-1 1 1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0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171 204 6913 0 0,'38'3'8837'0'0,"-22"4"-7889"0"0,-15-7-906 0 0,-1 1-1 0 0,1-1 1 0 0,-1 0-1 0 0,1 1 0 0 0,0-1 1 0 0,-1 0-1 0 0,1 0 0 0 0,-1 1 1 0 0,1-1-1 0 0,0 0 0 0 0,-1 0 1 0 0,1 0-1 0 0,0 0 1 0 0,-1 0-1 0 0,1 0 0 0 0,0 0 1 0 0,-1 0-1 0 0,1 0 0 0 0,0 0 1 0 0,-1 0-1 0 0,1 0 1 0 0,0 0-1 0 0,-1 0 0 0 0,1-1 1 0 0,0 1-1 0 0,-1 0 0 0 0,1 0 1 0 0,-1-1-1 0 0,1 1 0 0 0,0-1 1 0 0,-1 1-1 0 0,1 0 1 0 0,-1-1-1 0 0,1 1 0 0 0,-1-1 1 0 0,1 1-1 0 0,-1-1 0 0 0,0 0 1 0 0,1 1-1 0 0,-1-1 1 0 0,1 0-1 0 0,3-4-28 0 0,-1-1 0 0 0,1 1 0 0 0,-1 0 0 0 0,0-1 0 0 0,0 0-1 0 0,-1 0 1 0 0,0 0 0 0 0,0 0 0 0 0,0 0 0 0 0,0 0 0 0 0,-1 0 0 0 0,0 0 0 0 0,-1-1 0 0 0,0 1 0 0 0,0-12 0 0 0,0 13 0 0 0,-1 0 1 0 0,0 0 0 0 0,0 0-1 0 0,0 0 1 0 0,0 0 0 0 0,-1 0-1 0 0,0 0 1 0 0,0 1 0 0 0,0-1-1 0 0,0 1 1 0 0,-1-1-1 0 0,0 1 1 0 0,0 0 0 0 0,0 0-1 0 0,0 0 1 0 0,-1 0 0 0 0,0 1-1 0 0,1-1 1 0 0,-1 1 0 0 0,-6-4-1 0 0,6 6 5 0 0,1 0 0 0 0,0 0 0 0 0,-1 0 0 0 0,1 0 0 0 0,-1 0 0 0 0,1 1 0 0 0,-1 0 0 0 0,1-1 0 0 0,-1 1 0 0 0,1 0 0 0 0,-1 1 0 0 0,1-1 0 0 0,-1 1 0 0 0,1 0 0 0 0,-1-1 0 0 0,1 1 0 0 0,0 1 0 0 0,-1-1 0 0 0,1 0 0 0 0,0 1 0 0 0,0 0 0 0 0,0 0 0 0 0,0 0 0 0 0,-4 3 0 0 0,-7 6 74 0 0,1 0 1 0 0,0 1-1 0 0,-16 20 0 0 0,20-22 12 0 0,1 0-1 0 0,0 1 1 0 0,1 0-1 0 0,0 0 0 0 0,0 1 1 0 0,-8 23-1 0 0,13-30-62 0 0,0 0 0 0 0,1 1 0 0 0,0-1 0 0 0,0 0 0 0 0,0 0 0 0 0,1 1 0 0 0,0-1 0 0 0,0 1 0 0 0,0-1 0 0 0,0 0 0 0 0,1 1 0 0 0,0-1 0 0 0,0 0 0 0 0,1 0 1 0 0,-1 0-1 0 0,1 0 0 0 0,0 0 0 0 0,1 0 0 0 0,4 7 0 0 0,-5-8-30 0 0,1 0 1 0 0,-1 0-1 0 0,1-1 0 0 0,0 1 1 0 0,0-1-1 0 0,1 0 1 0 0,-1 0-1 0 0,1 0 1 0 0,0 0-1 0 0,-1-1 1 0 0,1 0-1 0 0,6 3 1 0 0,-8-4-62 0 0,1 0 0 0 0,-1-1 0 0 0,0 0 0 0 0,0 0 0 0 0,0 1 0 0 0,1-1 0 0 0,-1 0 0 0 0,0-1 1 0 0,0 1-1 0 0,0 0 0 0 0,1-1 0 0 0,-1 1 0 0 0,0-1 0 0 0,0 0 0 0 0,0 1 0 0 0,0-1 0 0 0,0 0 0 0 0,0 0 0 0 0,0-1 1 0 0,0 1-1 0 0,0 0 0 0 0,-1-1 0 0 0,1 1 0 0 0,0-1 0 0 0,-1 1 0 0 0,0-1 0 0 0,3-3 0 0 0,5-6-49 0 0,-1-1 0 0 0,0 0 0 0 0,-1 0 0 0 0,0-1 0 0 0,-1 0 0 0 0,0 0 0 0 0,-1 0 0 0 0,3-16 0 0 0,-6 23 104 0 0,-1-1 0 0 0,0 1 1 0 0,0-1-1 0 0,-1 1 0 0 0,0-1 0 0 0,0 1 1 0 0,-1 0-1 0 0,1-1 0 0 0,-3-6 1 0 0,2 9 21 0 0,0 0 1 0 0,-1 1 0 0 0,1-1-1 0 0,-1 1 1 0 0,0-1 0 0 0,0 1-1 0 0,0 0 1 0 0,0 0 0 0 0,0 0 0 0 0,-1 0-1 0 0,0 0 1 0 0,1 1 0 0 0,-1-1-1 0 0,0 1 1 0 0,0-1 0 0 0,-5-2-1 0 0,5 4 20 0 0,0 0-1 0 0,1 0 1 0 0,-1 0-1 0 0,0 0 1 0 0,0 1-1 0 0,0-1 1 0 0,0 1-1 0 0,0-1 1 0 0,0 1-1 0 0,0 0 1 0 0,0 0 0 0 0,0 1-1 0 0,0-1 1 0 0,0 1-1 0 0,0-1 1 0 0,0 1-1 0 0,1 0 1 0 0,-1 0-1 0 0,0 0 1 0 0,0 0-1 0 0,1 1 1 0 0,-1-1-1 0 0,1 1 1 0 0,-1-1-1 0 0,1 1 1 0 0,-1 0-1 0 0,1 0 1 0 0,-2 3 0 0 0,1-3-24 0 0,0 1 1 0 0,1 0 0 0 0,-1 0-1 0 0,1 0 1 0 0,0 0 0 0 0,-1 0 0 0 0,1 0-1 0 0,1 0 1 0 0,-1 1 0 0 0,1-1-1 0 0,-1 1 1 0 0,1 0 0 0 0,0-1 0 0 0,0 1-1 0 0,0 0 1 0 0,1 0 0 0 0,-1-1-1 0 0,1 1 1 0 0,0 0 0 0 0,0 0 0 0 0,1 6-1 0 0,1-7-3 0 0,-1-1-1 0 0,1 1 0 0 0,-1 0 1 0 0,1-1-1 0 0,0 1 0 0 0,0-1 1 0 0,0 1-1 0 0,0-1 0 0 0,1 0 1 0 0,-1 0-1 0 0,1 0 1 0 0,-1 0-1 0 0,1 0 0 0 0,0-1 1 0 0,-1 1-1 0 0,1-1 0 0 0,0 1 1 0 0,0-1-1 0 0,0 0 0 0 0,0 0 1 0 0,5 0-1 0 0,2 1 26 0 0,1 0 1 0 0,-1 0-1 0 0,1-1 0 0 0,-1-1 0 0 0,14 0 1 0 0,-12-1-25 0 0,0-1-1 0 0,1-1 1 0 0,-1 1 0 0 0,22-10 0 0 0,-31 11-95 0 0,1 0 1 0 0,-1-1 0 0 0,0 1 0 0 0,0-1-1 0 0,0 1 1 0 0,0-1 0 0 0,0 0-1 0 0,0 0 1 0 0,0-1 0 0 0,-1 1 0 0 0,1 0-1 0 0,-1-1 1 0 0,1 0 0 0 0,-1 0-1 0 0,0 1 1 0 0,0-1 0 0 0,0 0 0 0 0,-1-1-1 0 0,1 1 1 0 0,-1 0 0 0 0,2-7-1 0 0,-3 9-41 0 0,1-1-1 0 0,-1 0 1 0 0,-1 1 0 0 0,1-1-1 0 0,0 0 1 0 0,0 1-1 0 0,-1-1 1 0 0,1 1-1 0 0,0-1 1 0 0,-1 0-1 0 0,0 1 1 0 0,1-1-1 0 0,-1 1 1 0 0,0-1-1 0 0,0 1 1 0 0,0 0-1 0 0,0-1 1 0 0,0 1-1 0 0,0 0 1 0 0,0 0-1 0 0,0 0 1 0 0,-3-2 0 0 0,1 1-423 0 0,-1-1 0 0 0,1 2 0 0 0,0-1 0 0 0,-1 0 0 0 0,0 1 0 0 0,1 0 0 0 0,-1 0 0 0 0,-6-2 0 0 0,-2 2-4411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20 240 4609 0 0,'-2'1'224'0'0,"1"0"0"0"0,-1 1 1 0 0,1-1-1 0 0,-1 1 0 0 0,1-1 0 0 0,-1 1 0 0 0,1 0 1 0 0,0 0-1 0 0,0-1 0 0 0,0 1 0 0 0,0 0 1 0 0,0 0-1 0 0,0 0 0 0 0,0 3 0 0 0,1-5-103 0 0,0 0 0 0 0,0 1 0 0 0,0-1 0 0 0,3 6 2540 0 0,-3-6-2540 0 0,1 0 0 0 0,-1 0 0 0 0,0 1 0 0 0,0-1 0 0 0,1 0 0 0 0,20-2 2375 0 0,-4-1-2024 0 0,0 1 0 0 0,-1 1 1 0 0,1 0-1 0 0,0 1 0 0 0,0 0 0 0 0,0 2 0 0 0,18 3 0 0 0,-7-1-512 0 0,43-1 0 0 0,259-33-139 0 0,-205 15 6 0 0,147-20 131 0 0,102-10 900 0 0,101-30-654 0 0,-168 20 933 0 0,-215 42-182 0 0,126 0 0 0 0,-180 14-773 0 0,0 2 0 0 0,-1 1-1 0 0,67 16 1 0 0,-94-18-110 0 0,1-1 0 0 0,-1 0-1 0 0,1-1 1 0 0,-1 0 0 0 0,1-1 0 0 0,-1 0 0 0 0,1 0-1 0 0,-1-1 1 0 0,14-5 0 0 0,19-2 73 0 0,-42 9-164 0 0,1 0 1 0 0,-1 0-1 0 0,0 0 0 0 0,1 0 1 0 0,-1 1-1 0 0,1-1 0 0 0,-1 0 1 0 0,0 1-1 0 0,1-1 0 0 0,-1 1 1 0 0,0-1-1 0 0,1 1 0 0 0,-1-1 1 0 0,0 1-1 0 0,0 0 0 0 0,1 0 1 0 0,-1 0-1 0 0,0 0 0 0 0,0 0 1 0 0,0 0-1 0 0,0 0 0 0 0,0 0 1 0 0,0 0-1 0 0,-1 0 0 0 0,1 1 1 0 0,0-1-1 0 0,-1 0 0 0 0,1 0 1 0 0,0 3-1 0 0,0-2-34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87 3225 0 0,'-1'1'443'0'0,"-1"-1"0"0"0,0 1 0 0 0,1 0 0 0 0,-1 0 0 0 0,1 1 0 0 0,-1-1 0 0 0,1 0 0 0 0,0 0 0 0 0,0 1 0 0 0,-1-1 0 0 0,1 1 0 0 0,0-1 1 0 0,0 1-1 0 0,0 0 0 0 0,1-1 0 0 0,-1 1 0 0 0,0 0 0 0 0,0-1 0 0 0,1 1 0 0 0,-1 0 0 0 0,1 3 0 0 0,-1-2-54 0 0,1 0 0 0 0,0 0 0 0 0,1 0 0 0 0,-1 0 0 0 0,1 0 0 0 0,-1 0 0 0 0,1 0 0 0 0,0 0 0 0 0,0 0 0 0 0,0-1 0 0 0,0 1 0 0 0,3 5 0 0 0,-3-6-287 0 0,1 0 0 0 0,-1 0 0 0 0,0 1 0 0 0,1-1 1 0 0,-1 0-1 0 0,1 0 0 0 0,0-1 0 0 0,0 1 0 0 0,0 0 0 0 0,0 0 0 0 0,0-1 0 0 0,0 1 0 0 0,0-1 1 0 0,0 0-1 0 0,1 0 0 0 0,-1 0 0 0 0,0 0 0 0 0,1 0 0 0 0,-1 0 0 0 0,1-1 0 0 0,-1 1 0 0 0,1-1 0 0 0,-1 1 1 0 0,1-1-1 0 0,0 0 0 0 0,-1 0 0 0 0,1 0 0 0 0,-1-1 0 0 0,1 1 0 0 0,-1 0 0 0 0,1-1 0 0 0,-1 0 0 0 0,5-1 1 0 0,-2-1-73 0 0,0-1 0 0 0,1 0 1 0 0,-1 0-1 0 0,0 0 0 0 0,-1 0 1 0 0,1-1-1 0 0,-1 0 1 0 0,0 0-1 0 0,0 0 0 0 0,0 0 1 0 0,-1-1-1 0 0,0 1 0 0 0,0-1 1 0 0,0 0-1 0 0,-1 0 1 0 0,0 0-1 0 0,3-13 0 0 0,-5 16-34 0 0,1 0-1 0 0,-1 0 0 0 0,0-1 0 0 0,0 1 1 0 0,0 0-1 0 0,0 0 0 0 0,-1 0 0 0 0,1-1 1 0 0,-1 1-1 0 0,0 0 0 0 0,0 0 0 0 0,0 0 1 0 0,0 0-1 0 0,-1 0 0 0 0,1 0 1 0 0,-1 1-1 0 0,1-1 0 0 0,-1 0 0 0 0,0 1 1 0 0,0-1-1 0 0,-1 1 0 0 0,1 0 0 0 0,0-1 1 0 0,-1 1-1 0 0,1 0 0 0 0,-1 1 0 0 0,0-1 1 0 0,1 0-1 0 0,-1 1 0 0 0,0-1 0 0 0,0 1 1 0 0,0 0-1 0 0,0 0 0 0 0,0 0 1 0 0,-1 1-1 0 0,1-1 0 0 0,-5 0 0 0 0,-1 0-267 0 0,1 0-1 0 0,-1 1 1 0 0,0 0-1 0 0,0 0 1 0 0,-11 2-1 0 0,-3 3-1123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2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94 2304 0 0,'-2'-7'883'0'0,"1"0"-1"0"0,-1 0 0 0 0,0 0 0 0 0,0 1 1 0 0,-1-1-1 0 0,0 0 0 0 0,0 1 0 0 0,-1 0 1 0 0,0 0-1 0 0,-8-10 0 0 0,4 4 1625 0 0,18 42 2615 0 0,2 39-5050 0 0,-9-52 376 0 0,15 98-368 0 0,-5-28-691 0 0,3 0-1 0 0,30 91 1 0 0,-43-167 584 0 0,2 1 1 0 0,0-1-1 0 0,0 0 1 0 0,1 0-1 0 0,0-1 0 0 0,1 1 1 0 0,14 15-1 0 0,-19-24 67 0 0,0 0 1 0 0,0 0-1 0 0,0 0 0 0 0,0 0 1 0 0,1 0-1 0 0,-1-1 0 0 0,0 1 1 0 0,1-1-1 0 0,-1 0 0 0 0,1 0 1 0 0,-1 0-1 0 0,1 0 0 0 0,-1 0 1 0 0,1 0-1 0 0,0-1 0 0 0,0 0 1 0 0,-1 1-1 0 0,1-1 0 0 0,0 0 1 0 0,0 0-1 0 0,-1 0 0 0 0,1-1 1 0 0,0 1-1 0 0,0 0 0 0 0,-1-1 1 0 0,1 0-1 0 0,-1 0 0 0 0,1 0 1 0 0,0 0-1 0 0,-1 0 0 0 0,0 0 1 0 0,1-1-1 0 0,-1 1 0 0 0,0-1 1 0 0,0 0-1 0 0,1 0 0 0 0,-1 1 1 0 0,-1-1-1 0 0,4-4 0 0 0,11-13 191 0 0,-1 1 0 0 0,-1-2-1 0 0,-1 0 1 0 0,18-35 0 0 0,-17 29-509 0 0,1 0-1 0 0,24-31 1 0 0,-8 21-974 0 0,-14 19 217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30 104 3681 0 0,'-18'-6'11340'0'0,"18"6"-11168"0"0,-1 1 0 0 0,-6 16 3335 0 0,4-2-3672 0 0,4-6 250 0 0,0 0 1 0 0,0-1 0 0 0,1 1 0 0 0,0-1-1 0 0,1 1 1 0 0,0-1 0 0 0,0 0-1 0 0,1 0 1 0 0,0-1 0 0 0,0 1 0 0 0,1-1-1 0 0,0 0 1 0 0,0 0 0 0 0,1 0 0 0 0,0-1-1 0 0,0 1 1 0 0,0-2 0 0 0,1 1-1 0 0,0-1 1 0 0,0 0 0 0 0,0 0 0 0 0,11 5-1 0 0,-9-6-152 0 0,1 0 0 0 0,-1-1 0 0 0,1 0 0 0 0,-1 0 0 0 0,1-1 0 0 0,0 0 0 0 0,-1-1 0 0 0,1 0 0 0 0,0-1 0 0 0,0 0 0 0 0,0 0 0 0 0,0-1 0 0 0,0-1 0 0 0,0 1 0 0 0,-1-2 0 0 0,1 1 0 0 0,-1-1 0 0 0,1-1 0 0 0,10-5-1 0 0,-10 4 111 0 0,0-1 0 0 0,-1 0 0 0 0,1 0 0 0 0,-1-1-1 0 0,-1 0 1 0 0,0-1 0 0 0,0 0 0 0 0,14-17-1 0 0,-20 22-16 0 0,1-1 0 0 0,-1 1 1 0 0,0-1-1 0 0,-1 0 0 0 0,1 1 0 0 0,0-1 0 0 0,-1 0 0 0 0,0 0 0 0 0,0 0 0 0 0,0 0 0 0 0,0 0 0 0 0,-1 0 0 0 0,0 0 0 0 0,0-1 0 0 0,0 1 1 0 0,0 0-1 0 0,0 0 0 0 0,-1 0 0 0 0,0 0 0 0 0,0 0 0 0 0,0 0 0 0 0,0 0 0 0 0,-1 0 0 0 0,1 0 0 0 0,-1 1 0 0 0,0-1 0 0 0,-3-3 0 0 0,-1-2 10 0 0,-1 0 0 0 0,1 1-1 0 0,-2 0 1 0 0,1 0-1 0 0,-1 0 1 0 0,0 1 0 0 0,-1 1-1 0 0,0-1 1 0 0,0 1 0 0 0,-17-8-1 0 0,19 11-111 0 0,0 1 0 0 0,0-1-1 0 0,0 1 1 0 0,-1 0 0 0 0,1 1-1 0 0,-1 0 1 0 0,1 0 0 0 0,-1 0-1 0 0,1 1 1 0 0,-1 0 0 0 0,0 1-1 0 0,1-1 1 0 0,-1 2 0 0 0,1-1-1 0 0,-1 1 1 0 0,-7 3 0 0 0,3 0-645 0 0,-1 0 0 0 0,2 1 0 0 0,-1 0 1 0 0,1 1-1 0 0,-17 14 0 0 0,3 0-4963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7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54 117 1840 0 0,'5'-10'821'0'0,"1"0"1"0"0,-2-1-1 0 0,5-14 0 0 0,-6 16 1210 0 0,-1 0 1 0 0,0 0 0 0 0,0-1 0 0 0,0-14-1 0 0,-19 44 2884 0 0,6-1-4883 0 0,1 1-1 0 0,1 0 1 0 0,0 0 0 0 0,2 1 0 0 0,0 0 0 0 0,2 0 0 0 0,0 1 0 0 0,1 0 0 0 0,1 0 0 0 0,1 0 0 0 0,2 42-1 0 0,1-59-68 0 0,-1 0-1 0 0,1 1 0 0 0,0-1 1 0 0,0 0-1 0 0,1 0 0 0 0,-1 0 1 0 0,1-1-1 0 0,0 1 1 0 0,1 0-1 0 0,-1-1 0 0 0,1 1 1 0 0,0-1-1 0 0,0 0 0 0 0,0 0 1 0 0,1 0-1 0 0,5 5 0 0 0,-6-7 13 0 0,0 0 0 0 0,0 0-1 0 0,0 0 1 0 0,0 0-1 0 0,0-1 1 0 0,1 0 0 0 0,-1 1-1 0 0,0-1 1 0 0,1-1-1 0 0,-1 1 1 0 0,1 0 0 0 0,-1-1-1 0 0,1 0 1 0 0,0 0-1 0 0,-1 0 1 0 0,1 0 0 0 0,-1 0-1 0 0,1-1 1 0 0,-1 0-1 0 0,1 1 1 0 0,-1-1 0 0 0,0 0-1 0 0,1-1 1 0 0,4-2-1 0 0,-2 1-18 0 0,0 0 0 0 0,0-1-1 0 0,0 1 1 0 0,-1-1 0 0 0,0-1-1 0 0,0 1 1 0 0,0-1 0 0 0,0 0-1 0 0,-1 0 1 0 0,0 0 0 0 0,0 0-1 0 0,0-1 1 0 0,-1 0 0 0 0,0 1-1 0 0,0-1 1 0 0,3-8 0 0 0,0-7 380 0 0,0 0 1 0 0,-2 0-1 0 0,4-36 1 0 0,-3 20 665 0 0,2 53 633 0 0,0 14-1533 0 0,-6-21-181 0 0,1 1 0 0 0,1-1 0 0 0,0 0 1 0 0,0-1-1 0 0,0 1 0 0 0,1 0 0 0 0,1-1 1 0 0,-1 0-1 0 0,2 0 0 0 0,-1 0 0 0 0,1-1 0 0 0,8 9 1 0 0,5 2-1963 0 0,2 0 0 0 0,0-2 0 0 0,24 14 0 0 0,-40-27 1543 0 0,22 16-141 0 0,1 0 490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4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217 338 4145 0 0,'-1'-4'245'0'0,"1"0"0"0"0,-1 1 0 0 0,0-1 0 0 0,-1 0 0 0 0,1 1 0 0 0,-1-1 0 0 0,1 0 0 0 0,-1 1 0 0 0,0 0 0 0 0,0-1 0 0 0,-1 1 0 0 0,1 0 0 0 0,-1 0 0 0 0,1 1 0 0 0,-5-4 1 0 0,5 4 6 0 0,0 0 1 0 0,0 1 0 0 0,-1 0 0 0 0,1 0 0 0 0,-1-1 0 0 0,1 1 0 0 0,-1 1 0 0 0,1-1 0 0 0,-1 0 0 0 0,1 1 0 0 0,-1-1 0 0 0,1 1 0 0 0,-1 0 0 0 0,0 0 0 0 0,1 0 0 0 0,-1 0 0 0 0,0 0 0 0 0,1 0 0 0 0,-1 1 0 0 0,0-1 0 0 0,1 1-1 0 0,-1 0 1 0 0,-3 2 0 0 0,1-1-45 0 0,0 1 0 0 0,0 1 0 0 0,1-1 0 0 0,0 1 0 0 0,-1-1 0 0 0,1 1-1 0 0,0 0 1 0 0,1 1 0 0 0,-1-1 0 0 0,1 1 0 0 0,0-1 0 0 0,-5 11 0 0 0,-2 7 271 0 0,-13 37 0 0 0,21-52-392 0 0,1-4-72 0 0,-6 17 146 0 0,0 0 0 0 0,-4 32 0 0 0,10-47-192 0 0,0-1-1 0 0,1 1 1 0 0,-1-1 0 0 0,1 1 0 0 0,0 0-1 0 0,1-1 1 0 0,-1 1 0 0 0,1 0-1 0 0,0-1 1 0 0,0 1 0 0 0,0-1-1 0 0,0 1 1 0 0,1-1 0 0 0,0 0-1 0 0,0 0 1 0 0,0 1 0 0 0,6 6-1 0 0,-7-10-41 0 0,1 1-1 0 0,0-1 1 0 0,0 0-1 0 0,0 1 0 0 0,0-1 1 0 0,0 0-1 0 0,0 0 0 0 0,0-1 1 0 0,0 1-1 0 0,0 0 1 0 0,1-1-1 0 0,-1 1 0 0 0,0-1 1 0 0,0 0-1 0 0,1 1 0 0 0,-1-1 1 0 0,0 0-1 0 0,1 0 0 0 0,-1-1 1 0 0,0 1-1 0 0,0-1 1 0 0,1 1-1 0 0,-1-1 0 0 0,0 1 1 0 0,0-1-1 0 0,0 0 0 0 0,0 0 1 0 0,0 0-1 0 0,3-2 0 0 0,4-2-244 0 0,0-1 0 0 0,0 0 0 0 0,-1 0 0 0 0,16-15 0 0 0,-15 11 232 0 0,-1 0 1 0 0,-1 0-1 0 0,1 0 0 0 0,-1-1 0 0 0,-1 0 1 0 0,0 0-1 0 0,-1-1 0 0 0,0 0 1 0 0,-1 0-1 0 0,0 0 0 0 0,-1 0 0 0 0,0-1 1 0 0,-1 1-1 0 0,1-19 0 0 0,-2-14 1292 0 0,-1 0-1 0 0,-12-77 1 0 0,11 113-991 0 0,0 6-124 0 0,1-11 420 0 0,-2 0-1 0 0,0 0 0 0 0,-1 0 0 0 0,0 1 1 0 0,-1-1-1 0 0,-1 1 0 0 0,0 0 0 0 0,-8-16 1 0 0,12 28-468 0 0,1 0 1 0 0,-1 0 0 0 0,0 0-1 0 0,1 0 1 0 0,-1 1 0 0 0,0-1-1 0 0,1 0 1 0 0,-1 0 0 0 0,0 1-1 0 0,0-1 1 0 0,0 0-1 0 0,0 1 1 0 0,0-1 0 0 0,0 1-1 0 0,0-1 1 0 0,0 1 0 0 0,0-1-1 0 0,0 1 1 0 0,0 0 0 0 0,0 0-1 0 0,0-1 1 0 0,0 1 0 0 0,0 0-1 0 0,0 0 1 0 0,0 0 0 0 0,0 0-1 0 0,0 0 1 0 0,0 0 0 0 0,0 1-1 0 0,0-1 1 0 0,0 0 0 0 0,-2 1-1 0 0,2 0-20 0 0,0 0 0 0 0,0-1 0 0 0,0 1 0 0 0,0 0 0 0 0,0 0 0 0 0,0 0-1 0 0,0 0 1 0 0,0 1 0 0 0,1-1 0 0 0,-1 0 0 0 0,0 0 0 0 0,1 0 0 0 0,-1 1-1 0 0,1-1 1 0 0,-1 0 0 0 0,1 1 0 0 0,0-1 0 0 0,0 0 0 0 0,-1 1 0 0 0,1-1-1 0 0,0 0 1 0 0,0 1 0 0 0,0-1 0 0 0,0 0 0 0 0,1 3 0 0 0,6 29 75 0 0,2 0 0 0 0,1 0 0 0 0,1-1 0 0 0,29 56 1 0 0,-19-44-50 0 0,122 222-210 0 0,-118-223-281 0 0,-7-11-1382 0 0,-2 1-5890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5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32 228 5529 0 0,'0'2'172'0'0,"0"0"-1"0"0,0 0 0 0 0,0 0 1 0 0,0 0-1 0 0,0 0 0 0 0,0 0 1 0 0,1 0-1 0 0,-1 0 0 0 0,1 0 1 0 0,0 0-1 0 0,0 0 0 0 0,-1 0 1 0 0,1 0-1 0 0,0-1 0 0 0,0 1 1 0 0,1 0-1 0 0,-1-1 0 0 0,0 1 1 0 0,1 0-1 0 0,-1-1 0 0 0,1 0 1 0 0,-1 1-1 0 0,1-1 0 0 0,-1 0 1 0 0,1 0-1 0 0,0 0 1 0 0,0 0-1 0 0,0 0 0 0 0,0 0 1 0 0,-1 0-1 0 0,1-1 0 0 0,0 1 1 0 0,0-1-1 0 0,0 1 0 0 0,4-1 1 0 0,-2 0-24 0 0,0 0 1 0 0,1 0-1 0 0,-1 0 1 0 0,0-1 0 0 0,-1 0-1 0 0,1 0 1 0 0,0 0-1 0 0,0 0 1 0 0,0 0 0 0 0,0-1-1 0 0,-1 0 1 0 0,1 0-1 0 0,-1 0 1 0 0,1 0 0 0 0,-1 0-1 0 0,0-1 1 0 0,5-4-1 0 0,-6 4-168 0 0,1 0 0 0 0,-1-1 0 0 0,0 0 0 0 0,0 1 0 0 0,0-1 0 0 0,0 0 0 0 0,-1 0 0 0 0,0 0 0 0 0,0 0 0 0 0,0 0 0 0 0,0 0 0 0 0,0 0 0 0 0,-1-1 0 0 0,0 1 0 0 0,0 0 0 0 0,0 0 0 0 0,0 0 0 0 0,-1-1 0 0 0,1 1 0 0 0,-3-7 0 0 0,1 4 195 0 0,0-1 0 0 0,-1 0 0 0 0,0 1 0 0 0,-1-1 0 0 0,0 1 0 0 0,0 0 0 0 0,0 0 0 0 0,-1 1 0 0 0,1-1 0 0 0,-7-5 0 0 0,9 11-99 0 0,0 0 0 0 0,0 0 1 0 0,0 0-1 0 0,0 0 0 0 0,0 0 1 0 0,0 1-1 0 0,0-1 0 0 0,0 1 1 0 0,-1-1-1 0 0,1 1 0 0 0,0 0 1 0 0,0 0-1 0 0,0 0 1 0 0,0 0-1 0 0,-1 0 0 0 0,1 0 1 0 0,0 1-1 0 0,0-1 0 0 0,0 1 1 0 0,0 0-1 0 0,0-1 0 0 0,0 1 1 0 0,0 0-1 0 0,0 0 0 0 0,0 0 1 0 0,0 0-1 0 0,0 1 0 0 0,-1 0 1 0 0,-5 4-126 0 0,-1 0-1 0 0,1 0 1 0 0,1 0 0 0 0,-14 14 0 0 0,21-19 37 0 0,-1-1-1 0 0,1 1 0 0 0,-1 0 1 0 0,1-1-1 0 0,-1 1 1 0 0,1 0-1 0 0,-1 0 1 0 0,1-1-1 0 0,0 1 1 0 0,-1 0-1 0 0,1 0 0 0 0,0-1 1 0 0,0 1-1 0 0,0 0 1 0 0,-1 0-1 0 0,1 0 1 0 0,0 0-1 0 0,0-1 1 0 0,0 1-1 0 0,0 0 1 0 0,1 0-1 0 0,-1 0 0 0 0,0 0 1 0 0,0-1-1 0 0,0 1 1 0 0,1 0-1 0 0,-1 0 1 0 0,0-1-1 0 0,1 3 1 0 0,1-1 0 0 0,0 0 0 0 0,0 0 0 0 0,0 0 0 0 0,0 0 1 0 0,0 0-1 0 0,0 0 0 0 0,1-1 0 0 0,-1 1 0 0 0,4 1 1 0 0,3 1 23 0 0,1 0-1 0 0,-1 0 1 0 0,1-1 0 0 0,11 3 0 0 0,-17-5 53 0 0,0-1 0 0 0,0 1 1 0 0,0-1-1 0 0,0 0 0 0 0,0 0 0 0 0,-1 0 0 0 0,1 0 0 0 0,0-1 0 0 0,0 0 0 0 0,0 1 0 0 0,-1-2 0 0 0,1 1 0 0 0,0 0 0 0 0,-1-1 0 0 0,1 1 0 0 0,-1-1 0 0 0,0 0 0 0 0,1 0 0 0 0,-1 0 0 0 0,0-1 0 0 0,5-5 0 0 0,-6 5 20 0 0,1 1 0 0 0,-2-2 0 0 0,1 1 1 0 0,0 0-1 0 0,-1 0 0 0 0,1 0 0 0 0,-1-1 0 0 0,0 1 0 0 0,0-1 0 0 0,0 1 0 0 0,-1-1 0 0 0,1 1 0 0 0,-1-1 0 0 0,0 1 0 0 0,0-1 1 0 0,0 1-1 0 0,0-1 0 0 0,-1 0 0 0 0,1 1 0 0 0,-1-1 0 0 0,0 1 0 0 0,0 0 0 0 0,-3-7 0 0 0,1 2 1 0 0,-1 1 0 0 0,0-1 0 0 0,0 1-1 0 0,0 0 1 0 0,-1 0 0 0 0,-10-11 0 0 0,14 16-77 0 0,-1 1 0 0 0,1-1 1 0 0,-1 1-1 0 0,1 0 0 0 0,-1 0 0 0 0,1 0 1 0 0,-1 0-1 0 0,0 0 0 0 0,1 0 0 0 0,-1 0 1 0 0,0 0-1 0 0,0 1 0 0 0,0-1 0 0 0,0 1 0 0 0,0-1 1 0 0,1 1-1 0 0,-1 0 0 0 0,0 0 0 0 0,0-1 1 0 0,0 1-1 0 0,0 1 0 0 0,0-1 0 0 0,0 0 1 0 0,0 0-1 0 0,0 1 0 0 0,0-1 0 0 0,0 1 1 0 0,1 0-1 0 0,-1 0 0 0 0,0-1 0 0 0,0 1 1 0 0,1 0-1 0 0,-1 0 0 0 0,-2 3 0 0 0,0-1-246 0 0,1 0 0 0 0,0 0-1 0 0,0 0 1 0 0,0 0-1 0 0,0 1 1 0 0,-2 4 0 0 0,-8 13-6986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1.8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2 1376 0 0,'-5'0'-97'0'0,"-1"-1"806"0"0,1 1 0 0 0,0 0 0 0 0,-1 0 0 0 0,1 0 0 0 0,0 1 0 0 0,-1 0 0 0 0,1 0 0 0 0,0 0 0 0 0,0 1 0 0 0,0-1 0 0 0,0 1 0 0 0,-9 5 0 0 0,14 8 3676 0 0,10 18-2557 0 0,-6-23-1165 0 0,8 36-109 0 0,-3 0 0 0 0,5 65 1 0 0,2 6 22 0 0,4-16-875 0 0,-8-46-222 0 0,-3 1-1 0 0,5 94 1 0 0,-15-139-1468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1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1 169 920 0 0,'10'-17'1069'0'0,"1"-1"0"0"0,1 1 0 0 0,1 1-1 0 0,0 0 1 0 0,19-18 0 0 0,-22 24-384 0 0,-6 6-142 0 0,0 0 1 0 0,0 0 0 0 0,0 0 0 0 0,1 0-1 0 0,-1 1 1 0 0,1-1 0 0 0,0 1 0 0 0,0 1-1 0 0,0-1 1 0 0,7-2 0 0 0,-10 5-436 0 0,0 0-1 0 0,0-1 1 0 0,0 1-1 0 0,1 0 1 0 0,-1 0 0 0 0,0 0-1 0 0,0 1 1 0 0,1-1-1 0 0,-1 0 1 0 0,0 1 0 0 0,0 0-1 0 0,0-1 1 0 0,0 1 0 0 0,0 0-1 0 0,0 0 1 0 0,0 0-1 0 0,0 0 1 0 0,0 1 0 0 0,0-1-1 0 0,-1 0 1 0 0,1 1-1 0 0,0-1 1 0 0,-1 1 0 0 0,1 0-1 0 0,-1-1 1 0 0,0 1-1 0 0,1 0 1 0 0,1 4 0 0 0,1 1-105 0 0,0 0 1 0 0,-1 1 0 0 0,0 0-1 0 0,0 0 1 0 0,-1 0-1 0 0,0 0 1 0 0,0 0 0 0 0,-1 0-1 0 0,0 0 1 0 0,0 1-1 0 0,-1-1 1 0 0,0 0 0 0 0,-1 0-1 0 0,-1 9 1 0 0,-3 16 79 0 0,-2-1 0 0 0,-12 37 0 0 0,13-50 40 0 0,-3 6 48 0 0,6-20-25 0 0,1 0 0 0 0,0 0 0 0 0,0 0 0 0 0,0 0 0 0 0,1 1 0 0 0,0-1 0 0 0,0 0 0 0 0,0 1 0 0 0,1-1 0 0 0,-1 0 0 0 0,2 10 0 0 0,-1-14-91 0 0,1 0 0 0 0,0 0-1 0 0,-1 0 1 0 0,1 0 0 0 0,0 0-1 0 0,-1 0 1 0 0,1 0 0 0 0,0-1-1 0 0,0 1 1 0 0,0 0-1 0 0,0-1 1 0 0,0 1 0 0 0,-1 0-1 0 0,1-1 1 0 0,0 1 0 0 0,0-1-1 0 0,1 0 1 0 0,-1 1-1 0 0,0-1 1 0 0,0 0 0 0 0,0 0-1 0 0,0 1 1 0 0,0-1 0 0 0,0 0-1 0 0,0 0 1 0 0,0 0-1 0 0,1 0 1 0 0,-1-1 0 0 0,0 1-1 0 0,0 0 1 0 0,0 0 0 0 0,0-1-1 0 0,0 1 1 0 0,1-1-1 0 0,43-15 291 0 0,-37 13-250 0 0,67-32-110 0 0,-58 26-619 0 0,1 0 1 0 0,1 0-1 0 0,-1 2 1 0 0,1 1 0 0 0,1 0-1 0 0,-1 1 1 0 0,34-4-1 0 0,-30 9-5518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4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5985 0 0,'10'25'10781'0'0,"5"12"-8148"0"0,21 156-1002 0 0,-22-110-2422 0 0,8 67-2638 0 0,-14-93 2166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2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142 239 9674 0 0,'-3'-5'917'0'0,"-1"0"0"0"0,1 1 0 0 0,-1-1 0 0 0,0 1-1 0 0,0-1 1 0 0,-1 1 0 0 0,1 0 0 0 0,-1 1 0 0 0,0-1 0 0 0,0 1 0 0 0,-8-4-1 0 0,12 7-870 0 0,1 0 0 0 0,0 0-1 0 0,-1 1 1 0 0,1-1 0 0 0,0 0-1 0 0,-1 1 1 0 0,1-1 0 0 0,0 1-1 0 0,0-1 1 0 0,-1 0 0 0 0,1 1-1 0 0,0-1 1 0 0,0 1 0 0 0,0-1-1 0 0,0 1 1 0 0,-1-1-1 0 0,1 0 1 0 0,0 1 0 0 0,0-1-1 0 0,0 1 1 0 0,0-1 0 0 0,0 1-1 0 0,0-1 1 0 0,0 1 0 0 0,0-1-1 0 0,0 1 1 0 0,0-1 0 0 0,1 0-1 0 0,-1 1 1 0 0,0-1 0 0 0,0 1-1 0 0,1 0 1 0 0,3 24 150 0 0,-3-19-52 0 0,23 177 49 0 0,30 180-2066 0 0,-52-352 2256 0 0,-2 3-4265 0 0,-31-50-7592 0 0,-3-29 8021 0 0,-27-82 4337 0 0,49 116-1400 0 0,6 15 551 0 0,1 1 0 0 0,1-1 1 0 0,0 0-1 0 0,1 0 1 0 0,1 0-1 0 0,0 0 0 0 0,2 0 1 0 0,0-1-1 0 0,0 1 1 0 0,1 0-1 0 0,6-24 0 0 0,-3 21 948 0 0,2-1-1 0 0,0 1 0 0 0,12-24 0 0 0,-5 18 1471 0 0,0 0 1 0 0,18-22-1 0 0,-19 29-893 0 0,-5 7-766 0 0,1-1-1 0 0,0 2 0 0 0,1-1 0 0 0,0 1 1 0 0,0 0-1 0 0,18-13 0 0 0,-27 23-776 0 0,1-1-1 0 0,-1 1 1 0 0,0 0-1 0 0,1-1 1 0 0,-1 1-1 0 0,1 0 1 0 0,-1-1-1 0 0,1 1 1 0 0,-1 0-1 0 0,1 0 1 0 0,-1 0-1 0 0,1 0 1 0 0,0-1-1 0 0,-1 1 1 0 0,1 0-1 0 0,-1 0 1 0 0,1 0-1 0 0,-1 0 1 0 0,1 0 0 0 0,-1 0-1 0 0,1 1 1 0 0,0-1-1 0 0,-1 0 1 0 0,1 0-1 0 0,-1 0 1 0 0,1 0-1 0 0,-1 1 1 0 0,1-1-1 0 0,-1 0 1 0 0,1 1-1 0 0,6 17 107 0 0,-9 27-248 0 0,2-42 133 0 0,-9 50-290 0 0,-2 0 0 0 0,-26 74 0 0 0,-4 15-74 0 0,41-141 362 0 0,-1 0-1 0 0,1 0 1 0 0,-1 1 0 0 0,1-1-1 0 0,0 0 1 0 0,-1 0-1 0 0,1 1 1 0 0,0-1 0 0 0,0 0-1 0 0,0 1 1 0 0,0-1 0 0 0,0 0-1 0 0,0 1 1 0 0,1-1-1 0 0,-1 0 1 0 0,0 1 0 0 0,1-1-1 0 0,-1 0 1 0 0,0 1 0 0 0,1-1-1 0 0,0 0 1 0 0,-1 0-1 0 0,1 0 1 0 0,0 0 0 0 0,0 0-1 0 0,-1 1 1 0 0,1-1 0 0 0,0 0-1 0 0,0-1 1 0 0,0 1-1 0 0,2 2 1 0 0,2-2 75 0 0,0 0 1 0 0,0 0-1 0 0,0 0 0 0 0,0 0 0 0 0,0-1 1 0 0,0 1-1 0 0,8-2 0 0 0,-12 1-75 0 0,106-7 789 0 0,-25 0-1561 0 0,-27 8-2599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6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69 6913 0 0,'3'-5'720'0'0,"0"-1"-1"0"0,0 1 0 0 0,1 0 1 0 0,0 0-1 0 0,0 1 0 0 0,0-1 0 0 0,0 1 1 0 0,5-5-1 0 0,-5 5 337 0 0,-3 3-942 0 0,0 0 0 0 0,0 0-1 0 0,0-1 1 0 0,1 1 0 0 0,-1 0 0 0 0,0 0 0 0 0,0 0-1 0 0,1 0 1 0 0,-1 0 0 0 0,1 0 0 0 0,-1 1 0 0 0,1-1-1 0 0,-1 0 1 0 0,1 1 0 0 0,-1-1 0 0 0,1 1-1 0 0,0-1 1 0 0,-1 1 0 0 0,1 0 0 0 0,0 0 0 0 0,-1 0-1 0 0,1 0 1 0 0,-1 0 0 0 0,1 0 0 0 0,0 0 0 0 0,-1 0-1 0 0,3 1 1 0 0,-1 1-15 0 0,-1 0 0 0 0,1 0 0 0 0,-1 0 1 0 0,0 0-1 0 0,0 0 0 0 0,0 0 0 0 0,0 1 0 0 0,0-1 0 0 0,-1 1 0 0 0,1-1 1 0 0,-1 1-1 0 0,1 0 0 0 0,-1 0 0 0 0,1 4 0 0 0,7 21 373 0 0,-1 1 0 0 0,-1 0 0 0 0,5 54 0 0 0,-6-33-147 0 0,-6-46-244 0 0,1-1 0 0 0,0 1 0 0 0,-1-1 0 0 0,1 1 0 0 0,0-1 0 0 0,1 0 0 0 0,-1 1 0 0 0,1-1 0 0 0,-1 0 0 0 0,1 0 0 0 0,4 5 0 0 0,-5-7-59 0 0,0 0 0 0 0,0 0 0 0 0,0-1 0 0 0,0 1 0 0 0,1 0 0 0 0,-1-1-1 0 0,0 1 1 0 0,0-1 0 0 0,1 0 0 0 0,-1 1 0 0 0,0-1 0 0 0,1 0 0 0 0,-1 0 0 0 0,0 0-1 0 0,1 0 1 0 0,-1 0 0 0 0,0 0 0 0 0,1 0 0 0 0,-1 0 0 0 0,0 0 0 0 0,1-1 0 0 0,-1 1-1 0 0,0 0 1 0 0,1-1 0 0 0,-1 0 0 0 0,0 1 0 0 0,0-1 0 0 0,0 1 0 0 0,0-1-1 0 0,1 0 1 0 0,-1 0 0 0 0,0 0 0 0 0,1-2 0 0 0,62-52 247 0 0,-38 29-2992 0 0,-11 11-1312 0 0,6-6-3079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0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61 111 8290 0 0,'-60'-110'11617'0'0,"61"170"-8850"0"0,4 209-2480 0 0,-2-29-312 0 0,1-179 28 0 0,22 113-1 0 0,-22-154-68 0 0,0-4-511 0 0,0 0 1 0 0,-2 1 0 0 0,2 17 0 0 0,-4-59-9912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4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21 388 4145 0 0,'-10'-60'1745'0'0,"7"41"-200"0"0,0-1 0 0 0,-1-37 1 0 0,4 50-1161 0 0,1-1 0 0 0,0 1 0 0 0,0-1 0 0 0,1 1 0 0 0,0 0 1 0 0,0-1-1 0 0,1 1 0 0 0,-1 0 0 0 0,2 1 0 0 0,-1-1 0 0 0,7-8 0 0 0,4-5 795 0 0,0 0 0 0 0,29-28 1 0 0,-38 43-997 0 0,0 1 0 0 0,-1-1 0 0 0,1 1 0 0 0,1 0 0 0 0,-1 0 0 0 0,1 1 1 0 0,-1 0-1 0 0,1 0 0 0 0,0 0 0 0 0,0 0 0 0 0,0 1 0 0 0,1 0 1 0 0,-1 1-1 0 0,13-3 0 0 0,-14 5-163 0 0,-1-1-1 0 0,1 1 1 0 0,0 0 0 0 0,-1 0-1 0 0,0 1 1 0 0,1-1-1 0 0,-1 1 1 0 0,0 0 0 0 0,0 0-1 0 0,1 1 1 0 0,-2-1 0 0 0,1 1-1 0 0,0 0 1 0 0,-1 0 0 0 0,1 0-1 0 0,-1 0 1 0 0,0 1 0 0 0,0-1-1 0 0,0 1 1 0 0,0 0-1 0 0,-1 0 1 0 0,1 0 0 0 0,-1 0-1 0 0,3 9 1 0 0,0-1-22 0 0,0 1 0 0 0,-1 0 0 0 0,0 0-1 0 0,-1 0 1 0 0,-1 0 0 0 0,0 1 0 0 0,0 18 0 0 0,-6 16 18 0 0,-2 1 1 0 0,-1-1 0 0 0,-3 0-1 0 0,-23 66 1 0 0,2-3 450 0 0,28-99-400 0 0,2-10-15 0 0,1 0-1 0 0,-1 0 1 0 0,0 0 0 0 0,1 1 0 0 0,-1-1 0 0 0,1 0 0 0 0,0 0 0 0 0,0 0 0 0 0,0 0 0 0 0,0 0-1 0 0,0 1 1 0 0,1 2 0 0 0,0-4-32 0 0,0 0 1 0 0,0 0-1 0 0,0-1 0 0 0,1 1 0 0 0,-1 0 1 0 0,0-1-1 0 0,0 1 0 0 0,1-1 0 0 0,-1 1 1 0 0,1-1-1 0 0,-1 1 0 0 0,0-1 1 0 0,1 0-1 0 0,-1 0 0 0 0,1 0 0 0 0,-1 0 1 0 0,0 0-1 0 0,1 0 0 0 0,-1 0 0 0 0,1 0 1 0 0,-1-1-1 0 0,3 0 0 0 0,14 0-52 0 0,6-2-659 0 0,0 1 0 0 0,1 1 0 0 0,-1 1 1 0 0,0 1-1 0 0,31 6 0 0 0,-31-2-6454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8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64 5985 0 0,'-1'-2'260'0'0,"1"0"-1"0"0,-1 1 1 0 0,1-1 0 0 0,0 0-1 0 0,-1 1 1 0 0,1-1-1 0 0,0 0 1 0 0,0 0 0 0 0,0 1-1 0 0,0-1 1 0 0,1 0-1 0 0,-1 1 1 0 0,0-1-1 0 0,1 0 1 0 0,-1 1 0 0 0,1-1-1 0 0,0 0 1 0 0,-1 1-1 0 0,1-1 1 0 0,0 1 0 0 0,0-1-1 0 0,0 1 1 0 0,0-1-1 0 0,0 1 1 0 0,0 0-1 0 0,0 0 1 0 0,1-1 0 0 0,-1 1-1 0 0,0 0 1 0 0,1 0-1 0 0,-1 0 1 0 0,1 0-1 0 0,-1 1 1 0 0,1-1 0 0 0,-1 0-1 0 0,3 0 1 0 0,0-1 349 0 0,0 0 0 0 0,0 1 0 0 0,0 0-1 0 0,0-1 1 0 0,1 1 0 0 0,-1 1 0 0 0,0-1 0 0 0,7 0 0 0 0,-9 1-541 0 0,0 1 1 0 0,1-1-1 0 0,-1 0 1 0 0,0 0-1 0 0,0 1 0 0 0,0 0 1 0 0,0-1-1 0 0,1 1 1 0 0,2 1-1 0 0,0 2-13 0 0,0 1 0 0 0,0-1-1 0 0,0 1 1 0 0,0 0 0 0 0,-1 0 0 0 0,0 1-1 0 0,0-1 1 0 0,0 1 0 0 0,-1 0 0 0 0,0-1 0 0 0,0 2-1 0 0,0-1 1 0 0,-1 0 0 0 0,2 8 0 0 0,3 12-11 0 0,-1 1 0 0 0,3 28 1 0 0,-6-21 20 0 0,-2 0-1 0 0,-2-1 1 0 0,-7 57 0 0 0,3-52 81 0 0,2 0-1 0 0,3 52 1 0 0,0-90-152 0 0,-1 1 0 0 0,1 0 1 0 0,0 0-1 0 0,0 0 0 0 0,0 0 0 0 0,0 0 0 0 0,0 0 0 0 0,0 0 1 0 0,1 0-1 0 0,-1 0 0 0 0,0 0 0 0 0,0 0 0 0 0,1 0 1 0 0,-1 0-1 0 0,1 0 0 0 0,-1 0 0 0 0,1 0 0 0 0,-1 0 0 0 0,1-1 1 0 0,-1 1-1 0 0,1 0 0 0 0,0 0 0 0 0,-1-1 0 0 0,1 1 0 0 0,0 0 1 0 0,0-1-1 0 0,-1 1 0 0 0,1-1 0 0 0,0 1 0 0 0,0-1 1 0 0,0 1-1 0 0,0-1 0 0 0,0 0 0 0 0,0 1 0 0 0,0-1 0 0 0,0 0 1 0 0,0 0-1 0 0,0 0 0 0 0,0 1 0 0 0,0-1 0 0 0,0 0 0 0 0,0 0 1 0 0,0-1-1 0 0,0 1 0 0 0,0 0 0 0 0,0 0 0 0 0,0 0 1 0 0,-1-1-1 0 0,1 1 0 0 0,0 0 0 0 0,0-1 0 0 0,0 1 0 0 0,0-1 1 0 0,0 1-1 0 0,0-1 0 0 0,-1 0 0 0 0,2 0 0 0 0,7-5-117 0 0,-1 0 1 0 0,0 0-1 0 0,0-1 0 0 0,8-9 0 0 0,34-45-1492 0 0,-30 39 325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6.9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300 844 920 0 0,'-64'-71'1893'0'0,"35"38"-340"0"0,-43-39-1 0 0,62 63-416 0 0,-1 1-1 0 0,0 0 1 0 0,0 1 0 0 0,0 0 0 0 0,-1 1 0 0 0,0 0 0 0 0,0 1 0 0 0,-32-14 4770 0 0,46 19-5779 0 0,0 0-1 0 0,0 0 1 0 0,0 0-1 0 0,0 1 1 0 0,0-1 0 0 0,0 1-1 0 0,-1-1 1 0 0,1 1-1 0 0,0-1 1 0 0,3 3-1 0 0,30 18 9 0 0,-2 2 0 0 0,49 43 0 0 0,55 65-172 0 0,-83-78 59 0 0,-23-22-26 0 0,-20-18-5 0 0,1-1 1 0 0,1 0-1 0 0,-1-1 0 0 0,2 0 1 0 0,0-1-1 0 0,26 15 1 0 0,-39-24 16 0 0,0-1 0 0 0,0 1 0 0 0,0-1 0 0 0,0 1 0 0 0,1-1 0 0 0,-1 0 0 0 0,0 0 0 0 0,0 1 0 0 0,0-1 0 0 0,0 0-1 0 0,0 0 1 0 0,0 0 0 0 0,1 0 0 0 0,-1-1 0 0 0,0 1 0 0 0,0 0 0 0 0,0 0 0 0 0,0-1 0 0 0,0 1 0 0 0,0 0 0 0 0,0-1 0 0 0,0 1 0 0 0,0-1 0 0 0,0 0 0 0 0,0 1 0 0 0,0-1 0 0 0,0 0 0 0 0,0 1 0 0 0,0-1 0 0 0,-1 0 0 0 0,1 0 0 0 0,0 0 0 0 0,-1 0 0 0 0,1 0 0 0 0,0 0 0 0 0,-1 0 0 0 0,1 0 0 0 0,-1 0 0 0 0,0 0 0 0 0,1 0 0 0 0,-1-1-1 0 0,3-7 108 0 0,-1 0 1 0 0,0 0-1 0 0,-1 0 0 0 0,1-12 0 0 0,-1 9-64 0 0,13-152 245 0 0,-10-222-1 0 0,-5 373-405 0 0,1-163-338 0 0,2 158-58 0 0,0 0-1 0 0,1 0 1 0 0,0 0 0 0 0,2 0-1 0 0,0 1 1 0 0,1 0 0 0 0,13-26-1 0 0,-4 18-6630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5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5529 0 0,'0'-2'517'0'0,"0"-1"-1"0"0,0 1 1 0 0,0 0 0 0 0,1-1-1 0 0,-1 1 1 0 0,1 0 0 0 0,-1-1-1 0 0,1 1 1 0 0,0 0-1 0 0,0 0 1 0 0,0 0 0 0 0,0 0-1 0 0,0 0 1 0 0,1 0 0 0 0,-1 0-1 0 0,0 0 1 0 0,1 1-1 0 0,0-1 1 0 0,1-1 0 0 0,0 0-142 0 0,1 1 0 0 0,-1 0 1 0 0,1 0-1 0 0,0 0 1 0 0,-1 0-1 0 0,1 1 0 0 0,0 0 1 0 0,0 0-1 0 0,0 0 0 0 0,5-1 1 0 0,1 1-740 0 0,0 0 0 0 0,0 1 1 0 0,0 0-1 0 0,0 1 0 0 0,0 0 0 0 0,0 0 1 0 0,17 6-1 0 0,-11-2-5875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66 6913 0 0,'10'-9'2124'0'0,"1"1"0"0"0,21-15-1 0 0,8 4-2510 0 0,-36 17-178 0 0,1 1 0 0 0,-1 0 0 0 0,1 0 1 0 0,-1 0-1 0 0,1 1 0 0 0,9-1 0 0 0,1 3-1579 0 0,1-1-22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8.7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98 303 5065 0 0,'-7'-1'557'0'0,"0"1"1"0"0,1 0-1 0 0,-1 0 0 0 0,-12 1 1 0 0,14 0-155 0 0,0 0-1 0 0,-1-1 1 0 0,1 0 0 0 0,-1 0 0 0 0,1-1 0 0 0,-1 1 0 0 0,-8-3-1 0 0,34-2 4864 0 0,32-7-4164 0 0,400-65 635 0 0,-263 50-633 0 0,244-5 1 0 0,-101 12-655 0 0,300-82 773 0 0,-589 93-1159 0 0,-40 9-60 0 0,18-5-27 0 0,-1 1 1 0 0,1 0 0 0 0,0 2 0 0 0,0 1-1 0 0,-1 0 1 0 0,29 4 0 0 0,-47-3-115 0 0,0 1 0 0 0,0-1 1 0 0,0 1-1 0 0,0 0 0 0 0,0-1 0 0 0,0 1 1 0 0,0 0-1 0 0,-1 0 0 0 0,1 0 0 0 0,0 1 0 0 0,-1-1 1 0 0,1 0-1 0 0,-1 1 0 0 0,1-1 0 0 0,-1 1 1 0 0,1-1-1 0 0,-1 1 0 0 0,0-1 0 0 0,0 1 1 0 0,0 0-1 0 0,0 0 0 0 0,0 0 0 0 0,0 0 0 0 0,-1-1 1 0 0,1 1-1 0 0,0 3 0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0.7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34 5065 0 0,'-9'1'5301'0'0,"16"2"-2071"0"0,14 1-1776 0 0,1-4-283 0 0,0 0-1 0 0,0-2 1 0 0,1-1 0 0 0,-1-1-1 0 0,26-7 1 0 0,40-7-559 0 0,-76 16-1101 0 0,0 1 1 0 0,1 1-1 0 0,-1 0 1 0 0,0 0-1 0 0,15 3 1 0 0,-10 3-1890 0 0,-9-3 828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1.1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85 1 1376 0 0,'-13'4'696'0'0,"7"-2"359"0"0,0-1 0 0 0,0 2 1 0 0,0-1-1 0 0,0 1 0 0 0,0 0 1 0 0,-8 6-1 0 0,12-7-719 0 0,0 0 0 0 0,0 0 0 0 0,0 0-1 0 0,1 0 1 0 0,-1 0 0 0 0,0 1 0 0 0,1-1 0 0 0,0 1 0 0 0,0-1 0 0 0,0 1 0 0 0,0-1 0 0 0,0 1 0 0 0,0 0-1 0 0,1 0 1 0 0,-1-1 0 0 0,1 1 0 0 0,0 0 0 0 0,0 0 0 0 0,0 3 0 0 0,0 3-61 0 0,0-1 0 0 0,1 1 0 0 0,0 0 0 0 0,1-1 0 0 0,0 1 1 0 0,0-1-1 0 0,1 0 0 0 0,0 0 0 0 0,0 0 0 0 0,1 0 0 0 0,0 0 0 0 0,0-1 1 0 0,1 0-1 0 0,0 1 0 0 0,0-2 0 0 0,10 11 0 0 0,-5-8-229 0 0,1 1 0 0 0,1-2 0 0 0,0 0 0 0 0,0 0 0 0 0,0-1 0 0 0,1-1 0 0 0,0 0 0 0 0,0-1 0 0 0,19 5 0 0 0,-27-9-18 0 0,-1 1 1 0 0,1-1 0 0 0,0 1-1 0 0,-1 0 1 0 0,1 0-1 0 0,-1 1 1 0 0,1-1-1 0 0,-1 1 1 0 0,0 0 0 0 0,0 0-1 0 0,3 4 1 0 0,-5-5-9 0 0,-1 0 0 0 0,1 0 0 0 0,-1 1-1 0 0,0-1 1 0 0,0 1 0 0 0,0 0 0 0 0,0-1 0 0 0,0 1 0 0 0,-1 0 0 0 0,1-1 0 0 0,-1 1 0 0 0,0 0 0 0 0,1-1 0 0 0,-1 1 0 0 0,0 0 0 0 0,-1 0 0 0 0,1-1 0 0 0,-1 1 0 0 0,1 0 0 0 0,-1 0-1 0 0,-1 2 1 0 0,-4 12-18 0 0,0 0 0 0 0,-2 0 0 0 0,0-1-1 0 0,-1 0 1 0 0,0 0 0 0 0,-1-1-1 0 0,-1-1 1 0 0,-1 0 0 0 0,0 0 0 0 0,0-1-1 0 0,-2 0 1 0 0,1-1 0 0 0,-2-1 0 0 0,1 0-1 0 0,-2-1 1 0 0,-16 8 0 0 0,20-13-1250 0 0,-1-1-3852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2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77 4609 0 0,'-1'-2'393'0'0,"1"0"-1"0"0,-1-1 1 0 0,1 1-1 0 0,-1-1 1 0 0,1 1 0 0 0,0-1-1 0 0,0 1 1 0 0,0-1 0 0 0,0 1-1 0 0,1-1 1 0 0,-1 1 0 0 0,0 0-1 0 0,1-1 1 0 0,0 1-1 0 0,0-1 1 0 0,0 1 0 0 0,0 0-1 0 0,1-3 1 0 0,-1 3-79 0 0,0 1-1 0 0,0-1 1 0 0,0 0 0 0 0,0 0-1 0 0,0 1 1 0 0,0-1-1 0 0,0 1 1 0 0,1-1 0 0 0,-1 1-1 0 0,1-1 1 0 0,-1 1 0 0 0,1 0-1 0 0,0 0 1 0 0,-1 0 0 0 0,1 0-1 0 0,0 0 1 0 0,0 0 0 0 0,0 0-1 0 0,-1 0 1 0 0,1 1-1 0 0,0-1 1 0 0,3 1 0 0 0,-3 0-269 0 0,0 0 1 0 0,-1 0-1 0 0,1 1 0 0 0,0-1 1 0 0,0 1-1 0 0,-1 0 0 0 0,1 0 1 0 0,0-1-1 0 0,-1 1 0 0 0,1 0 1 0 0,0 0-1 0 0,-1 0 1 0 0,0 1-1 0 0,1-1 0 0 0,-1 0 1 0 0,0 1-1 0 0,1-1 0 0 0,-1 0 1 0 0,0 1-1 0 0,0-1 1 0 0,0 1-1 0 0,0 0 0 0 0,0-1 1 0 0,-1 1-1 0 0,1 0 0 0 0,-1 0 1 0 0,1-1-1 0 0,-1 1 1 0 0,1 2-1 0 0,2 10 315 0 0,-1-1 0 0 0,0 0 1 0 0,0 15-1 0 0,-2-14-264 0 0,2 11-88 0 0,0 13 89 0 0,2 0-1 0 0,14 60 1 0 0,-16-89-82 0 0,1 1-1 0 0,0-1 1 0 0,1 0 0 0 0,-1 0 0 0 0,2 0 0 0 0,-1-1 0 0 0,1 0 0 0 0,1 1 0 0 0,-1-2 0 0 0,1 1-1 0 0,1-1 1 0 0,0 0 0 0 0,0 0 0 0 0,0-1 0 0 0,12 9 0 0 0,-14-13-6 0 0,-1 0 0 0 0,1 0 1 0 0,0 0-1 0 0,0-1 0 0 0,0 1 0 0 0,1-1 0 0 0,-1 0 1 0 0,0-1-1 0 0,0 1 0 0 0,1-1 0 0 0,-1 0 0 0 0,0-1 1 0 0,0 1-1 0 0,1-1 0 0 0,-1 0 0 0 0,0 0 1 0 0,0-1-1 0 0,7-2 0 0 0,10-5-660 0 0,0-1 0 0 0,35-22 0 0 0,-42 23-284 0 0,4-3-2140 0 0,-1-1 0 0 0,25-23-1 0 0,-34 28 1620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5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40 4145 0 0,'-5'-6'-826'0'0,"-6"-9"2428"0"0,-20-3 11276 0 0,30 18-12666 0 0,0 2 5 0 0,0-1 0 0 0,0 1-1 0 0,0-1 1 0 0,0 1 0 0 0,0-1 0 0 0,0 1 0 0 0,1-1 0 0 0,-1 1-1 0 0,0 0 1 0 0,1-1 0 0 0,0 1 0 0 0,-1 3 0 0 0,0 11 242 0 0,0-1 1 0 0,1 1 0 0 0,0 0-1 0 0,1-1 1 0 0,5 20-1 0 0,1 30 84 0 0,-6-25-610 0 0,10 143 278 0 0,-6-143-1714 0 0,1-1 0 0 0,20 64 1 0 0,-19-82-5709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4.7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19 1376 0 0,'-15'-19'19690'0'0,"9"29"-21739"0"0,-1 12-2735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0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0 8754 0 0,'-7'3'7238'0'0,"7"-2"-7037"0"0,-5 13 2684 0 0,2 14-2621 0 0,3-26-15 0 0,-8 63 197 0 0,2 109 0 0 0,7-155-641 0 0,0 0 0 0 0,1 0 0 0 0,1 0 0 0 0,1 0 0 0 0,1 0 0 0 0,0-1 0 0 0,2 0 0 0 0,0 0 0 0 0,1 0 1 0 0,11 19-1 0 0,-8-23-608 0 0,1 0 1 0 0,0-1-1 0 0,1 0 1 0 0,0-1 0 0 0,1-1-1 0 0,17 12 1 0 0,-20-15-406 0 0,-2-2 744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4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29 271 5065 0 0,'-3'2'337'0'0,"1"0"0"0"0,0 0 0 0 0,-1 1 0 0 0,1-1 0 0 0,0 1 0 0 0,0-1 0 0 0,1 1 0 0 0,-1 0 0 0 0,0 0 0 0 0,1 0 0 0 0,0 0 1 0 0,0 0-1 0 0,0 0 0 0 0,0 0 0 0 0,0 0 0 0 0,0 0 0 0 0,1 0 0 0 0,0 1 0 0 0,-1-1 0 0 0,1 0 0 0 0,1 5 0 0 0,0 3 270 0 0,0 0 0 0 0,0 0 0 0 0,2 0 0 0 0,5 18 0 0 0,-2-12-298 0 0,1 1-1 0 0,1-1 0 0 0,1 0 1 0 0,0 0-1 0 0,1-1 1 0 0,20 25-1 0 0,-25-36-284 0 0,0 1 1 0 0,0-1-1 0 0,1-1 1 0 0,0 1-1 0 0,0-1 1 0 0,0 0-1 0 0,0 0 1 0 0,14 6-1 0 0,-16-9 4 0 0,0 1 0 0 0,0-1 0 0 0,1 0 0 0 0,-1-1 0 0 0,1 1 0 0 0,-1-1 0 0 0,0 1 0 0 0,1-2 0 0 0,-1 1 0 0 0,1 0 0 0 0,-1-1 0 0 0,1 0-1 0 0,-1 0 1 0 0,0 0 0 0 0,8-3 0 0 0,-6 1 82 0 0,-1 1 1 0 0,0-1-1 0 0,0 0 0 0 0,0 0 0 0 0,0-1 1 0 0,-1 1-1 0 0,0-1 0 0 0,1 0 0 0 0,-1 0 1 0 0,-1-1-1 0 0,1 1 0 0 0,0-1 0 0 0,2-5 1 0 0,-1 1 27 0 0,-1 1 1 0 0,-1-1 0 0 0,1 0-1 0 0,-2 0 1 0 0,1 0 0 0 0,-1-1-1 0 0,1-11 1 0 0,-1-10 192 0 0,-2 0-1 0 0,-1 0 1 0 0,-8-55 0 0 0,4 52-196 0 0,-1-1 0 0 0,-15-45 0 0 0,18 70-239 0 0,0 1 1 0 0,0 0-1 0 0,-1 1 1 0 0,-1-1 0 0 0,0 1-1 0 0,0 0 1 0 0,0 0-1 0 0,-1 0 1 0 0,0 1 0 0 0,0-1-1 0 0,-1 2 1 0 0,0-1-1 0 0,-15-10 1 0 0,7 10-1822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0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4145 0 0,'11'12'16717'0'0,"4"16"-13667"0"0,4 17-5621 0 0,-13-29 4106 0 0,20 62-1378 0 0,-8-19-228 0 0,3 0 0 0 0,3-2 0 0 0,46 83 0 0 0,-70-140 79 0 0,0 1 0 0 0,0-1-1 0 0,0 0 1 0 0,0 1 0 0 0,0-1 0 0 0,1 0 0 0 0,-1 1 0 0 0,0-1-1 0 0,0 0 1 0 0,0 1 0 0 0,1-1 0 0 0,-1 0 0 0 0,0 1 0 0 0,0-1-1 0 0,1 0 1 0 0,-1 0 0 0 0,0 0 0 0 0,1 1 0 0 0,-1-1-1 0 0,0 0 1 0 0,1 0 0 0 0,-1 0 0 0 0,1 0 0 0 0,-1 1 0 0 0,0-1-1 0 0,1 0 1 0 0,-1 0 0 0 0,0 0 0 0 0,1 0 0 0 0,-1 0 0 0 0,1 0-1 0 0,-1 0 1 0 0,0 0 0 0 0,1 0 0 0 0,-1 0 0 0 0,0-1 0 0 0,1 1-1 0 0,-1 0 1 0 0,1 0 0 0 0,-1 0 0 0 0,0 0 0 0 0,1 0 0 0 0,-1-1-1 0 0,0 1 1 0 0,1 0 0 0 0,-1 0 0 0 0,0-1 0 0 0,0 1 0 0 0,1 0-1 0 0,-1 0 1 0 0,0-1 0 0 0,0 1 0 0 0,1 0 0 0 0,-1-1 0 0 0,0 1-1 0 0,0 0 1 0 0,0-1 0 0 0,0 1 0 0 0,1 0 0 0 0,-1-1 0 0 0,0 1-1 0 0,0-1 1 0 0,0 1 0 0 0,0 0 0 0 0,0-1 0 0 0,0 1 0 0 0,0 0-1 0 0,0-1 1 0 0,0 0 0 0 0,8-35 255 0 0,-7 30-234 0 0,22-230 386 0 0,-13 88-2686 0 0,-6 107-5547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3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0 15667 0 0,'-2'2'54'0'0,"-11"27"1942"0"0,12-28-1910 0 0,1 0 1 0 0,0 0 0 0 0,0 0 0 0 0,0-1 0 0 0,0 1 0 0 0,0 0 0 0 0,0 0 0 0 0,1-1 0 0 0,-1 1 0 0 0,0 0 0 0 0,0 0 0 0 0,0-1 0 0 0,1 1 0 0 0,-1 0 0 0 0,0-1 0 0 0,1 1 0 0 0,-1 0 0 0 0,1-1 0 0 0,-1 1 0 0 0,1-1 0 0 0,-1 1 0 0 0,1 0 0 0 0,-1-1 0 0 0,1 1 0 0 0,-1-1-1 0 0,1 0 1 0 0,0 1 0 0 0,-1-1 0 0 0,1 1 0 0 0,0-1 0 0 0,-1 0 0 0 0,1 0 0 0 0,0 1 0 0 0,-1-1 0 0 0,1 0 0 0 0,0 0 0 0 0,0 0 0 0 0,-1 0 0 0 0,1 0 0 0 0,1 0 0 0 0,-1 0-33 0 0,1 0 0 0 0,-1 0 1 0 0,0 0-1 0 0,0 0 0 0 0,1-1 1 0 0,-1 1-1 0 0,0-1 0 0 0,0 1 0 0 0,0-1 1 0 0,1 1-1 0 0,-1-1 0 0 0,0 1 1 0 0,0-1-1 0 0,0 0 0 0 0,0 0 0 0 0,0 0 1 0 0,0 0-1 0 0,1-1 0 0 0,-1 0-243 0 0,0 1 0 0 0,0 0-1 0 0,0 0 1 0 0,0 0-1 0 0,1 0 1 0 0,-1 0-1 0 0,0 0 1 0 0,1 0 0 0 0,-1 1-1 0 0,0-1 1 0 0,1 0-1 0 0,-1 1 1 0 0,1-1 0 0 0,-1 1-1 0 0,1 0 1 0 0,-1-1-1 0 0,1 1 1 0 0,2 0 0 0 0,4 1-1021 0 0,0 1-92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5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50 11058 0 0,'2'3'1664'0'0,"-1"-3"-1588"0"0,-1 0-1 0 0,0 0 1 0 0,0 0-1 0 0,0 0 1 0 0,1 0 0 0 0,-1 0-1 0 0,0 0 1 0 0,0 0 0 0 0,2-1 831 0 0,-1 1-831 0 0,15-7 1199 0 0,19-13-2841 0 0,-32 19 1077 0 0,47-19-2091 0 0,-41 17 2580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4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133 386 2761 0 0,'-4'0'417'0'0,"0"0"0"0"0,0-1 1 0 0,0 0-1 0 0,0 0 1 0 0,0-1-1 0 0,0 1 0 0 0,0-1 1 0 0,0 1-1 0 0,1-1 1 0 0,-1 0-1 0 0,-5-5 1 0 0,-32-30 4711 0 0,38 33-4827 0 0,1 0 0 0 0,0 0 0 0 0,0 0 0 0 0,0 0 0 0 0,0 0 0 0 0,1 0-1 0 0,-1 0 1 0 0,1 0 0 0 0,0-1 0 0 0,1 1 0 0 0,-1 0 0 0 0,1-1 0 0 0,0 1 0 0 0,0-1 0 0 0,0 1 0 0 0,0-1 0 0 0,1 1 0 0 0,0 0 0 0 0,0-1 0 0 0,2-5 0 0 0,1-2-8 0 0,0-1-1 0 0,1 2 1 0 0,0-1 0 0 0,1 1-1 0 0,13-20 1 0 0,-7 14-147 0 0,1 1 1 0 0,1 1-1 0 0,0 0 1 0 0,26-20-1 0 0,-34 29-142 0 0,1 1 1 0 0,0 1-1 0 0,0-1 1 0 0,0 1-1 0 0,0 1 1 0 0,1-1-1 0 0,0 1 1 0 0,-1 1-1 0 0,1-1 0 0 0,0 1 1 0 0,0 1-1 0 0,1-1 1 0 0,-1 2-1 0 0,11-1 1 0 0,-16 1-26 0 0,-1 1 1 0 0,1-1 0 0 0,0 1-1 0 0,0 0 1 0 0,-1 0-1 0 0,1 0 1 0 0,0 0 0 0 0,-1 1-1 0 0,1-1 1 0 0,-1 1-1 0 0,0-1 1 0 0,1 1 0 0 0,-1 0-1 0 0,0 0 1 0 0,0 0 0 0 0,0 0-1 0 0,0 0 1 0 0,0 1-1 0 0,-1-1 1 0 0,1 0 0 0 0,-1 1-1 0 0,0 0 1 0 0,1-1 0 0 0,-1 1-1 0 0,0 0 1 0 0,0-1-1 0 0,-1 1 1 0 0,2 5 0 0 0,1 8-234 0 0,-1 0 1 0 0,0 0 0 0 0,-1 28-1 0 0,-1-42 224 0 0,-4 44-314 0 0,-1-1-1 0 0,-2 0 1 0 0,-3-1 0 0 0,-14 44-1 0 0,1-2 42 0 0,17-62 177 0 0,-3 9-215 0 0,-6 51 1 0 0,14-75 298 0 0,1 0 0 0 0,0 0 0 0 0,0 0 1 0 0,0 1-1 0 0,1-1 0 0 0,0-1 0 0 0,1 1 0 0 0,0 0 0 0 0,1 0 0 0 0,6 14 1 0 0,-8-20 60 0 0,0 0 0 0 0,1 0 0 0 0,0 0 0 0 0,0 0 0 0 0,0-1 0 0 0,0 1 1 0 0,0-1-1 0 0,0 1 0 0 0,1-1 0 0 0,-1 0 0 0 0,1 0 0 0 0,-1 0 0 0 0,1 0 0 0 0,0-1 1 0 0,0 1-1 0 0,0-1 0 0 0,0 1 0 0 0,5 0 0 0 0,-4-1 106 0 0,1 0 1 0 0,0-1-1 0 0,-1 0 1 0 0,1 0-1 0 0,0 0 0 0 0,-1 0 1 0 0,1-1-1 0 0,-1 0 0 0 0,1 0 1 0 0,-1 0-1 0 0,9-3 1 0 0,-2-1 154 0 0,0-1 1 0 0,-1 0 0 0 0,1 0-1 0 0,-1-1 1 0 0,-1 0 0 0 0,1 0-1 0 0,-1-1 1 0 0,0-1 0 0 0,8-10-1 0 0,-12 13-214 0 0,-1-1-1 0 0,1 1 0 0 0,-1-1 0 0 0,-1 0 1 0 0,1-1-1 0 0,-1 1 0 0 0,0 0 0 0 0,-1-1 1 0 0,0 0-1 0 0,0 1 0 0 0,-1-1 0 0 0,1 0 1 0 0,-2 0-1 0 0,1-13 0 0 0,-2 16-36 0 0,1 0 0 0 0,-1 0-1 0 0,0 0 1 0 0,-1 0 0 0 0,1 1 0 0 0,-1-1 0 0 0,0 1 0 0 0,0-1-1 0 0,0 1 1 0 0,0 0 0 0 0,-1-1 0 0 0,0 1 0 0 0,0 0-1 0 0,0 1 1 0 0,0-1 0 0 0,-1 1 0 0 0,1-1 0 0 0,-1 1-1 0 0,0 0 1 0 0,0 0 0 0 0,0 1 0 0 0,0-1 0 0 0,0 1 0 0 0,-9-4-1 0 0,-15-3 15 0 0,-1 2 0 0 0,0 0-1 0 0,0 2 1 0 0,-57-3-1 0 0,61 7-583 0 0,-1-1 0 0 0,1-1-1 0 0,-1-1 1 0 0,1-1 0 0 0,0-1-1 0 0,1-2 1 0 0,-31-13-1 0 0,36 11-6497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9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86 398 6449 0 0,'-15'-23'2226'0'0,"1"-1"0"0"0,1-1 0 0 0,1 0-1 0 0,-15-46 1 0 0,26 68-1960 0 0,-3-16 833 0 0,16 30 648 0 0,15 31 584 0 0,-13-19-2333 0 0,107 162-77 0 0,-101-159 68 0 0,1 0 1 0 0,1-1-1 0 0,1-2 1 0 0,42 34 0 0 0,-64-56 23 0 0,-1 0-1 0 0,1-1 1 0 0,0 1 0 0 0,0 0 0 0 0,0-1 0 0 0,0 1 0 0 0,0-1 0 0 0,0 1 0 0 0,0-1 0 0 0,0 0 0 0 0,0 1 0 0 0,0-1 0 0 0,0 0 0 0 0,0 0 0 0 0,1 0 0 0 0,0 1 0 0 0,-1-2 5 0 0,-1 1 1 0 0,1 0-1 0 0,-1 0 0 0 0,1-1 1 0 0,-1 1-1 0 0,1 0 0 0 0,-1 0 1 0 0,0-1-1 0 0,1 1 0 0 0,-1-1 1 0 0,1 1-1 0 0,-1 0 0 0 0,0-1 1 0 0,1 1-1 0 0,-1-1 0 0 0,0 1 1 0 0,0-1-1 0 0,1 1 0 0 0,-1-1 1 0 0,0 1-1 0 0,0-1 0 0 0,0 1 1 0 0,1-2-1 0 0,0-4 175 0 0,-1 0 1 0 0,1 0-1 0 0,-1-1 1 0 0,-2-10 0 0 0,1 1 31 0 0,3-27 50 0 0,1-1 0 0 0,3 0 0 0 0,10-43 0 0 0,42-126-1334 0 0,-36 139 233 0 0,-11 43 347 0 0,1 2-1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1.5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130 593 6913 0 0,'-3'-2'158'0'0,"-1"0"-1"0"0,1 0 0 0 0,0 0 1 0 0,-1 0-1 0 0,1-1 0 0 0,1 1 1 0 0,-1-1-1 0 0,-5-5 0 0 0,4 3 655 0 0,-4-4 201 0 0,-1 0 1 0 0,2-1-1 0 0,-1-1 0 0 0,1 1 1 0 0,1-1-1 0 0,-9-20 1 0 0,8 14-307 0 0,1 0 0 0 0,1 0 0 0 0,1-1 0 0 0,-3-26 0 0 0,5 26-499 0 0,0 0 0 0 0,2-1 0 0 0,0 1 1 0 0,2-1-1 0 0,0 1 0 0 0,0-1 1 0 0,2 1-1 0 0,0 0 0 0 0,2 1 0 0 0,8-23 1 0 0,-8 29-171 0 0,0 0-1 0 0,0 0 1 0 0,1 1 0 0 0,0 0 0 0 0,1 0 0 0 0,0 1-1 0 0,1 0 1 0 0,16-13 0 0 0,-21 18-37 0 0,1 1-1 0 0,0 0 1 0 0,-1-1 0 0 0,2 2 0 0 0,-1-1-1 0 0,0 0 1 0 0,1 1 0 0 0,-1 0 0 0 0,1 1-1 0 0,-1-1 1 0 0,1 1 0 0 0,0 0 0 0 0,0 0 0 0 0,-1 1-1 0 0,1-1 1 0 0,0 1 0 0 0,0 1 0 0 0,0-1-1 0 0,0 1 1 0 0,7 2 0 0 0,-9-1-21 0 0,0 0 0 0 0,0 0 0 0 0,0 1 0 0 0,0-1 0 0 0,-1 1-1 0 0,0 0 1 0 0,1 0 0 0 0,-1 0 0 0 0,0 0 0 0 0,0 0 0 0 0,-1 1 0 0 0,1 0 0 0 0,-1-1 0 0 0,1 1 0 0 0,-1 0 0 0 0,0 0 0 0 0,-1 0 0 0 0,1 0 0 0 0,-1 0 0 0 0,2 9 0 0 0,2 8-151 0 0,-2 1 1 0 0,3 39 0 0 0,-1 59-381 0 0,6-1 1 0 0,29 132 0 0 0,-38-242 511 0 0,0-1 0 0 0,1 0 1 0 0,0-1-1 0 0,0 1 0 0 0,1 0 1 0 0,0-1-1 0 0,6 8 0 0 0,-9-13 4 0 0,0 0-1 0 0,0-1 0 0 0,1 1 1 0 0,-1-1-1 0 0,0 1 0 0 0,1-1 1 0 0,0 1-1 0 0,-1-1 1 0 0,1 0-1 0 0,-1 0 0 0 0,1 0 1 0 0,0 0-1 0 0,0 0 0 0 0,0 0 1 0 0,0 0-1 0 0,0-1 1 0 0,0 1-1 0 0,0-1 0 0 0,0 1 1 0 0,0-1-1 0 0,0 0 0 0 0,0 0 1 0 0,0 0-1 0 0,0 0 1 0 0,0 0-1 0 0,0 0 0 0 0,0-1 1 0 0,0 1-1 0 0,0-1 0 0 0,0 1 1 0 0,0-1-1 0 0,0 0 1 0 0,-1 0-1 0 0,4-1 0 0 0,5-4 175 0 0,-1-1-1 0 0,1 0 1 0 0,-2 0 0 0 0,1-1-1 0 0,-1 0 1 0 0,0 0-1 0 0,-1-1 1 0 0,0 0-1 0 0,0-1 1 0 0,-1 1 0 0 0,0-1-1 0 0,-1 0 1 0 0,0-1-1 0 0,0 1 1 0 0,-1-1-1 0 0,-1 0 1 0 0,0 0 0 0 0,0 0-1 0 0,-1-1 1 0 0,-1 1-1 0 0,0-1 1 0 0,0 1 0 0 0,-1 0-1 0 0,0-1 1 0 0,-1 1-1 0 0,-1-1 1 0 0,0 1-1 0 0,0 0 1 0 0,-1 0 0 0 0,0 0-1 0 0,-1 0 1 0 0,-1 0-1 0 0,-9-17 1 0 0,10 21-93 0 0,1 1 0 0 0,-1 0 0 0 0,-1 0 0 0 0,1 1 0 0 0,-1-1 0 0 0,0 1 0 0 0,0 0 0 0 0,-1 0 0 0 0,1 1 0 0 0,-1-1 0 0 0,0 1 0 0 0,-1 1 0 0 0,1-1 0 0 0,-7-2 0 0 0,3 3-29 0 0,-1 0 0 0 0,1 0 0 0 0,-1 1 0 0 0,0 1 0 0 0,0 0 0 0 0,1 0 0 0 0,-1 1 0 0 0,-19 2 0 0 0,1 1-222 0 0,1 2 1 0 0,0 1 0 0 0,-41 14-1 0 0,43-10-2142 0 0,-43 22 0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2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42 375 7834 0 0,'-1'0'33'0'0,"-40"-1"13593"0"0,51 6-13536 0 0,-1 0 0 0 0,0 0 0 0 0,0 0 0 0 0,0 1 0 0 0,-1 1 0 0 0,0-1 0 0 0,0 1 0 0 0,13 15 0 0 0,-9-9-57 0 0,1 0-1 0 0,26 18 1 0 0,-27-23 13 0 0,1 1 0 0 0,0-2 1 0 0,1 0-1 0 0,0 0 0 0 0,0-1 1 0 0,0-1-1 0 0,1-1 0 0 0,0 0 1 0 0,0 0-1 0 0,23 1 0 0 0,-43-60 1524 0 0,4 27-1450 0 0,-1-1-1 0 0,-2 1 1 0 0,-1 0 0 0 0,-1 0 0 0 0,-1 0 0 0 0,-2 0-1 0 0,-1 1 1 0 0,0 1 0 0 0,-2 0 0 0 0,-17-27 0 0 0,21 42-387 0 0,1-1 1 0 0,1-1 0 0 0,0 1 0 0 0,1-1-1 0 0,0 0 1 0 0,1 0 0 0 0,0 0 0 0 0,1-1-1 0 0,1 0 1 0 0,-1-14 0 0 0,3 4-7992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8.6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7 142 6449 0 0,'-1'-5'-70'0'0,"-4"-60"1881"0"0,5 58-791 0 0,0 0-1 0 0,1 0 0 0 0,-1 0 0 0 0,2 0 0 0 0,-1 0 0 0 0,1 1 0 0 0,3-9 0 0 0,-5 14-937 0 0,0 1-1 0 0,0-1 1 0 0,0 1-1 0 0,0 0 1 0 0,0-1-1 0 0,0 1 1 0 0,0 0-1 0 0,1-1 1 0 0,-1 1-1 0 0,0 0 0 0 0,0-1 1 0 0,0 1-1 0 0,1 0 1 0 0,-1-1-1 0 0,0 1 1 0 0,0 0-1 0 0,1-1 1 0 0,-1 1-1 0 0,0 0 0 0 0,0 0 1 0 0,1 0-1 0 0,-1-1 1 0 0,0 1-1 0 0,1 0 1 0 0,-1 0-1 0 0,0 0 1 0 0,1 0-1 0 0,-1-1 1 0 0,1 1-1 0 0,-1 0 0 0 0,0 0 1 0 0,1 0-1 0 0,-1 0 1 0 0,0 0-1 0 0,1 0 1 0 0,-1 0-1 0 0,1 0 1 0 0,-1 0-1 0 0,0 0 0 0 0,1 0 1 0 0,10 15 1265 0 0,2 22-678 0 0,-4 34-297 0 0,0 136 0 0 0,-8-111-277 0 0,46 628 72 0 0,-13-277-22 0 0,44 302 386 0 0,-67-649-87 0 0,-6 195 0 0 0,-4-262-1205 0 0,1-1 0 0 0,9 46-1 0 0,-9-64-33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243 165 3225 0 0,'-145'21'3296'0'0,"48"-16"7283"0"0,115-9-7804 0 0,391-48 202 0 0,-32 43-2275 0 0,-35 2-326 0 0,-266 2-288 0 0,0-4 0 0 0,110-28 0 0 0,-104 13-46 0 0,-55 14-69 0 0,0 1 1 0 0,1 2-1 0 0,-1 1 0 0 0,2 1 0 0 0,29-1 1 0 0,-57 6-2 0 0,0 0 1 0 0,1-1-1 0 0,-1 1 1 0 0,0 0-1 0 0,1 0 1 0 0,-1 1-1 0 0,0-1 1 0 0,1 0-1 0 0,-1 0 1 0 0,0 1-1 0 0,1-1 1 0 0,-1 0-1 0 0,0 1 1 0 0,0 0-1 0 0,1-1 1 0 0,-1 1-1 0 0,0 0 1 0 0,0-1-1 0 0,0 1 1 0 0,0 0-1 0 0,0 0 1 0 0,0 0-1 0 0,0 0 1 0 0,0 0-1 0 0,0 0 0 0 0,-1 0 1 0 0,1 0-1 0 0,0 1 1 0 0,-1-1-1 0 0,1 0 1 0 0,0 0-1 0 0,-1 0 1 0 0,0 1-1 0 0,1-1 1 0 0,-1 0-1 0 0,0 1 1 0 0,0-1-1 0 0,0 0 1 0 0,1 1-1 0 0,-1-1 1 0 0,-1 3-1 0 0,0 4-667 0 0,-1 1 0 0 0,1 0 1 0 0,-2-1-1 0 0,1 0 0 0 0,-6 11 0 0 0,6-14-33 0 0,-6 16-5949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4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65 5985 0 0,'30'-15'8723'0'0,"26"-8"-4116"0"0,-30 16-3831 0 0,0 1 1 0 0,0 1-1 0 0,40-2 1 0 0,-30 5-925 0 0,-1 2 1 0 0,0 2-1 0 0,1 1 1 0 0,45 10-1 0 0,-5 9-1747 0 0,-45-11-4015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7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0 920 0 0,'-1'0'598'0'0,"-1"0"1"0"0,0 1-1 0 0,1-1 0 0 0,-1 0 0 0 0,0 0 0 0 0,1 1 1 0 0,-1-1-1 0 0,1 1 0 0 0,-12 7 4786 0 0,11-6-4786 0 0,0 1-110 0 0,0 0 0 0 0,0 0-1 0 0,0 0 1 0 0,0 0 0 0 0,0 1 0 0 0,1-1-1 0 0,0 0 1 0 0,-1 5 0 0 0,-2 6-247 0 0,2 1-1 0 0,0 0 1 0 0,0 17 0 0 0,1-19 621 0 0,0 305 2359 0 0,2-76-2410 0 0,8 525-1813 0 0,-7-725 467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0.6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88 39 3225 0 0,'-15'3'-255'0'0,"9"-2"1275"0"0,-1 1-1 0 0,1-1 1 0 0,-1 1-1 0 0,1 0 1 0 0,0 0-1 0 0,0 1 1 0 0,0 0-1 0 0,1 0 0 0 0,-1 0 1 0 0,-5 5-1 0 0,24-7 2120 0 0,19 5-2563 0 0,-29-6-312 0 0,55 10 510 0 0,-1-3 1 0 0,60 0 0 0 0,119-11 152 0 0,-78 0-446 0 0,948-45 666 0 0,-909 37-1056 0 0,101 0 150 0 0,55-4 227 0 0,-277 11-343 0 0,120 7-1 0 0,-167 1-236 0 0,0 0 0 0 0,0 3 0 0 0,-1 0 0 0 0,1 1 0 0 0,-1 2 1 0 0,-1 1-1 0 0,33 17 0 0 0,-45-19-162 0 0,15 8-847 0 0,-9-11-3071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1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19 10594 0 0,'-35'-8'1382'0'0,"3"-1"745"0"0,10 7 3670 0 0,27 45-3659 0 0,7 331-1507 0 0,4 37-615 0 0,-4-321-201 0 0,8 87 386 0 0,-19-150-825 0 0,-1 0-1 0 0,-1-1 1 0 0,-1 1-1 0 0,-9 40 1 0 0,-6-22-2549 0 0,14-39 2733 0 0,0 0-1 0 0,1 0 1 0 0,-1 1-1 0 0,1-1 0 0 0,0 1 1 0 0,1-1-1 0 0,0 1 1 0 0,0-1-1 0 0,0 1 1 0 0,1 0-1 0 0,0 8 1 0 0,2-9 386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 4145 0 0,'-8'3'741'0'0,"1"1"-1"0"0,-1 0 1 0 0,1 1 0 0 0,0 0-1 0 0,1 0 1 0 0,-1 0 0 0 0,1 1 0 0 0,-11 12-1 0 0,-2 1 1364 0 0,16-17-1890 0 0,1 0 1 0 0,0 0 0 0 0,0 0-1 0 0,0 0 1 0 0,0 0 0 0 0,1 0-1 0 0,-1 1 1 0 0,1-1-1 0 0,-1 0 1 0 0,1 1 0 0 0,0-1-1 0 0,-1 1 1 0 0,0 4 0 0 0,2-5-133 0 0,0-1 0 0 0,1 1 0 0 0,-1-1 1 0 0,1 1-1 0 0,-1-1 0 0 0,1 1 1 0 0,-1-1-1 0 0,1 0 0 0 0,0 1 0 0 0,-1-1 1 0 0,1 0-1 0 0,0 1 0 0 0,0-1 1 0 0,0 0-1 0 0,0 0 0 0 0,0 0 0 0 0,1 0 1 0 0,-1 0-1 0 0,0 0 0 0 0,0 0 1 0 0,1 0-1 0 0,-1-1 0 0 0,0 1 0 0 0,1 0 1 0 0,-1-1-1 0 0,2 1 0 0 0,14 6-61 0 0,-1 0-1 0 0,1-1 1 0 0,0-1-1 0 0,0-1 1 0 0,20 3-1 0 0,91 4 73 0 0,-42-5-70 0 0,-86-6-24 0 0,1 0 0 0 0,-1 0 0 0 0,1 0 0 0 0,0 0 1 0 0,-1 0-1 0 0,1 0 0 0 0,-1 0 0 0 0,1 0 0 0 0,0 0 0 0 0,-1 1 0 0 0,1-1 1 0 0,-1 0-1 0 0,1 0 0 0 0,-1 1 0 0 0,1-1 0 0 0,-1 0 0 0 0,1 1 0 0 0,-1-1 1 0 0,1 0-1 0 0,-1 1 0 0 0,1-1 0 0 0,-1 1 0 0 0,1-1 0 0 0,-1 1 0 0 0,0-1 1 0 0,1 1-1 0 0,-1-1 0 0 0,0 1 0 0 0,0-1 0 0 0,1 2 0 0 0,-1-1-3 0 0,0 0-1 0 0,0 1 0 0 0,-1-1 1 0 0,1 0-1 0 0,0 1 1 0 0,0-1-1 0 0,-1 0 0 0 0,1 0 1 0 0,-1 1-1 0 0,1-1 0 0 0,-1 0 1 0 0,0 0-1 0 0,-1 2 1 0 0,-30 33-151 0 0,30-33 138 0 0,-51 46-485 0 0,31-30 362 0 0,1 1 0 0 0,1 1 0 0 0,-28 37-1 0 0,48-57 143 0 0,-1-1 1 0 0,1 1-1 0 0,-1-1 0 0 0,1 1 0 0 0,-1 0 0 0 0,1-1 0 0 0,0 1 0 0 0,-1 0 0 0 0,1 0 0 0 0,0-1 0 0 0,0 1 0 0 0,-1 0 1 0 0,1 0-1 0 0,0-1 0 0 0,0 1 0 0 0,0 0 0 0 0,0 0 0 0 0,0-1 0 0 0,0 1 0 0 0,0 0 0 0 0,0 0 0 0 0,0-1 1 0 0,0 1-1 0 0,1 0 0 0 0,-1 0 0 0 0,0-1 0 0 0,1 1 0 0 0,-1 0 0 0 0,0 0 0 0 0,1 0 0 0 0,1 1-16 0 0,-1-1 0 0 0,1 0 0 0 0,0 0 0 0 0,-1 0 0 0 0,1 0 0 0 0,0-1 0 0 0,-1 1 0 0 0,1 0 0 0 0,0-1 0 0 0,0 1 0 0 0,-1-1 0 0 0,4 0 0 0 0,5 1 3 0 0,1 0 0 0 0,-1-1-1 0 0,18-2 1 0 0,-24 1 89 0 0,10-1 130 0 0,0 0-1 0 0,1 1 1 0 0,-1 1-1 0 0,0 0 1 0 0,16 2-1 0 0,-28-2-187 0 0,1 1-1 0 0,-1-1 1 0 0,0 1 0 0 0,1 0 0 0 0,-1-1-1 0 0,0 1 1 0 0,0 0 0 0 0,0 1 0 0 0,1-1 0 0 0,-1 0-1 0 0,0 1 1 0 0,-1-1 0 0 0,1 1 0 0 0,0-1-1 0 0,3 5 1 0 0,-4-4-20 0 0,0 0-1 0 0,0 0 1 0 0,0 1 0 0 0,-1-1 0 0 0,1 0-1 0 0,0 1 1 0 0,-1-1 0 0 0,0 1-1 0 0,1-1 1 0 0,-1 1 0 0 0,0-1 0 0 0,0 1-1 0 0,-1-1 1 0 0,1 1 0 0 0,0-1-1 0 0,-1 0 1 0 0,1 1 0 0 0,-1-1 0 0 0,-1 3-1 0 0,-5 11-59 0 0,-1 1 0 0 0,0-2-1 0 0,-1 1 1 0 0,-1-1 0 0 0,0 0-1 0 0,-1-1 1 0 0,-17 16 0 0 0,11-10-689 0 0,0 1-1 0 0,-16 26 1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0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7802 0 0,'0'1'177'0'0,"1"0"1"0"0,-1 0 0 0 0,1 0 0 0 0,-1 0 0 0 0,0 0 0 0 0,1 0-1 0 0,-1 0 1 0 0,0 0 0 0 0,0 0 0 0 0,0 1 0 0 0,0-1 0 0 0,0 0-1 0 0,0 0 1 0 0,0 0 0 0 0,0 0 0 0 0,0 0 0 0 0,0 0 0 0 0,-1 2-1 0 0,1-1 167 0 0,1 29 2301 0 0,2 1 0 0 0,8 34 0 0 0,2 7-1292 0 0,15 114-204 0 0,8 75-829 0 0,-8 267-178 0 0,-29-495-909 0 0,-9 66 0 0 0,9-97 624 0 0,-1 15-783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9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0 10594 0 0,'-18'15'2031'0'0,"15"-13"-1493"0"0,1-1 1 0 0,0 1-1 0 0,-1 0 0 0 0,1 0 1 0 0,0 0-1 0 0,0 0 1 0 0,0 0-1 0 0,1 0 1 0 0,-4 5-1 0 0,47-9 1981 0 0,-29 0-2410 0 0,0 2-1 0 0,-1-1 0 0 0,1 1 0 0 0,0 1 1 0 0,-1 0-1 0 0,16 4 0 0 0,-20-3-103 0 0,-1 0 0 0 0,0 0 0 0 0,0 0-1 0 0,0 1 1 0 0,0 0 0 0 0,-1 0 0 0 0,1 1 0 0 0,-1 0-1 0 0,0 0 1 0 0,0 0 0 0 0,0 1 0 0 0,5 5 0 0 0,-10-8-18 0 0,1 0 1 0 0,-1-1 0 0 0,-1 1 0 0 0,1 0 0 0 0,0-1 0 0 0,0 1 0 0 0,-1 0-1 0 0,1 0 1 0 0,-1 0 0 0 0,1 0 0 0 0,-1 0 0 0 0,0 0 0 0 0,0 0 0 0 0,0-1-1 0 0,0 1 1 0 0,0 0 0 0 0,0 0 0 0 0,0 0 0 0 0,-1 0 0 0 0,1 0 0 0 0,-1 0-1 0 0,1 0 1 0 0,-1-1 0 0 0,0 1 0 0 0,0 0 0 0 0,0 0 0 0 0,-1 2 0 0 0,-5 6-104 0 0,0 1 0 0 0,-1-1 0 0 0,-10 11 0 0 0,3-4-57 0 0,-26 29-234 0 0,31-37 311 0 0,0 1 1 0 0,1 0-1 0 0,0 0 1 0 0,1 1-1 0 0,0 0 1 0 0,1 0-1 0 0,0 1 0 0 0,1 0 1 0 0,-6 15-1 0 0,12-25 105 0 0,-1-1 0 0 0,1 1 0 0 0,0-1-1 0 0,0 1 1 0 0,-1-1 0 0 0,1 1 0 0 0,0-1 0 0 0,0 1-1 0 0,1-1 1 0 0,-1 1 0 0 0,0 0 0 0 0,0-1-1 0 0,1 1 1 0 0,-1-1 0 0 0,1 1 0 0 0,-1-1 0 0 0,1 0-1 0 0,0 1 1 0 0,0-1 0 0 0,-1 0 0 0 0,1 1-1 0 0,0-1 1 0 0,0 0 0 0 0,0 0 0 0 0,0 0-1 0 0,1 0 1 0 0,-1 0 0 0 0,0 0 0 0 0,0 0 0 0 0,1 0-1 0 0,-1 0 1 0 0,0 0 0 0 0,1-1 0 0 0,-1 1-1 0 0,1-1 1 0 0,-1 1 0 0 0,1-1 0 0 0,-1 1 0 0 0,3-1-1 0 0,8 2 77 0 0,1 0 0 0 0,-1-1 0 0 0,1 0 0 0 0,14-2 0 0 0,1 1-28 0 0,-21 0-42 0 0,-1 1 1 0 0,1 0-1 0 0,0 0 0 0 0,-1 0 1 0 0,1 1-1 0 0,-1 0 1 0 0,9 4-1 0 0,-13-5-8 0 0,0 0-1 0 0,-1 0 1 0 0,1 0 0 0 0,-1 0-1 0 0,1 1 1 0 0,-1-1-1 0 0,0 0 1 0 0,1 1-1 0 0,-1-1 1 0 0,0 1-1 0 0,0 0 1 0 0,0-1-1 0 0,0 1 1 0 0,0 0 0 0 0,-1 0-1 0 0,1-1 1 0 0,0 1-1 0 0,-1 0 1 0 0,0 0-1 0 0,1 0 1 0 0,-1 0-1 0 0,0 0 1 0 0,0 0-1 0 0,0 0 1 0 0,0 0 0 0 0,0 0-1 0 0,0-1 1 0 0,0 1-1 0 0,-1 0 1 0 0,0 2-1 0 0,-5 17-30 0 0,-1-1 0 0 0,-1 0-1 0 0,0-1 1 0 0,-2 1 0 0 0,0-2 0 0 0,-24 33-1 0 0,18-28-103 0 0,1 1 0 0 0,1 1 0 0 0,-11 28 0 0 0,25-52 59 0 0,-1-1 0 0 0,1 1 0 0 0,0-1 0 0 0,-1 0 0 0 0,1 1 0 0 0,0-1 0 0 0,0 1 0 0 0,0-1 0 0 0,-1 1 0 0 0,1-1 1 0 0,0 1-1 0 0,0-1 0 0 0,0 1 0 0 0,0-1 0 0 0,0 0 0 0 0,0 1 0 0 0,0-1 0 0 0,0 1 0 0 0,0-1 0 0 0,0 1 1 0 0,0-1-1 0 0,0 1 0 0 0,0-1 0 0 0,0 1 0 0 0,1-1 0 0 0,-1 1 0 0 0,0-1 0 0 0,0 1 0 0 0,0-1 0 0 0,1 0 1 0 0,-1 1-1 0 0,0-1 0 0 0,1 1 0 0 0,-1-1 0 0 0,0 0 0 0 0,1 1 0 0 0,-1-1 0 0 0,0 0 0 0 0,1 1 0 0 0,-1-1 1 0 0,1 0-1 0 0,-1 0 0 0 0,1 0 0 0 0,-1 1 0 0 0,0-1 0 0 0,1 0 0 0 0,0 0 0 0 0,24-4-5309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3.7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3424 38 112 0 0,'19'-12'-312'0'0,"7"-5"2872"0"0,-4 9 5518 0 0,-21 8-7860 0 0,-1 0 0 0 0,1 1 0 0 0,0-1 0 0 0,0 1 0 0 0,-1-1 0 0 0,1 1 0 0 0,0-1 0 0 0,-1 1 0 0 0,1-1 0 0 0,0 1 0 0 0,-1-1 0 0 0,1 1 0 0 0,-1 0 0 0 0,1-1 0 0 0,-1 1 0 0 0,0 0 0 0 0,1 0 0 0 0,-1-1 0 0 0,1 1 0 0 0,-1 0 0 0 0,0 0 0 0 0,0 0 0 0 0,0-1 0 0 0,1 1 0 0 0,-1 0 0 0 0,0 0 0 0 0,0 1-1 0 0,2 30 985 0 0,-1-26-728 0 0,35 450 3162 0 0,-16-188-2779 0 0,-17-216-802 0 0,-1-22-46 0 0,0-4 18 0 0,-3 45 1 0 0,0-55-10 0 0,1-1-1 0 0,2 23 1 0 0,-2-33-11 0 0,1 1 0 0 0,0 0 0 0 0,0-1 0 0 0,1 1 0 0 0,-1 0 0 0 0,1-1 1 0 0,0 0-1 0 0,1 1 0 0 0,4 7 0 0 0,-7-13 2 0 0,1 0-1 0 0,-1 1 1 0 0,0-1-1 0 0,1 0 1 0 0,-1 1 0 0 0,1-1-1 0 0,-1 1 1 0 0,0-1 0 0 0,0 1-1 0 0,1-1 1 0 0,-1 1 0 0 0,0-1-1 0 0,0 1 1 0 0,1-1-1 0 0,-1 1 1 0 0,0-1 0 0 0,0 1-1 0 0,0-1 1 0 0,0 1 0 0 0,0-1-1 0 0,0 1 1 0 0,0-1 0 0 0,0 1-1 0 0,0 0 1 0 0,0-1-1 0 0,0 1 1 0 0,0-1 0 0 0,-1 1-1 0 0,-12 4 216 0 0,4-3-275 0 0,-35 13 144 0 0,26-9-87 0 0,0 0-1 0 0,-1-1 0 0 0,1-1 0 0 0,-1 0 1 0 0,-35 1-1 0 0,-433 11-1144 0 0,335-8 763 0 0,-189-13 0 0 0,137-8-966 0 0,-374 24 1 0 0,409 6 473 0 0,-338 17 1948 0 0,422-36-1213 0 0,-588 14 907 0 0,669-11-759 0 0,-9 0 310 0 0,0 0 0 0 0,-25-2 0 0 0,34 1-276 0 0,0-1 1 0 0,0 0-1 0 0,0 0 1 0 0,0 0-1 0 0,0 0 1 0 0,1-1-1 0 0,-1 0 0 0 0,0 1 1 0 0,1-1-1 0 0,-1-1 1 0 0,1 1-1 0 0,0 0 0 0 0,-5-5 1 0 0,6 5-190 0 0,0 0-1 0 0,0 1 1 0 0,0-1 0 0 0,0 1-1 0 0,0 0 1 0 0,0-1 0 0 0,0 1-1 0 0,-1 0 1 0 0,1 0 0 0 0,0 0-1 0 0,0 1 1 0 0,-1-1 0 0 0,-4 0-1 0 0,-19 4-5298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4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5377 0 0,'5'6'14974'0'0,"27"192"-12959"0"0,-6-49-1768 0 0,46 490-7 0 0,-71-629-220 0 0,1 11 58 0 0,0-1 1 0 0,-1 1 0 0 0,-1-1 0 0 0,-1 1-1 0 0,-8 40 1 0 0,6-52-183 0 0,3-11-108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2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76 149 8290 0 0,'-9'-12'1267'0'0,"-32"-46"2508"0"0,37 52-3187 0 0,1 0-1 0 0,-1-1 1 0 0,2 1 0 0 0,-1 0-1 0 0,0-1 1 0 0,1 0 0 0 0,-2-10-1 0 0,4 16-466 0 0,0 0-1 0 0,0 0 1 0 0,0 0 0 0 0,0 0-1 0 0,0 1 1 0 0,-1-1-1 0 0,2 0 1 0 0,-1 0 0 0 0,0 0-1 0 0,0 1 1 0 0,0-1-1 0 0,0 0 1 0 0,0 0 0 0 0,1 0-1 0 0,-1 1 1 0 0,0-1-1 0 0,1 0 1 0 0,0-1-1 0 0,9 4 1460 0 0,12 22-796 0 0,-8 3-758 0 0,-1 1 0 0 0,-1 1 0 0 0,-2 0 1 0 0,0 0-1 0 0,7 49 0 0 0,-2-16-18 0 0,9 35-609 0 0,5 0 0 0 0,4-3-1 0 0,54 110 1 0 0,-77-186-1492 0 0,-1-2-4652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6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51 177 6449 0 0,'-5'-12'368'0'0,"-18"-37"2731"0"0,22 47-2489 0 0,-1 0-1 0 0,0-1 1 0 0,1 1-1 0 0,-1 0 1 0 0,0 0-1 0 0,0 0 1 0 0,0 1-1 0 0,0-1 1 0 0,-4-2-1 0 0,8 37 2020 0 0,5 14-2693 0 0,3 0 1 0 0,31 89-1 0 0,-36-123 34 0 0,0-1 1 0 0,1 1-1 0 0,0-1 0 0 0,1 0 0 0 0,0 0 0 0 0,1-1 0 0 0,1 0 1 0 0,-1 0-1 0 0,2-1 0 0 0,-1-1 0 0 0,2 1 0 0 0,-1-1 0 0 0,1-1 1 0 0,0 0-1 0 0,13 7 0 0 0,-21-14 55 0 0,0 1 0 0 0,0-1 0 0 0,-1 0 0 0 0,1 0 0 0 0,0 0 0 0 0,0 0 0 0 0,0 0 0 0 0,1-1 0 0 0,-1 1 0 0 0,0-1 0 0 0,0 0 0 0 0,0 0 0 0 0,0 0 0 0 0,0 0 0 0 0,0-1 1 0 0,1 1-1 0 0,-1-1 0 0 0,0 1 0 0 0,0-1 0 0 0,0 0 0 0 0,0-1 0 0 0,-1 1 0 0 0,1 0 0 0 0,0-1 0 0 0,0 0 0 0 0,-1 1 0 0 0,1-1 0 0 0,-1 0 0 0 0,0 0 0 0 0,1-1 0 0 0,-1 1 0 0 0,0 0 0 0 0,0-1 0 0 0,0 1 0 0 0,-1-1 0 0 0,1 0 0 0 0,-1 1 0 0 0,2-5 0 0 0,1-2 151 0 0,0 0 0 0 0,-1-1 0 0 0,0 1 0 0 0,-1-1 0 0 0,0 1 0 0 0,0-1 0 0 0,-1 0 1 0 0,-1 0-1 0 0,1 1 0 0 0,-2-1 0 0 0,-1-13-1 0 0,-4-5-41 0 0,-2 1 0 0 0,-2-1-1 0 0,0 2 1 0 0,-1-1 0 0 0,-2 1-1 0 0,-1 1 1 0 0,0 1 0 0 0,-2 0-1 0 0,-23-26 1 0 0,32 41-930 0 0,-1 0 1 0 0,0 1-1 0 0,0 0 0 0 0,-1 1 1 0 0,0 0-1 0 0,0 0 1 0 0,0 1-1 0 0,-21-10 1 0 0,14 10-5768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0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0 312 5985 0 0,'10'2'8495'0'0,"5"5"-4204"0"0,-1 1-4118 0 0,0 0-1 0 0,0 1 1 0 0,-1 1-1 0 0,22 20 1 0 0,-2 6-14 0 0,-13-14-192 0 0,1 0 1 0 0,0-1 0 0 0,27 19-1 0 0,-41-35 114 0 0,1 0 1 0 0,-1 0-1 0 0,1-1 0 0 0,0 0 1 0 0,0-1-1 0 0,0 0 0 0 0,0 0 1 0 0,0-1-1 0 0,1 0 0 0 0,-1 0 1 0 0,1-1-1 0 0,0 0 0 0 0,-1 0 1 0 0,1-1-1 0 0,11-1 0 0 0,-17 0-9 0 0,1 0 0 0 0,-1 0 0 0 0,0 0 0 0 0,0 0 0 0 0,1 0 0 0 0,-1-1-1 0 0,0 0 1 0 0,0 0 0 0 0,0 1 0 0 0,-1-2 0 0 0,1 1 0 0 0,0 0-1 0 0,-1 0 1 0 0,1-1 0 0 0,-1 0 0 0 0,0 1 0 0 0,0-1 0 0 0,0 0-1 0 0,0 0 1 0 0,0 0 0 0 0,-1 0 0 0 0,0 0 0 0 0,1 0 0 0 0,-1-1 0 0 0,0 1-1 0 0,0 0 1 0 0,0-6 0 0 0,2-10 76 0 0,0 0-1 0 0,-1-1 1 0 0,-1-31-1 0 0,-1 39-36 0 0,-12-152 428 0 0,6 105-850 0 0,1-70 0 0 0,7 106-126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1.7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53 5529 0 0,'-5'-7'1810'0'0,"0"-1"0"0"0,0 1 0 0 0,-8-23 9931 0 0,31 56-11476 0 0,2 31-102 0 0,-2 0 0 0 0,18 108-1 0 0,-6-26-95 0 0,-24-114-161 0 0,3 11-980 0 0,16 43 0 0 0,-19-63-200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2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7 116 6913 0 0,'-2'-7'707'0'0,"0"1"0"0"0,1 0-1 0 0,0-1 1 0 0,1 1-1 0 0,-1-1 1 0 0,1 1-1 0 0,0 0 1 0 0,1-1-1 0 0,1-6 1 0 0,-2 10-343 0 0,1 0 0 0 0,0 0 0 0 0,0 0 0 0 0,0-1 0 0 0,0 1 0 0 0,0 1 0 0 0,1-1 0 0 0,-1 0 0 0 0,3-3 0 0 0,-3 5-205 0 0,-1 0 0 0 0,1 0 0 0 0,0 0 1 0 0,0 1-1 0 0,0-1 0 0 0,0 0 1 0 0,0 0-1 0 0,0 1 0 0 0,1-1 0 0 0,-1 0 1 0 0,0 1-1 0 0,0-1 0 0 0,0 1 0 0 0,1 0 1 0 0,-1-1-1 0 0,0 1 0 0 0,0 0 1 0 0,1 0-1 0 0,-1-1 0 0 0,0 1 0 0 0,1 0 1 0 0,0 1-1 0 0,1-1-87 0 0,0 1 1 0 0,0 0 0 0 0,0 0-1 0 0,0 1 1 0 0,0-1 0 0 0,0 0-1 0 0,0 1 1 0 0,-1 0-1 0 0,1 0 1 0 0,-1 0 0 0 0,1 0-1 0 0,-1 0 1 0 0,0 0 0 0 0,0 0-1 0 0,0 1 1 0 0,0-1-1 0 0,0 1 1 0 0,0 0 0 0 0,-1 0-1 0 0,2 4 1 0 0,4 8 7 0 0,0 1 1 0 0,6 24 0 0 0,-10-29-8 0 0,20 65-17 0 0,-1 2-407 0 0,3-1-1 0 0,4-1 1 0 0,40 75 0 0 0,-64-140-36 0 0,13 16-3663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5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180 4 1840 0 0,'-2'-1'324'0'0,"0"0"0"0"0,-1 1 0 0 0,1 0 0 0 0,0-1 0 0 0,-1 1 0 0 0,1 0 0 0 0,0 0 0 0 0,-1 0 0 0 0,1 0-1 0 0,0 1 1 0 0,0-1 0 0 0,-1 1 0 0 0,1-1 0 0 0,0 1 0 0 0,0 0 0 0 0,0 0 0 0 0,-1 0 0 0 0,1 0 0 0 0,0 0-1 0 0,0 0 1 0 0,1 0 0 0 0,-1 1 0 0 0,-2 1 0 0 0,-2 2 65 0 0,0 0 0 0 0,0 1-1 0 0,0 0 1 0 0,0 0 0 0 0,-5 8 0 0 0,-42 71 1722 0 0,48-76-1785 0 0,0 1 0 0 0,1-1 1 0 0,0 1-1 0 0,1 0 0 0 0,0 0 0 0 0,0 0 0 0 0,-1 17 1 0 0,4-25-217 0 0,0 0 0 0 0,-1 0 1 0 0,1 0-1 0 0,1 0 0 0 0,-1 0 1 0 0,0 0-1 0 0,0 0 1 0 0,1 0-1 0 0,-1 0 0 0 0,1 0 1 0 0,0 0-1 0 0,0 0 0 0 0,0 0 1 0 0,-1 0-1 0 0,2 0 1 0 0,-1-1-1 0 0,0 1 0 0 0,0 0 1 0 0,1-1-1 0 0,1 3 0 0 0,0-2-3 0 0,-1-1 0 0 0,1 1 0 0 0,0-1 0 0 0,0 1 0 0 0,-1-1-1 0 0,1 0 1 0 0,0 0 0 0 0,0-1 0 0 0,0 1 0 0 0,0 0-1 0 0,0-1 1 0 0,5 0 0 0 0,8 0 178 0 0,0-2 0 0 0,-1 0 0 0 0,1 0-1 0 0,19-7 1 0 0,-28 8-164 0 0,77-26 430 0 0,-64 19-609 0 0,1 1 0 0 0,0 1 1 0 0,0 0-1 0 0,1 2 0 0 0,36-3 0 0 0,-45 9-652 0 0,-3 1-211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72 11058 0 0,'-7'-71'9654'0'0,"23"113"-7825"0"0,-10 1-1732 0 0,-1 1 0 0 0,-3 0 0 0 0,-1-1 0 0 0,-7 54 1 0 0,2 25 24 0 0,3-111-93 0 0,2-1-1 0 0,0 1 1 0 0,0-1 0 0 0,1 1 0 0 0,0-1-1 0 0,0 0 1 0 0,2 0 0 0 0,-1 0 0 0 0,5 10-1 0 0,-6-17-19 0 0,0-1 0 0 0,-1 1 0 0 0,1 0-1 0 0,0-1 1 0 0,0 0 0 0 0,0 1 0 0 0,0-1 0 0 0,1 0-1 0 0,-1 0 1 0 0,1 0 0 0 0,-1 0 0 0 0,1 0 0 0 0,-1-1-1 0 0,1 1 1 0 0,0-1 0 0 0,0 0 0 0 0,0 0-1 0 0,0 0 1 0 0,0 0 0 0 0,0 0 0 0 0,0-1 0 0 0,0 1-1 0 0,1-1 1 0 0,-1 0 0 0 0,0 0 0 0 0,0 0-1 0 0,0 0 1 0 0,0-1 0 0 0,0 1 0 0 0,0-1 0 0 0,0 0-1 0 0,1 0 1 0 0,-2 0 0 0 0,4-1 0 0 0,23-10-168 0 0,-2-2 0 0 0,0 0 1 0 0,31-23-1 0 0,23-12-899 0 0,-16 17-704 0 0,-20 12-5077 0 0,-28 13 1023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6449 0 0,'0'0'819'0'0,"1"25"6521"0"0,11 73 123 0 0,0 6-6221 0 0,2-17-1302 0 0,12 66 874 0 0,-7-79-3325 0 0,9-4-4086 0 0,-20-54 144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0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34 4609 0 0,'1'-33'17019'0'0,"0"33"-16846"0"0,13 15 13 0 0,-9-3 13 0 0,0 0 0 0 0,0 0-1 0 0,-1 0 1 0 0,0 1-1 0 0,3 24 1 0 0,1 70-8 0 0,-1-11-297 0 0,-6-86 50 0 0,3 19-677 0 0,1 1-1 0 0,1-1 1 0 0,13 37 0 0 0,-12-51-570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3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 73 3225 0 0,'3'-9'145'0'0,"-1"3"613"0"0,1 1-1 0 0,-2-1 0 0 0,1 0 1 0 0,-1 0-1 0 0,0 0 0 0 0,0 0 1 0 0,0 0-1 0 0,-1-8 0 0 0,-4 12 974 0 0,-3 8-772 0 0,-3 8 196 0 0,4-3-682 0 0,0 0 1 0 0,1 0-1 0 0,0 1 1 0 0,0 0-1 0 0,1 0 1 0 0,1 0-1 0 0,0 0 0 0 0,1 0 1 0 0,0 1-1 0 0,1-1 1 0 0,0 1-1 0 0,1-1 0 0 0,2 16 1 0 0,-1-23-434 0 0,-1 0-1 0 0,1 0 1 0 0,0 0 0 0 0,1 0 0 0 0,-1 0-1 0 0,1 0 1 0 0,0-1 0 0 0,0 1 0 0 0,1 0-1 0 0,-1-1 1 0 0,1 0 0 0 0,0 1 0 0 0,0-1-1 0 0,0 0 1 0 0,1-1 0 0 0,0 1 0 0 0,-1-1-1 0 0,1 1 1 0 0,0-1 0 0 0,1 0 0 0 0,-1-1-1 0 0,1 1 1 0 0,-1-1 0 0 0,1 0 0 0 0,0 0-1 0 0,-1 0 1 0 0,1 0 0 0 0,0-1 0 0 0,0 0-1 0 0,0 0 1 0 0,0 0 0 0 0,1-1 0 0 0,-1 0-1 0 0,6 0 1 0 0,2-1-245 0 0,0 0 0 0 0,0-1-1 0 0,-1 0 1 0 0,1 0 0 0 0,-1-2-1 0 0,0 0 1 0 0,0 0 0 0 0,0-1 0 0 0,0 0-1 0 0,-1-1 1 0 0,0 0 0 0 0,12-10-1 0 0,0 0-6820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9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162 159 2304 0 0,'-5'-18'349'0'0,"-4"-20"10100"0"0,15 63-8078 0 0,-4-15-2299 0 0,0 1 1 0 0,1-1 0 0 0,0 0 0 0 0,1-1-1 0 0,0 1 1 0 0,1-1 0 0 0,0 1 0 0 0,11 15-1 0 0,-14-22-66 0 0,1-1 0 0 0,-1 1 0 0 0,1-1-1 0 0,0 0 1 0 0,-1 0 0 0 0,1 0 0 0 0,0 0-1 0 0,0 0 1 0 0,1 0 0 0 0,-1-1-1 0 0,0 0 1 0 0,0 1 0 0 0,1-1 0 0 0,-1 0-1 0 0,1-1 1 0 0,-1 1 0 0 0,1-1 0 0 0,-1 1-1 0 0,1-1 1 0 0,-1 0 0 0 0,1 0 0 0 0,-1-1-1 0 0,1 1 1 0 0,-1-1 0 0 0,0 0 0 0 0,1 0-1 0 0,-1 0 1 0 0,1 0 0 0 0,5-3-1 0 0,-5 2 32 0 0,-1 0 0 0 0,0 1 0 0 0,1-1 0 0 0,-1 0 0 0 0,0 0 0 0 0,0-1 0 0 0,0 1 0 0 0,0-1 0 0 0,-1 1 0 0 0,1-1 0 0 0,-1 0 0 0 0,1 0 0 0 0,-1 0 0 0 0,0-1 0 0 0,0 1 0 0 0,-1 0 0 0 0,1-1 0 0 0,1-4 0 0 0,-1 2 83 0 0,-1 0 0 0 0,0 1 1 0 0,0-1-1 0 0,-1 0 0 0 0,0 0 0 0 0,0 0 0 0 0,0 1 0 0 0,-1-1 0 0 0,0 0 1 0 0,0 0-1 0 0,-2-7 0 0 0,1 6-17 0 0,-1 0 0 0 0,1 0 1 0 0,-1 0-1 0 0,-1 0 0 0 0,1 0 0 0 0,-1 1 1 0 0,0 0-1 0 0,-1-1 0 0 0,1 2 0 0 0,-1-1 0 0 0,0 0 1 0 0,-1 1-1 0 0,1 0 0 0 0,-1 0 0 0 0,0 1 1 0 0,0 0-1 0 0,-1 0 0 0 0,1 0 0 0 0,-9-3 0 0 0,9 6-130 0 0,-1 0 0 0 0,0 0-1 0 0,0 1 1 0 0,0-1 0 0 0,0 2-1 0 0,0-1 1 0 0,0 1-1 0 0,0 0 1 0 0,1 0 0 0 0,-1 1-1 0 0,0 0 1 0 0,1 0 0 0 0,-1 1-1 0 0,1-1 1 0 0,0 1-1 0 0,0 1 1 0 0,-11 7 0 0 0,5-2-45 0 0,-1 0-1 0 0,2 1 1 0 0,-1 0 0 0 0,2 1 0 0 0,-1 0 0 0 0,1 1 0 0 0,-9 14 0 0 0,16-22 37 0 0,1 1 0 0 0,-1-1-1 0 0,1 1 1 0 0,0-1 0 0 0,0 1 0 0 0,1-1 0 0 0,-1 1 0 0 0,1 0 0 0 0,0 0 0 0 0,1 0 0 0 0,-1 0-1 0 0,1 0 1 0 0,0 0 0 0 0,0-1 0 0 0,0 1 0 0 0,1 0 0 0 0,0 0 0 0 0,0 0 0 0 0,0 0-1 0 0,0 0 1 0 0,4 8 0 0 0,-3-10 34 0 0,0 1-1 0 0,1-1 1 0 0,-1 1 0 0 0,1-1-1 0 0,-1 0 1 0 0,1 0-1 0 0,0 0 1 0 0,0-1-1 0 0,1 1 1 0 0,-1-1 0 0 0,0 1-1 0 0,1-1 1 0 0,0 0-1 0 0,-1-1 1 0 0,1 1 0 0 0,0 0-1 0 0,0-1 1 0 0,0 0-1 0 0,0 0 1 0 0,0 0-1 0 0,0-1 1 0 0,0 1 0 0 0,0-1-1 0 0,0 0 1 0 0,0 0-1 0 0,7-1 1 0 0,-1-1 64 0 0,0 0 0 0 0,0 0 0 0 0,0-1-1 0 0,0 0 1 0 0,-1-1 0 0 0,0 0 0 0 0,1 0 0 0 0,-1-1 0 0 0,14-10-1 0 0,-20 12-21 0 0,1 1-1 0 0,0-1 0 0 0,-1 0 0 0 0,1 0 0 0 0,-1-1 0 0 0,0 1 1 0 0,0-1-1 0 0,0 1 0 0 0,0-1 0 0 0,-1 0 0 0 0,0 0 0 0 0,1 0 1 0 0,-2-1-1 0 0,1 1 0 0 0,0 0 0 0 0,-1-1 0 0 0,0 1 0 0 0,0-1 0 0 0,0 1 1 0 0,0-1-1 0 0,-1 0 0 0 0,0 1 0 0 0,0-7 0 0 0,-1 8 17 0 0,0 0-1 0 0,0-1 1 0 0,0 1-1 0 0,0 0 1 0 0,-1 0-1 0 0,1 1 1 0 0,-1-1-1 0 0,0 0 1 0 0,0 0-1 0 0,0 1 1 0 0,0-1-1 0 0,0 1 1 0 0,-3-3-1 0 0,4 5-105 0 0,0-1-1 0 0,0 0 0 0 0,0 0 0 0 0,0 0 0 0 0,0 1 0 0 0,0-1 1 0 0,0 0-1 0 0,0 1 0 0 0,0-1 0 0 0,-1 1 0 0 0,1-1 0 0 0,0 1 1 0 0,0 0-1 0 0,0-1 0 0 0,-1 1 0 0 0,1 0 0 0 0,0 0 0 0 0,0 0 1 0 0,-1 0-1 0 0,1 0 0 0 0,0 0 0 0 0,-1 0 0 0 0,1 1 0 0 0,0-1 1 0 0,0 0-1 0 0,0 1 0 0 0,-1-1 0 0 0,1 1 0 0 0,0-1 0 0 0,0 1 1 0 0,0 0-1 0 0,0-1 0 0 0,0 1 0 0 0,0 0 0 0 0,-2 1 0 0 0,-2 5-1363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0.1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83 2216 0 0,'-31'2'7245'0'0,"52"-2"199"0"0,107-8-6395 0 0,203 13-1 0 0,-6 1-566 0 0,-218-10-440 0 0,1003-30 748 0 0,-737 30-625 0 0,203-6 193 0 0,-351-6 92 0 0,61-3 300 0 0,-187 18-598 0 0,1 6-1 0 0,-1 3 0 0 0,164 36 1 0 0,-256-43-306 0 0,0 1 0 0 0,0 0 0 0 0,0 1 0 0 0,0 0 0 0 0,12 6 0 0 0,-17-8 29 0 0,0 1 0 0 0,0-1 0 0 0,0 0 0 0 0,-1 0 0 0 0,1 1 0 0 0,-1-1 0 0 0,1 1 0 0 0,-1-1 0 0 0,0 1 0 0 0,1 0 0 0 0,-1 0 0 0 0,0-1 0 0 0,0 1 0 0 0,0 0 0 0 0,0 0 0 0 0,-1 0 0 0 0,1 0 0 0 0,0 0 0 0 0,-1 0 0 0 0,1 0 0 0 0,-1 0 0 0 0,0 1 0 0 0,0-1 0 0 0,0 4 0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1.1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88 1840 0 0,'-18'-27'2404'0'0,"17"24"-1930"0"0,0 0 0 0 0,-1 1 0 0 0,1-1 0 0 0,-1 1 0 0 0,0-1 0 0 0,1 1 0 0 0,-1 0 0 0 0,0 0 0 0 0,-3-3 0 0 0,3 5-313 0 0,1-1 1 0 0,0 1-1 0 0,0-1 1 0 0,-1 1 0 0 0,1 0-1 0 0,0 0 1 0 0,-1-1-1 0 0,1 1 1 0 0,0 0-1 0 0,-1 0 1 0 0,1 0-1 0 0,-1 1 1 0 0,1-1-1 0 0,0 0 1 0 0,-1 0 0 0 0,1 1-1 0 0,0-1 1 0 0,0 1-1 0 0,-1-1 1 0 0,1 1-1 0 0,0 0 1 0 0,0-1-1 0 0,0 1 1 0 0,0 0 0 0 0,-2 1-1 0 0,-26 21 1992 0 0,24-18-1983 0 0,-1 0-1 0 0,1 0 1 0 0,-1-1-1 0 0,0 0 1 0 0,0 0-1 0 0,-11 4 1 0 0,33-13 1512 0 0,4-3-1215 0 0,1 1 1 0 0,0 1-1 0 0,1 1 0 0 0,-1 1 0 0 0,1 1 0 0 0,41-1 1 0 0,85 24-501 0 0,25 0-62 0 0,100-17 21 0 0,81 5 20 0 0,20 10 191 0 0,44 4 188 0 0,-58-8 124 0 0,-285-16-225 0 0,-1-3 1 0 0,137-27-1 0 0,-162 21-143 0 0,296-60 564 0 0,-264 58-559 0 0,0 4 0 0 0,108 2 0 0 0,-60 17-94 0 0,17-1 57 0 0,-124-9-47 0 0,0-1-1 0 0,1-1 1 0 0,-1-1 0 0 0,35-10-1 0 0,-51 11-129 0 0,0 0-5 0 0,0 0 1 0 0,0 1 0 0 0,1-1-1 0 0,11 0 1 0 0,-15 3-466 0 0,1-1-1 0 0,-1 0 1 0 0,0 1-1 0 0,0 0 1 0 0,0 0-1 0 0,0 0 1 0 0,0 0 0 0 0,0 0-1 0 0,-1 1 1 0 0,1-1-1 0 0,0 1 1 0 0,3 2 0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4.6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2761 0 0,'39'30'3020'0'0,"-12"-14"2465"0"0,-20-25-6151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5.4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235 313 1376 0 0,'3'-10'298'0'0,"-1"0"0"0"0,0 0-1 0 0,0-1 1 0 0,-1 1 0 0 0,0-1-1 0 0,0 1 1 0 0,-3-21 0 0 0,1 26-420 0 0,1 0 0 0 0,-1 1 0 0 0,-1-1 1 0 0,1 0-1 0 0,-1 1 0 0 0,1-1 0 0 0,-1 1 1 0 0,-1 0-1 0 0,1 0 0 0 0,0 0 0 0 0,-1 0 1 0 0,0 0-1 0 0,0 0 0 0 0,0 1 0 0 0,-1-1 1 0 0,1 1-1 0 0,-1 0 0 0 0,-5-4 0 0 0,-23-22 2303 0 0,28 24-831 0 0,0 0 0 0 0,-1 1 0 0 0,1 0 0 0 0,-1 0 0 0 0,1 1 0 0 0,-8-5 0 0 0,12 8-1223 0 0,-1 0 1 0 0,1 1 0 0 0,0-1-1 0 0,-1 0 1 0 0,1 0-1 0 0,-1 0 1 0 0,1 1-1 0 0,-1-1 1 0 0,1 0 0 0 0,0 0-1 0 0,-1 1 1 0 0,1-1-1 0 0,0 0 1 0 0,-1 1-1 0 0,1-1 1 0 0,0 0 0 0 0,-1 1-1 0 0,1-1 1 0 0,0 1-1 0 0,0-1 1 0 0,0 0 0 0 0,-1 1-1 0 0,1-1 1 0 0,0 1-1 0 0,0-1 1 0 0,0 1-1 0 0,0-1 1 0 0,0 1 0 0 0,0-1-1 0 0,0 1 1 0 0,0-1-1 0 0,0 0 1 0 0,0 2-1 0 0,-4 22 605 0 0,4-21-432 0 0,-1 4-137 0 0,1 0 1 0 0,-1 0-1 0 0,2 0 1 0 0,-1 0-1 0 0,1 0 1 0 0,0 0-1 0 0,0 0 1 0 0,0 0-1 0 0,5 12 1 0 0,-5-17-129 0 0,0-1 0 0 0,0 1 1 0 0,-1 0-1 0 0,1 0 0 0 0,0-1 0 0 0,0 1 0 0 0,1-1 1 0 0,-1 1-1 0 0,0-1 0 0 0,0 0 0 0 0,1 1 0 0 0,-1-1 0 0 0,1 0 1 0 0,-1 0-1 0 0,1 0 0 0 0,0 0 0 0 0,-1 0 0 0 0,1 0 1 0 0,0 0-1 0 0,0-1 0 0 0,-1 1 0 0 0,1 0 0 0 0,0-1 1 0 0,0 0-1 0 0,0 1 0 0 0,0-1 0 0 0,0 0 0 0 0,-1 0 1 0 0,1 0-1 0 0,0 0 0 0 0,0 0 0 0 0,0-1 0 0 0,0 1 1 0 0,0-1-1 0 0,0 1 0 0 0,-1-1 0 0 0,1 0 0 0 0,0 1 1 0 0,0-1-1 0 0,1-1 0 0 0,3-1-63 0 0,-1-1-1 0 0,0 1 1 0 0,1-1 0 0 0,-1 0-1 0 0,0 0 1 0 0,-1-1 0 0 0,1 0 0 0 0,-1 1-1 0 0,0-1 1 0 0,0-1 0 0 0,-1 1-1 0 0,1-1 1 0 0,-1 1 0 0 0,0-1-1 0 0,3-11 1 0 0,-4 12 9 0 0,0 0 0 0 0,-1 0 0 0 0,1-1 0 0 0,-1 1 0 0 0,-1 0 0 0 0,1-1 0 0 0,-1 1 0 0 0,0-1 0 0 0,0 1 0 0 0,0 0 0 0 0,-1-1 0 0 0,0 1 0 0 0,0 0 0 0 0,0-1 0 0 0,-1 1 0 0 0,1 0 0 0 0,-1 0 0 0 0,-6-10 0 0 0,7 14 52 0 0,0 0-1 0 0,0-1 0 0 0,-1 1 0 0 0,1 0 0 0 0,-1 0 0 0 0,1 0 1 0 0,-1 0-1 0 0,1 0 0 0 0,-1 0 0 0 0,0 0 0 0 0,1 1 0 0 0,-1-1 1 0 0,0 0-1 0 0,0 1 0 0 0,1 0 0 0 0,-1-1 0 0 0,0 1 0 0 0,0 0 1 0 0,0 0-1 0 0,0 0 0 0 0,1 0 0 0 0,-1 0 0 0 0,0 0 1 0 0,0 1-1 0 0,0-1 0 0 0,1 1 0 0 0,-1-1 0 0 0,0 1 0 0 0,0-1 1 0 0,1 1-1 0 0,-1 0 0 0 0,1 0 0 0 0,-1 0 0 0 0,-2 2 0 0 0,-1 0-13 0 0,-1 1-1 0 0,1-1 0 0 0,-1 2 1 0 0,1-1-1 0 0,0 0 0 0 0,1 1 1 0 0,-1 0-1 0 0,-5 8 0 0 0,7-8-49 0 0,0 0-1 0 0,0 1 0 0 0,0 0 1 0 0,0-1-1 0 0,1 1 0 0 0,0 0 1 0 0,1 0-1 0 0,-1 0 0 0 0,1 0 1 0 0,0 1-1 0 0,1-1 0 0 0,-1 0 1 0 0,1 0-1 0 0,1 1 0 0 0,-1-1 1 0 0,1 0-1 0 0,0 0 0 0 0,0 0 1 0 0,1 1-1 0 0,0-2 0 0 0,0 1 1 0 0,0 0-1 0 0,1 0 0 0 0,0-1 1 0 0,0 1-1 0 0,0-1 0 0 0,1 0 1 0 0,0 0-1 0 0,0 0 0 0 0,0 0 1 0 0,0-1-1 0 0,1 1 0 0 0,-1-1 1 0 0,1-1-1 0 0,7 5 0 0 0,-11-7 6 0 0,0 0 0 0 0,0 0 0 0 0,-1-1 0 0 0,1 1 0 0 0,0-1-1 0 0,0 1 1 0 0,0-1 0 0 0,0 1 0 0 0,-1-1 0 0 0,1 1 0 0 0,0-1 0 0 0,0 0 0 0 0,0 1-1 0 0,0-1 1 0 0,0 0 0 0 0,0 0 0 0 0,0 0 0 0 0,0 0 0 0 0,0 0 0 0 0,0 0 0 0 0,0 0-1 0 0,0 0 1 0 0,0 0 0 0 0,0 0 0 0 0,0-1 0 0 0,0 1 0 0 0,0 0 0 0 0,0-1 0 0 0,0 1-1 0 0,0 0 1 0 0,0-1 0 0 0,0 1 0 0 0,-1-1 0 0 0,1 0 0 0 0,0 1 0 0 0,0-1 0 0 0,-1 0-1 0 0,1 1 1 0 0,0-1 0 0 0,-1 0 0 0 0,1 0 0 0 0,-1 0 0 0 0,1 0 0 0 0,-1 1 0 0 0,1-1-1 0 0,-1 0 1 0 0,1 0 0 0 0,-1 0 0 0 0,0 0 0 0 0,1-2 0 0 0,-1-1 53 0 0,1 0 1 0 0,0 0 0 0 0,-1 0-1 0 0,0 0 1 0 0,0 0 0 0 0,0 0 0 0 0,-1 0-1 0 0,1 1 1 0 0,-1-1 0 0 0,0 0-1 0 0,-2-6 1 0 0,0 4 110 0 0,0 0 1 0 0,-1 0-1 0 0,0 0 1 0 0,0 1-1 0 0,0-1 0 0 0,0 1 1 0 0,-1 0-1 0 0,0 1 1 0 0,0-1-1 0 0,-9-6 1 0 0,12 10-126 0 0,1 0 0 0 0,-1 1 0 0 0,1-1 0 0 0,-1 0 0 0 0,1 0 0 0 0,-1 1 1 0 0,0-1-1 0 0,1 1 0 0 0,-1-1 0 0 0,0 1 0 0 0,0 0 0 0 0,1 0 0 0 0,-1-1 1 0 0,0 1-1 0 0,0 1 0 0 0,1-1 0 0 0,-1 0 0 0 0,0 0 0 0 0,1 1 0 0 0,-1-1 0 0 0,0 0 1 0 0,1 1-1 0 0,-1 0 0 0 0,0-1 0 0 0,1 1 0 0 0,-1 0 0 0 0,1 0 0 0 0,-1 0 1 0 0,1 0-1 0 0,0 0 0 0 0,-1 0 0 0 0,1 1 0 0 0,0-1 0 0 0,0 0 0 0 0,0 1 0 0 0,0-1 1 0 0,0 0-1 0 0,0 1 0 0 0,0-1 0 0 0,0 1 0 0 0,0 0 0 0 0,1-1 0 0 0,-1 1 1 0 0,0 2-1 0 0,-2 3-109 0 0,0 1 1 0 0,1-1-1 0 0,0 1 0 0 0,0 0 1 0 0,0-1-1 0 0,1 1 1 0 0,0 0-1 0 0,1 0 1 0 0,0 15-1 0 0,1-20 62 0 0,-1-1-1 0 0,1 0 1 0 0,-1 1 0 0 0,1-1 0 0 0,0 0-1 0 0,0 0 1 0 0,0 1 0 0 0,0-1 0 0 0,0 0-1 0 0,0 0 1 0 0,1 0 0 0 0,-1 0 0 0 0,0 0-1 0 0,1-1 1 0 0,0 1 0 0 0,0 0 0 0 0,-1-1-1 0 0,1 1 1 0 0,0-1 0 0 0,0 0 0 0 0,0 1-1 0 0,0-1 1 0 0,1 0 0 0 0,-1 0 0 0 0,0 0-1 0 0,0-1 1 0 0,1 1 0 0 0,-1 0 0 0 0,0-1-1 0 0,1 0 1 0 0,-1 1 0 0 0,0-1 0 0 0,1 0-1 0 0,-1 0 1 0 0,1-1 0 0 0,3 0 0 0 0,-1 1 59 0 0,1-1 0 0 0,-1 0 0 0 0,0 0 1 0 0,1-1-1 0 0,-1 1 0 0 0,0-1 0 0 0,0 0 0 0 0,0-1 1 0 0,0 1-1 0 0,-1-1 0 0 0,1 0 0 0 0,-1 0 1 0 0,1-1-1 0 0,-1 1 0 0 0,0-1 0 0 0,6-8 1 0 0,-7 9 13 0 0,0-1 1 0 0,-1 0-1 0 0,0 1 1 0 0,1-1-1 0 0,-1 0 1 0 0,-1-1-1 0 0,1 1 1 0 0,0 0-1 0 0,-1 0 1 0 0,0-1-1 0 0,0 1 1 0 0,-1-1-1 0 0,1 1 1 0 0,-1-1-1 0 0,0 1 1 0 0,0-1-1 0 0,0 1 1 0 0,-1-1-1 0 0,1 1 1 0 0,-3-8-1 0 0,-1 2 51 0 0,0-1-1 0 0,-1 0 0 0 0,0 1 1 0 0,-1 0-1 0 0,0 0 0 0 0,-1 0 1 0 0,0 1-1 0 0,0 0 0 0 0,-10-9 1 0 0,13 15-57 0 0,1-1 1 0 0,-1 1 0 0 0,0-1-1 0 0,0 1 1 0 0,0 1-1 0 0,-1-1 1 0 0,1 0 0 0 0,-1 1-1 0 0,1 0 1 0 0,-1 0 0 0 0,0 0-1 0 0,1 1 1 0 0,-1 0 0 0 0,0 0-1 0 0,0 0 1 0 0,0 0-1 0 0,0 1 1 0 0,0 0 0 0 0,0 0-1 0 0,0 0 1 0 0,0 1 0 0 0,0-1-1 0 0,-7 3 1 0 0,8-2-98 0 0,1 1-1 0 0,-1 0 1 0 0,1 0 0 0 0,-1 0 0 0 0,1 0 0 0 0,0 1 0 0 0,0-1-1 0 0,0 1 1 0 0,0 0 0 0 0,0 0 0 0 0,1 0 0 0 0,-1 0-1 0 0,1 0 1 0 0,0 0 0 0 0,0 1 0 0 0,0-1 0 0 0,0 1-1 0 0,1 0 1 0 0,-1-1 0 0 0,1 1 0 0 0,0 0 0 0 0,0 0-1 0 0,1 0 1 0 0,-1 0 0 0 0,1 0 0 0 0,-1 0 0 0 0,1 0-1 0 0,1 0 1 0 0,-1 0 0 0 0,0 0 0 0 0,2 4 0 0 0,-1-2-37 0 0,0 0 1 0 0,0-1-1 0 0,0 0 1 0 0,1 1-1 0 0,0-1 0 0 0,0 0 1 0 0,0 1-1 0 0,0-1 1 0 0,1 0-1 0 0,0-1 1 0 0,0 1-1 0 0,1 0 1 0 0,-1-1-1 0 0,1 0 0 0 0,0 0 1 0 0,0 0-1 0 0,0 0 1 0 0,1-1-1 0 0,-1 1 1 0 0,1-1-1 0 0,9 4 1 0 0,-9-5 45 0 0,-1-1 1 0 0,1 0-1 0 0,0 0 1 0 0,-1 0-1 0 0,1-1 1 0 0,0 1-1 0 0,0-1 1 0 0,0-1-1 0 0,0 1 1 0 0,-1-1-1 0 0,1 1 1 0 0,0-1-1 0 0,0-1 1 0 0,-1 1 0 0 0,1-1-1 0 0,-1 1 1 0 0,1-1-1 0 0,-1-1 1 0 0,0 1-1 0 0,6-4 1 0 0,-8 4 94 0 0,1 0 0 0 0,-1-1 0 0 0,0 1 0 0 0,0 0 0 0 0,0-1 0 0 0,0 1 1 0 0,0-1-1 0 0,0 1 0 0 0,-1-1 0 0 0,0 0 0 0 0,1 0 0 0 0,-1 0 0 0 0,0 0 0 0 0,0 0 1 0 0,0 0-1 0 0,-1 0 0 0 0,1 0 0 0 0,-1 0 0 0 0,0 0 0 0 0,0 0 0 0 0,0 0 0 0 0,0 0 0 0 0,0 0 1 0 0,-1 0-1 0 0,1 0 0 0 0,-1-1 0 0 0,0 1 0 0 0,0 1 0 0 0,0-1 0 0 0,0 0 0 0 0,-1 0 1 0 0,-1-3-1 0 0,0 1 52 0 0,1 0 1 0 0,-1 1-1 0 0,0-1 1 0 0,0 1-1 0 0,-1 0 1 0 0,1-1-1 0 0,-1 2 1 0 0,0-1-1 0 0,0 0 1 0 0,0 1-1 0 0,-1 0 0 0 0,1 0 1 0 0,-1 0-1 0 0,0 0 1 0 0,0 1-1 0 0,0 0 1 0 0,0 0-1 0 0,0 0 1 0 0,0 1-1 0 0,0-1 1 0 0,-1 1-1 0 0,1 1 1 0 0,0-1-1 0 0,-1 1 1 0 0,1 0-1 0 0,-1 0 1 0 0,-6 1-1 0 0,6 0-768 0 0,-1 1 0 0 0,1-1-1 0 0,-1 1 1 0 0,1 1 0 0 0,0-1 0 0 0,0 1-1 0 0,0 0 1 0 0,-9 6 0 0 0,-5 7-5832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6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69 5529 0 0,'-5'10'756'0'0,"0"1"0"0"0,1-1 1 0 0,0 1-1 0 0,1 0 0 0 0,1 0 0 0 0,-1 0 0 0 0,0 12 0 0 0,3-20-687 0 0,0-1-1 0 0,0 0 0 0 0,0 0 1 0 0,0 0-1 0 0,0 0 0 0 0,0 1 0 0 0,0-1 1 0 0,1 0-1 0 0,-1 0 0 0 0,1 0 1 0 0,0 0-1 0 0,-1 0 0 0 0,1 0 0 0 0,0 0 1 0 0,0 0-1 0 0,0 0 0 0 0,1 0 1 0 0,-1-1-1 0 0,0 1 0 0 0,1 0 0 0 0,-1-1 1 0 0,1 1-1 0 0,-1-1 0 0 0,1 1 1 0 0,0-1-1 0 0,0 0 0 0 0,-1 0 0 0 0,1 0 1 0 0,0 0-1 0 0,0 0 0 0 0,0 0 1 0 0,0 0-1 0 0,0-1 0 0 0,1 1 1 0 0,-1-1-1 0 0,0 0 0 0 0,0 1 0 0 0,0-1 1 0 0,0 0-1 0 0,0 0 0 0 0,1 0 1 0 0,-1 0-1 0 0,3-2 0 0 0,0 2-1 0 0,0-1 0 0 0,-1 0 0 0 0,1-1-1 0 0,-1 1 1 0 0,1-1 0 0 0,-1 0 0 0 0,0 0 0 0 0,0 0-1 0 0,1-1 1 0 0,-2 0 0 0 0,1 1 0 0 0,0-1 0 0 0,-1-1 0 0 0,1 1-1 0 0,-1 0 1 0 0,0-1 0 0 0,0 0 0 0 0,0 0 0 0 0,0 1-1 0 0,-1-2 1 0 0,0 1 0 0 0,0 0 0 0 0,0 0 0 0 0,0-1 0 0 0,-1 1-1 0 0,1-1 1 0 0,-1 1 0 0 0,0-1 0 0 0,0-5 0 0 0,0 6 70 0 0,-1-1 0 0 0,1 1 0 0 0,-1-1 0 0 0,1 0 0 0 0,-1 0 0 0 0,-1 1 0 0 0,1-1 0 0 0,-1 0 0 0 0,0 1 0 0 0,0-1 0 0 0,0 1 0 0 0,0-1 0 0 0,-1 1 0 0 0,0-1 0 0 0,0 1 0 0 0,0 0 0 0 0,0 0 1 0 0,-1 0-1 0 0,0 0 0 0 0,0 1 0 0 0,0-1 0 0 0,0 1 0 0 0,0-1 0 0 0,-1 1 0 0 0,1 0 0 0 0,-1 0 0 0 0,0 1 0 0 0,0-1 0 0 0,-5-2 0 0 0,6 4-130 0 0,-1 1 0 0 0,0-1 0 0 0,0 1 1 0 0,0-1-1 0 0,0 1 0 0 0,1 0 0 0 0,-1 0 0 0 0,0 1 0 0 0,0-1 0 0 0,0 1 0 0 0,0 0 0 0 0,1 0 1 0 0,-1 0-1 0 0,0 0 0 0 0,1 1 0 0 0,-1-1 0 0 0,1 1 0 0 0,-1 0 0 0 0,1 0 0 0 0,0 1 1 0 0,0-1-1 0 0,0 0 0 0 0,0 1 0 0 0,0 0 0 0 0,-2 3 0 0 0,-1 0-121 0 0,1 0 0 0 0,0 0 0 0 0,0 1 0 0 0,0-1 0 0 0,1 1 0 0 0,0 0 0 0 0,0 1 0 0 0,1-1 0 0 0,0 0 0 0 0,0 1 0 0 0,-1 10 0 0 0,3-17 92 0 0,1 1 1 0 0,0 0-1 0 0,0 0 0 0 0,0-1 0 0 0,0 1 1 0 0,0 0-1 0 0,0 0 0 0 0,0-1 0 0 0,0 1 1 0 0,1 0-1 0 0,-1-1 0 0 0,1 1 1 0 0,-1 0-1 0 0,1-1 0 0 0,0 1 0 0 0,0-1 1 0 0,0 1-1 0 0,0-1 0 0 0,0 1 0 0 0,0-1 1 0 0,0 1-1 0 0,0-1 0 0 0,2 1 0 0 0,0 0 44 0 0,0 0 0 0 0,0 0 0 0 0,0 0 1 0 0,0-1-1 0 0,1 1 0 0 0,-1-1 0 0 0,0 0 0 0 0,1 0 0 0 0,-1 0 0 0 0,7 0 0 0 0,2 0 124 0 0,0-1 0 0 0,-1 0 0 0 0,1-1 1 0 0,-1 0-1 0 0,1-1 0 0 0,12-3 0 0 0,-20 4-92 0 0,0-1 0 0 0,0 0 0 0 0,0 1-1 0 0,0-1 1 0 0,0 0 0 0 0,0-1 0 0 0,-1 1 0 0 0,1-1-1 0 0,-1 0 1 0 0,0 0 0 0 0,1 0 0 0 0,-1 0 0 0 0,-1 0-1 0 0,1-1 1 0 0,0 1 0 0 0,-1-1 0 0 0,3-5 0 0 0,-4 7-31 0 0,0 0 1 0 0,-1 0 0 0 0,1-1 0 0 0,-1 1-1 0 0,0 0 1 0 0,1 0 0 0 0,-1 0 0 0 0,0-1 0 0 0,0 1-1 0 0,0 0 1 0 0,-1 0 0 0 0,1 0 0 0 0,0 0 0 0 0,-1-1-1 0 0,0 1 1 0 0,1 0 0 0 0,-1 0 0 0 0,0 0 0 0 0,0 0-1 0 0,0 0 1 0 0,0 1 0 0 0,-1-1 0 0 0,1 0-1 0 0,0 0 1 0 0,-1 1 0 0 0,1-1 0 0 0,-1 1 0 0 0,1-1-1 0 0,-1 1 1 0 0,0 0 0 0 0,0-1 0 0 0,0 1 0 0 0,0 0-1 0 0,0 0 1 0 0,0 0 0 0 0,-2 0 0 0 0,1-1-202 0 0,-1 1 0 0 0,1-1 0 0 0,-1 1 0 0 0,0 0 0 0 0,1 0 0 0 0,-1 1 1 0 0,0-1-1 0 0,0 1 0 0 0,1-1 0 0 0,-1 1 0 0 0,0 0 0 0 0,0 1 0 0 0,1-1 0 0 0,-1 1 1 0 0,0 0-1 0 0,0-1 0 0 0,1 2 0 0 0,-1-1 0 0 0,1 0 0 0 0,-7 4 0 0 0,-9 8-6561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8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39 259 4609 0 0,'-6'-25'1516'0'0,"2"-1"0"0"0,-2-28-1 0 0,-1-4 1341 0 0,4 41-1781 0 0,-5-61 5866 0 0,15 178-5344 0 0,-12-2-1539 0 0,-1 44-57 0 0,6-119 2 0 0,1-1 0 0 0,2 1 0 0 0,0 0 0 0 0,7 23 0 0 0,-8-40 27 0 0,0 0 0 0 0,0-1 0 0 0,0 1 0 0 0,1-1 0 0 0,-1 1 0 0 0,1-1 0 0 0,0 0 0 0 0,1 0-1 0 0,-1 0 1 0 0,1-1 0 0 0,0 1 0 0 0,1-1 0 0 0,-1 0 0 0 0,1 0 0 0 0,-1 0 0 0 0,1-1 0 0 0,0 1 0 0 0,1-1 0 0 0,10 4-1 0 0,-8-4 19 0 0,0-1 0 0 0,0 0-1 0 0,1-1 1 0 0,-1 1 0 0 0,1-2 0 0 0,-1 1-1 0 0,1-1 1 0 0,-1-1 0 0 0,1 1-1 0 0,-1-1 1 0 0,1-1 0 0 0,-1 0-1 0 0,12-4 1 0 0,17-8 60 0 0,59-31-1 0 0,12-5-3904 0 0,-91 44-3271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1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157 12 4609 0 0,'0'-1'72'0'0,"-1"0"-1"0"0,1 1 1 0 0,-1-1 0 0 0,1 1 0 0 0,-1-1-1 0 0,1 1 1 0 0,-1-1 0 0 0,0 1 0 0 0,1-1-1 0 0,-1 1 1 0 0,0 0 0 0 0,0-1-1 0 0,1 1 1 0 0,-1 0 0 0 0,0 0 0 0 0,0-1-1 0 0,0 1 1 0 0,1 0 0 0 0,-1 0-1 0 0,0 0 1 0 0,0 0 0 0 0,0 0 0 0 0,1 0-1 0 0,-1 0 1 0 0,-1 1 0 0 0,-16 12 3607 0 0,8-3-2984 0 0,-2 0 99 0 0,1 1 1 0 0,0 0 0 0 0,1 1-1 0 0,0 0 1 0 0,1 0 0 0 0,0 1-1 0 0,1 0 1 0 0,-12 28 0 0 0,18-37-762 0 0,0 1 1 0 0,1-1 0 0 0,0 1 0 0 0,0-1 0 0 0,0 1 0 0 0,0 0-1 0 0,0 0 1 0 0,1-1 0 0 0,0 1 0 0 0,0 0 0 0 0,0 0 0 0 0,1-1-1 0 0,0 1 1 0 0,0 0 0 0 0,0-1 0 0 0,0 1 0 0 0,1-1 0 0 0,0 1-1 0 0,-1-1 1 0 0,2 1 0 0 0,-1-1 0 0 0,0 0 0 0 0,1 0 0 0 0,0 0-1 0 0,0-1 1 0 0,0 1 0 0 0,0-1 0 0 0,1 1 0 0 0,-1-1 0 0 0,1 0-1 0 0,0-1 1 0 0,7 5 0 0 0,-5-4-47 0 0,0 0-1 0 0,1 0 1 0 0,-1-1 0 0 0,1 1-1 0 0,-1-2 1 0 0,1 1 0 0 0,0-1-1 0 0,0 0 1 0 0,0 0 0 0 0,-1-1-1 0 0,1 0 1 0 0,0 0-1 0 0,0-1 1 0 0,0 0 0 0 0,0 0-1 0 0,0 0 1 0 0,-1-1 0 0 0,1 0-1 0 0,12-6 1 0 0,-10 5 19 0 0,-1-2 1 0 0,1 1-1 0 0,-1-1 1 0 0,0 0-1 0 0,0-1 1 0 0,-1 0-1 0 0,0 0 0 0 0,0-1 1 0 0,0 1-1 0 0,-1-2 1 0 0,0 1-1 0 0,0-1 1 0 0,-1 1-1 0 0,5-10 0 0 0,-8 13 17 0 0,0 0 0 0 0,-1 0 0 0 0,0 0-1 0 0,0 0 1 0 0,0 0 0 0 0,0 0-1 0 0,-1 0 1 0 0,0-1 0 0 0,1 1 0 0 0,-2 0-1 0 0,1 0 1 0 0,0 0 0 0 0,-1 0-1 0 0,0-1 1 0 0,-1-4 0 0 0,-1 2 34 0 0,1 0-1 0 0,-1 1 1 0 0,-1-1 0 0 0,1 0-1 0 0,-1 1 1 0 0,0 0 0 0 0,-1 0 0 0 0,-6-7-1 0 0,4 6-96 0 0,0 0-1 0 0,-1 0 0 0 0,1 1 0 0 0,-1 0 1 0 0,-1 0-1 0 0,1 1 0 0 0,-1 0 1 0 0,0 0-1 0 0,0 1 0 0 0,0 0 1 0 0,0 1-1 0 0,-1 0 0 0 0,-11-2 0 0 0,5 5-1567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 11 6449 0 0,'-1'0'180'0'0,"1"-1"-1"0"0,0 0 1 0 0,-1 0-1 0 0,0 1 1 0 0,1-1-1 0 0,-1 1 1 0 0,1-1-1 0 0,-1 0 1 0 0,0 1-1 0 0,1-1 1 0 0,-1 1-1 0 0,0 0 1 0 0,1-1-1 0 0,-1 1 1 0 0,0-1-1 0 0,0 1 1 0 0,0 0-1 0 0,1 0 1 0 0,-1-1-1 0 0,0 1 1 0 0,0 0-1 0 0,0 0 1 0 0,1 0-1 0 0,-1 0 1 0 0,0 0-1 0 0,0 0 1 0 0,0 0-1 0 0,0 0 1 0 0,-1 1-1 0 0,0 0 279 0 0,-1 0 0 0 0,1 0 0 0 0,0 0 0 0 0,-1 1 0 0 0,1-1 1 0 0,0 1-1 0 0,0-1 0 0 0,0 1 0 0 0,-3 3 0 0 0,-2 3 338 0 0,1-1 0 0 0,0 1 1 0 0,1 0-1 0 0,-9 16 0 0 0,10-17-724 0 0,-8 18-5 0 0,12-25-66 0 0,-1 1-1 0 0,1 0 0 0 0,0-1 0 0 0,-1 1 0 0 0,1-1 0 0 0,0 1 1 0 0,0 0-1 0 0,-1-1 0 0 0,1 1 0 0 0,0-1 0 0 0,0 1 0 0 0,0 0 1 0 0,0-1-1 0 0,0 1 0 0 0,0 0 0 0 0,0-1 0 0 0,0 1 0 0 0,0 0 1 0 0,0-1-1 0 0,1 1 0 0 0,-1 0 0 0 0,0-1 0 0 0,0 1 1 0 0,0-1-1 0 0,1 1 0 0 0,-1-1 0 0 0,0 1 0 0 0,2 1 0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0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1 3457 0 0,'-2'1'420'0'0,"0"1"1"0"0,-1-1 0 0 0,1 0-1 0 0,0 0 1 0 0,0 0 0 0 0,-1 0-1 0 0,1 0 1 0 0,-1 0 0 0 0,1-1-1 0 0,0 1 1 0 0,-1-1 0 0 0,1 0-1 0 0,-1 0 1 0 0,1 1 0 0 0,-1-2-1 0 0,0 1 1 0 0,1 0-1 0 0,-1 0 1 0 0,1-1 0 0 0,-3 0-1 0 0,-29-1 4524 0 0,12 11-4646 0 0,16-4-181 0 0,-1 1 1 0 0,1 1-1 0 0,0-1 0 0 0,0 1 1 0 0,1 0-1 0 0,0 1 1 0 0,0-1-1 0 0,0 1 1 0 0,-3 10-1 0 0,-3 7 356 0 0,-13 45 0 0 0,22-63-651 0 0,0 1 0 0 0,1-1 0 0 0,0 1-1 0 0,0 0 1 0 0,1 0 0 0 0,0 0 0 0 0,0-1 0 0 0,1 1-1 0 0,0 0 1 0 0,3 11 0 0 0,-4-17 124 0 0,1 0-1 0 0,0 1 0 0 0,0-1 1 0 0,0 0-1 0 0,0 0 1 0 0,0 0-1 0 0,0 0 0 0 0,1 0 1 0 0,-1 0-1 0 0,1 0 1 0 0,0 0-1 0 0,-1 0 1 0 0,1-1-1 0 0,0 1 0 0 0,0-1 1 0 0,0 1-1 0 0,0-1 1 0 0,0 0-1 0 0,0 0 0 0 0,0 1 1 0 0,0-2-1 0 0,1 1 1 0 0,-1 0-1 0 0,0 0 1 0 0,1-1-1 0 0,-1 1 0 0 0,1-1 1 0 0,-1 0-1 0 0,0 0 1 0 0,1 0-1 0 0,-1 0 0 0 0,1 0 1 0 0,-1 0-1 0 0,0-1 1 0 0,1 1-1 0 0,-1-1 1 0 0,3-1-1 0 0,2 0 27 0 0,-1-1 0 0 0,1 0 1 0 0,-1 0-1 0 0,0 0 0 0 0,-1-1 0 0 0,1 0 1 0 0,0 0-1 0 0,-1 0 0 0 0,0-1 0 0 0,0 0 1 0 0,-1 0-1 0 0,1 0 0 0 0,-1-1 0 0 0,0 1 0 0 0,0-1 1 0 0,4-9-1 0 0,-2 3 345 0 0,0 0 1 0 0,-1 0 0 0 0,-1 0-1 0 0,0 0 1 0 0,0-1-1 0 0,-2 0 1 0 0,3-22-1 0 0,-3-23 3384 0 0,0 86-2799 0 0,-2-16-970 0 0,1 0 0 0 0,0-1 0 0 0,1 1 0 0 0,0 0 0 0 0,0 0 0 0 0,2-1 0 0 0,4 13 0 0 0,-6-19-1017 0 0,1 0 0 0 0,0 1 1 0 0,0-1-1 0 0,0-1 0 0 0,7 9 1 0 0,6 1-5471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186 416 4609 0 0,'-3'-7'626'0'0,"2"4"179"0"0,0 1-1 0 0,0 0 1 0 0,0-1 0 0 0,0 1 0 0 0,-1 0 0 0 0,1 0-1 0 0,-1 0 1 0 0,0-1 0 0 0,1 2 0 0 0,-5-4 0 0 0,6 4-599 0 0,-1 1 0 0 0,0 0 1 0 0,1 0-1 0 0,-1 0 0 0 0,0-1 0 0 0,0 1 1 0 0,1 0-1 0 0,-1 0 0 0 0,0 0 1 0 0,1 0-1 0 0,-1 0 0 0 0,0 0 1 0 0,0 0-1 0 0,1 1 0 0 0,-1-1 1 0 0,0 0-1 0 0,1 0 0 0 0,-1 0 1 0 0,0 1-1 0 0,1-1 0 0 0,-2 1 1 0 0,-14 12 59 0 0,2 1-66 0 0,1 0-1 0 0,0 1 0 0 0,1 1 1 0 0,1 0-1 0 0,0 0 0 0 0,2 1 1 0 0,0 1-1 0 0,0 0 0 0 0,2 0 1 0 0,0 0-1 0 0,1 1 0 0 0,-3 20 1 0 0,8-36-233 0 0,1 1 1 0 0,-1-1 0 0 0,1 1 0 0 0,0-1-1 0 0,1 0 1 0 0,-1 1 0 0 0,1-1-1 0 0,-1 1 1 0 0,1-1 0 0 0,0 0 0 0 0,0 1-1 0 0,0-1 1 0 0,1 0 0 0 0,-1 0 0 0 0,1 0-1 0 0,0 0 1 0 0,0 0 0 0 0,0 0-1 0 0,0-1 1 0 0,0 1 0 0 0,0-1 0 0 0,5 4-1 0 0,-5-5 5 0 0,0 1-1 0 0,0-1 1 0 0,1 0-1 0 0,-1 0 0 0 0,0 0 1 0 0,1 0-1 0 0,-1 0 1 0 0,1 0-1 0 0,0-1 0 0 0,-1 1 1 0 0,1-1-1 0 0,-1 0 1 0 0,1 0-1 0 0,0 0 0 0 0,-1 0 1 0 0,1 0-1 0 0,0-1 1 0 0,-1 1-1 0 0,1-1 0 0 0,-1 1 1 0 0,1-1-1 0 0,-1 0 0 0 0,1 0 1 0 0,-1 0-1 0 0,0-1 1 0 0,1 1-1 0 0,-1 0 0 0 0,0-1 1 0 0,3-2-1 0 0,4-4-66 0 0,-1 0 0 0 0,0-1 0 0 0,0 1 0 0 0,-1-1 0 0 0,0-1 0 0 0,0 0 0 0 0,-1 0 0 0 0,-1 0 0 0 0,1 0 0 0 0,-2-1 0 0 0,0 0 0 0 0,0 0 0 0 0,-1 0 0 0 0,0 0 0 0 0,2-18 0 0 0,-2 2 237 0 0,-1 1-1 0 0,-2-1 1 0 0,0 0-1 0 0,-2 0 1 0 0,-8-42-1 0 0,-2 0 547 0 0,3 15 229 0 0,-1 0 1 0 0,-24-67-1 0 0,20 95-213 0 0,14 26-694 0 0,0 0-1 0 0,0 0 0 0 0,0 0 0 0 0,0 0 0 0 0,0 0 0 0 0,0 0 1 0 0,0 0-1 0 0,-1 0 0 0 0,1 0 0 0 0,0 0 0 0 0,0 0 0 0 0,0 0 0 0 0,0 0 1 0 0,0 0-1 0 0,0 0 0 0 0,0 0 0 0 0,0 0 0 0 0,0 0 0 0 0,-1 0 0 0 0,1 0 1 0 0,0 0-1 0 0,0 0 0 0 0,0 0 0 0 0,0 0 0 0 0,0 0 0 0 0,0 0 0 0 0,0 0 1 0 0,0 0-1 0 0,0 0 0 0 0,-1 0 0 0 0,1 0 0 0 0,0 0 0 0 0,0 0 1 0 0,0 0-1 0 0,0 0 0 0 0,0 0 0 0 0,0 0 0 0 0,0 1 0 0 0,0-1 0 0 0,0 0 1 0 0,0 0-1 0 0,0 0 0 0 0,0 0 0 0 0,0 0 0 0 0,0 0 0 0 0,0 0 0 0 0,0 0 1 0 0,0 0-1 0 0,-1 1 0 0 0,1-1 0 0 0,0 0 0 0 0,0 0 0 0 0,0 0 0 0 0,0 0 1 0 0,0 0-1 0 0,0 0 0 0 0,1 0 0 0 0,-1 0 0 0 0,0 1 0 0 0,0 16 186 0 0,8 27-93 0 0,1-1-1 0 0,29 81 1 0 0,46 78-2383 0 0,-76-184 1686 0 0,6 14-7172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2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148 252 5777 0 0,'-11'-19'223'0'0,"-46"-69"4488"0"0,49 79-4152 0 0,0-1 0 0 0,0 2 0 0 0,0-1 0 0 0,-1 1-1 0 0,-1 0 1 0 0,-19-9 2800 0 0,31 28-2333 0 0,9 19-1201 0 0,-7-20 409 0 0,37 100-225 0 0,75 198-848 0 0,-106-283 774 0 0,-3-6 24 0 0,19 34-1 0 0,-26-53 70 0 0,0 0 0 0 0,0 1-1 0 0,0-1 1 0 0,0 0-1 0 0,0 0 1 0 0,1 1-1 0 0,-1-1 1 0 0,0 0 0 0 0,0 0-1 0 0,1 0 1 0 0,-1 1-1 0 0,0-1 1 0 0,0 0-1 0 0,1 0 1 0 0,-1 0-1 0 0,0 0 1 0 0,0 1 0 0 0,1-1-1 0 0,-1 0 1 0 0,0 0-1 0 0,1 0 1 0 0,-1 0-1 0 0,0 0 1 0 0,0 0 0 0 0,1 0-1 0 0,-1 0 1 0 0,0 0-1 0 0,1 0 1 0 0,-1 0-1 0 0,0 0 1 0 0,1 0 0 0 0,-1 0-1 0 0,0 0 1 0 0,0 0-1 0 0,1 0 1 0 0,-1-1-1 0 0,0 1 1 0 0,1 0-1 0 0,-1 0 1 0 0,13-13 693 0 0,3-18-17 0 0,73-234 458 0 0,-15 34-2643 0 0,-65 208 800 0 0,6-16-501 0 0,-4 13-3870 0 0,-2 10-474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2304 0 0,'3'-18'11944'0'0,"9"3"-11933"0"0,-9 9-11 0 0,-7-45 2669 0 0,16 368-2729 0 0,-6-148-1042 0 0,-10-57-3575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81 1376 0 0,'-1'0'61'0'0,"1"-1"0"0"0,-1 1 0 0 0,0 0 0 0 0,1-1 0 0 0,-1 1 0 0 0,0 0 0 0 0,0 0 0 0 0,1 0 0 0 0,-1-1 0 0 0,0 1 0 0 0,0 0 0 0 0,1 0 0 0 0,-1 0 0 0 0,0 0 1 0 0,0 0-1 0 0,0 0 0 0 0,1 0 0 0 0,-1 1 0 0 0,0-1 0 0 0,0 0 0 0 0,1 0 0 0 0,-1 1 0 0 0,0-1 0 0 0,1 0 0 0 0,-1 1 0 0 0,0-1 0 0 0,1 1 0 0 0,-1-1 0 0 0,0 0 0 0 0,1 1 0 0 0,-1 0 0 0 0,1-1 0 0 0,-1 1 0 0 0,1-1 0 0 0,-1 1 0 0 0,1 0 0 0 0,-1 0 0 0 0,-24 34 1344 0 0,18-24-921 0 0,1-3-155 0 0,1 1 1 0 0,-1 0-1 0 0,1 0 1 0 0,1 1-1 0 0,0-1 1 0 0,0 1-1 0 0,1 0 1 0 0,0 0-1 0 0,1 0 1 0 0,0 0 0 0 0,-1 20-1 0 0,3-30-327 0 0,0 0 0 0 0,0 1-1 0 0,0-1 1 0 0,0 0 0 0 0,0 0-1 0 0,0 1 1 0 0,0-1 0 0 0,0 0 0 0 0,0 0-1 0 0,0 1 1 0 0,0-1 0 0 0,0 0 0 0 0,0 0-1 0 0,0 1 1 0 0,0-1 0 0 0,0 0 0 0 0,0 0-1 0 0,1 0 1 0 0,-1 1 0 0 0,0-1 0 0 0,0 0-1 0 0,0 0 1 0 0,0 0 0 0 0,0 1 0 0 0,1-1-1 0 0,-1 0 1 0 0,0 0 0 0 0,0 0-1 0 0,0 0 1 0 0,1 1 0 0 0,-1-1 0 0 0,0 0-1 0 0,0 0 1 0 0,0 0 0 0 0,1 0 0 0 0,-1 0-1 0 0,0 0 1 0 0,0 0 0 0 0,1 0 0 0 0,-1 0-1 0 0,12-5 1 0 0,8-15 114 0 0,77-105 690 0 0,-9 10 1633 0 0,-87 114-2345 0 0,-1 1 1 0 0,1-1-1 0 0,0 0 0 0 0,-1 0 1 0 0,1 1-1 0 0,0-1 0 0 0,-1 1 1 0 0,1-1-1 0 0,0 0 0 0 0,0 1 1 0 0,0 0-1 0 0,-1-1 0 0 0,1 1 1 0 0,0-1-1 0 0,0 1 0 0 0,0 0 1 0 0,0 0-1 0 0,0-1 0 0 0,1 1 1 0 0,-1 0-33 0 0,0 0 1 0 0,-1 1-1 0 0,1-1 1 0 0,-1 0-1 0 0,1 1 1 0 0,0-1-1 0 0,-1 0 0 0 0,1 1 1 0 0,-1-1-1 0 0,1 1 1 0 0,-1-1-1 0 0,1 1 1 0 0,-1-1-1 0 0,0 1 1 0 0,1-1-1 0 0,-1 1 1 0 0,1-1-1 0 0,-1 1 1 0 0,0 0-1 0 0,0-1 1 0 0,1 2-1 0 0,1 5 288 0 0,1 1-1 0 0,-2 0 1 0 0,3 16-1 0 0,-2-7-230 0 0,6 20-73 0 0,24 66 0 0 0,9-13-3180 0 0,-27-62-2276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7370 0 0,'0'0'1579'0'0,"2"15"2858"0"0,14 114-2972 0 0,-3-29-1397 0 0,1 101 0 0 0,-38 203 947 0 0,11-255-1078 0 0,-1-48-1492 0 0,-1 0-4938 0 0,15-90 3083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38 156 1840 0 0,'-2'-1'113'0'0,"0"0"0"0"0,-1-1 0 0 0,1 1 0 0 0,0 0 0 0 0,0-1 0 0 0,0 1 0 0 0,0-1 0 0 0,0 0 0 0 0,0 1 0 0 0,1-1 0 0 0,-1 0 0 0 0,1 0 0 0 0,-1 0 0 0 0,1 0 0 0 0,0-1-1 0 0,-1 1 1 0 0,1 0 0 0 0,0 0 0 0 0,1-1 0 0 0,-1 1 0 0 0,0-1 0 0 0,1 1 0 0 0,-1-1 0 0 0,1-2 0 0 0,-1 1 303 0 0,1-1 1 0 0,0 0-1 0 0,0 1 0 0 0,0-1 0 0 0,0 1 1 0 0,1-1-1 0 0,0 0 0 0 0,0 1 0 0 0,0-1 1 0 0,1 1-1 0 0,-1 0 0 0 0,5-8 0 0 0,-6 11-257 0 0,1 0 0 0 0,-1 0 0 0 0,1 0-1 0 0,0 0 1 0 0,-1 1 0 0 0,1-1 0 0 0,0 0-1 0 0,0 0 1 0 0,-1 0 0 0 0,1 1 0 0 0,0-1-1 0 0,0 0 1 0 0,0 1 0 0 0,0-1 0 0 0,0 1-1 0 0,0-1 1 0 0,0 1 0 0 0,0 0-1 0 0,0-1 1 0 0,0 1 0 0 0,0 0 0 0 0,0 0-1 0 0,0 0 1 0 0,0-1 0 0 0,0 1 0 0 0,0 0-1 0 0,2 1 1 0 0,-1-1 20 0 0,1 1 1 0 0,-1 0-1 0 0,1 0 0 0 0,-1 0 1 0 0,0 0-1 0 0,1 1 0 0 0,-1-1 0 0 0,0 0 1 0 0,0 1-1 0 0,4 3 0 0 0,1 2-108 0 0,0 1-1 0 0,0 0 0 0 0,-1 0 0 0 0,10 17 1 0 0,-6-4-185 0 0,-1 1 1 0 0,7 26-1 0 0,-12-31 101 0 0,1-1 0 0 0,1 0 0 0 0,1-1 0 0 0,0 0 0 0 0,1 0 0 0 0,11 16 0 0 0,-18-30 58 0 0,-1 0 1 0 0,1 0-1 0 0,1 0 1 0 0,-1 0-1 0 0,0 0 1 0 0,0 0-1 0 0,0 0 1 0 0,0 0-1 0 0,1-1 1 0 0,-1 1-1 0 0,0 0 1 0 0,1-1-1 0 0,-1 1 1 0 0,1-1-1 0 0,-1 0 1 0 0,0 1-1 0 0,1-1 1 0 0,-1 0-1 0 0,1 0 1 0 0,-1 0-1 0 0,1 0 1 0 0,-1 0-1 0 0,1 0 1 0 0,-1 0-1 0 0,1 0 1 0 0,-1-1-1 0 0,0 1 1 0 0,1 0-1 0 0,-1-1 1 0 0,1 0-1 0 0,-1 1 1 0 0,0-1-1 0 0,1 0 1 0 0,-1 1-1 0 0,0-1 1 0 0,0 0-1 0 0,0 0 1 0 0,0 0-1 0 0,0 0 1 0 0,2-2-1 0 0,6-6 268 0 0,0 0 1 0 0,-1-1-1 0 0,12-18 1 0 0,-13 19-249 0 0,57-85 100 0 0,30-38-4323 0 0,-77 110-1595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6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148 325 2304 0 0,'0'-33'946'0'0,"1"0"41"0"0,-1-1 1 0 0,-1 1 0 0 0,-2 0-1 0 0,-2 1 1 0 0,-11-47-1 0 0,0 48 134 0 0,15 30-903 0 0,0 0 0 0 0,0-1 0 0 0,0 1 1 0 0,0 0-1 0 0,-1 0 0 0 0,1 0 0 0 0,0 0 0 0 0,0 0 0 0 0,-1 0 1 0 0,1 0-1 0 0,-1 0 0 0 0,1 1 0 0 0,0-1 0 0 0,-1 0 0 0 0,1 1 1 0 0,-1-1-1 0 0,0 1 0 0 0,1 0 0 0 0,-2-1 0 0 0,1 42 2444 0 0,-40 900-612 0 0,11-557-1665 0 0,30-377-399 0 0,-3 47-870 0 0,4-51 682 0 0,0 1 1 0 0,0-1-1 0 0,1 1 1 0 0,-1-1 0 0 0,1 1-1 0 0,-1-1 1 0 0,1 0-1 0 0,0 1 1 0 0,0-1 0 0 0,1 0-1 0 0,-1 1 1 0 0,3 2-1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1 456 0 0,'-57'2'3620'0'0,"-111"20"0"0"0,155-19-3031 0 0,1 0-1 0 0,-1 1 1 0 0,1 0-1 0 0,-15 8 1 0 0,22-10-384 0 0,0 0 0 0 0,1 1 0 0 0,0-1-1 0 0,-1 1 1 0 0,1 0 0 0 0,0 0 0 0 0,1 1 0 0 0,-1-1 0 0 0,0 1-1 0 0,1 0 1 0 0,0 0 0 0 0,0 0 0 0 0,-4 8 0 0 0,7-12-133 0 0,-1 1 1 0 0,1 0-1 0 0,0-1 1 0 0,-1 1-1 0 0,1 0 1 0 0,0 0-1 0 0,0-1 1 0 0,0 1-1 0 0,0 0 1 0 0,0 0-1 0 0,0 0 1 0 0,0-1-1 0 0,0 1 1 0 0,0 0-1 0 0,0 0 0 0 0,0-1 1 0 0,0 1-1 0 0,0 0 1 0 0,1 0-1 0 0,-1-1 1 0 0,0 1-1 0 0,1 0 1 0 0,-1-1-1 0 0,0 1 1 0 0,1 0-1 0 0,-1-1 1 0 0,1 1-1 0 0,-1 0 1 0 0,2 0-1 0 0,-1 0 13 0 0,1 1 0 0 0,0-1 0 0 0,1 0-1 0 0,-1 0 1 0 0,0 0 0 0 0,0 0 0 0 0,0-1 0 0 0,0 1 0 0 0,1 0-1 0 0,1-1 1 0 0,9 2 279 0 0,0-1-1 0 0,21-1 1 0 0,-33 0-312 0 0,170-6 1639 0 0,200-13-375 0 0,-268 14-1481 0 0,-1 4 0 0 0,111 13 0 0 0,-92-4 76 0 0,87-4-3133 0 0,-177-4 2267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8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71 3225 0 0,'-2'-1'365'0'0,"1"0"1"0"0,-1 0 0 0 0,1 0-1 0 0,-1 0 1 0 0,1 0 0 0 0,0-1-1 0 0,-1 1 1 0 0,1 0 0 0 0,0-1-1 0 0,0 1 1 0 0,0-1 0 0 0,0 1-1 0 0,0-1 1 0 0,0 1 0 0 0,1-1-1 0 0,-1 0 1 0 0,0 0 0 0 0,0-3-1 0 0,1 4-225 0 0,0 0 0 0 0,0 0 0 0 0,0 0-1 0 0,0 0 1 0 0,0 0 0 0 0,0 0 0 0 0,0 0-1 0 0,0 0 1 0 0,0 0 0 0 0,1 0-1 0 0,-1 0 1 0 0,0 0 0 0 0,1 0 0 0 0,-1 0-1 0 0,1 0 1 0 0,-1 0 0 0 0,1 0 0 0 0,-1 0-1 0 0,1 0 1 0 0,0 0 0 0 0,0 1-1 0 0,-1-1 1 0 0,1 0 0 0 0,0 0 0 0 0,0 1-1 0 0,0-1 1 0 0,0 1 0 0 0,0-1 0 0 0,0 1-1 0 0,0-1 1 0 0,0 1 0 0 0,0-1-1 0 0,1 1 1 0 0,11-4 124 0 0,0 2 0 0 0,0-1 0 0 0,0 1 1 0 0,0 1-1 0 0,0 1 0 0 0,26 1 0 0 0,83 17 510 0 0,-92-12-572 0 0,99 11 706 0 0,231 1 0 0 0,122 7-563 0 0,48 0-1202 0 0,-472-29 218 0 0,-34 0-3526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1 170 920 0 0,'7'-36'4407'0'0,"11"-34"1452"0"0,-17 65-5451 0 0,1 0 0 0 0,0 1-1 0 0,0-1 1 0 0,0 1 0 0 0,1 0 0 0 0,-1 0 0 0 0,1 0 0 0 0,0 0 0 0 0,1 0 0 0 0,-1 0 0 0 0,7-5 0 0 0,-9 8-302 0 0,1 0 1 0 0,-1 1-1 0 0,0-1 1 0 0,0 0 0 0 0,0 1-1 0 0,1-1 1 0 0,-1 1-1 0 0,0-1 1 0 0,0 1-1 0 0,1 0 1 0 0,-1-1-1 0 0,0 1 1 0 0,1 0-1 0 0,-1 0 1 0 0,0 0 0 0 0,1 0-1 0 0,-1 0 1 0 0,1 0-1 0 0,-1 0 1 0 0,0 1-1 0 0,1-1 1 0 0,1 1-1 0 0,-1 0 11 0 0,1 1-1 0 0,-1-1 1 0 0,0 1-1 0 0,1 0 1 0 0,-1-1-1 0 0,0 1 0 0 0,0 0 1 0 0,0 0-1 0 0,0 1 1 0 0,2 2-1 0 0,1 4 20 0 0,0 0 0 0 0,0 0 0 0 0,0 0 0 0 0,5 19 0 0 0,9 50-48 0 0,-16-59-273 0 0,1-1 0 0 0,0 1 0 0 0,2-1 0 0 0,0-1 0 0 0,1 1 0 0 0,1-1 0 0 0,16 27 0 0 0,-24-44 178 0 0,0 1 0 0 0,1 0 0 0 0,-1-1 0 0 0,1 1 0 0 0,-1-1 0 0 0,1 1 0 0 0,-1-1-1 0 0,1 1 1 0 0,-1 0 0 0 0,1-1 0 0 0,-1 0 0 0 0,1 1 0 0 0,0-1 0 0 0,-1 1 0 0 0,1-1 0 0 0,0 0 0 0 0,-1 1 0 0 0,1-1 0 0 0,0 0 0 0 0,-1 0 0 0 0,1 0-1 0 0,0 0 1 0 0,0 1 0 0 0,-1-1 0 0 0,1 0 0 0 0,0 0 0 0 0,0 0 0 0 0,-1-1 0 0 0,1 1 0 0 0,0 0 0 0 0,0 0 0 0 0,1-1 0 0 0,0 0 27 0 0,0 0 1 0 0,-1 0 0 0 0,1-1 0 0 0,0 1-1 0 0,0-1 1 0 0,-1 0 0 0 0,1 0 0 0 0,-1 1-1 0 0,1-1 1 0 0,1-4 0 0 0,3-4 180 0 0,-1-1 1 0 0,0 0-1 0 0,4-14 0 0 0,8-35 372 0 0,-11 33-303 0 0,1 1 0 0 0,1 0 0 0 0,2 1 0 0 0,0 0 0 0 0,18-30 0 0 0,-28 54-266 0 0,0 1-1 0 0,0-1 1 0 0,1 1 0 0 0,-1-1 0 0 0,0 1 0 0 0,0-1 0 0 0,1 1 0 0 0,-1 0 0 0 0,0-1 0 0 0,0 1-1 0 0,1-1 1 0 0,-1 1 0 0 0,1 0 0 0 0,-1-1 0 0 0,0 1 0 0 0,1 0 0 0 0,-1 0 0 0 0,1-1 0 0 0,-1 1-1 0 0,0 0 1 0 0,1 0 0 0 0,-1-1 0 0 0,1 1 0 0 0,-1 0 0 0 0,1 0 0 0 0,-1 0 0 0 0,1 0-1 0 0,-1 0 1 0 0,1 0 0 0 0,-1 0 0 0 0,1 0 0 0 0,-1 0 0 0 0,1 0 0 0 0,-1 0 0 0 0,1 0 0 0 0,-1 0-1 0 0,1 0 1 0 0,-1 1 0 0 0,1-1 0 0 0,-1 0 0 0 0,1 0 0 0 0,-1 0 0 0 0,0 1 0 0 0,1-1 0 0 0,-1 0-1 0 0,1 1 1 0 0,-1-1 0 0 0,0 0 0 0 0,1 1 0 0 0,-1-1 0 0 0,0 0 0 0 0,1 1 0 0 0,-1-1-1 0 0,0 1 1 0 0,0-1 0 0 0,1 0 0 0 0,-1 1 0 0 0,0-1 0 0 0,0 1 0 0 0,0-1 0 0 0,0 1 0 0 0,0-1-1 0 0,1 1 1 0 0,-1 0 0 0 0,13 45 294 0 0,-9-28-240 0 0,8 19-372 0 0,32 62 0 0 0,-37-86 221 0 0,0 0 1 0 0,1-1-1 0 0,0 0 1 0 0,1 0-1 0 0,1-1 1 0 0,0 0-1 0 0,22 18 1 0 0,-30-27 76 0 0,0-1 0 0 0,0 1 0 0 0,0-1 1 0 0,1 0-1 0 0,-1 0 0 0 0,0 0 1 0 0,1 0-1 0 0,-1 0 0 0 0,0 0 1 0 0,1-1-1 0 0,-1 1 0 0 0,1-1 1 0 0,0 0-1 0 0,-1 0 0 0 0,1 0 1 0 0,-1 0-1 0 0,1 0 0 0 0,4-1 0 0 0,-3 0-35 0 0,1-1 0 0 0,-1 0 0 0 0,0 0 0 0 0,0 0 0 0 0,0 0 0 0 0,0 0 0 0 0,0-1 0 0 0,0 0 0 0 0,5-5 0 0 0,2-3-65 0 0,-1-1 0 0 0,-1 1 0 0 0,0-2 0 0 0,0 1 0 0 0,8-18 0 0 0,0-4 271 0 0,-7 13 77 0 0,1 1 0 0 0,1 0 0 0 0,14-19 0 0 0,-26 39-217 0 0,0-1 0 0 0,1 1 0 0 0,-1 0 0 0 0,0 0 0 0 0,0 0 0 0 0,0 0-1 0 0,0-1 1 0 0,0 1 0 0 0,0 0 0 0 0,1 0 0 0 0,-1 0 0 0 0,0 0 0 0 0,0 0 0 0 0,0 0 0 0 0,1-1 0 0 0,-1 1 0 0 0,0 0-1 0 0,0 0 1 0 0,0 0 0 0 0,1 0 0 0 0,-1 0 0 0 0,0 0 0 0 0,0 0 0 0 0,0 0 0 0 0,1 0 0 0 0,-1 0 0 0 0,0 0 0 0 0,0 0-1 0 0,0 0 1 0 0,1 0 0 0 0,-1 0 0 0 0,0 0 0 0 0,0 0 0 0 0,0 0 0 0 0,1 0 0 0 0,-1 0 0 0 0,0 1 0 0 0,0-1 0 0 0,0 0-1 0 0,1 0 1 0 0,-1 0 0 0 0,0 0 0 0 0,0 0 0 0 0,0 1 0 0 0,7 12 313 0 0,0 25-132 0 0,-6-31-121 0 0,9 35-199 0 0,1-1-1 0 0,20 47 1 0 0,-13-41-1619 0 0,11 52 1 0 0,-27-90 860 0 0,1 0 1 0 0,-1-1-1 0 0,1 0 0 0 0,1 1 1 0 0,4 7-1 0 0,-8-15 710 0 0,1 0-1 0 0,-1 0 0 0 0,1 0 1 0 0,-1 0-1 0 0,1 0 1 0 0,0 0-1 0 0,-1 0 0 0 0,1-1 1 0 0,0 1-1 0 0,0 0 0 0 0,-1 0 1 0 0,1-1-1 0 0,0 1 0 0 0,0 0 1 0 0,0-1-1 0 0,0 1 1 0 0,0-1-1 0 0,0 1 0 0 0,0-1 1 0 0,0 1-1 0 0,0-1 0 0 0,1 0 1 0 0,-1 0-1 0 0,0 0 0 0 0,0 1 1 0 0,0-1-1 0 0,0 0 1 0 0,0 0-1 0 0,0 0 0 0 0,1-1 1 0 0,-1 1-1 0 0,0 0 0 0 0,0 0 1 0 0,0-1-1 0 0,0 1 0 0 0,0 0 1 0 0,0-1-1 0 0,0 1 1 0 0,0-1-1 0 0,0 0 0 0 0,0 1 1 0 0,0-1-1 0 0,0 0 0 0 0,0 1 1 0 0,-1-1-1 0 0,1 0 0 0 0,0 0 1 0 0,0 0-1 0 0,-1 0 1 0 0,2-1-1 0 0,7-9 17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0 147 1376 0 0,'10'11'10363'0'0,"-10"-12"-10187"0"0,33-3 1131 0 0,-1-1 1 0 0,0-2-1 0 0,36-12 1 0 0,-28 7 229 0 0,70-10 1 0 0,4 13-620 0 0,120 8-1 0 0,-9 0-813 0 0,-132-2-259 0 0,0-5 0 0 0,-1-3 0 0 0,148-39 0 0 0,-218 45-2499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6913 0 0,'0'0'28'0'0,"-1"-1"-1"0"0,1 0 0 0 0,0 0 0 0 0,0 1 0 0 0,0-1 0 0 0,0 0 0 0 0,0 0 0 0 0,1 1 0 0 0,-1-1 1 0 0,0 0-1 0 0,0 0 0 0 0,0 1 0 0 0,1-1 0 0 0,-1 0 0 0 0,0 1 0 0 0,1-1 0 0 0,-1 0 0 0 0,0 1 0 0 0,1-1 1 0 0,-1 1-1 0 0,1-1 0 0 0,-1 0 0 0 0,1 1 0 0 0,0-1 0 0 0,-1 1 0 0 0,1-1 0 0 0,-1 1 0 0 0,1 0 1 0 0,0-1-1 0 0,0 1 0 0 0,27-20 775 0 0,-24 17-87 0 0,6-4 442 0 0,1 1 0 0 0,0 0 0 0 0,1 0 0 0 0,-1 1 0 0 0,15-4 0 0 0,-12 6-612 0 0,-1-1 1 0 0,1 2-1 0 0,1 0 1 0 0,15 0-1 0 0,-11 2-1023 0 0,-1 1-1 0 0,33 5 1 0 0,-26 0-2295 0 0,37 12 0 0 0,-50-14-1728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0 920 0 0,'-15'12'6817'0'0,"14"-11"-6293"0"0,0 0 1 0 0,0 2-1 0 0,-9 28 3774 0 0,3 35-817 0 0,7-59-2909 0 0,0 88 895 0 0,14 116 0 0 0,0-33-1059 0 0,25 579 666 0 0,-38-720-1023 0 0,0-1 1 0 0,-3 1-1 0 0,-1-1 0 0 0,-8 40 1 0 0,6-54-2670 0 0,-1 0 0 0 0,-11 25 0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1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3225 0 0,'-1'2'12693'0'0,"5"16"-12382"0"0,-2-10-47 0 0,0 0 0 0 0,-1 0 0 0 0,0 1 0 0 0,-1-1 0 0 0,0 0 0 0 0,-2 16 0 0 0,1 11-1 0 0,11 107 414 0 0,-2-33-1446 0 0,-6-36-3327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2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4609 0 0,'-2'1'248'0'0,"1"0"1"0"0,-1 1-1 0 0,0 0 0 0 0,1-1 1 0 0,-1 1-1 0 0,1 0 0 0 0,0 0 1 0 0,-1 0-1 0 0,1-1 0 0 0,0 1 1 0 0,0 1-1 0 0,0-1 0 0 0,1 0 1 0 0,-1 0-1 0 0,0 0 0 0 0,1 0 1 0 0,-1 1-1 0 0,1-1 0 0 0,0 0 1 0 0,0 0-1 0 0,0 1 0 0 0,0-1 1 0 0,0 0-1 0 0,0 0 1 0 0,1 1-1 0 0,-1-1 0 0 0,1 0 1 0 0,0 0-1 0 0,-1 0 0 0 0,1 0 1 0 0,0 0-1 0 0,0 0 0 0 0,0 0 1 0 0,0 0-1 0 0,1 0 0 0 0,-1 0 1 0 0,1 0-1 0 0,-1-1 0 0 0,1 1 1 0 0,-1 0-1 0 0,1-1 0 0 0,0 0 1 0 0,0 1-1 0 0,0-1 0 0 0,0 0 1 0 0,0 0-1 0 0,0 0 0 0 0,0 0 1 0 0,0 0-1 0 0,3 0 0 0 0,13 4 116 0 0,0-1-1 0 0,1-1 0 0 0,-1-1 0 0 0,0 0 1 0 0,1-1-1 0 0,24-3 0 0 0,40 3 79 0 0,337 34 209 0 0,113 12-364 0 0,-217-10-283 0 0,62 5-27 0 0,-161-26-363 0 0,-71-3-185 0 0,195-7 0 0 0,271-70 1341 0 0,-57-4-228 0 0,-438 59-523 0 0,-18 0-3 0 0,-1 4 0 0 0,104 8-1 0 0,211 34 1123 0 0,-376-35-1289 0 0,0 2 0 0 0,0 1 0 0 0,56 16 0 0 0,-84-17-631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0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1 217 10594 0 0,'11'1'6352'0'0,"-7"-1"-6215"0"0,0 1 1 0 0,0 0-1 0 0,-1 0 0 0 0,1 1 0 0 0,0-1 1 0 0,-1 1-1 0 0,1 0 0 0 0,-1 0 1 0 0,1 0-1 0 0,-1 0 0 0 0,0 0 0 0 0,0 1 1 0 0,3 3-1 0 0,54 61 578 0 0,46 49-837 0 0,-92-103 44 0 0,1 0 1 0 0,0-1-1 0 0,1-1 1 0 0,0 0-1 0 0,33 16 1 0 0,-45-25 110 0 0,0 0-1 0 0,1-1 1 0 0,-1 1 0 0 0,0-1 0 0 0,0 0-1 0 0,1 0 1 0 0,-1 0 0 0 0,1-1-1 0 0,-1 0 1 0 0,0 1 0 0 0,1-2 0 0 0,-1 1-1 0 0,1 0 1 0 0,-1-1 0 0 0,1 0-1 0 0,-1 0 1 0 0,0 0 0 0 0,6-3 0 0 0,-7 3 52 0 0,0-2 0 0 0,0 1 0 0 0,-1 0 0 0 0,1 0 0 0 0,0-1 1 0 0,-1 1-1 0 0,0-1 0 0 0,1 0 0 0 0,-1 0 0 0 0,0 0 0 0 0,-1 0 1 0 0,1 0-1 0 0,0 0 0 0 0,-1-1 0 0 0,0 1 0 0 0,0-1 1 0 0,0 1-1 0 0,0 0 0 0 0,0-1 0 0 0,-1 0 0 0 0,1 1 0 0 0,-1-7 1 0 0,-5-154 863 0 0,1 121-1796 0 0,3 0-1 0 0,1 0 1 0 0,10-77 0 0 0,-1 90-5251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0,'10'8'6663'0'0,"11"17"-3585"0"0,-15-19-1972 0 0,14 21-47 0 0,-1 1 1 0 0,-1 1-1 0 0,-1 0 0 0 0,20 52 0 0 0,-22-46-1741 0 0,2-2 1 0 0,1 1 0 0 0,30 41-1 0 0,-36-61-3485 0 0,0-1-1218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11 322 4145 0 0,'-1'1'35'0'0,"1"-1"1"0"0,-1 0-1 0 0,0 1 1 0 0,1-1-1 0 0,-1 1 1 0 0,0-1-1 0 0,1 1 1 0 0,-1 0-1 0 0,1-1 1 0 0,-1 1-1 0 0,1 0 0 0 0,-1-1 1 0 0,1 1-1 0 0,-1 0 1 0 0,1-1-1 0 0,0 1 1 0 0,0 0-1 0 0,-1 0 1 0 0,1 0-1 0 0,0-1 1 0 0,0 1-1 0 0,0 0 1 0 0,0 1-1 0 0,16-4 1772 0 0,27-19 907 0 0,-26 10-2098 0 0,0-1 0 0 0,-1 0 1 0 0,-1-1-1 0 0,0-1 1 0 0,-1-1-1 0 0,14-18 0 0 0,64-103-836 0 0,-74 106-64 0 0,-15 26 302 0 0,-1 0 1 0 0,1 0-1 0 0,0 0 0 0 0,0 0 1 0 0,1 1-1 0 0,-1-1 0 0 0,1 1 1 0 0,4-3-1 0 0,-7 5 48 0 0,0 1 0 0 0,0-1-1 0 0,0 1 1 0 0,-1 0 0 0 0,1-1 0 0 0,0 1-1 0 0,0 0 1 0 0,0 0 0 0 0,0 0 0 0 0,0-1-1 0 0,0 1 1 0 0,0 0 0 0 0,0 0-1 0 0,0 1 1 0 0,0-1 0 0 0,0 0 0 0 0,0 0-1 0 0,0 0 1 0 0,0 1 0 0 0,0-1 0 0 0,0 0-1 0 0,-1 1 1 0 0,1-1 0 0 0,0 1 0 0 0,0-1-1 0 0,0 1 1 0 0,0-1 0 0 0,-1 1-1 0 0,1-1 1 0 0,0 1 0 0 0,-1 0 0 0 0,1 0-1 0 0,0-1 1 0 0,-1 1 0 0 0,1 0 0 0 0,-1 0-1 0 0,1 0 1 0 0,-1 0 0 0 0,0-1 0 0 0,1 1-1 0 0,-1 0 1 0 0,0 0 0 0 0,1 0-1 0 0,-1 2 1 0 0,31 93 757 0 0,-26-75-608 0 0,1-1-1 0 0,0-1 0 0 0,1 1 1 0 0,1-1-1 0 0,1-1 0 0 0,1 1 1 0 0,18 25-1 0 0,-27-42-234 0 0,1 0 1 0 0,-1 0-1 0 0,1 0 0 0 0,-1 0 1 0 0,1-1-1 0 0,0 1 0 0 0,-1-1 0 0 0,1 1 1 0 0,0-1-1 0 0,0 0 0 0 0,0 1 1 0 0,0-1-1 0 0,1 0 0 0 0,-1 0 0 0 0,0-1 1 0 0,0 1-1 0 0,1 0 0 0 0,-1-1 1 0 0,0 0-1 0 0,1 1 0 0 0,-1-1 0 0 0,0 0 1 0 0,1 0-1 0 0,-1 0 0 0 0,0 0 1 0 0,4-1-1 0 0,-3-1-11 0 0,1 0-1 0 0,-1 1 1 0 0,0-1 0 0 0,0 0-1 0 0,-1-1 1 0 0,1 1 0 0 0,0 0 0 0 0,-1-1-1 0 0,1 0 1 0 0,-1 1 0 0 0,0-1-1 0 0,0 0 1 0 0,0 0 0 0 0,0 0-1 0 0,0-1 1 0 0,1-5 0 0 0,20-61 991 0 0,0-1 814 0 0,-20 64-1656 0 0,-1 1 0 0 0,2 0-1 0 0,-1 0 1 0 0,1 0 0 0 0,0 0 0 0 0,0 1-1 0 0,0-1 1 0 0,7-5 0 0 0,-10 10-84 0 0,0 0 1 0 0,0 0-1 0 0,0 0 0 0 0,1 0 1 0 0,-1 0-1 0 0,0 1 0 0 0,1-1 1 0 0,-1 0-1 0 0,1 1 0 0 0,-1-1 1 0 0,0 1-1 0 0,1-1 0 0 0,0 1 1 0 0,-1 0-1 0 0,1 0 0 0 0,-1 0 1 0 0,1 0-1 0 0,-1 0 0 0 0,1 0 1 0 0,-1 0-1 0 0,1 0 1 0 0,-1 0-1 0 0,1 1 0 0 0,-1-1 1 0 0,1 1-1 0 0,-1-1 0 0 0,1 1 1 0 0,-1-1-1 0 0,1 1 0 0 0,-1 0 1 0 0,0 0-1 0 0,1 0 0 0 0,-1 0 1 0 0,0 0-1 0 0,2 1 0 0 0,4 6-12 0 0,0 0 0 0 0,0 0 0 0 0,-1 0 0 0 0,8 14-1 0 0,-1-3-10 0 0,-4-7-273 0 0,1-1 0 0 0,0-1 0 0 0,0 0 0 0 0,20 14-1 0 0,-10-10-736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24 7370 0 0,'-1'-1'223'0'0,"1"1"0"0"0,0-1 0 0 0,0 0 0 0 0,0 0 1 0 0,0 1-1 0 0,0-1 0 0 0,0 0 0 0 0,0 0 1 0 0,0 1-1 0 0,0-1 0 0 0,0 0 0 0 0,0 0 0 0 0,0 0 1 0 0,1 1-1 0 0,-1-1 0 0 0,0 0 0 0 0,0 1 0 0 0,1-1 1 0 0,-1 0-1 0 0,1 1 0 0 0,-1-1 0 0 0,1 0 1 0 0,-1 1-1 0 0,1-1 0 0 0,-1 1 0 0 0,1-1 0 0 0,-1 1 1 0 0,1-1-1 0 0,-1 1 0 0 0,1-1 0 0 0,0 1 0 0 0,-1-1 1 0 0,1 1-1 0 0,0 0 0 0 0,0 0 0 0 0,-1-1 1 0 0,1 1-1 0 0,0 0 0 0 0,0 0 0 0 0,-1 0 0 0 0,1 0 1 0 0,0 0-1 0 0,0 0 0 0 0,-1 0 0 0 0,1 0 0 0 0,1 0 1 0 0,1 1-11 0 0,-1 0 0 0 0,0-1 1 0 0,0 1-1 0 0,0 1 0 0 0,0-1 1 0 0,0 0-1 0 0,0 0 0 0 0,0 1 1 0 0,0-1-1 0 0,0 1 0 0 0,-1 0 1 0 0,1-1-1 0 0,0 1 0 0 0,1 2 0 0 0,2 6-59 0 0,1 0-1 0 0,-2 1 0 0 0,1-1 0 0 0,-1 1 1 0 0,-1 0-1 0 0,3 16 0 0 0,8 73-106 0 0,-9-51-142 0 0,1 1-425 0 0,15 90-1375 0 0,-18-125 1016 0 0,1 0 0 0 0,1-1 0 0 0,0 1 0 0 0,1-1 0 0 0,1 0 0 0 0,0-1-1 0 0,9 14 1 0 0,0-7-4004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67 343 4145 0 0,'-13'-25'730'0'0,"1"-1"0"0"0,-15-44 0 0 0,23 55 159 0 0,1 0-1 0 0,0 0 1 0 0,1 0-1 0 0,0 0 1 0 0,1-1-1 0 0,2-23 1 0 0,0 34-564 0 0,0 1 1 0 0,0-1-1 0 0,1 0 1 0 0,0 1-1 0 0,-1-1 1 0 0,2 1-1 0 0,-1-1 1 0 0,0 1-1 0 0,1 0 1 0 0,0 0-1 0 0,6-7 0 0 0,-7 8-147 0 0,1 0 0 0 0,-1 1 0 0 0,1-1 0 0 0,0 1 0 0 0,0 0 0 0 0,0-1 0 0 0,0 1 0 0 0,0 1 0 0 0,0-1 0 0 0,1 0 0 0 0,-1 1 0 0 0,1 0 0 0 0,-1-1 0 0 0,1 1 0 0 0,-1 1 0 0 0,6-2 0 0 0,-8 3-164 0 0,1-1 1 0 0,-1 0 0 0 0,0 1-1 0 0,1-1 1 0 0,-1 1 0 0 0,0-1-1 0 0,0 1 1 0 0,0 0 0 0 0,0 0 0 0 0,1-1-1 0 0,-1 1 1 0 0,0 0 0 0 0,0 0-1 0 0,0 0 1 0 0,-1 0 0 0 0,1 0 0 0 0,0 0-1 0 0,0 1 1 0 0,-1-1 0 0 0,1 0-1 0 0,0 0 1 0 0,-1 0 0 0 0,1 1 0 0 0,-1-1-1 0 0,0 0 1 0 0,1 1 0 0 0,-1 1-1 0 0,8 42-365 0 0,-7-38 222 0 0,3 35-392 0 0,-2-1 0 0 0,-6 72 0 0 0,-19 82 74 0 0,18-163 565 0 0,4-29 14 0 0,1 0 0 0 0,-1 1 0 0 0,1-1-1 0 0,0 0 1 0 0,0 0 0 0 0,0 1 0 0 0,0-1 0 0 0,1 0 0 0 0,-1 0 0 0 0,1 0-1 0 0,0 1 1 0 0,0-1 0 0 0,1 4 0 0 0,-1-6-49 0 0,-1-1 0 0 0,1 1 0 0 0,0 0 0 0 0,-1-1 0 0 0,1 1 1 0 0,0-1-1 0 0,-1 1 0 0 0,1-1 0 0 0,0 1 0 0 0,-1-1 0 0 0,1 1 0 0 0,0-1 0 0 0,0 0 1 0 0,0 1-1 0 0,-1-1 0 0 0,1 0 0 0 0,0 0 0 0 0,0 0 0 0 0,1 1 0 0 0,1-1 6 0 0,-1 0-1 0 0,1-1 0 0 0,-1 1 0 0 0,1 0 0 0 0,-1-1 1 0 0,1 0-1 0 0,-1 1 0 0 0,1-1 0 0 0,1-1 0 0 0,92-48-160 0 0,-62 30-1852 0 0,41-15 0 0 0,-48 24 565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22 3681 0 0,'-37'-22'13867'0'0,"32"41"-13279"0"0,3-1-186 0 0,1 0 0 0 0,0-1 0 0 0,2 1 0 0 0,0-1 0 0 0,1 1 0 0 0,1-1 0 0 0,0 0 0 0 0,10 27 0 0 0,1-4-328 0 0,1-1 0 0 0,31 54-1 0 0,2-15-1210 0 0,-26-44-1991 0 0,21 45 1 0 0,-35-58-2366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5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14 390 920 0 0,'-2'-2'248'0'0,"1"0"-1"0"0,-1 0 1 0 0,1 0-1 0 0,0 0 1 0 0,0 0-1 0 0,0 0 1 0 0,0 0-1 0 0,0 0 1 0 0,0-1-1 0 0,1 1 1 0 0,-1 0 0 0 0,1-1-1 0 0,-1 1 1 0 0,1 0-1 0 0,0-1 1 0 0,0 1-1 0 0,0-1 1 0 0,1 1-1 0 0,-1 0 1 0 0,0-1-1 0 0,1 1 1 0 0,-1 0-1 0 0,1-1 1 0 0,0 1-1 0 0,0 0 1 0 0,0 0-1 0 0,0 0 1 0 0,0 0-1 0 0,0 0 1 0 0,1 0 0 0 0,1-3-1 0 0,6-7 1097 0 0,0 1 1 0 0,1 0-1 0 0,18-17 0 0 0,-25 25-1114 0 0,16-13 184 0 0,-1-2-1 0 0,-1-1 0 0 0,0 0 0 0 0,-1-1 1 0 0,-1 0-1 0 0,12-24 0 0 0,-28 48-275 0 0,0 0 1 0 0,0 1-1 0 0,1-1 1 0 0,-1 1-1 0 0,1-1 1 0 0,0 1-1 0 0,0-1 1 0 0,1 0-1 0 0,0 1 0 0 0,-1-1 1 0 0,1 1-1 0 0,3 6 1 0 0,21 56-84 0 0,-19-57-28 0 0,-1 0-1 0 0,1-1 1 0 0,0 0-1 0 0,1 0 1 0 0,0 0-1 0 0,16 14 1 0 0,-19-20-47 0 0,-1 1 0 0 0,1-1 0 0 0,0-1 0 0 0,0 1 1 0 0,0 0-1 0 0,0-1 0 0 0,1 0 0 0 0,-1 0 0 0 0,1 0 0 0 0,-1 0 0 0 0,1-1 0 0 0,0 0 0 0 0,-1 0 1 0 0,1 0-1 0 0,0 0 0 0 0,0-1 0 0 0,0 0 0 0 0,5 0 0 0 0,-6-1 5 0 0,0-1 0 0 0,0 1 1 0 0,0-1-1 0 0,0 0 0 0 0,0 0 0 0 0,0-1 0 0 0,-1 1 0 0 0,1-1 1 0 0,-1 0-1 0 0,0 0 0 0 0,1 0 0 0 0,-1 0 0 0 0,0 0 0 0 0,-1-1 1 0 0,1 1-1 0 0,2-7 0 0 0,4-5-2 0 0,-1 0-1 0 0,11-29 1 0 0,3-33 318 0 0,-19 62 0 0 0,0 0 1 0 0,1 0-1 0 0,1 1 1 0 0,0 0-1 0 0,1 0 1 0 0,0 0-1 0 0,10-15 1 0 0,-15 29-269 0 0,-1-1 1 0 0,0 1-1 0 0,1-1 1 0 0,-1 1-1 0 0,0-1 1 0 0,1 1-1 0 0,-1-1 1 0 0,1 1-1 0 0,-1-1 1 0 0,1 1-1 0 0,-1 0 1 0 0,1-1-1 0 0,-1 1 1 0 0,1 0-1 0 0,0-1 1 0 0,-1 1-1 0 0,1 0 1 0 0,-1 0 0 0 0,1 0-1 0 0,0-1 1 0 0,-1 1-1 0 0,1 0 1 0 0,-1 0-1 0 0,1 0 1 0 0,0 0-1 0 0,-1 0 1 0 0,2 0-1 0 0,12 14 354 0 0,5 30-270 0 0,-17-38-47 0 0,1 2-126 0 0,8 20 209 0 0,18 37-1 0 0,-23-55-419 0 0,0-1 0 0 0,0 1 1 0 0,1-2-1 0 0,0 1 0 0 0,0-1 1 0 0,1 0-1 0 0,11 8 1 0 0,3 2-7292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0 4145 0 0,'-1'3'381'0'0,"0"0"0"0"0,0 0-1 0 0,0 0 1 0 0,0 0 0 0 0,1 1 0 0 0,0-1 0 0 0,-1 0 0 0 0,1 0 0 0 0,0 0-1 0 0,1 0 1 0 0,0 6 0 0 0,-1 2 410 0 0,-1 76 1852 0 0,-2-43-2243 0 0,3 0-1 0 0,1 0 0 0 0,11 65 1 0 0,-11-105-393 0 0,0-1 0 0 0,0 1-1 0 0,1 0 1 0 0,-1-1 0 0 0,1 1 0 0 0,-1-1 0 0 0,1 0 0 0 0,0 0-1 0 0,1 1 1 0 0,-1-1 0 0 0,4 4 0 0 0,-5-7 9 0 0,0 1 0 0 0,-1-1 0 0 0,1 1 0 0 0,-1-1 1 0 0,1 0-1 0 0,0 1 0 0 0,-1-1 0 0 0,1 0 0 0 0,0 1 0 0 0,-1-1 0 0 0,1 0 1 0 0,0 0-1 0 0,-1 0 0 0 0,1 1 0 0 0,0-1 0 0 0,0 0 0 0 0,-1 0 0 0 0,1 0 1 0 0,0 0-1 0 0,0 0 0 0 0,-1-1 0 0 0,1 1 0 0 0,1 0 0 0 0,-1-1 28 0 0,1 0 0 0 0,-1 0 0 0 0,0 0-1 0 0,1 0 1 0 0,-1 0 0 0 0,0-1 0 0 0,0 1-1 0 0,0 0 1 0 0,0-1 0 0 0,0 1 0 0 0,0 0-1 0 0,0-1 1 0 0,-1 1 0 0 0,1-1 0 0 0,0-2 0 0 0,2-4 101 0 0,0-1 1 0 0,-1 0-1 0 0,-1 0 1 0 0,0 0-1 0 0,0 0 1 0 0,0 0-1 0 0,-1 0 1 0 0,-1-1-1 0 0,-1-14 1 0 0,-22-84 838 0 0,20 94-774 0 0,2 5-29 0 0,-17-50 786 0 0,19 57-931 0 0,-1 0 1 0 0,0 0-1 0 0,0 0 1 0 0,1 1-1 0 0,-1-1 1 0 0,0 0-1 0 0,-1 1 1 0 0,1-1-1 0 0,0 0 1 0 0,0 1-1 0 0,-1 0 1 0 0,1-1-1 0 0,0 1 1 0 0,-1 0-1 0 0,1 0 0 0 0,-1 0 1 0 0,0 0-1 0 0,1 0 1 0 0,-1 0-1 0 0,0 0 1 0 0,0 0-1 0 0,0 1 1 0 0,0-1-1 0 0,1 1 1 0 0,-1-1-1 0 0,-3 1 1 0 0,3 0-24 0 0,-1 1-1 0 0,1 0 1 0 0,0 0-1 0 0,-1 0 1 0 0,1 0 0 0 0,0 0-1 0 0,0 1 1 0 0,0-1 0 0 0,0 1-1 0 0,0-1 1 0 0,0 1-1 0 0,0 0 1 0 0,1 0 0 0 0,-1 0-1 0 0,0 0 1 0 0,1 0 0 0 0,0 0-1 0 0,-1 0 1 0 0,1 0-1 0 0,0 1 1 0 0,-1 2 0 0 0,-2 5-172 0 0,0 0-1 0 0,1 0 1 0 0,-4 17 0 0 0,6-19 52 0 0,0 0 0 0 0,0 1 0 0 0,1-1 0 0 0,0 0 0 0 0,1 0 0 0 0,-1 0 0 0 0,2 0 0 0 0,-1 0-1 0 0,1 0 1 0 0,0 0 0 0 0,1 0 0 0 0,-1-1 0 0 0,2 1 0 0 0,-1-1 0 0 0,1 0 0 0 0,0 0 0 0 0,8 10 0 0 0,-9-13 114 0 0,0 0 1 0 0,1-1-1 0 0,0 1 1 0 0,-1-1-1 0 0,2 0 1 0 0,-1 0-1 0 0,0 0 1 0 0,0 0-1 0 0,1-1 1 0 0,0 1-1 0 0,-1-1 1 0 0,1-1-1 0 0,0 1 1 0 0,0-1-1 0 0,0 1 1 0 0,0-1-1 0 0,0-1 1 0 0,0 1-1 0 0,0-1 1 0 0,0 0-1 0 0,1 0 1 0 0,-1 0-1 0 0,0-1 1 0 0,0 0-1 0 0,0 0 1 0 0,0 0-1 0 0,0 0 1 0 0,7-4-1 0 0,-8 4-14 0 0,-1-1-1 0 0,1 1 0 0 0,-1-1 0 0 0,0 0 1 0 0,1 0-1 0 0,-1 0 0 0 0,0 0 0 0 0,0-1 0 0 0,0 1 1 0 0,0-1-1 0 0,-1 0 0 0 0,1 1 0 0 0,3-7 1 0 0,-5 7-41 0 0,-1 0 0 0 0,1 1 0 0 0,-1-1 0 0 0,1 0 0 0 0,-1 1 0 0 0,0-1 0 0 0,0 0 0 0 0,0 0 0 0 0,0 1 0 0 0,0-1 0 0 0,0 0 0 0 0,0 0 0 0 0,0 1 0 0 0,-1-1 0 0 0,1 0 0 0 0,-1 0 1 0 0,1 1-1 0 0,-1-1 0 0 0,0 1 0 0 0,0-1 0 0 0,0 1 0 0 0,0-1 0 0 0,0 1 0 0 0,0-1 0 0 0,0 1 0 0 0,0 0 0 0 0,0-1 0 0 0,-1 1 0 0 0,1 0 0 0 0,0 0 0 0 0,-4-2 0 0 0,1 0-346 0 0,-20-15-642 0 0,5 9-3874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 64 1520 0 0,'-44'27'2721'0'0,"36"-23"-1878"0"0,-1 0 0 0 0,1 1 0 0 0,1 0 0 0 0,-14 11 0 0 0,20-15-669 0 0,1-1-1 0 0,-1 1 0 0 0,0 0 0 0 0,0-1 0 0 0,1 1 0 0 0,-1 0 0 0 0,0 0 0 0 0,1-1 1 0 0,-1 1-1 0 0,1 0 0 0 0,-1 0 0 0 0,1 0 0 0 0,-1 0 0 0 0,1 0 0 0 0,0 0 0 0 0,-1 0 0 0 0,1 0 1 0 0,0 0-1 0 0,0 0 0 0 0,0 0 0 0 0,0 1 0 0 0,0-1-69 0 0,0-1 1 0 0,1 1-1 0 0,-1-1 1 0 0,1 1-1 0 0,-1-1 1 0 0,1 1-1 0 0,-1-1 0 0 0,1 1 1 0 0,-1-1-1 0 0,1 0 1 0 0,-1 1-1 0 0,1-1 1 0 0,0 0-1 0 0,-1 1 0 0 0,1-1 1 0 0,0 0-1 0 0,-1 0 1 0 0,1 0-1 0 0,0 0 1 0 0,-1 0-1 0 0,1 1 0 0 0,1-2 1 0 0,4 2 187 0 0,1-1 0 0 0,-1-1 0 0 0,0 1 0 0 0,0-1 0 0 0,10-3 1 0 0,17-3-63 0 0,1 2 0 0 0,1 1 0 0 0,-1 1 0 0 0,1 2 0 0 0,61 6 0 0 0,-41-2 64 0 0,61-4 0 0 0,80-17-118 0 0,246-13 468 0 0,786-16 1613 0 0,-867 32-1945 0 0,-162 8 57 0 0,-130-2-362 0 0,-34 3-899 0 0,-34 6 790 0 0,-1 0 1 0 0,0 0-1 0 0,0 0 1 0 0,1 0-1 0 0,-1 0 1 0 0,0 0 0 0 0,0 0-1 0 0,1 0 1 0 0,-1 0-1 0 0,0 0 1 0 0,1 0 0 0 0,-1 0-1 0 0,0 0 1 0 0,0 0-1 0 0,1 0 1 0 0,-1 0-1 0 0,0 0 1 0 0,0 0 0 0 0,1 0-1 0 0,-1 1 1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0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171 204 6913 0 0,'38'3'8837'0'0,"-22"4"-7889"0"0,-15-7-906 0 0,-1 1-1 0 0,1-1 1 0 0,-1 0-1 0 0,1 1 0 0 0,0-1 1 0 0,-1 0-1 0 0,1 0 0 0 0,-1 1 1 0 0,1-1-1 0 0,0 0 0 0 0,-1 0 1 0 0,1 0-1 0 0,0 0 1 0 0,-1 0-1 0 0,1 0 0 0 0,0 0 1 0 0,-1 0-1 0 0,1 0 0 0 0,0 0 1 0 0,-1 0-1 0 0,1 0 1 0 0,0 0-1 0 0,-1 0 0 0 0,1-1 1 0 0,0 1-1 0 0,-1 0 0 0 0,1 0 1 0 0,-1-1-1 0 0,1 1 0 0 0,0-1 1 0 0,-1 1-1 0 0,1 0 1 0 0,-1-1-1 0 0,1 1 0 0 0,-1-1 1 0 0,1 1-1 0 0,-1-1 0 0 0,0 0 1 0 0,1 1-1 0 0,-1-1 1 0 0,1 0-1 0 0,3-4-28 0 0,-1-1 0 0 0,1 1 0 0 0,-1 0 0 0 0,0-1 0 0 0,0 0-1 0 0,-1 0 1 0 0,0 0 0 0 0,0 0 0 0 0,0 0 0 0 0,0 0 0 0 0,-1 0 0 0 0,0 0 0 0 0,-1-1 0 0 0,0 1 0 0 0,0-12 0 0 0,0 13 0 0 0,-1 0 1 0 0,0 0 0 0 0,0 0-1 0 0,0 0 1 0 0,0 0 0 0 0,-1 0-1 0 0,0 0 1 0 0,0 1 0 0 0,0-1-1 0 0,0 1 1 0 0,-1-1-1 0 0,0 1 1 0 0,0 0 0 0 0,0 0-1 0 0,0 0 1 0 0,-1 0 0 0 0,0 1-1 0 0,1-1 1 0 0,-1 1 0 0 0,-6-4-1 0 0,6 6 5 0 0,1 0 0 0 0,0 0 0 0 0,-1 0 0 0 0,1 0 0 0 0,-1 0 0 0 0,1 1 0 0 0,-1 0 0 0 0,1-1 0 0 0,-1 1 0 0 0,1 0 0 0 0,-1 1 0 0 0,1-1 0 0 0,-1 1 0 0 0,1 0 0 0 0,-1-1 0 0 0,1 1 0 0 0,0 1 0 0 0,-1-1 0 0 0,1 0 0 0 0,0 1 0 0 0,0 0 0 0 0,0 0 0 0 0,0 0 0 0 0,-4 3 0 0 0,-7 6 74 0 0,1 0 1 0 0,0 1-1 0 0,-16 20 0 0 0,20-22 12 0 0,1 0-1 0 0,0 1 1 0 0,1 0-1 0 0,0 0 0 0 0,0 1 1 0 0,-8 23-1 0 0,13-30-62 0 0,0 0 0 0 0,1 1 0 0 0,0-1 0 0 0,0 0 0 0 0,0 0 0 0 0,1 1 0 0 0,0-1 0 0 0,0 1 0 0 0,0-1 0 0 0,0 0 0 0 0,1 1 0 0 0,0-1 0 0 0,0 0 0 0 0,1 0 1 0 0,-1 0-1 0 0,1 0 0 0 0,0 0 0 0 0,1 0 0 0 0,4 7 0 0 0,-5-8-30 0 0,1 0 1 0 0,-1 0-1 0 0,1-1 0 0 0,0 1 1 0 0,0-1-1 0 0,1 0 1 0 0,-1 0-1 0 0,1 0 1 0 0,0 0-1 0 0,-1-1 1 0 0,1 0-1 0 0,6 3 1 0 0,-8-4-62 0 0,1 0 0 0 0,-1-1 0 0 0,0 0 0 0 0,0 0 0 0 0,0 1 0 0 0,1-1 0 0 0,-1 0 0 0 0,0-1 1 0 0,0 1-1 0 0,0 0 0 0 0,1-1 0 0 0,-1 1 0 0 0,0-1 0 0 0,0 0 0 0 0,0 1 0 0 0,0-1 0 0 0,0 0 0 0 0,0 0 0 0 0,0-1 1 0 0,0 1-1 0 0,0 0 0 0 0,-1-1 0 0 0,1 1 0 0 0,0-1 0 0 0,-1 1 0 0 0,0-1 0 0 0,3-3 0 0 0,5-6-49 0 0,-1-1 0 0 0,0 0 0 0 0,-1 0 0 0 0,0-1 0 0 0,-1 0 0 0 0,0 0 0 0 0,-1 0 0 0 0,3-16 0 0 0,-6 23 104 0 0,-1-1 0 0 0,0 1 1 0 0,0-1-1 0 0,-1 1 0 0 0,0-1 0 0 0,0 1 1 0 0,-1 0-1 0 0,1-1 0 0 0,-3-6 1 0 0,2 9 21 0 0,0 0 1 0 0,-1 1 0 0 0,1-1-1 0 0,-1 1 1 0 0,0-1 0 0 0,0 1-1 0 0,0 0 1 0 0,0 0 0 0 0,0 0 0 0 0,-1 0-1 0 0,0 0 1 0 0,1 1 0 0 0,-1-1-1 0 0,0 1 1 0 0,0-1 0 0 0,-5-2-1 0 0,5 4 20 0 0,0 0-1 0 0,1 0 1 0 0,-1 0-1 0 0,0 0 1 0 0,0 1-1 0 0,0-1 1 0 0,0 1-1 0 0,0-1 1 0 0,0 1-1 0 0,0 0 1 0 0,0 0 0 0 0,0 1-1 0 0,0-1 1 0 0,0 1-1 0 0,0-1 1 0 0,0 1-1 0 0,1 0 1 0 0,-1 0-1 0 0,0 0 1 0 0,0 0-1 0 0,1 1 1 0 0,-1-1-1 0 0,1 1 1 0 0,-1-1-1 0 0,1 1 1 0 0,-1 0-1 0 0,1 0 1 0 0,-2 3 0 0 0,1-3-24 0 0,0 1 1 0 0,1 0 0 0 0,-1 0-1 0 0,1 0 1 0 0,0 0 0 0 0,-1 0 0 0 0,1 0-1 0 0,1 0 1 0 0,-1 1 0 0 0,1-1-1 0 0,-1 1 1 0 0,1 0 0 0 0,0-1 0 0 0,0 1-1 0 0,0 0 1 0 0,1 0 0 0 0,-1-1-1 0 0,1 1 1 0 0,0 0 0 0 0,0 0 0 0 0,1 6-1 0 0,1-7-3 0 0,-1-1-1 0 0,1 1 0 0 0,-1 0 1 0 0,1-1-1 0 0,0 1 0 0 0,0-1 1 0 0,0 1-1 0 0,0-1 0 0 0,1 0 1 0 0,-1 0-1 0 0,1 0 1 0 0,-1 0-1 0 0,1 0 0 0 0,0-1 1 0 0,-1 1-1 0 0,1-1 0 0 0,0 1 1 0 0,0-1-1 0 0,0 0 0 0 0,0 0 1 0 0,5 0-1 0 0,2 1 26 0 0,1 0 1 0 0,-1 0-1 0 0,1-1 0 0 0,-1-1 0 0 0,14 0 1 0 0,-12-1-25 0 0,0-1-1 0 0,1-1 1 0 0,-1 1 0 0 0,22-10 0 0 0,-31 11-95 0 0,1 0 1 0 0,-1-1 0 0 0,0 1 0 0 0,0-1-1 0 0,0 1 1 0 0,0-1 0 0 0,0 0-1 0 0,0 0 1 0 0,0-1 0 0 0,-1 1 0 0 0,1 0-1 0 0,-1-1 1 0 0,1 0 0 0 0,-1 0-1 0 0,0 1 1 0 0,0-1 0 0 0,0 0 0 0 0,-1-1-1 0 0,1 1 1 0 0,-1 0 0 0 0,2-7-1 0 0,-3 9-41 0 0,1-1-1 0 0,-1 0 1 0 0,-1 1 0 0 0,1-1-1 0 0,0 0 1 0 0,0 1-1 0 0,-1-1 1 0 0,1 1-1 0 0,0-1 1 0 0,-1 0-1 0 0,0 1 1 0 0,1-1-1 0 0,-1 1 1 0 0,0-1-1 0 0,0 1 1 0 0,0 0-1 0 0,0-1 1 0 0,0 1-1 0 0,0 0 1 0 0,0 0-1 0 0,0 0 1 0 0,-3-2 0 0 0,1 1-423 0 0,-1-1 0 0 0,1 2 0 0 0,0-1 0 0 0,-1 0 0 0 0,0 1 0 0 0,1 0 0 0 0,-1 0 0 0 0,-6-2 0 0 0,-2 2-4411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20 240 4609 0 0,'-2'1'224'0'0,"1"0"0"0"0,-1 1 1 0 0,1-1-1 0 0,-1 1 0 0 0,1-1 0 0 0,-1 1 0 0 0,1 0 1 0 0,0 0-1 0 0,0-1 0 0 0,0 1 0 0 0,0 0 1 0 0,0 0-1 0 0,0 0 0 0 0,0 3 0 0 0,1-5-103 0 0,0 0 0 0 0,0 1 0 0 0,0-1 0 0 0,3 6 2540 0 0,-3-6-2540 0 0,1 0 0 0 0,-1 0 0 0 0,0 1 0 0 0,0-1 0 0 0,1 0 0 0 0,20-2 2375 0 0,-4-1-2024 0 0,0 1 0 0 0,-1 1 1 0 0,1 0-1 0 0,0 1 0 0 0,0 0 0 0 0,0 2 0 0 0,18 3 0 0 0,-7-1-512 0 0,43-1 0 0 0,259-33-139 0 0,-205 15 6 0 0,147-20 131 0 0,102-10 900 0 0,101-30-654 0 0,-168 20 933 0 0,-215 42-182 0 0,126 0 0 0 0,-180 14-773 0 0,0 2 0 0 0,-1 1-1 0 0,67 16 1 0 0,-94-18-110 0 0,1-1 0 0 0,-1 0-1 0 0,1-1 1 0 0,-1 0 0 0 0,1-1 0 0 0,-1 0 0 0 0,1 0-1 0 0,-1-1 1 0 0,14-5 0 0 0,19-2 73 0 0,-42 9-164 0 0,1 0 1 0 0,-1 0-1 0 0,0 0 0 0 0,1 0 1 0 0,-1 1-1 0 0,1-1 0 0 0,-1 0 1 0 0,0 1-1 0 0,1-1 0 0 0,-1 1 1 0 0,0-1-1 0 0,1 1 0 0 0,-1-1 1 0 0,0 1-1 0 0,0 0 0 0 0,1 0 1 0 0,-1 0-1 0 0,0 0 0 0 0,0 0 1 0 0,0 0-1 0 0,0 0 0 0 0,0 0 1 0 0,0 0-1 0 0,-1 0 0 0 0,1 1 1 0 0,0-1-1 0 0,-1 0 0 0 0,1 0 1 0 0,0 3-1 0 0,0-2-34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87 3225 0 0,'-1'1'443'0'0,"-1"-1"0"0"0,0 1 0 0 0,1 0 0 0 0,-1 0 0 0 0,1 1 0 0 0,-1-1 0 0 0,1 0 0 0 0,0 0 0 0 0,0 1 0 0 0,-1-1 0 0 0,1 1 0 0 0,0-1 1 0 0,0 1-1 0 0,0 0 0 0 0,1-1 0 0 0,-1 1 0 0 0,0 0 0 0 0,0-1 0 0 0,1 1 0 0 0,-1 0 0 0 0,1 3 0 0 0,-1-2-54 0 0,1 0 0 0 0,0 0 0 0 0,1 0 0 0 0,-1 0 0 0 0,1 0 0 0 0,-1 0 0 0 0,1 0 0 0 0,0 0 0 0 0,0 0 0 0 0,0-1 0 0 0,0 1 0 0 0,3 5 0 0 0,-3-6-287 0 0,1 0 0 0 0,-1 0 0 0 0,0 1 0 0 0,1-1 1 0 0,-1 0-1 0 0,1 0 0 0 0,0-1 0 0 0,0 1 0 0 0,0 0 0 0 0,0 0 0 0 0,0-1 0 0 0,0 1 0 0 0,0-1 1 0 0,0 0-1 0 0,1 0 0 0 0,-1 0 0 0 0,0 0 0 0 0,1 0 0 0 0,-1 0 0 0 0,1-1 0 0 0,-1 1 0 0 0,1-1 0 0 0,-1 1 1 0 0,1-1-1 0 0,0 0 0 0 0,-1 0 0 0 0,1 0 0 0 0,-1-1 0 0 0,1 1 0 0 0,-1 0 0 0 0,1-1 0 0 0,-1 0 0 0 0,5-1 1 0 0,-2-1-73 0 0,0-1 0 0 0,1 0 1 0 0,-1 0-1 0 0,0 0 0 0 0,-1 0 1 0 0,1-1-1 0 0,-1 0 1 0 0,0 0-1 0 0,0 0 0 0 0,0 0 1 0 0,-1-1-1 0 0,0 1 0 0 0,0-1 1 0 0,0 0-1 0 0,-1 0 1 0 0,0 0-1 0 0,3-13 0 0 0,-5 16-34 0 0,1 0-1 0 0,-1 0 0 0 0,0-1 0 0 0,0 1 1 0 0,0 0-1 0 0,0 0 0 0 0,-1 0 0 0 0,1-1 1 0 0,-1 1-1 0 0,0 0 0 0 0,0 0 0 0 0,0 0 1 0 0,0 0-1 0 0,-1 0 0 0 0,1 0 1 0 0,-1 1-1 0 0,1-1 0 0 0,-1 0 0 0 0,0 1 1 0 0,0-1-1 0 0,-1 1 0 0 0,1 0 0 0 0,0-1 1 0 0,-1 1-1 0 0,1 0 0 0 0,-1 1 0 0 0,0-1 1 0 0,1 0-1 0 0,-1 1 0 0 0,0-1 0 0 0,0 1 1 0 0,0 0-1 0 0,0 0 0 0 0,0 0 1 0 0,-1 1-1 0 0,1-1 0 0 0,-5 0 0 0 0,-1 0-267 0 0,1 0-1 0 0,-1 1 1 0 0,0 0-1 0 0,0 0 1 0 0,-11 2-1 0 0,-3 3-1123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2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94 2304 0 0,'-2'-7'883'0'0,"1"0"-1"0"0,-1 0 0 0 0,0 0 0 0 0,0 1 1 0 0,-1-1-1 0 0,0 0 0 0 0,0 1 0 0 0,-1 0 1 0 0,0 0-1 0 0,-8-10 0 0 0,4 4 1625 0 0,18 42 2615 0 0,2 39-5050 0 0,-9-52 376 0 0,15 98-368 0 0,-5-28-691 0 0,3 0-1 0 0,30 91 1 0 0,-43-167 584 0 0,2 1 1 0 0,0-1-1 0 0,0 0 1 0 0,1 0-1 0 0,0-1 0 0 0,1 1 1 0 0,14 15-1 0 0,-19-24 67 0 0,0 0 1 0 0,0 0-1 0 0,0 0 0 0 0,0 0 1 0 0,1 0-1 0 0,-1-1 0 0 0,0 1 1 0 0,1-1-1 0 0,-1 0 0 0 0,1 0 1 0 0,-1 0-1 0 0,1 0 0 0 0,-1 0 1 0 0,1 0-1 0 0,0-1 0 0 0,0 0 1 0 0,-1 1-1 0 0,1-1 0 0 0,0 0 1 0 0,0 0-1 0 0,-1 0 0 0 0,1-1 1 0 0,0 1-1 0 0,0 0 0 0 0,-1-1 1 0 0,1 0-1 0 0,-1 0 0 0 0,1 0 1 0 0,0 0-1 0 0,-1 0 0 0 0,0 0 1 0 0,1-1-1 0 0,-1 1 0 0 0,0-1 1 0 0,0 0-1 0 0,1 0 0 0 0,-1 1 1 0 0,-1-1-1 0 0,4-4 0 0 0,11-13 191 0 0,-1 1 0 0 0,-1-2-1 0 0,-1 0 1 0 0,18-35 0 0 0,-17 29-509 0 0,1 0-1 0 0,24-31 1 0 0,-8 21-974 0 0,-14 19 217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30 104 3681 0 0,'-18'-6'11340'0'0,"18"6"-11168"0"0,-1 1 0 0 0,-6 16 3335 0 0,4-2-3672 0 0,4-6 250 0 0,0 0 1 0 0,0-1 0 0 0,1 1 0 0 0,0-1-1 0 0,1 1 1 0 0,0-1 0 0 0,0 0-1 0 0,1 0 1 0 0,0-1 0 0 0,0 1 0 0 0,1-1-1 0 0,0 0 1 0 0,0 0 0 0 0,1 0 0 0 0,0-1-1 0 0,0 1 1 0 0,0-2 0 0 0,1 1-1 0 0,0-1 1 0 0,0 0 0 0 0,0 0 0 0 0,11 5-1 0 0,-9-6-152 0 0,1 0 0 0 0,-1-1 0 0 0,1 0 0 0 0,-1 0 0 0 0,1-1 0 0 0,0 0 0 0 0,-1-1 0 0 0,1 0 0 0 0,0-1 0 0 0,0 0 0 0 0,0 0 0 0 0,0-1 0 0 0,0-1 0 0 0,0 1 0 0 0,-1-2 0 0 0,1 1 0 0 0,-1-1 0 0 0,1-1 0 0 0,10-5-1 0 0,-10 4 111 0 0,0-1 0 0 0,-1 0 0 0 0,1 0 0 0 0,-1-1-1 0 0,-1 0 1 0 0,0-1 0 0 0,0 0 0 0 0,14-17-1 0 0,-20 22-16 0 0,1-1 0 0 0,-1 1 1 0 0,0-1-1 0 0,-1 0 0 0 0,1 1 0 0 0,0-1 0 0 0,-1 0 0 0 0,0 0 0 0 0,0 0 0 0 0,0 0 0 0 0,0 0 0 0 0,-1 0 0 0 0,0 0 0 0 0,0-1 0 0 0,0 1 1 0 0,0 0-1 0 0,0 0 0 0 0,-1 0 0 0 0,0 0 0 0 0,0 0 0 0 0,0 0 0 0 0,0 0 0 0 0,-1 0 0 0 0,1 0 0 0 0,-1 1 0 0 0,0-1 0 0 0,-3-3 0 0 0,-1-2 10 0 0,-1 0 0 0 0,1 1-1 0 0,-2 0 1 0 0,1 0-1 0 0,-1 0 1 0 0,0 1 0 0 0,-1 1-1 0 0,0-1 1 0 0,0 1 0 0 0,-17-8-1 0 0,19 11-111 0 0,0 1 0 0 0,0-1-1 0 0,0 1 1 0 0,-1 0 0 0 0,1 1-1 0 0,-1 0 1 0 0,1 0 0 0 0,-1 0-1 0 0,1 1 1 0 0,-1 0 0 0 0,0 1-1 0 0,1-1 1 0 0,-1 2 0 0 0,1-1-1 0 0,-1 1 1 0 0,-7 3 0 0 0,3 0-645 0 0,-1 0 0 0 0,2 1 0 0 0,-1 0 1 0 0,1 1-1 0 0,-17 14 0 0 0,3 0-4963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7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54 117 1840 0 0,'5'-10'821'0'0,"1"0"1"0"0,-2-1-1 0 0,5-14 0 0 0,-6 16 1210 0 0,-1 0 1 0 0,0 0 0 0 0,0-1 0 0 0,0-14-1 0 0,-19 44 2884 0 0,6-1-4883 0 0,1 1-1 0 0,1 0 1 0 0,0 0 0 0 0,2 1 0 0 0,0 0 0 0 0,2 0 0 0 0,0 1 0 0 0,1 0 0 0 0,1 0 0 0 0,1 0 0 0 0,2 42-1 0 0,1-59-68 0 0,-1 0-1 0 0,1 1 0 0 0,0-1 1 0 0,0 0-1 0 0,1 0 0 0 0,-1 0 1 0 0,1-1-1 0 0,0 1 1 0 0,1 0-1 0 0,-1-1 0 0 0,1 1 1 0 0,0-1-1 0 0,0 0 0 0 0,0 0 1 0 0,1 0-1 0 0,5 5 0 0 0,-6-7 13 0 0,0 0 0 0 0,0 0-1 0 0,0 0 1 0 0,0 0-1 0 0,0-1 1 0 0,1 0 0 0 0,-1 1-1 0 0,0-1 1 0 0,1-1-1 0 0,-1 1 1 0 0,1 0 0 0 0,-1-1-1 0 0,1 0 1 0 0,0 0-1 0 0,-1 0 1 0 0,1 0 0 0 0,-1 0-1 0 0,1-1 1 0 0,-1 0-1 0 0,1 1 1 0 0,-1-1 0 0 0,0 0-1 0 0,1-1 1 0 0,4-2-1 0 0,-2 1-18 0 0,0 0 0 0 0,0-1-1 0 0,0 1 1 0 0,-1-1 0 0 0,0-1-1 0 0,0 1 1 0 0,0-1 0 0 0,0 0-1 0 0,-1 0 1 0 0,0 0 0 0 0,0 0-1 0 0,0-1 1 0 0,-1 0 0 0 0,0 1-1 0 0,0-1 1 0 0,3-8 0 0 0,0-7 380 0 0,0 0 1 0 0,-2 0-1 0 0,4-36 1 0 0,-3 20 665 0 0,2 53 633 0 0,0 14-1533 0 0,-6-21-181 0 0,1 1 0 0 0,1-1 0 0 0,0 0 1 0 0,0-1-1 0 0,0 1 0 0 0,1 0 0 0 0,1-1 1 0 0,-1 0-1 0 0,2 0 0 0 0,-1 0 0 0 0,1-1 0 0 0,8 9 1 0 0,5 2-1963 0 0,2 0 0 0 0,0-2 0 0 0,24 14 0 0 0,-40-27 1543 0 0,22 16-141 0 0,1 0 490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4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217 338 4145 0 0,'-1'-4'245'0'0,"1"0"0"0"0,-1 1 0 0 0,0-1 0 0 0,-1 0 0 0 0,1 1 0 0 0,-1-1 0 0 0,1 0 0 0 0,-1 1 0 0 0,0 0 0 0 0,0-1 0 0 0,-1 1 0 0 0,1 0 0 0 0,-1 0 0 0 0,1 1 0 0 0,-5-4 1 0 0,5 4 6 0 0,0 0 1 0 0,0 1 0 0 0,-1 0 0 0 0,1 0 0 0 0,-1-1 0 0 0,1 1 0 0 0,-1 1 0 0 0,1-1 0 0 0,-1 0 0 0 0,1 1 0 0 0,-1-1 0 0 0,1 1 0 0 0,-1 0 0 0 0,0 0 0 0 0,1 0 0 0 0,-1 0 0 0 0,0 0 0 0 0,1 0 0 0 0,-1 1 0 0 0,0-1 0 0 0,1 1-1 0 0,-1 0 1 0 0,-3 2 0 0 0,1-1-45 0 0,0 1 0 0 0,0 1 0 0 0,1-1 0 0 0,0 1 0 0 0,-1-1 0 0 0,1 1-1 0 0,0 0 1 0 0,1 1 0 0 0,-1-1 0 0 0,1 1 0 0 0,0-1 0 0 0,-5 11 0 0 0,-2 7 271 0 0,-13 37 0 0 0,21-52-392 0 0,1-4-72 0 0,-6 17 146 0 0,0 0 0 0 0,-4 32 0 0 0,10-47-192 0 0,0-1-1 0 0,1 1 1 0 0,-1-1 0 0 0,1 1 0 0 0,0 0-1 0 0,1-1 1 0 0,-1 1 0 0 0,1 0-1 0 0,0-1 1 0 0,0 1 0 0 0,0-1-1 0 0,0 1 1 0 0,1-1 0 0 0,0 0-1 0 0,0 0 1 0 0,0 1 0 0 0,6 6-1 0 0,-7-10-41 0 0,1 1-1 0 0,0-1 1 0 0,0 0-1 0 0,0 1 0 0 0,0-1 1 0 0,0 0-1 0 0,0 0 0 0 0,0-1 1 0 0,0 1-1 0 0,0 0 1 0 0,1-1-1 0 0,-1 1 0 0 0,0-1 1 0 0,0 0-1 0 0,1 1 0 0 0,-1-1 1 0 0,0 0-1 0 0,1 0 0 0 0,-1-1 1 0 0,0 1-1 0 0,0-1 1 0 0,1 1-1 0 0,-1-1 0 0 0,0 1 1 0 0,0-1-1 0 0,0 0 0 0 0,0 0 1 0 0,0 0-1 0 0,3-2 0 0 0,4-2-244 0 0,0-1 0 0 0,0 0 0 0 0,-1 0 0 0 0,16-15 0 0 0,-15 11 232 0 0,-1 0 1 0 0,-1 0-1 0 0,1 0 0 0 0,-1-1 0 0 0,-1 0 1 0 0,0 0-1 0 0,-1-1 0 0 0,0 0 1 0 0,-1 0-1 0 0,0 0 0 0 0,-1 0 0 0 0,0-1 1 0 0,-1 1-1 0 0,1-19 0 0 0,-2-14 1292 0 0,-1 0-1 0 0,-12-77 1 0 0,11 113-991 0 0,0 6-124 0 0,1-11 420 0 0,-2 0-1 0 0,0 0 0 0 0,-1 0 0 0 0,0 1 1 0 0,-1-1-1 0 0,-1 1 0 0 0,0 0 0 0 0,-8-16 1 0 0,12 28-468 0 0,1 0 1 0 0,-1 0 0 0 0,0 0-1 0 0,1 0 1 0 0,-1 1 0 0 0,0-1-1 0 0,1 0 1 0 0,-1 0 0 0 0,0 1-1 0 0,0-1 1 0 0,0 0-1 0 0,0 1 1 0 0,0-1 0 0 0,0 1-1 0 0,0-1 1 0 0,0 1 0 0 0,0-1-1 0 0,0 1 1 0 0,0 0 0 0 0,0 0-1 0 0,0-1 1 0 0,0 1 0 0 0,0 0-1 0 0,0 0 1 0 0,0 0 0 0 0,0 0-1 0 0,0 0 1 0 0,0 0 0 0 0,0 1-1 0 0,0-1 1 0 0,0 0 0 0 0,-2 1-1 0 0,2 0-20 0 0,0 0 0 0 0,0-1 0 0 0,0 1 0 0 0,0 0 0 0 0,0 0 0 0 0,0 0-1 0 0,0 0 1 0 0,0 1 0 0 0,1-1 0 0 0,-1 0 0 0 0,0 0 0 0 0,1 0 0 0 0,-1 1-1 0 0,1-1 1 0 0,-1 0 0 0 0,1 1 0 0 0,0-1 0 0 0,0 0 0 0 0,-1 1 0 0 0,1-1-1 0 0,0 0 1 0 0,0 1 0 0 0,0-1 0 0 0,0 0 0 0 0,1 3 0 0 0,6 29 75 0 0,2 0 0 0 0,1 0 0 0 0,1-1 0 0 0,29 56 1 0 0,-19-44-50 0 0,122 222-210 0 0,-118-223-281 0 0,-7-11-1382 0 0,-2 1-5890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5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32 228 5529 0 0,'0'2'172'0'0,"0"0"-1"0"0,0 0 0 0 0,0 0 1 0 0,0 0-1 0 0,0 0 0 0 0,0 0 1 0 0,1 0-1 0 0,-1 0 0 0 0,1 0 1 0 0,0 0-1 0 0,0 0 0 0 0,-1 0 1 0 0,1 0-1 0 0,0-1 0 0 0,0 1 1 0 0,1 0-1 0 0,-1-1 0 0 0,0 1 1 0 0,1 0-1 0 0,-1-1 0 0 0,1 0 1 0 0,-1 1-1 0 0,1-1 0 0 0,-1 0 1 0 0,1 0-1 0 0,0 0 1 0 0,0 0-1 0 0,0 0 0 0 0,0 0 1 0 0,-1 0-1 0 0,1-1 0 0 0,0 1 1 0 0,0-1-1 0 0,0 1 0 0 0,4-1 1 0 0,-2 0-24 0 0,0 0 1 0 0,1 0-1 0 0,-1 0 1 0 0,0-1 0 0 0,-1 0-1 0 0,1 0 1 0 0,0 0-1 0 0,0 0 1 0 0,0 0 0 0 0,0-1-1 0 0,-1 0 1 0 0,1 0-1 0 0,-1 0 1 0 0,1 0 0 0 0,-1 0-1 0 0,0-1 1 0 0,5-4-1 0 0,-6 4-168 0 0,1 0 0 0 0,-1-1 0 0 0,0 0 0 0 0,0 1 0 0 0,0-1 0 0 0,0 0 0 0 0,-1 0 0 0 0,0 0 0 0 0,0 0 0 0 0,0 0 0 0 0,0 0 0 0 0,0 0 0 0 0,-1-1 0 0 0,0 1 0 0 0,0 0 0 0 0,0 0 0 0 0,0 0 0 0 0,-1-1 0 0 0,1 1 0 0 0,-3-7 0 0 0,1 4 195 0 0,0-1 0 0 0,-1 0 0 0 0,0 1 0 0 0,-1-1 0 0 0,0 1 0 0 0,0 0 0 0 0,0 0 0 0 0,-1 1 0 0 0,1-1 0 0 0,-7-5 0 0 0,9 11-99 0 0,0 0 0 0 0,0 0 1 0 0,0 0-1 0 0,0 0 0 0 0,0 0 1 0 0,0 1-1 0 0,0-1 0 0 0,0 1 1 0 0,-1-1-1 0 0,1 1 0 0 0,0 0 1 0 0,0 0-1 0 0,0 0 1 0 0,0 0-1 0 0,-1 0 0 0 0,1 0 1 0 0,0 1-1 0 0,0-1 0 0 0,0 1 1 0 0,0 0-1 0 0,0-1 0 0 0,0 1 1 0 0,0 0-1 0 0,0 0 0 0 0,0 0 1 0 0,0 0-1 0 0,0 1 0 0 0,-1 0 1 0 0,-5 4-126 0 0,-1 0-1 0 0,1 0 1 0 0,1 0 0 0 0,-14 14 0 0 0,21-19 37 0 0,-1-1-1 0 0,1 1 0 0 0,-1 0 1 0 0,1-1-1 0 0,-1 1 1 0 0,1 0-1 0 0,-1 0 1 0 0,1-1-1 0 0,0 1 1 0 0,-1 0-1 0 0,1 0 0 0 0,0-1 1 0 0,0 1-1 0 0,0 0 1 0 0,-1 0-1 0 0,1 0 1 0 0,0 0-1 0 0,0-1 1 0 0,0 1-1 0 0,0 0 1 0 0,1 0-1 0 0,-1 0 0 0 0,0 0 1 0 0,0-1-1 0 0,0 1 1 0 0,1 0-1 0 0,-1 0 1 0 0,0-1-1 0 0,1 3 1 0 0,1-1 0 0 0,0 0 0 0 0,0 0 0 0 0,0 0 0 0 0,0 0 1 0 0,0 0-1 0 0,0 0 0 0 0,1-1 0 0 0,-1 1 0 0 0,4 1 1 0 0,3 1 23 0 0,1 0-1 0 0,-1 0 1 0 0,1-1 0 0 0,11 3 0 0 0,-17-5 53 0 0,0-1 0 0 0,0 1 1 0 0,0-1-1 0 0,0 0 0 0 0,0 0 0 0 0,-1 0 0 0 0,1 0 0 0 0,0-1 0 0 0,0 0 0 0 0,0 1 0 0 0,-1-2 0 0 0,1 1 0 0 0,0 0 0 0 0,-1-1 0 0 0,1 1 0 0 0,-1-1 0 0 0,0 0 0 0 0,1 0 0 0 0,-1 0 0 0 0,0-1 0 0 0,5-5 0 0 0,-6 5 20 0 0,1 1 0 0 0,-2-2 0 0 0,1 1 1 0 0,0 0-1 0 0,-1 0 0 0 0,1 0 0 0 0,-1-1 0 0 0,0 1 0 0 0,0-1 0 0 0,0 1 0 0 0,-1-1 0 0 0,1 1 0 0 0,-1-1 0 0 0,0 1 0 0 0,0-1 1 0 0,0 1-1 0 0,0-1 0 0 0,-1 0 0 0 0,1 1 0 0 0,-1-1 0 0 0,0 1 0 0 0,0 0 0 0 0,-3-7 0 0 0,1 2 1 0 0,-1 1 0 0 0,0-1 0 0 0,0 1-1 0 0,0 0 1 0 0,-1 0 0 0 0,-10-11 0 0 0,14 16-77 0 0,-1 1 0 0 0,1-1 1 0 0,-1 1-1 0 0,1 0 0 0 0,-1 0 0 0 0,1 0 1 0 0,-1 0-1 0 0,0 0 0 0 0,1 0 0 0 0,-1 0 1 0 0,0 0-1 0 0,0 1 0 0 0,0-1 0 0 0,0 1 0 0 0,0-1 1 0 0,1 1-1 0 0,-1 0 0 0 0,0 0 0 0 0,0-1 1 0 0,0 1-1 0 0,0 1 0 0 0,0-1 0 0 0,0 0 1 0 0,0 0-1 0 0,0 1 0 0 0,0-1 0 0 0,0 1 1 0 0,1 0-1 0 0,-1 0 0 0 0,0-1 0 0 0,0 1 1 0 0,1 0-1 0 0,-1 0 0 0 0,-2 3 0 0 0,0-1-246 0 0,1 0 0 0 0,0 0-1 0 0,0 0 1 0 0,0 0-1 0 0,0 1 1 0 0,-2 4 0 0 0,-8 13-6986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1.8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2 1376 0 0,'-5'0'-97'0'0,"-1"-1"806"0"0,1 1 0 0 0,0 0 0 0 0,-1 0 0 0 0,1 0 0 0 0,0 1 0 0 0,-1 0 0 0 0,1 0 0 0 0,0 0 0 0 0,0 1 0 0 0,0-1 0 0 0,0 1 0 0 0,-9 5 0 0 0,14 8 3676 0 0,10 18-2557 0 0,-6-23-1165 0 0,8 36-109 0 0,-3 0 0 0 0,5 65 1 0 0,2 6 22 0 0,4-16-875 0 0,-8-46-222 0 0,-3 1-1 0 0,5 94 1 0 0,-15-139-1468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1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1 169 920 0 0,'10'-17'1069'0'0,"1"-1"0"0"0,1 1 0 0 0,1 1-1 0 0,0 0 1 0 0,19-18 0 0 0,-22 24-384 0 0,-6 6-142 0 0,0 0 1 0 0,0 0 0 0 0,0 0 0 0 0,1 0-1 0 0,-1 1 1 0 0,1-1 0 0 0,0 1 0 0 0,0 1-1 0 0,0-1 1 0 0,7-2 0 0 0,-10 5-436 0 0,0 0-1 0 0,0-1 1 0 0,0 1-1 0 0,1 0 1 0 0,-1 0 0 0 0,0 0-1 0 0,0 1 1 0 0,1-1-1 0 0,-1 0 1 0 0,0 1 0 0 0,0 0-1 0 0,0-1 1 0 0,0 1 0 0 0,0 0-1 0 0,0 0 1 0 0,0 0-1 0 0,0 0 1 0 0,0 1 0 0 0,0-1-1 0 0,-1 0 1 0 0,1 1-1 0 0,0-1 1 0 0,-1 1 0 0 0,1 0-1 0 0,-1-1 1 0 0,0 1-1 0 0,1 0 1 0 0,1 4 0 0 0,1 1-105 0 0,0 0 1 0 0,-1 1 0 0 0,0 0-1 0 0,0 0 1 0 0,-1 0-1 0 0,0 0 1 0 0,0 0 0 0 0,-1 0-1 0 0,0 0 1 0 0,0 1-1 0 0,-1-1 1 0 0,0 0 0 0 0,-1 0-1 0 0,-1 9 1 0 0,-3 16 79 0 0,-2-1 0 0 0,-12 37 0 0 0,13-50 40 0 0,-3 6 48 0 0,6-20-25 0 0,1 0 0 0 0,0 0 0 0 0,0 0 0 0 0,0 0 0 0 0,1 1 0 0 0,0-1 0 0 0,0 0 0 0 0,0 1 0 0 0,1-1 0 0 0,-1 0 0 0 0,2 10 0 0 0,-1-14-91 0 0,1 0 0 0 0,0 0-1 0 0,-1 0 1 0 0,1 0 0 0 0,0 0-1 0 0,-1 0 1 0 0,1 0 0 0 0,0-1-1 0 0,0 1 1 0 0,0 0-1 0 0,0-1 1 0 0,0 1 0 0 0,-1 0-1 0 0,1-1 1 0 0,0 1 0 0 0,0-1-1 0 0,1 0 1 0 0,-1 1-1 0 0,0-1 1 0 0,0 0 0 0 0,0 0-1 0 0,0 1 1 0 0,0-1 0 0 0,0 0-1 0 0,0 0 1 0 0,0 0-1 0 0,1 0 1 0 0,-1-1 0 0 0,0 1-1 0 0,0 0 1 0 0,0 0 0 0 0,0-1-1 0 0,0 1 1 0 0,1-1-1 0 0,43-15 291 0 0,-37 13-250 0 0,67-32-110 0 0,-58 26-619 0 0,1 0 1 0 0,1 0-1 0 0,-1 2 1 0 0,1 1 0 0 0,1 0-1 0 0,-1 1 1 0 0,34-4-1 0 0,-30 9-5518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4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5985 0 0,'10'25'10781'0'0,"5"12"-8148"0"0,21 156-1002 0 0,-22-110-2422 0 0,8 67-2638 0 0,-14-93 2166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2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142 239 9674 0 0,'-3'-5'917'0'0,"-1"0"0"0"0,1 1 0 0 0,-1-1 0 0 0,0 1-1 0 0,0-1 1 0 0,-1 1 0 0 0,1 0 0 0 0,-1 1 0 0 0,0-1 0 0 0,0 1 0 0 0,-8-4-1 0 0,12 7-870 0 0,1 0 0 0 0,0 0-1 0 0,-1 1 1 0 0,1-1 0 0 0,0 0-1 0 0,-1 1 1 0 0,1-1 0 0 0,0 1-1 0 0,0-1 1 0 0,-1 0 0 0 0,1 1-1 0 0,0-1 1 0 0,0 1 0 0 0,0-1-1 0 0,0 1 1 0 0,-1-1-1 0 0,1 0 1 0 0,0 1 0 0 0,0-1-1 0 0,0 1 1 0 0,0-1 0 0 0,0 1-1 0 0,0-1 1 0 0,0 1 0 0 0,0-1-1 0 0,0 1 1 0 0,0-1 0 0 0,1 0-1 0 0,-1 1 1 0 0,0-1 0 0 0,0 1-1 0 0,1 0 1 0 0,3 24 150 0 0,-3-19-52 0 0,23 177 49 0 0,30 180-2066 0 0,-52-352 2256 0 0,-2 3-4265 0 0,-31-50-7592 0 0,-3-29 8021 0 0,-27-82 4337 0 0,49 116-1400 0 0,6 15 551 0 0,1 1 0 0 0,1-1 1 0 0,0 0-1 0 0,1 0 1 0 0,1 0-1 0 0,0 0 0 0 0,2 0 1 0 0,0-1-1 0 0,0 1 1 0 0,1 0-1 0 0,6-24 0 0 0,-3 21 948 0 0,2-1-1 0 0,0 1 0 0 0,12-24 0 0 0,-5 18 1471 0 0,0 0 1 0 0,18-22-1 0 0,-19 29-893 0 0,-5 7-766 0 0,1-1-1 0 0,0 2 0 0 0,1-1 0 0 0,0 1 1 0 0,0 0-1 0 0,18-13 0 0 0,-27 23-776 0 0,1-1-1 0 0,-1 1 1 0 0,0 0-1 0 0,1-1 1 0 0,-1 1-1 0 0,1 0 1 0 0,-1-1-1 0 0,1 1 1 0 0,-1 0-1 0 0,1 0 1 0 0,-1 0-1 0 0,1 0 1 0 0,0-1-1 0 0,-1 1 1 0 0,1 0-1 0 0,-1 0 1 0 0,1 0-1 0 0,-1 0 1 0 0,1 0 0 0 0,-1 0-1 0 0,1 1 1 0 0,0-1-1 0 0,-1 0 1 0 0,1 0-1 0 0,-1 0 1 0 0,1 0-1 0 0,-1 1 1 0 0,1-1-1 0 0,-1 0 1 0 0,1 1-1 0 0,6 17 107 0 0,-9 27-248 0 0,2-42 133 0 0,-9 50-290 0 0,-2 0 0 0 0,-26 74 0 0 0,-4 15-74 0 0,41-141 362 0 0,-1 0-1 0 0,1 0 1 0 0,-1 1 0 0 0,1-1-1 0 0,0 0 1 0 0,-1 0-1 0 0,1 1 1 0 0,0-1 0 0 0,0 0-1 0 0,0 1 1 0 0,0-1 0 0 0,0 0-1 0 0,0 1 1 0 0,1-1-1 0 0,-1 0 1 0 0,0 1 0 0 0,1-1-1 0 0,-1 0 1 0 0,0 1 0 0 0,1-1-1 0 0,0 0 1 0 0,-1 0-1 0 0,1 0 1 0 0,0 0 0 0 0,0 0-1 0 0,-1 1 1 0 0,1-1 0 0 0,0 0-1 0 0,0-1 1 0 0,0 1-1 0 0,2 2 1 0 0,2-2 75 0 0,0 0 1 0 0,0 0-1 0 0,0 0 0 0 0,0 0 0 0 0,0-1 1 0 0,0 1-1 0 0,8-2 0 0 0,-12 1-75 0 0,106-7 789 0 0,-25 0-1561 0 0,-27 8-2599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6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69 6913 0 0,'3'-5'720'0'0,"0"-1"-1"0"0,0 1 0 0 0,1 0 1 0 0,0 0-1 0 0,0 1 0 0 0,0-1 0 0 0,0 1 1 0 0,5-5-1 0 0,-5 5 337 0 0,-3 3-942 0 0,0 0 0 0 0,0 0-1 0 0,0-1 1 0 0,1 1 0 0 0,-1 0 0 0 0,0 0 0 0 0,0 0-1 0 0,1 0 1 0 0,-1 0 0 0 0,1 0 0 0 0,-1 1 0 0 0,1-1-1 0 0,-1 0 1 0 0,1 1 0 0 0,-1-1 0 0 0,1 1-1 0 0,0-1 1 0 0,-1 1 0 0 0,1 0 0 0 0,0 0 0 0 0,-1 0-1 0 0,1 0 1 0 0,-1 0 0 0 0,1 0 0 0 0,0 0 0 0 0,-1 0-1 0 0,3 1 1 0 0,-1 1-15 0 0,-1 0 0 0 0,1 0 0 0 0,-1 0 1 0 0,0 0-1 0 0,0 0 0 0 0,0 0 0 0 0,0 1 0 0 0,0-1 0 0 0,-1 1 0 0 0,1-1 1 0 0,-1 1-1 0 0,1 0 0 0 0,-1 0 0 0 0,1 4 0 0 0,7 21 373 0 0,-1 1 0 0 0,-1 0 0 0 0,5 54 0 0 0,-6-33-147 0 0,-6-46-244 0 0,1-1 0 0 0,0 1 0 0 0,-1-1 0 0 0,1 1 0 0 0,0-1 0 0 0,1 0 0 0 0,-1 1 0 0 0,1-1 0 0 0,-1 0 0 0 0,1 0 0 0 0,4 5 0 0 0,-5-7-59 0 0,0 0 0 0 0,0 0 0 0 0,0-1 0 0 0,0 1 0 0 0,1 0 0 0 0,-1-1-1 0 0,0 1 1 0 0,0-1 0 0 0,1 0 0 0 0,-1 1 0 0 0,0-1 0 0 0,1 0 0 0 0,-1 0 0 0 0,0 0-1 0 0,1 0 1 0 0,-1 0 0 0 0,0 0 0 0 0,1 0 0 0 0,-1 0 0 0 0,0 0 0 0 0,1-1 0 0 0,-1 1-1 0 0,0 0 1 0 0,1-1 0 0 0,-1 0 0 0 0,0 1 0 0 0,0-1 0 0 0,0 1 0 0 0,0-1-1 0 0,1 0 1 0 0,-1 0 0 0 0,0 0 0 0 0,1-2 0 0 0,62-52 247 0 0,-38 29-2992 0 0,-11 11-1312 0 0,6-6-3079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0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61 111 8290 0 0,'-60'-110'11617'0'0,"61"170"-8850"0"0,4 209-2480 0 0,-2-29-312 0 0,1-179 28 0 0,22 113-1 0 0,-22-154-68 0 0,0-4-511 0 0,0 0 1 0 0,-2 1 0 0 0,2 17 0 0 0,-4-59-9912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4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21 388 4145 0 0,'-10'-60'1745'0'0,"7"41"-200"0"0,0-1 0 0 0,-1-37 1 0 0,4 50-1161 0 0,1-1 0 0 0,0 1 0 0 0,0-1 0 0 0,1 1 0 0 0,0 0 1 0 0,0-1-1 0 0,1 1 0 0 0,-1 0 0 0 0,2 1 0 0 0,-1-1 0 0 0,7-8 0 0 0,4-5 795 0 0,0 0 0 0 0,29-28 1 0 0,-38 43-997 0 0,0 1 0 0 0,-1-1 0 0 0,1 1 0 0 0,1 0 0 0 0,-1 0 0 0 0,1 1 1 0 0,-1 0-1 0 0,1 0 0 0 0,0 0 0 0 0,0 0 0 0 0,0 1 0 0 0,1 0 1 0 0,-1 1-1 0 0,13-3 0 0 0,-14 5-163 0 0,-1-1-1 0 0,1 1 1 0 0,0 0 0 0 0,-1 0-1 0 0,0 1 1 0 0,1-1-1 0 0,-1 1 1 0 0,0 0 0 0 0,0 0-1 0 0,1 1 1 0 0,-2-1 0 0 0,1 1-1 0 0,0 0 1 0 0,-1 0 0 0 0,1 0-1 0 0,-1 0 1 0 0,0 1 0 0 0,0-1-1 0 0,0 1 1 0 0,0 0-1 0 0,-1 0 1 0 0,1 0 0 0 0,-1 0-1 0 0,3 9 1 0 0,0-1-22 0 0,0 1 0 0 0,-1 0 0 0 0,0 0-1 0 0,-1 0 1 0 0,-1 0 0 0 0,0 1 0 0 0,0 18 0 0 0,-6 16 18 0 0,-2 1 1 0 0,-1-1 0 0 0,-3 0-1 0 0,-23 66 1 0 0,2-3 450 0 0,28-99-400 0 0,2-10-15 0 0,1 0-1 0 0,-1 0 1 0 0,0 0 0 0 0,1 1 0 0 0,-1-1 0 0 0,1 0 0 0 0,0 0 0 0 0,0 0 0 0 0,0 0 0 0 0,0 0-1 0 0,0 1 1 0 0,1 2 0 0 0,0-4-32 0 0,0 0 1 0 0,0 0-1 0 0,0-1 0 0 0,1 1 0 0 0,-1 0 1 0 0,0-1-1 0 0,0 1 0 0 0,1-1 0 0 0,-1 1 1 0 0,1-1-1 0 0,-1 1 0 0 0,0-1 1 0 0,1 0-1 0 0,-1 0 0 0 0,1 0 0 0 0,-1 0 1 0 0,0 0-1 0 0,1 0 0 0 0,-1 0 0 0 0,1 0 1 0 0,-1-1-1 0 0,3 0 0 0 0,14 0-52 0 0,6-2-659 0 0,0 1 0 0 0,1 1 0 0 0,-1 1 1 0 0,0 1-1 0 0,31 6 0 0 0,-31-2-6454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8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64 5985 0 0,'-1'-2'260'0'0,"1"0"-1"0"0,-1 1 1 0 0,1-1 0 0 0,0 0-1 0 0,-1 1 1 0 0,1-1-1 0 0,0 0 1 0 0,0 0 0 0 0,0 1-1 0 0,0-1 1 0 0,1 0-1 0 0,-1 1 1 0 0,0-1-1 0 0,1 0 1 0 0,-1 1 0 0 0,1-1-1 0 0,0 0 1 0 0,-1 1-1 0 0,1-1 1 0 0,0 1 0 0 0,0-1-1 0 0,0 1 1 0 0,0-1-1 0 0,0 1 1 0 0,0 0-1 0 0,0 0 1 0 0,1-1 0 0 0,-1 1-1 0 0,0 0 1 0 0,1 0-1 0 0,-1 0 1 0 0,1 0-1 0 0,-1 1 1 0 0,1-1 0 0 0,-1 0-1 0 0,3 0 1 0 0,0-1 349 0 0,0 0 0 0 0,0 1 0 0 0,0 0-1 0 0,0-1 1 0 0,1 1 0 0 0,-1 1 0 0 0,0-1 0 0 0,7 0 0 0 0,-9 1-541 0 0,0 1 1 0 0,1-1-1 0 0,-1 0 1 0 0,0 0-1 0 0,0 1 0 0 0,0 0 1 0 0,0-1-1 0 0,1 1 1 0 0,2 1-1 0 0,0 2-13 0 0,0 1 0 0 0,0-1-1 0 0,0 1 1 0 0,0 0 0 0 0,-1 0 0 0 0,0 1-1 0 0,0-1 1 0 0,0 1 0 0 0,-1 0 0 0 0,0-1 0 0 0,0 2-1 0 0,0-1 1 0 0,-1 0 0 0 0,2 8 0 0 0,3 12-11 0 0,-1 1 0 0 0,3 28 1 0 0,-6-21 20 0 0,-2 0-1 0 0,-2-1 1 0 0,-7 57 0 0 0,3-52 81 0 0,2 0-1 0 0,3 52 1 0 0,0-90-152 0 0,-1 1 0 0 0,1 0 1 0 0,0 0-1 0 0,0 0 0 0 0,0 0 0 0 0,0 0 0 0 0,0 0 0 0 0,0 0 1 0 0,1 0-1 0 0,-1 0 0 0 0,0 0 0 0 0,0 0 0 0 0,1 0 1 0 0,-1 0-1 0 0,1 0 0 0 0,-1 0 0 0 0,1 0 0 0 0,-1 0 0 0 0,1-1 1 0 0,-1 1-1 0 0,1 0 0 0 0,0 0 0 0 0,-1-1 0 0 0,1 1 0 0 0,0 0 1 0 0,0-1-1 0 0,-1 1 0 0 0,1-1 0 0 0,0 1 0 0 0,0-1 1 0 0,0 1-1 0 0,0-1 0 0 0,0 0 0 0 0,0 1 0 0 0,0-1 0 0 0,0 0 1 0 0,0 0-1 0 0,0 0 0 0 0,0 1 0 0 0,0-1 0 0 0,0 0 0 0 0,0 0 1 0 0,0-1-1 0 0,0 1 0 0 0,0 0 0 0 0,0 0 0 0 0,0 0 1 0 0,-1-1-1 0 0,1 1 0 0 0,0 0 0 0 0,0-1 0 0 0,0 1 0 0 0,0-1 1 0 0,0 1-1 0 0,0-1 0 0 0,-1 0 0 0 0,2 0 0 0 0,7-5-117 0 0,-1 0 1 0 0,0 0-1 0 0,0-1 0 0 0,8-9 0 0 0,34-45-1492 0 0,-30 39 325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6.9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300 844 920 0 0,'-64'-71'1893'0'0,"35"38"-340"0"0,-43-39-1 0 0,62 63-416 0 0,-1 1-1 0 0,0 0 1 0 0,0 1 0 0 0,0 0 0 0 0,-1 1 0 0 0,0 0 0 0 0,0 1 0 0 0,-32-14 4770 0 0,46 19-5779 0 0,0 0-1 0 0,0 0 1 0 0,0 0-1 0 0,0 1 1 0 0,0-1 0 0 0,0 1-1 0 0,-1-1 1 0 0,1 1-1 0 0,0-1 1 0 0,3 3-1 0 0,30 18 9 0 0,-2 2 0 0 0,49 43 0 0 0,55 65-172 0 0,-83-78 59 0 0,-23-22-26 0 0,-20-18-5 0 0,1-1 1 0 0,1 0-1 0 0,-1-1 0 0 0,2 0 1 0 0,0-1-1 0 0,26 15 1 0 0,-39-24 16 0 0,0-1 0 0 0,0 1 0 0 0,0-1 0 0 0,0 1 0 0 0,1-1 0 0 0,-1 0 0 0 0,0 0 0 0 0,0 1 0 0 0,0-1 0 0 0,0 0-1 0 0,0 0 1 0 0,0 0 0 0 0,1 0 0 0 0,-1-1 0 0 0,0 1 0 0 0,0 0 0 0 0,0 0 0 0 0,0-1 0 0 0,0 1 0 0 0,0 0 0 0 0,0-1 0 0 0,0 1 0 0 0,0-1 0 0 0,0 0 0 0 0,0 1 0 0 0,0-1 0 0 0,0 0 0 0 0,0 1 0 0 0,0-1 0 0 0,-1 0 0 0 0,1 0 0 0 0,0 0 0 0 0,-1 0 0 0 0,1 0 0 0 0,0 0 0 0 0,-1 0 0 0 0,1 0 0 0 0,-1 0 0 0 0,0 0 0 0 0,1 0 0 0 0,-1-1-1 0 0,3-7 108 0 0,-1 0 1 0 0,0 0-1 0 0,-1 0 0 0 0,1-12 0 0 0,-1 9-64 0 0,13-152 245 0 0,-10-222-1 0 0,-5 373-405 0 0,1-163-338 0 0,2 158-58 0 0,0 0-1 0 0,1 0 1 0 0,0 0 0 0 0,2 0-1 0 0,0 1 1 0 0,1 0 0 0 0,13-26-1 0 0,-4 18-6630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5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5529 0 0,'0'-2'517'0'0,"0"-1"-1"0"0,0 1 1 0 0,0 0 0 0 0,1-1-1 0 0,-1 1 1 0 0,1 0 0 0 0,-1-1-1 0 0,1 1 1 0 0,0 0-1 0 0,0 0 1 0 0,0 0 0 0 0,0 0-1 0 0,0 0 1 0 0,1 0 0 0 0,-1 0-1 0 0,0 0 1 0 0,1 1-1 0 0,0-1 1 0 0,1-1 0 0 0,0 0-142 0 0,1 1 0 0 0,-1 0 1 0 0,1 0-1 0 0,0 0 1 0 0,-1 0-1 0 0,1 1 0 0 0,0 0 1 0 0,0 0-1 0 0,0 0 0 0 0,5-1 1 0 0,1 1-740 0 0,0 0 0 0 0,0 1 1 0 0,0 0-1 0 0,0 1 0 0 0,0 0 0 0 0,0 0 1 0 0,17 6-1 0 0,-11-2-5875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66 6913 0 0,'10'-9'2124'0'0,"1"1"0"0"0,21-15-1 0 0,8 4-2510 0 0,-36 17-178 0 0,1 1 0 0 0,-1 0 0 0 0,1 0 1 0 0,-1 0-1 0 0,1 1 0 0 0,9-1 0 0 0,1 3-1579 0 0,1-1-22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8.7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98 303 5065 0 0,'-7'-1'557'0'0,"0"1"1"0"0,1 0-1 0 0,-1 0 0 0 0,-12 1 1 0 0,14 0-155 0 0,0 0-1 0 0,-1-1 1 0 0,1 0 0 0 0,-1 0 0 0 0,1-1 0 0 0,-1 1 0 0 0,-8-3-1 0 0,34-2 4864 0 0,32-7-4164 0 0,400-65 635 0 0,-263 50-633 0 0,244-5 1 0 0,-101 12-655 0 0,300-82 773 0 0,-589 93-1159 0 0,-40 9-60 0 0,18-5-27 0 0,-1 1 1 0 0,1 0 0 0 0,0 2 0 0 0,0 1-1 0 0,-1 0 1 0 0,29 4 0 0 0,-47-3-115 0 0,0 1 0 0 0,0-1 1 0 0,0 1-1 0 0,0 0 0 0 0,0-1 0 0 0,0 1 1 0 0,0 0-1 0 0,-1 0 0 0 0,1 0 0 0 0,0 1 0 0 0,-1-1 1 0 0,1 0-1 0 0,-1 1 0 0 0,1-1 0 0 0,-1 1 1 0 0,1-1-1 0 0,-1 1 0 0 0,0-1 0 0 0,0 1 1 0 0,0 0-1 0 0,0 0 0 0 0,0 0 0 0 0,0 0 0 0 0,-1-1 1 0 0,1 1-1 0 0,0 3 0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0.7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34 5065 0 0,'-9'1'5301'0'0,"16"2"-2071"0"0,14 1-1776 0 0,1-4-283 0 0,0 0-1 0 0,0-2 1 0 0,1-1 0 0 0,-1-1-1 0 0,26-7 1 0 0,40-7-559 0 0,-76 16-1101 0 0,0 1 1 0 0,1 1-1 0 0,-1 0 1 0 0,0 0-1 0 0,15 3 1 0 0,-10 3-1890 0 0,-9-3 828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1.1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85 1 1376 0 0,'-13'4'696'0'0,"7"-2"359"0"0,0-1 0 0 0,0 2 1 0 0,0-1-1 0 0,0 1 0 0 0,0 0 1 0 0,-8 6-1 0 0,12-7-719 0 0,0 0 0 0 0,0 0 0 0 0,0 0-1 0 0,1 0 1 0 0,-1 0 0 0 0,0 1 0 0 0,1-1 0 0 0,0 1 0 0 0,0-1 0 0 0,0 1 0 0 0,0-1 0 0 0,0 1 0 0 0,0 0-1 0 0,1 0 1 0 0,-1-1 0 0 0,1 1 0 0 0,0 0 0 0 0,0 0 0 0 0,0 3 0 0 0,0 3-61 0 0,0-1 0 0 0,1 1 0 0 0,0 0 0 0 0,1-1 0 0 0,0 1 1 0 0,0-1-1 0 0,1 0 0 0 0,0 0 0 0 0,0 0 0 0 0,1 0 0 0 0,0 0 0 0 0,0-1 1 0 0,1 0-1 0 0,0 1 0 0 0,0-2 0 0 0,10 11 0 0 0,-5-8-229 0 0,1 1 0 0 0,1-2 0 0 0,0 0 0 0 0,0 0 0 0 0,0-1 0 0 0,1-1 0 0 0,0 0 0 0 0,0-1 0 0 0,19 5 0 0 0,-27-9-18 0 0,-1 1 1 0 0,1-1 0 0 0,0 1-1 0 0,-1 0 1 0 0,1 0-1 0 0,-1 1 1 0 0,1-1-1 0 0,-1 1 1 0 0,0 0 0 0 0,0 0-1 0 0,3 4 1 0 0,-5-5-9 0 0,-1 0 0 0 0,1 0 0 0 0,-1 1-1 0 0,0-1 1 0 0,0 1 0 0 0,0 0 0 0 0,0-1 0 0 0,0 1 0 0 0,-1 0 0 0 0,1-1 0 0 0,-1 1 0 0 0,0 0 0 0 0,1-1 0 0 0,-1 1 0 0 0,0 0 0 0 0,-1 0 0 0 0,1-1 0 0 0,-1 1 0 0 0,1 0 0 0 0,-1 0-1 0 0,-1 2 1 0 0,-4 12-18 0 0,0 0 0 0 0,-2 0 0 0 0,0-1-1 0 0,-1 0 1 0 0,0 0 0 0 0,-1-1-1 0 0,-1-1 1 0 0,-1 0 0 0 0,0 0 0 0 0,0-1-1 0 0,-2 0 1 0 0,1-1 0 0 0,-2-1 0 0 0,1 0-1 0 0,-2-1 1 0 0,-16 8 0 0 0,20-13-1250 0 0,-1-1-3852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2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77 4609 0 0,'-1'-2'393'0'0,"1"0"-1"0"0,-1-1 1 0 0,1 1-1 0 0,-1-1 1 0 0,1 1 0 0 0,0-1-1 0 0,0 1 1 0 0,0-1 0 0 0,0 1-1 0 0,1-1 1 0 0,-1 1 0 0 0,0 0-1 0 0,1-1 1 0 0,0 1-1 0 0,0-1 1 0 0,0 1 0 0 0,0 0-1 0 0,1-3 1 0 0,-1 3-79 0 0,0 1-1 0 0,0-1 1 0 0,0 0 0 0 0,0 0-1 0 0,0 1 1 0 0,0-1-1 0 0,0 1 1 0 0,1-1 0 0 0,-1 1-1 0 0,1-1 1 0 0,-1 1 0 0 0,1 0-1 0 0,0 0 1 0 0,-1 0 0 0 0,1 0-1 0 0,0 0 1 0 0,0 0 0 0 0,0 0-1 0 0,-1 0 1 0 0,1 1-1 0 0,0-1 1 0 0,3 1 0 0 0,-3 0-269 0 0,0 0 1 0 0,-1 0-1 0 0,1 1 0 0 0,0-1 1 0 0,0 1-1 0 0,-1 0 0 0 0,1 0 1 0 0,0-1-1 0 0,-1 1 0 0 0,1 0 1 0 0,0 0-1 0 0,-1 0 1 0 0,0 1-1 0 0,1-1 0 0 0,-1 0 1 0 0,0 1-1 0 0,1-1 0 0 0,-1 0 1 0 0,0 1-1 0 0,0-1 1 0 0,0 1-1 0 0,0 0 0 0 0,0-1 1 0 0,-1 1-1 0 0,1 0 0 0 0,-1 0 1 0 0,1-1-1 0 0,-1 1 1 0 0,1 2-1 0 0,2 10 315 0 0,-1-1 0 0 0,0 0 1 0 0,0 15-1 0 0,-2-14-264 0 0,2 11-88 0 0,0 13 89 0 0,2 0-1 0 0,14 60 1 0 0,-16-89-82 0 0,1 1-1 0 0,0-1 1 0 0,1 0 0 0 0,-1 0 0 0 0,2 0 0 0 0,-1-1 0 0 0,1 0 0 0 0,1 1 0 0 0,-1-2 0 0 0,1 1-1 0 0,1-1 1 0 0,0 0 0 0 0,0 0 0 0 0,0-1 0 0 0,12 9 0 0 0,-14-13-6 0 0,-1 0 0 0 0,1 0 1 0 0,0 0-1 0 0,0-1 0 0 0,0 1 0 0 0,1-1 0 0 0,-1 0 1 0 0,0-1-1 0 0,0 1 0 0 0,1-1 0 0 0,-1 0 0 0 0,0-1 1 0 0,0 1-1 0 0,1-1 0 0 0,-1 0 0 0 0,0 0 1 0 0,0-1-1 0 0,7-2 0 0 0,10-5-660 0 0,0-1 0 0 0,35-22 0 0 0,-42 23-284 0 0,4-3-2140 0 0,-1-1 0 0 0,25-23-1 0 0,-34 28 1620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5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40 4145 0 0,'-5'-6'-826'0'0,"-6"-9"2428"0"0,-20-3 11276 0 0,30 18-12666 0 0,0 2 5 0 0,0-1 0 0 0,0 1-1 0 0,0-1 1 0 0,0 1 0 0 0,0-1 0 0 0,0 1 0 0 0,1-1 0 0 0,-1 1-1 0 0,0 0 1 0 0,1-1 0 0 0,0 1 0 0 0,-1 3 0 0 0,0 11 242 0 0,0-1 1 0 0,1 1 0 0 0,0 0-1 0 0,1-1 1 0 0,5 20-1 0 0,1 30 84 0 0,-6-25-610 0 0,10 143 278 0 0,-6-143-1714 0 0,1-1 0 0 0,20 64 1 0 0,-19-82-5709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4.7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19 1376 0 0,'-15'-19'19690'0'0,"9"29"-21739"0"0,-1 12-2735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0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0 8754 0 0,'-7'3'7238'0'0,"7"-2"-7037"0"0,-5 13 2684 0 0,2 14-2621 0 0,3-26-15 0 0,-8 63 197 0 0,2 109 0 0 0,7-155-641 0 0,0 0 0 0 0,1 0 0 0 0,1 0 0 0 0,1 0 0 0 0,1 0 0 0 0,0-1 0 0 0,2 0 0 0 0,0 0 0 0 0,1 0 1 0 0,11 19-1 0 0,-8-23-608 0 0,1 0 1 0 0,0-1-1 0 0,1 0 1 0 0,0-1 0 0 0,1-1-1 0 0,17 12 1 0 0,-20-15-406 0 0,-2-2 744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4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29 271 5065 0 0,'-3'2'337'0'0,"1"0"0"0"0,0 0 0 0 0,-1 1 0 0 0,1-1 0 0 0,0 1 0 0 0,0-1 0 0 0,1 1 0 0 0,-1 0 0 0 0,0 0 0 0 0,1 0 0 0 0,0 0 1 0 0,0 0-1 0 0,0 0 0 0 0,0 0 0 0 0,0 0 0 0 0,0 0 0 0 0,1 0 0 0 0,0 1 0 0 0,-1-1 0 0 0,1 0 0 0 0,1 5 0 0 0,0 3 270 0 0,0 0 0 0 0,0 0 0 0 0,2 0 0 0 0,5 18 0 0 0,-2-12-298 0 0,1 1-1 0 0,1-1 0 0 0,1 0 1 0 0,0 0-1 0 0,1-1 1 0 0,20 25-1 0 0,-25-36-284 0 0,0 1 1 0 0,0-1-1 0 0,1-1 1 0 0,0 1-1 0 0,0-1 1 0 0,0 0-1 0 0,0 0 1 0 0,14 6-1 0 0,-16-9 4 0 0,0 1 0 0 0,0-1 0 0 0,1 0 0 0 0,-1-1 0 0 0,1 1 0 0 0,-1-1 0 0 0,0 1 0 0 0,1-2 0 0 0,-1 1 0 0 0,1 0 0 0 0,-1-1 0 0 0,1 0-1 0 0,-1 0 1 0 0,0 0 0 0 0,8-3 0 0 0,-6 1 82 0 0,-1 1 1 0 0,0-1-1 0 0,0 0 0 0 0,0 0 0 0 0,0-1 1 0 0,-1 1-1 0 0,0-1 0 0 0,1 0 0 0 0,-1 0 1 0 0,-1-1-1 0 0,1 1 0 0 0,0-1 0 0 0,2-5 1 0 0,-1 1 27 0 0,-1 1 1 0 0,-1-1 0 0 0,1 0-1 0 0,-2 0 1 0 0,1 0 0 0 0,-1-1-1 0 0,1-11 1 0 0,-1-10 192 0 0,-2 0-1 0 0,-1 0 1 0 0,-8-55 0 0 0,4 52-196 0 0,-1-1 0 0 0,-15-45 0 0 0,18 70-239 0 0,0 1 1 0 0,0 0-1 0 0,-1 1 1 0 0,-1-1 0 0 0,0 1-1 0 0,0 0 1 0 0,0 0-1 0 0,-1 0 1 0 0,0 1 0 0 0,0-1-1 0 0,-1 2 1 0 0,0-1-1 0 0,-15-10 1 0 0,7 10-1822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0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4145 0 0,'11'12'16717'0'0,"4"16"-13667"0"0,4 17-5621 0 0,-13-29 4106 0 0,20 62-1378 0 0,-8-19-228 0 0,3 0 0 0 0,3-2 0 0 0,46 83 0 0 0,-70-140 79 0 0,0 1 0 0 0,0-1-1 0 0,0 0 1 0 0,0 1 0 0 0,0-1 0 0 0,1 0 0 0 0,-1 1 0 0 0,0-1-1 0 0,0 0 1 0 0,0 1 0 0 0,1-1 0 0 0,-1 0 0 0 0,0 1 0 0 0,0-1-1 0 0,1 0 1 0 0,-1 0 0 0 0,0 0 0 0 0,1 1 0 0 0,-1-1-1 0 0,0 0 1 0 0,1 0 0 0 0,-1 0 0 0 0,1 0 0 0 0,-1 1 0 0 0,0-1-1 0 0,1 0 1 0 0,-1 0 0 0 0,0 0 0 0 0,1 0 0 0 0,-1 0 0 0 0,1 0-1 0 0,-1 0 1 0 0,0 0 0 0 0,1 0 0 0 0,-1 0 0 0 0,0-1 0 0 0,1 1-1 0 0,-1 0 1 0 0,1 0 0 0 0,-1 0 0 0 0,0 0 0 0 0,1 0 0 0 0,-1-1-1 0 0,0 1 1 0 0,1 0 0 0 0,-1 0 0 0 0,0-1 0 0 0,0 1 0 0 0,1 0-1 0 0,-1 0 1 0 0,0-1 0 0 0,0 1 0 0 0,1 0 0 0 0,-1-1 0 0 0,0 1-1 0 0,0 0 1 0 0,0-1 0 0 0,0 1 0 0 0,1 0 0 0 0,-1-1 0 0 0,0 1-1 0 0,0-1 1 0 0,0 1 0 0 0,0 0 0 0 0,0-1 0 0 0,0 1 0 0 0,0 0-1 0 0,0-1 1 0 0,0 0 0 0 0,8-35 255 0 0,-7 30-234 0 0,22-230 386 0 0,-13 88-2686 0 0,-6 107-5547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3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0 15667 0 0,'-2'2'54'0'0,"-11"27"1942"0"0,12-28-1910 0 0,1 0 1 0 0,0 0 0 0 0,0 0 0 0 0,0-1 0 0 0,0 1 0 0 0,0 0 0 0 0,0 0 0 0 0,1-1 0 0 0,-1 1 0 0 0,0 0 0 0 0,0 0 0 0 0,0-1 0 0 0,1 1 0 0 0,-1 0 0 0 0,0-1 0 0 0,1 1 0 0 0,-1 0 0 0 0,1-1 0 0 0,-1 1 0 0 0,1-1 0 0 0,-1 1 0 0 0,1 0 0 0 0,-1-1 0 0 0,1 1 0 0 0,-1-1-1 0 0,1 0 1 0 0,0 1 0 0 0,-1-1 0 0 0,1 1 0 0 0,0-1 0 0 0,-1 0 0 0 0,1 0 0 0 0,0 1 0 0 0,-1-1 0 0 0,1 0 0 0 0,0 0 0 0 0,0 0 0 0 0,-1 0 0 0 0,1 0 0 0 0,1 0 0 0 0,-1 0-33 0 0,1 0 0 0 0,-1 0 1 0 0,0 0-1 0 0,0 0 0 0 0,1-1 1 0 0,-1 1-1 0 0,0-1 0 0 0,0 1 0 0 0,0-1 1 0 0,1 1-1 0 0,-1-1 0 0 0,0 1 1 0 0,0-1-1 0 0,0 0 0 0 0,0 0 0 0 0,0 0 1 0 0,0 0-1 0 0,1-1 0 0 0,-1 0-243 0 0,0 1 0 0 0,0 0-1 0 0,0 0 1 0 0,0 0-1 0 0,1 0 1 0 0,-1 0-1 0 0,0 0 1 0 0,1 0 0 0 0,-1 1-1 0 0,0-1 1 0 0,1 0-1 0 0,-1 1 1 0 0,1-1 0 0 0,-1 1-1 0 0,1 0 1 0 0,-1-1-1 0 0,1 1 1 0 0,2 0 0 0 0,4 1-1021 0 0,0 1-92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5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50 11058 0 0,'2'3'1664'0'0,"-1"-3"-1588"0"0,-1 0-1 0 0,0 0 1 0 0,0 0-1 0 0,0 0 1 0 0,1 0 0 0 0,-1 0-1 0 0,0 0 1 0 0,0 0 0 0 0,2-1 831 0 0,-1 1-831 0 0,15-7 1199 0 0,19-13-2841 0 0,-32 19 1077 0 0,47-19-2091 0 0,-41 17 2580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4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133 386 2761 0 0,'-4'0'417'0'0,"0"0"0"0"0,0-1 1 0 0,0 0-1 0 0,0 0 1 0 0,0-1-1 0 0,0 1 0 0 0,0-1 1 0 0,0 1-1 0 0,1-1 1 0 0,-1 0-1 0 0,-5-5 1 0 0,-32-30 4711 0 0,38 33-4827 0 0,1 0 0 0 0,0 0 0 0 0,0 0 0 0 0,0 0 0 0 0,0 0 0 0 0,1 0-1 0 0,-1 0 1 0 0,1 0 0 0 0,0-1 0 0 0,1 1 0 0 0,-1 0 0 0 0,1-1 0 0 0,0 1 0 0 0,0-1 0 0 0,0 1 0 0 0,0-1 0 0 0,1 1 0 0 0,0 0 0 0 0,0-1 0 0 0,2-5 0 0 0,1-2-8 0 0,0-1-1 0 0,1 2 1 0 0,0-1 0 0 0,1 1-1 0 0,13-20 1 0 0,-7 14-147 0 0,1 1 1 0 0,1 1-1 0 0,0 0 1 0 0,26-20-1 0 0,-34 29-142 0 0,1 1 1 0 0,0 1-1 0 0,0-1 1 0 0,0 1-1 0 0,0 1 1 0 0,1-1-1 0 0,0 1 1 0 0,-1 1-1 0 0,1-1 0 0 0,0 1 1 0 0,0 1-1 0 0,1-1 1 0 0,-1 2-1 0 0,11-1 1 0 0,-16 1-26 0 0,-1 1 1 0 0,1-1 0 0 0,0 1-1 0 0,0 0 1 0 0,-1 0-1 0 0,1 0 1 0 0,0 0 0 0 0,-1 1-1 0 0,1-1 1 0 0,-1 1-1 0 0,0-1 1 0 0,1 1 0 0 0,-1 0-1 0 0,0 0 1 0 0,0 0 0 0 0,0 0-1 0 0,0 0 1 0 0,0 1-1 0 0,-1-1 1 0 0,1 0 0 0 0,-1 1-1 0 0,0 0 1 0 0,1-1 0 0 0,-1 1-1 0 0,0 0 1 0 0,0-1-1 0 0,-1 1 1 0 0,2 5 0 0 0,1 8-234 0 0,-1 0 1 0 0,0 0 0 0 0,-1 28-1 0 0,-1-42 224 0 0,-4 44-314 0 0,-1-1-1 0 0,-2 0 1 0 0,-3-1 0 0 0,-14 44-1 0 0,1-2 42 0 0,17-62 177 0 0,-3 9-215 0 0,-6 51 1 0 0,14-75 298 0 0,1 0 0 0 0,0 0 0 0 0,0 0 1 0 0,0 1-1 0 0,1-1 0 0 0,0-1 0 0 0,1 1 0 0 0,0 0 0 0 0,1 0 0 0 0,6 14 1 0 0,-8-20 60 0 0,0 0 0 0 0,1 0 0 0 0,0 0 0 0 0,0 0 0 0 0,0-1 0 0 0,0 1 1 0 0,0-1-1 0 0,0 1 0 0 0,1-1 0 0 0,-1 0 0 0 0,1 0 0 0 0,-1 0 0 0 0,1 0 0 0 0,0-1 1 0 0,0 1-1 0 0,0-1 0 0 0,0 1 0 0 0,5 0 0 0 0,-4-1 106 0 0,1 0 1 0 0,0-1-1 0 0,-1 0 1 0 0,1 0-1 0 0,0 0 0 0 0,-1 0 1 0 0,1-1-1 0 0,-1 0 0 0 0,1 0 1 0 0,-1 0-1 0 0,9-3 1 0 0,-2-1 154 0 0,0-1 1 0 0,-1 0 0 0 0,1 0-1 0 0,-1-1 1 0 0,-1 0 0 0 0,1 0-1 0 0,-1-1 1 0 0,0-1 0 0 0,8-10-1 0 0,-12 13-214 0 0,-1-1-1 0 0,1 1 0 0 0,-1-1 0 0 0,-1 0 1 0 0,1-1-1 0 0,-1 1 0 0 0,0 0 0 0 0,-1-1 1 0 0,0 0-1 0 0,0 1 0 0 0,-1-1 0 0 0,1 0 1 0 0,-2 0-1 0 0,1-13 0 0 0,-2 16-36 0 0,1 0 0 0 0,-1 0-1 0 0,0 0 1 0 0,-1 0 0 0 0,1 1 0 0 0,-1-1 0 0 0,0 1 0 0 0,0-1-1 0 0,0 1 1 0 0,0 0 0 0 0,-1-1 0 0 0,0 1 0 0 0,0 0-1 0 0,0 1 1 0 0,0-1 0 0 0,-1 1 0 0 0,1-1 0 0 0,-1 1-1 0 0,0 0 1 0 0,0 0 0 0 0,0 1 0 0 0,0-1 0 0 0,0 1 0 0 0,-9-4-1 0 0,-15-3 15 0 0,-1 2 0 0 0,0 0-1 0 0,0 2 1 0 0,-57-3-1 0 0,61 7-583 0 0,-1-1 0 0 0,1-1-1 0 0,-1-1 1 0 0,1-1 0 0 0,0-1-1 0 0,1-2 1 0 0,-31-13-1 0 0,36 11-6497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9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86 398 6449 0 0,'-15'-23'2226'0'0,"1"-1"0"0"0,1-1 0 0 0,1 0-1 0 0,-15-46 1 0 0,26 68-1960 0 0,-3-16 833 0 0,16 30 648 0 0,15 31 584 0 0,-13-19-2333 0 0,107 162-77 0 0,-101-159 68 0 0,1 0 1 0 0,1-1-1 0 0,1-2 1 0 0,42 34 0 0 0,-64-56 23 0 0,-1 0-1 0 0,1-1 1 0 0,0 1 0 0 0,0 0 0 0 0,0-1 0 0 0,0 1 0 0 0,0-1 0 0 0,0 1 0 0 0,0-1 0 0 0,0 0 0 0 0,0 1 0 0 0,0-1 0 0 0,0 0 0 0 0,0 0 0 0 0,1 0 0 0 0,0 1 0 0 0,-1-2 5 0 0,-1 1 1 0 0,1 0-1 0 0,-1 0 0 0 0,1-1 1 0 0,-1 1-1 0 0,1 0 0 0 0,-1 0 1 0 0,0-1-1 0 0,1 1 0 0 0,-1-1 1 0 0,1 1-1 0 0,-1 0 0 0 0,0-1 1 0 0,1 1-1 0 0,-1-1 0 0 0,0 1 1 0 0,0-1-1 0 0,1 1 0 0 0,-1-1 1 0 0,0 1-1 0 0,0-1 0 0 0,0 1 1 0 0,1-2-1 0 0,0-4 175 0 0,-1 0 1 0 0,1 0-1 0 0,-1-1 1 0 0,-2-10 0 0 0,1 1 31 0 0,3-27 50 0 0,1-1 0 0 0,3 0 0 0 0,10-43 0 0 0,42-126-1334 0 0,-36 139 233 0 0,-11 43 347 0 0,1 2-1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1.5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130 593 6913 0 0,'-3'-2'158'0'0,"-1"0"-1"0"0,1 0 0 0 0,0 0 1 0 0,-1 0-1 0 0,1-1 0 0 0,1 1 1 0 0,-1-1-1 0 0,-5-5 0 0 0,4 3 655 0 0,-4-4 201 0 0,-1 0 1 0 0,2-1-1 0 0,-1-1 0 0 0,1 1 1 0 0,1-1-1 0 0,-9-20 1 0 0,8 14-307 0 0,1 0 0 0 0,1 0 0 0 0,1-1 0 0 0,-3-26 0 0 0,5 26-499 0 0,0 0 0 0 0,2-1 0 0 0,0 1 1 0 0,2-1-1 0 0,0 1 0 0 0,0-1 1 0 0,2 1-1 0 0,0 0 0 0 0,2 1 0 0 0,8-23 1 0 0,-8 29-171 0 0,0 0-1 0 0,0 0 1 0 0,1 1 0 0 0,0 0 0 0 0,1 0 0 0 0,0 1-1 0 0,1 0 1 0 0,16-13 0 0 0,-21 18-37 0 0,1 1-1 0 0,0 0 1 0 0,-1-1 0 0 0,2 2 0 0 0,-1-1-1 0 0,0 0 1 0 0,1 1 0 0 0,-1 0 0 0 0,1 1-1 0 0,-1-1 1 0 0,1 1 0 0 0,0 0 0 0 0,0 0 0 0 0,-1 1-1 0 0,1-1 1 0 0,0 1 0 0 0,0 1 0 0 0,0-1-1 0 0,0 1 1 0 0,7 2 0 0 0,-9-1-21 0 0,0 0 0 0 0,0 0 0 0 0,0 1 0 0 0,0-1 0 0 0,-1 1-1 0 0,0 0 1 0 0,1 0 0 0 0,-1 0 0 0 0,0 0 0 0 0,0 0 0 0 0,-1 1 0 0 0,1 0 0 0 0,-1-1 0 0 0,1 1 0 0 0,-1 0 0 0 0,0 0 0 0 0,-1 0 0 0 0,1 0 0 0 0,-1 0 0 0 0,2 9 0 0 0,2 8-151 0 0,-2 1 1 0 0,3 39 0 0 0,-1 59-381 0 0,6-1 1 0 0,29 132 0 0 0,-38-242 511 0 0,0-1 0 0 0,1 0 1 0 0,0-1-1 0 0,0 1 0 0 0,1 0 1 0 0,0-1-1 0 0,6 8 0 0 0,-9-13 4 0 0,0 0-1 0 0,0-1 0 0 0,1 1 1 0 0,-1-1-1 0 0,0 1 0 0 0,1-1 1 0 0,0 1-1 0 0,-1-1 1 0 0,1 0-1 0 0,-1 0 0 0 0,1 0 1 0 0,0 0-1 0 0,0 0 0 0 0,0 0 1 0 0,0 0-1 0 0,0-1 1 0 0,0 1-1 0 0,0-1 0 0 0,0 1 1 0 0,0-1-1 0 0,0 0 0 0 0,0 0 1 0 0,0 0-1 0 0,0 0 1 0 0,0 0-1 0 0,0 0 0 0 0,0-1 1 0 0,0 1-1 0 0,0-1 0 0 0,0 1 1 0 0,0-1-1 0 0,0 0 1 0 0,-1 0-1 0 0,4-1 0 0 0,5-4 175 0 0,-1-1-1 0 0,1 0 1 0 0,-2 0 0 0 0,1-1-1 0 0,-1 0 1 0 0,0 0-1 0 0,-1-1 1 0 0,0 0-1 0 0,0-1 1 0 0,-1 1 0 0 0,0-1-1 0 0,-1 0 1 0 0,0-1-1 0 0,0 1 1 0 0,-1-1-1 0 0,-1 0 1 0 0,0 0 0 0 0,0 0-1 0 0,-1-1 1 0 0,-1 1-1 0 0,0-1 1 0 0,0 1 0 0 0,-1 0-1 0 0,0-1 1 0 0,-1 1-1 0 0,-1-1 1 0 0,0 1-1 0 0,0 0 1 0 0,-1 0 0 0 0,0 0-1 0 0,-1 0 1 0 0,-1 0-1 0 0,-9-17 1 0 0,10 21-93 0 0,1 1 0 0 0,-1 0 0 0 0,-1 0 0 0 0,1 1 0 0 0,-1-1 0 0 0,0 1 0 0 0,0 0 0 0 0,-1 0 0 0 0,1 1 0 0 0,-1-1 0 0 0,0 1 0 0 0,-1 1 0 0 0,1-1 0 0 0,-7-2 0 0 0,3 3-29 0 0,-1 0 0 0 0,1 0 0 0 0,-1 1 0 0 0,0 1 0 0 0,0 0 0 0 0,1 0 0 0 0,-1 1 0 0 0,-19 2 0 0 0,1 1-222 0 0,1 2 1 0 0,0 1 0 0 0,-41 14-1 0 0,43-10-2142 0 0,-43 22 0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2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42 375 7834 0 0,'-1'0'33'0'0,"-40"-1"13593"0"0,51 6-13536 0 0,-1 0 0 0 0,0 0 0 0 0,0 0 0 0 0,0 1 0 0 0,-1 1 0 0 0,0-1 0 0 0,0 1 0 0 0,13 15 0 0 0,-9-9-57 0 0,1 0-1 0 0,26 18 1 0 0,-27-23 13 0 0,1 1 0 0 0,0-2 1 0 0,1 0-1 0 0,0 0 0 0 0,0-1 1 0 0,0-1-1 0 0,1-1 0 0 0,0 0 1 0 0,0 0-1 0 0,23 1 0 0 0,-43-60 1524 0 0,4 27-1450 0 0,-1-1-1 0 0,-2 1 1 0 0,-1 0 0 0 0,-1 0 0 0 0,-1 0 0 0 0,-2 0-1 0 0,-1 1 1 0 0,0 1 0 0 0,-2 0 0 0 0,-17-27 0 0 0,21 42-387 0 0,1-1 1 0 0,1-1 0 0 0,0 1 0 0 0,1-1-1 0 0,0 0 1 0 0,1 0 0 0 0,0 0 0 0 0,1-1-1 0 0,1 0 1 0 0,-1-14 0 0 0,3 4-7992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33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3225 0 0,'0'-2'288'0'0,"0"1"-288"0"0,0-1 0 0 0,0 0 0 0 0,0 0 0 0 0,1 1 0 0 0,-1 2 0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8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58 6913 0 0,'-20'-46'5082'0'0,"13"34"-1412"0"0,17 34-2831 0 0,21 49-208 0 0,-3 1 1 0 0,29 119-1 0 0,14 154-198 0 0,27 100-644 0 0,-52-307-510 0 0,-35-114-949 0 0,21 37 0 0 0,-15-34-3743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8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0 264 6913 0 0,'0'-8'107'0'0,"0"0"-1"0"0,1 1 0 0 0,0-1 0 0 0,0 1 0 0 0,1 0 0 0 0,0-1 0 0 0,0 1 0 0 0,6-13 0 0 0,-1 8 271 0 0,0 0 0 0 0,1 0 0 0 0,19-20-1 0 0,-26 31-342 0 0,18-20 1298 0 0,33-31 0 0 0,-47 48-1116 0 0,0 0-1 0 0,0 0 0 0 0,1 0 0 0 0,-1 0 0 0 0,1 1 0 0 0,0 0 1 0 0,0 0-1 0 0,0 0 0 0 0,0 1 0 0 0,0 0 0 0 0,1 0 1 0 0,-1 1-1 0 0,9-2 0 0 0,-12 3-173 0 0,-1 0 0 0 0,0 0 1 0 0,0 1-1 0 0,0-1 0 0 0,0 0 1 0 0,0 1-1 0 0,0-1 0 0 0,0 1 0 0 0,0 0 1 0 0,0 0-1 0 0,0-1 0 0 0,-1 1 1 0 0,1 0-1 0 0,0 1 0 0 0,0-1 0 0 0,-1 0 1 0 0,1 0-1 0 0,-1 1 0 0 0,1-1 1 0 0,1 3-1 0 0,-1 0-10 0 0,0-1 0 0 0,0 1 0 0 0,0-1 0 0 0,-1 1 0 0 0,0-1 0 0 0,1 1 0 0 0,-1 0 0 0 0,-1 0 0 0 0,1 0 0 0 0,0 4-1 0 0,-1 9 10 0 0,0-1-1 0 0,-1 0 0 0 0,0 0 0 0 0,-5 18 0 0 0,-13 37 134 0 0,-2 0-1 0 0,-3-2 0 0 0,-51 101 1 0 0,8-19 1522 0 0,66-148-1596 0 0,0 0 0 0 0,-1 1 0 0 0,1-1 0 0 0,0 1 0 0 0,1 0 0 0 0,-1-1-1 0 0,1 1 1 0 0,0 0 0 0 0,-1-1 0 0 0,2 6 0 0 0,-1-8-77 0 0,0 0 0 0 0,1 0 0 0 0,-1 0 0 0 0,1 1 0 0 0,-1-1 0 0 0,1 0 0 0 0,-1 0 0 0 0,1 0 0 0 0,-1 0 0 0 0,1 0 0 0 0,0 0 0 0 0,0 0 0 0 0,0 0 0 0 0,-1-1 0 0 0,1 1 0 0 0,0 0 0 0 0,0 0 0 0 0,0-1 0 0 0,0 1 0 0 0,0 0 0 0 0,1-1 0 0 0,-1 1 0 0 0,0-1 0 0 0,0 0 0 0 0,0 1 0 0 0,0-1 0 0 0,0 0 0 0 0,1 0 0 0 0,-1 1 0 0 0,0-1-1 0 0,0 0 1 0 0,1 0 0 0 0,1-1 0 0 0,110-4 704 0 0,25 0 153 0 0,-69 13-3172 0 0,-53-5 395 0 0,-1 1 1 0 0,23 9 0 0 0,-15-3-4324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8 10138 0 0,'-9'-3'75'0'0,"7"2"185"0"0,1 0 0 0 0,-1 1 0 0 0,0-1 0 0 0,1 1 0 0 0,-1-1 0 0 0,0 1 0 0 0,0 0 0 0 0,0 0 0 0 0,1 0 0 0 0,-1 0 0 0 0,0 0 0 0 0,-2 0 0 0 0,3 1-103 0 0,0 0-1 0 0,0 0 0 0 0,0 0 1 0 0,1 0-1 0 0,-1 0 1 0 0,1 0-1 0 0,-1 0 1 0 0,1 0-1 0 0,-1 0 1 0 0,1 0-1 0 0,-1 1 0 0 0,1-1 1 0 0,0 0-1 0 0,0 0 1 0 0,-1 0-1 0 0,1 0 1 0 0,0 1-1 0 0,0-1 0 0 0,0 0 1 0 0,0 0-1 0 0,1 0 1 0 0,-1 1-1 0 0,1 1 1 0 0,2 20 524 0 0,2 1-1 0 0,0-1 1 0 0,2 0 0 0 0,14 34 0 0 0,-3-9-342 0 0,5 21-464 0 0,63 170 1175 0 0,-32-125-2445 0 0,-33-77-982 0 0,25 34-1 0 0,-30-51-3598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9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49 380 7834 0 0,'-3'-2'271'0'0,"-1"0"1"0"0,0 0 0 0 0,0 0-1 0 0,1 0 1 0 0,0 0 0 0 0,-1-1-1 0 0,1 0 1 0 0,0 0 0 0 0,0 0-1 0 0,0 0 1 0 0,-4-6 0 0 0,6 7-111 0 0,1 0 0 0 0,-1-1 1 0 0,0 1-1 0 0,1-1 0 0 0,-1 1 1 0 0,1 0-1 0 0,0-1 0 0 0,0 1 1 0 0,0-1-1 0 0,0 1 0 0 0,0 0 1 0 0,0-1-1 0 0,1 1 0 0 0,-1-1 1 0 0,1 1-1 0 0,0 0 0 0 0,0-1 1 0 0,0 1-1 0 0,0 0 0 0 0,0 0 1 0 0,3-4-1 0 0,8-12 241 0 0,1 0 0 0 0,2 1 0 0 0,-1 0 0 0 0,2 1-1 0 0,0 1 1 0 0,1 1 0 0 0,27-18 0 0 0,-13 8-840 0 0,30-28 0 0 0,-54 44 51 0 0,-4 6 279 0 0,1-1 0 0 0,-1 0 1 0 0,0 0-1 0 0,0 0 0 0 0,-1 0 1 0 0,1 0-1 0 0,-1-1 0 0 0,1 1 0 0 0,-1-1 1 0 0,0 1-1 0 0,-1-1 0 0 0,1 0 1 0 0,0 0-1 0 0,1-7 0 0 0,-3 16 381 0 0,1-1-1 0 0,0 1 0 0 0,0 0 0 0 0,1-1 1 0 0,-1 1-1 0 0,1-1 0 0 0,0 1 1 0 0,0-1-1 0 0,1 0 0 0 0,2 5 1 0 0,36 47-366 0 0,-13-19 332 0 0,23 52-11 0 0,-42-69-163 0 0,2 0 0 0 0,0-1 0 0 0,1 0 0 0 0,1 0-1 0 0,0-2 1 0 0,2 1 0 0 0,23 20 0 0 0,-37-36-69 0 0,1 0 0 0 0,0-1 0 0 0,0 1-1 0 0,0-1 1 0 0,0 0 0 0 0,1 0 0 0 0,-1 0 0 0 0,0 0 0 0 0,0 0 0 0 0,1 0-1 0 0,-1-1 1 0 0,0 1 0 0 0,1-1 0 0 0,-1 1 0 0 0,1-1 0 0 0,-1 0 0 0 0,1 0-1 0 0,-1 0 1 0 0,1 0 0 0 0,3-1 0 0 0,-3-1-10 0 0,0 1 0 0 0,0 0 0 0 0,0-1 0 0 0,0 0 0 0 0,0 0 0 0 0,-1 0 0 0 0,1 0 0 0 0,0 0 0 0 0,-1 0 0 0 0,0-1 0 0 0,0 1 0 0 0,0-1 0 0 0,3-4 0 0 0,4-8-52 0 0,-1-1 0 0 0,-1-1 1 0 0,0 1-1 0 0,6-26 0 0 0,-11 37 62 0 0,8-40 36 0 0,-9 36 172 0 0,1 0 0 0 0,0 0 0 0 0,0 0-1 0 0,1 0 1 0 0,0 0 0 0 0,0 0 0 0 0,1 1 0 0 0,0-1 0 0 0,6-7 0 0 0,-10 16-183 0 0,1-1 0 0 0,0 0 0 0 0,0 1 0 0 0,0-1 0 0 0,0 1 0 0 0,-1-1 0 0 0,1 1 0 0 0,0-1 0 0 0,0 1 0 0 0,0 0 0 0 0,0-1 0 0 0,0 1 0 0 0,0 0 0 0 0,0 0 0 0 0,0 0 0 0 0,0-1 0 0 0,0 1 0 0 0,0 1 0 0 0,0-1 0 0 0,0 0 0 0 0,0 0 0 0 0,0 0 0 0 0,0 0 0 0 0,0 1 0 0 0,0-1 0 0 0,0 0 0 0 0,0 1 0 0 0,0-1 0 0 0,0 1 0 0 0,0-1 0 0 0,0 1 0 0 0,0-1 0 0 0,-1 1 0 0 0,1 0 0 0 0,0 0 0 0 0,0-1 0 0 0,-1 1 0 0 0,1 0 0 0 0,0 0 0 0 0,-1 0 0 0 0,1 0 0 0 0,31 43 917 0 0,-28-36-876 0 0,6 8-86 0 0,43 58-668 0 0,-34-53 15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0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0 510 3225 0 0,'3'-5'111'0'0,"-1"0"0"0"0,1 0 1 0 0,0 0-1 0 0,0 1 0 0 0,0-1 1 0 0,0 1-1 0 0,1 0 0 0 0,0 0 1 0 0,0 0-1 0 0,0 1 0 0 0,9-7 1 0 0,5-1 642 0 0,34-16 1 0 0,-24 14-817 0 0,36-17 889 0 0,1 3 0 0 0,133-36 0 0 0,146-5 1894 0 0,-194 50-1555 0 0,227 0 0 0 0,152 36-126 0 0,-106-2-1700 0 0,-2-27-1790 0 0,-367 7 1974 0 0,-1-3 0 0 0,1-1 0 0 0,-1-4 1 0 0,-1-1-1 0 0,0-3 0 0 0,-1-2 0 0 0,68-34 1 0 0,-114 49 404 0 0,0 0 0 0 0,0 0 0 0 0,-1-1 0 0 0,0 1-1 0 0,1-1 1 0 0,4-5 0 0 0,-8 8 115 0 0,-1 0 0 0 0,1 0 0 0 0,0 0 0 0 0,0 0 0 0 0,-1 0 0 0 0,1 0-1 0 0,0 0 1 0 0,-1 0 0 0 0,1 0 0 0 0,-1 0 0 0 0,1 0 0 0 0,-1 0 0 0 0,0-1-1 0 0,0 1 1 0 0,1 0 0 0 0,-1 0 0 0 0,0 0 0 0 0,0-1 0 0 0,0 1 0 0 0,0 0-1 0 0,0 0 1 0 0,0 0 0 0 0,-1-1 0 0 0,1 1 0 0 0,0 0 0 0 0,-1 0 0 0 0,1 0-1 0 0,0 0 1 0 0,-1 0 0 0 0,0-1 0 0 0,1 1 0 0 0,-1 0 0 0 0,1 0-1 0 0,-1 0 1 0 0,-1-1 0 0 0,3 17 5119 0 0,-10 20-4040 0 0,5-21-641 0 0,-9 44-264 0 0,4 1 0 0 0,2 1 0 0 0,2 0 0 0 0,3 0 0 0 0,3 0 0 0 0,2 0 0 0 0,14 71-1 0 0,108 409 1388 0 0,-118-515-1600 0 0,82 329 247 0 0,-35-133-48 0 0,-22-104-267 0 0,-9-35 228 0 0,16 101 0 0 0,-37-168-96 0 0,-1 0 1 0 0,-1 0 0 0 0,0 0-1 0 0,-1 0 1 0 0,-1-1-1 0 0,0 1 1 0 0,-1 0 0 0 0,-8 26-1 0 0,8-32-58 0 0,-1 0 1 0 0,0 0-1 0 0,-1 0 0 0 0,1-1 0 0 0,-2 0 0 0 0,1 0 0 0 0,-1 0 0 0 0,0 0 1 0 0,-1-1-1 0 0,0 0 0 0 0,0 0 0 0 0,0-1 0 0 0,-1 0 0 0 0,-10 7 0 0 0,-32 11 191 0 0,-1-2 0 0 0,0-3 0 0 0,-81 21-1 0 0,49-16-91 0 0,-62 19-15 0 0,-236 39 0 0 0,230-60-183 0 0,-372 39-1231 0 0,437-56 1121 0 0,1-5-1 0 0,-1-3 1 0 0,1-4-1 0 0,-98-20 1 0 0,-164-39-481 0 0,236 51 141 0 0,-130-1 0 0 0,65 12-3622 0 0,121 0-791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0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 8754 0 0,'0'-4'360'0'0,"0"1"1"0"0,0-1-1 0 0,0 0 0 0 0,0 1 1 0 0,1-1-1 0 0,-1 0 0 0 0,1 1 1 0 0,0-1-1 0 0,0 0 1 0 0,0 1-1 0 0,0-1 0 0 0,1 1 1 0 0,3-6-1 0 0,-5 9-331 0 0,1 0 0 0 0,-1-1-1 0 0,0 1 1 0 0,0 0 0 0 0,1 0 0 0 0,-1 0-1 0 0,0 0 1 0 0,1-1 0 0 0,-1 1 0 0 0,0 0 0 0 0,1 0-1 0 0,-1 0 1 0 0,0 0 0 0 0,1 0 0 0 0,-1 0-1 0 0,0 0 1 0 0,1 0 0 0 0,-1 0 0 0 0,0 0 0 0 0,1 0-1 0 0,-1 0 1 0 0,0 0 0 0 0,1 0 0 0 0,-1 0 0 0 0,0 1-1 0 0,1-1 1 0 0,-1 0 0 0 0,0 0 0 0 0,1 0-1 0 0,-1 0 1 0 0,0 1 0 0 0,0-1 0 0 0,1 0 0 0 0,-1 0-1 0 0,0 1 1 0 0,0-1 0 0 0,1 0 0 0 0,-1 0-1 0 0,0 1 1 0 0,0-1 0 0 0,0 0 0 0 0,0 1 0 0 0,1-1-1 0 0,-1 0 1 0 0,0 0 0 0 0,0 1 0 0 0,0-1 0 0 0,0 0-1 0 0,0 1 1 0 0,0 0 0 0 0,8 18 633 0 0,4 29 72 0 0,-1 0 1 0 0,3 53-1 0 0,2 104-97 0 0,-10-109-458 0 0,43 496 95 0 0,38-1-100 0 0,-22-270-3038 0 0,-53-260-3162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2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53 9562 0 0,'0'-47'2681'0'0,"0"41"-356"0"0,0 24-928 0 0,0-8-1329 0 0,-12 307 773 0 0,3-155-136 0 0,12 164 0 0 0,32 75-671 0 0,16 265 80 0 0,38 514 1006 0 0,-86-1144-916 0 0,14 208 1499 0 0,3 41-1179 0 0,-17-261-2381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2.6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15 192 5137 0 0,'-15'-5'6532'0'0,"33"-6"-4661"0"0,37-9-1068 0 0,-15 11-629 0 0,0 2 0 0 0,1 2 0 0 0,0 1 0 0 0,52 3 0 0 0,-24 0-144 0 0,231-4-7 0 0,126-5 1081 0 0,-1-29 725 0 0,-192 4-235 0 0,256-5 0 0 0,-357 45-1251 0 0,184 29 0 0 0,-307-33-307 0 0,26 4-19 0 0,74 12 132 0 0,-99-14-230 0 0,1 0 1 0 0,0 0-1 0 0,-1 1 0 0 0,0 0 0 0 0,0 1 0 0 0,0 0 0 0 0,14 11 1 0 0,-12-5-877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3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 3225 0 0,'-15'-17'9141'0'0,"19"27"-8121"0"0,1 5 89 0 0,-1 0 1 0 0,0 0-1 0 0,1 17 1 0 0,2 92 448 0 0,-4-46-1128 0 0,41 308 38 0 0,-1-15-144 0 0,-41-335-349 0 0,-1 1-1 0 0,-2-1 0 0 0,-1 1 0 0 0,-10 44 1 0 0,6-51-1204 0 0,-14 34 1 0 0,6-15-4144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3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1 2761 0 0,'-24'9'1302'0'0,"0"1"1"0"0,0 1 0 0 0,1 2 0 0 0,0 0-1 0 0,1 1 1 0 0,1 1 0 0 0,-34 31 0 0 0,44-29-421 0 0,11-16-824 0 0,0-1 1 0 0,0 1 0 0 0,0-1-1 0 0,0 1 1 0 0,0-1 0 0 0,0 1 0 0 0,0-1-1 0 0,0 1 1 0 0,0-1 0 0 0,0 1-1 0 0,0-1 1 0 0,0 1 0 0 0,1-1-1 0 0,-1 1 1 0 0,0-1 0 0 0,0 0-1 0 0,1 1 1 0 0,-1-1 0 0 0,0 1 0 0 0,0-1-1 0 0,1 0 1 0 0,-1 1 0 0 0,0-1-1 0 0,1 1 1 0 0,3 1 246 0 0,0-1 0 0 0,-1 1 0 0 0,1-1 0 0 0,0 1 1 0 0,0-1-1 0 0,0 0 0 0 0,4 0 0 0 0,0 1-202 0 0,87 15-97 0 0,-57-11-1 0 0,-1 1-1 0 0,-1 2 0 0 0,40 15 1 0 0,-70-22 38 0 0,-3-1-83 0 0,0 0 1 0 0,0 0-1 0 0,0 1 1 0 0,0-1-1 0 0,0 1 1 0 0,0 0 0 0 0,0 0-1 0 0,4 3 1 0 0,-7-4 24 0 0,1 0-1 0 0,-1 0 1 0 0,0 0 0 0 0,1 0 0 0 0,-1 0 0 0 0,0 0 0 0 0,0 0 0 0 0,0 0 0 0 0,0 0 0 0 0,0 0 0 0 0,0 0 0 0 0,0 0-1 0 0,0 0 1 0 0,0 0 0 0 0,0 0 0 0 0,-1 0 0 0 0,1 0 0 0 0,0 0 0 0 0,-1 0 0 0 0,1 0 0 0 0,0 0 0 0 0,-1 0-1 0 0,1 0 1 0 0,-1 0 0 0 0,0-1 0 0 0,1 1 0 0 0,-1 0 0 0 0,0 0 0 0 0,1-1 0 0 0,-1 1 0 0 0,0 0 0 0 0,0-1-1 0 0,-1 2 1 0 0,-60 55-822 0 0,36-34 59 0 0,1 0 1 0 0,-43 55-1 0 0,68-78 787 0 0,-1 0-1 0 0,1 1 1 0 0,0-1-1 0 0,0 1 0 0 0,-1-1 1 0 0,1 0-1 0 0,0 1 0 0 0,0-1 1 0 0,0 1-1 0 0,0-1 1 0 0,0 1-1 0 0,-1-1 0 0 0,1 1 1 0 0,0-1-1 0 0,0 0 1 0 0,0 1-1 0 0,0-1 0 0 0,0 1 1 0 0,0-1-1 0 0,0 1 0 0 0,1-1 1 0 0,-1 1-1 0 0,0-1 1 0 0,0 0-1 0 0,0 1 0 0 0,0-1 1 0 0,1 1-1 0 0,-1-1 1 0 0,0 1-1 0 0,0-1 0 0 0,1 1 1 0 0,15 8 195 0 0,20-1-53 0 0,-8-6-167 0 0,1-1 106 0 0,0 1-1 0 0,32 8 0 0 0,-54-9-81 0 0,0 1-1 0 0,0 0 0 0 0,-1 0 0 0 0,1 1 0 0 0,0-1 1 0 0,-1 2-1 0 0,0-1 0 0 0,0 1 0 0 0,0 0 1 0 0,0 0-1 0 0,0 0 0 0 0,-1 1 0 0 0,0 0 0 0 0,5 6 1 0 0,-8-9 25 0 0,-1 1 1 0 0,1-1 0 0 0,-1 1 0 0 0,0-1 0 0 0,0 1-1 0 0,0 0 1 0 0,0-1 0 0 0,-1 1 0 0 0,1 0 0 0 0,-1 0 0 0 0,1-1-1 0 0,-1 1 1 0 0,0 0 0 0 0,0 0 0 0 0,0 0 0 0 0,-1-1-1 0 0,1 1 1 0 0,-1 0 0 0 0,1 0 0 0 0,-1-1 0 0 0,0 1-1 0 0,0 0 1 0 0,0-1 0 0 0,0 1 0 0 0,-1-1 0 0 0,-1 4 0 0 0,-6 7-125 0 0,-1 0 1 0 0,0 0 0 0 0,-19 18-1 0 0,4-4-2031 0 0,13-13-1326 0 0,3-3-901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3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 2304 0 0,'-11'-3'11851'0'0,"6"52"-10929"0"0,2 0 0 0 0,2 0 0 0 0,7 55 0 0 0,-1 4-16 0 0,-4 45 10 0 0,4 95-157 0 0,-1-195-405 0 0,2-1 0 0 0,22 88 0 0 0,13 30 559 0 0,14 50-331 0 0,-42-187-847 0 0,3 13 215 0 0,-16-42-1033 0 0,1-1-1 0 0,-1 1 1 0 0,0 0-1 0 0,0 0 0 0 0,0-1 1 0 0,-1 1-1 0 0,0 4 1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4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57 3225 0 0,'-7'1'136'0'0,"4"-1"40"0"0,-1 0-176 0 0,1 0 0 0 0,1 0 0 0 0,2-1 512 0 0,-2-1 64 0 0,0 0 8 0 0,2-3 8 0 0,2 0-288 0 0,0-2-56 0 0,3 0-16 0 0,0-2 0 0 0,1 2-232 0 0,-1 0 0 0 0,-4 2 0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4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25 920 0 0,'0'-3'80'0'0,"2"-1"-80"0"0,0 1 0 0 0,-1-1 0 0 0,-1 3 624 0 0,2-1-280 0 0,-2 0 0 0 0,2-1-344 0 0,0 1 0 0 0,-20 33-128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5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168 210 3225 0 0,'-4'-1'411'0'0,"0"-1"0"0"0,0 0 1 0 0,-1 1-1 0 0,1 0 1 0 0,-1 0-1 0 0,1 0 0 0 0,-1 1 1 0 0,-7-1-1 0 0,10 1-117 0 0,0 0-1 0 0,0 0 1 0 0,-1 0 0 0 0,1 0-1 0 0,0 0 1 0 0,0 0 0 0 0,-1 1-1 0 0,1-1 1 0 0,0 1 0 0 0,0-1-1 0 0,0 1 1 0 0,-1 0 0 0 0,1 0-1 0 0,0 0 1 0 0,0 0 0 0 0,1 0-1 0 0,-1 0 1 0 0,-3 4 0 0 0,4-5-240 0 0,1 0 1 0 0,0 1 0 0 0,0-1 0 0 0,0 0 0 0 0,0 0 0 0 0,-1 1-1 0 0,1-1 1 0 0,0 1 0 0 0,0-1 0 0 0,0 0 0 0 0,0 1-1 0 0,0-1 1 0 0,0 0 0 0 0,0 1 0 0 0,0-1 0 0 0,0 0-1 0 0,0 1 1 0 0,0-1 0 0 0,0 1 0 0 0,0-1 0 0 0,0 0-1 0 0,1 1 1 0 0,-1-1 0 0 0,0 0 0 0 0,0 1 0 0 0,0-1 0 0 0,0 0-1 0 0,1 1 1 0 0,-1-1 0 0 0,0 0 0 0 0,0 0 0 0 0,1 1-1 0 0,-1-1 1 0 0,15 7 992 0 0,18-2 281 0 0,-30-5-1233 0 0,1-1-1 0 0,0 1 1 0 0,-1-1 0 0 0,1 1-1 0 0,0-1 1 0 0,-1 0-1 0 0,1 0 1 0 0,-1-1 0 0 0,1 1-1 0 0,-1-1 1 0 0,0 1 0 0 0,1-1-1 0 0,-1 0 1 0 0,0-1 0 0 0,0 1-1 0 0,0 0 1 0 0,-1-1 0 0 0,1 0-1 0 0,-1 1 1 0 0,4-5 0 0 0,-5 5-67 0 0,0 0 0 0 0,0 0 0 0 0,0 0 0 0 0,0-1 0 0 0,0 1 0 0 0,-1 0 0 0 0,1 0 1 0 0,-1-1-1 0 0,1 1 0 0 0,-1 0 0 0 0,0-1 0 0 0,0 1 0 0 0,0-1 0 0 0,0 1 0 0 0,0 0 0 0 0,-1-1 0 0 0,1 1 1 0 0,-1 0-1 0 0,1-1 0 0 0,-1 1 0 0 0,0 0 0 0 0,0 0 0 0 0,0 0 0 0 0,0 0 0 0 0,0 0 0 0 0,-1 0 1 0 0,1 0-1 0 0,0 0 0 0 0,-1 0 0 0 0,0 0 0 0 0,1 1 0 0 0,-4-3 0 0 0,0 0 10 0 0,1 1-1 0 0,0 0 0 0 0,-1 0 0 0 0,0 0 1 0 0,1 1-1 0 0,-1 0 0 0 0,0-1 1 0 0,0 2-1 0 0,-1-1 0 0 0,1 1 1 0 0,0 0-1 0 0,0 0 0 0 0,-1 0 1 0 0,1 1-1 0 0,-1-1 0 0 0,1 1 0 0 0,0 1 1 0 0,-9 0-1 0 0,10 0-21 0 0,0 0 0 0 0,0 0 0 0 0,0 0 1 0 0,0 1-1 0 0,0-1 0 0 0,1 1 0 0 0,-1 0 0 0 0,0 0 0 0 0,1 0 0 0 0,0 0 1 0 0,-1 1-1 0 0,1-1 0 0 0,0 1 0 0 0,0 0 0 0 0,1 0 0 0 0,-1 0 0 0 0,1 0 0 0 0,-1 0 1 0 0,1 1-1 0 0,0-1 0 0 0,0 1 0 0 0,0 0 0 0 0,1-1 0 0 0,-1 1 0 0 0,0 6 0 0 0,1-8-19 0 0,1-1-1 0 0,-1 1 1 0 0,1 0-1 0 0,0 0 1 0 0,-1 0 0 0 0,1 0-1 0 0,0 0 1 0 0,0-1-1 0 0,1 1 1 0 0,-1 0-1 0 0,0 0 1 0 0,0 0-1 0 0,1-1 1 0 0,0 1-1 0 0,-1 0 1 0 0,1 0-1 0 0,0-1 1 0 0,0 1-1 0 0,-1 0 1 0 0,1-1-1 0 0,0 1 1 0 0,1-1-1 0 0,1 3 1 0 0,-1-2-11 0 0,1 0-1 0 0,0-1 1 0 0,0 1 0 0 0,0-1 0 0 0,0 1 0 0 0,0-1-1 0 0,0 0 1 0 0,0 0 0 0 0,0 0 0 0 0,0 0 0 0 0,1-1 0 0 0,4 1-1 0 0,1-1-11 0 0,-1 0-1 0 0,1 0 0 0 0,0-1 0 0 0,0 0 0 0 0,0 0 1 0 0,0-1-1 0 0,-1 0 0 0 0,1-1 0 0 0,9-3 0 0 0,-12 2 94 0 0,0 0-1 0 0,0 0 0 0 0,-1 0 1 0 0,1-1-1 0 0,-1 0 0 0 0,0 0 1 0 0,0 0-1 0 0,-1 0 0 0 0,0-1 1 0 0,0 0-1 0 0,0 0 0 0 0,0 0 1 0 0,-1 0-1 0 0,0-1 0 0 0,0 1 1 0 0,3-14-1 0 0,-5 17-32 0 0,-1-1-1 0 0,1 0 1 0 0,-1 1 0 0 0,1-1 0 0 0,-1 0-1 0 0,0 1 1 0 0,0-1 0 0 0,-1 0 0 0 0,1 1-1 0 0,-1-1 1 0 0,0 1 0 0 0,0-1 0 0 0,0 1-1 0 0,0-1 1 0 0,-1 1 0 0 0,1-1 0 0 0,-1 1-1 0 0,0 0 1 0 0,0 0 0 0 0,0 0 0 0 0,0 0-1 0 0,0 0 1 0 0,-1 1 0 0 0,0-1 0 0 0,1 1-1 0 0,-1-1 1 0 0,0 1 0 0 0,0 0 0 0 0,0 0-1 0 0,0 0 1 0 0,-1 1 0 0 0,1-1 0 0 0,-7-1-1 0 0,7 1-76 0 0,0 1 0 0 0,0 0 0 0 0,0 1 0 0 0,0-1 0 0 0,0 1 0 0 0,0-1 0 0 0,0 1 0 0 0,0 0 0 0 0,0 0 0 0 0,0 0 0 0 0,0 0 0 0 0,0 1 0 0 0,0-1 0 0 0,0 1 0 0 0,0 0 0 0 0,0 0 0 0 0,0 0 0 0 0,0 0 0 0 0,0 0 0 0 0,0 1 0 0 0,1-1 0 0 0,-4 3 0 0 0,-7 8-1067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5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93 3681 0 0,'-34'-65'6621'0'0,"21"38"986"0"0,16 52-3868 0 0,-1-13-3392 0 0,15 337 276 0 0,-14-220-540 0 0,-2 157-866 0 0,17 233-1636 0 0,-14-487-108 0 0,13 42 1 0 0,-12-54-2862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6.3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148 1 2761 0 0,'-9'0'898'0'0,"0"1"0"0"0,0 0 1 0 0,1 0-1 0 0,-1 1 1 0 0,0 0-1 0 0,1 1 0 0 0,-1 0 1 0 0,1 0-1 0 0,0 1 0 0 0,0 0 1 0 0,0 0-1 0 0,1 1 1 0 0,-13 9-1 0 0,18-11-770 0 0,0 0-1 0 0,0 0 1 0 0,0 0 0 0 0,1 0-1 0 0,-1 0 1 0 0,1 0 0 0 0,0 0-1 0 0,-1 0 1 0 0,1 1 0 0 0,1-1-1 0 0,-1 1 1 0 0,0-1 0 0 0,1 0-1 0 0,0 1 1 0 0,0-1 0 0 0,0 1-1 0 0,0-1 1 0 0,1 1 0 0 0,-1-1-1 0 0,1 0 1 0 0,0 1 0 0 0,0-1-1 0 0,0 0 1 0 0,0 1 0 0 0,0-1-1 0 0,1 0 1 0 0,-1 0 0 0 0,1 0-1 0 0,2 3 1 0 0,0-1-151 0 0,0 0 0 0 0,0 0 0 0 0,0 0 1 0 0,0 0-1 0 0,1-1 0 0 0,0 0 0 0 0,0 0 0 0 0,0 0 0 0 0,0-1 1 0 0,1 1-1 0 0,-1-1 0 0 0,1-1 0 0 0,0 1 0 0 0,12 3 0 0 0,104 6-102 0 0,-122-11 125 0 0,0-1 0 0 0,1 0 0 0 0,-1 0 0 0 0,0 0 0 0 0,1 0 0 0 0,-1 0 0 0 0,0 1 0 0 0,0-1 0 0 0,1 0 0 0 0,-1 0 0 0 0,0 1 0 0 0,1-1 0 0 0,-1 0 0 0 0,0 0 0 0 0,0 1 0 0 0,0-1 0 0 0,1 0 0 0 0,-1 1 0 0 0,0-1 0 0 0,0 0 0 0 0,0 1 0 0 0,0-1 0 0 0,1 0 0 0 0,-1 1 0 0 0,0-1 0 0 0,0 0 0 0 0,0 1 0 0 0,0-1 0 0 0,0 0 0 0 0,0 1 0 0 0,0-1 0 0 0,0 0 0 0 0,0 1 0 0 0,0 0 0 0 0,-6 18 0 0 0,-13 19 0 0 0,18-37 0 0 0,-15 24-111 0 0,-39 44-1 0 0,40-52 45 0 0,0 0-1 0 0,2 1 1 0 0,0 0-1 0 0,-20 40 1 0 0,33-57 70 0 0,-1 1-1 0 0,0 0 1 0 0,0-1 0 0 0,1 1-1 0 0,-1 0 1 0 0,1 0 0 0 0,-1 0-1 0 0,1-1 1 0 0,0 1 0 0 0,0 0 0 0 0,-1 0-1 0 0,1 0 1 0 0,1 0 0 0 0,-1-1-1 0 0,0 1 1 0 0,0 0 0 0 0,1 0-1 0 0,-1 0 1 0 0,1 0 0 0 0,-1-1 0 0 0,1 1-1 0 0,1 2 1 0 0,0-2 7 0 0,0 0-1 0 0,0 0 1 0 0,0-1-1 0 0,0 1 1 0 0,0-1 0 0 0,0 0-1 0 0,0 1 1 0 0,0-1-1 0 0,1 0 1 0 0,-1 0 0 0 0,0 0-1 0 0,1 0 1 0 0,-1-1-1 0 0,5 1 1 0 0,9 1 46 0 0,0 0 0 0 0,1-2 1 0 0,-1 0-1 0 0,18-3 0 0 0,-24 2-39 0 0,4 0 75 0 0,-12 0-34 0 0,0 1-1 0 0,-1-1 0 0 0,1 1 0 0 0,0 0 0 0 0,0 0 0 0 0,0 0 1 0 0,-1 0-1 0 0,1 0 0 0 0,0 0 0 0 0,0 1 0 0 0,1 0 0 0 0,-2-1-43 0 0,0 1 0 0 0,0 0 0 0 0,-1 0 0 0 0,1-1 0 0 0,-1 1 0 0 0,1 0 0 0 0,-1 0 0 0 0,1 0 0 0 0,-1 0 0 0 0,1 0 0 0 0,-1 0 0 0 0,0 0 0 0 0,1 0 0 0 0,-1 0 0 0 0,0 0 0 0 0,0 0 0 0 0,0 0 0 0 0,0 0 0 0 0,0 0 0 0 0,0 0 0 0 0,0 0 0 0 0,0 0 0 0 0,0 0 0 0 0,0 0 0 0 0,-1 1 0 0 0,-1 12-272 0 0,-1 1 0 0 0,-1-1 0 0 0,0 0 0 0 0,-1 0 0 0 0,-8 17 1 0 0,-20 35-4312 0 0,16-33 332 0 0,11-20 2190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6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152 0 456 0 0,'1'1'272'0'0,"1"-1"0"0"0,-1 1 1 0 0,0-1-1 0 0,0 1 0 0 0,0 0 0 0 0,-1 0 0 0 0,1 0 0 0 0,0-1 1 0 0,0 1-1 0 0,0 0 0 0 0,0 0 0 0 0,-1 0 0 0 0,1 0 0 0 0,-1 0 1 0 0,1 0-1 0 0,0 1 0 0 0,-1-1 0 0 0,0 0 0 0 0,1 0 0 0 0,-1 0 1 0 0,0 0-1 0 0,0 1 0 0 0,1-1 0 0 0,-1 0 0 0 0,0 2 0 0 0,2 33 3045 0 0,-8 44 463 0 0,-19 93 1 0 0,-73 196 398 0 0,86-327-4086 0 0,3 0 0 0 0,1 1-1 0 0,2 0 1 0 0,1 1 0 0 0,3 60 0 0 0,28 222 382 0 0,-8-155-435 0 0,-16-101 136 0 0,-3-50-192 0 0,1 0 0 0 0,2-1 0 0 0,0 1 0 0 0,0 0 0 0 0,7 19 0 0 0,-9-39-15 0 0,0 0 1 0 0,0 0-1 0 0,0 0 0 0 0,0 1 0 0 0,0-1 0 0 0,0 0 1 0 0,0 0-1 0 0,0 0 0 0 0,0 0 0 0 0,0 1 1 0 0,0-1-1 0 0,0 0 0 0 0,0 0 0 0 0,0 0 0 0 0,0 0 1 0 0,0 1-1 0 0,0-1 0 0 0,0 0 0 0 0,0 0 1 0 0,1 0-1 0 0,-1 0 0 0 0,0 0 0 0 0,0 1 0 0 0,0-1 1 0 0,0 0-1 0 0,0 0 0 0 0,0 0 0 0 0,1 0 1 0 0,-1 0-1 0 0,0 0 0 0 0,0 0 0 0 0,0 0 0 0 0,0 0 1 0 0,1 0-1 0 0,-1 1 0 0 0,0-1 0 0 0,0 0 1 0 0,0 0-1 0 0,0 0 0 0 0,1 0 0 0 0,-1 0 0 0 0,0 0 1 0 0,0 0-1 0 0,0 0 0 0 0,0 0 0 0 0,1 0 0 0 0,-1-1 1 0 0,0 1-1 0 0,0 0 0 0 0,0 0 0 0 0,0 0 1 0 0,1 0-1 0 0,-1 0 0 0 0,0 0 0 0 0,0 0 0 0 0,0 0 1 0 0,0 0-1 0 0,0 0 0 0 0,0-1 0 0 0,1 1 1 0 0,-1 0-1 0 0,0 0 0 0 0,0 0 0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7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 5529 0 0,'-2'1'146'0'0,"1"0"0"0"0,-1 1 0 0 0,1-1 0 0 0,-1 1 0 0 0,1-1 0 0 0,0 1 0 0 0,0-1 0 0 0,0 1 0 0 0,0 0 0 0 0,0-1 0 0 0,0 1 0 0 0,0 0 0 0 0,1 0 0 0 0,-2 2 0 0 0,-7 34 787 0 0,6-25-428 0 0,-5 24 398 0 0,2 1 1 0 0,1 0-1 0 0,1 47 1 0 0,11 119 689 0 0,-2-106-1139 0 0,56 1099 971 0 0,-47-884-1381 0 0,-52 588 0 0 0,12-299 83 0 0,25-557-977 0 0,1 29 216 0 0,4-26-3892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7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69 3681 0 0,'-10'3'8001'0'0,"20"-13"-6062"0"0,27-16-565 0 0,-18 19-926 0 0,0 0-1 0 0,0 2 1 0 0,1 0-1 0 0,0 1 1 0 0,0 1-1 0 0,26-1 1 0 0,123 8-322 0 0,-70 1 567 0 0,184 7 1317 0 0,170 1-1130 0 0,-289-9-556 0 0,180 27 0 0 0,-129-8 217 0 0,125-20-59 0 0,-90-6-115 0 0,-196 5-51 0 0,-1 3-1 0 0,88 18 0 0 0,-129-20-269 0 0,0 0-1 0 0,1-1 0 0 0,-1-1 1 0 0,24 0-1 0 0,-31-1-51 0 0,0-1 0 0 0,0 1-1 0 0,0-1 1 0 0,0 0 0 0 0,-1-1-1 0 0,1 1 1 0 0,0-1 0 0 0,-1 0-1 0 0,1 0 1 0 0,-1-1 0 0 0,1 1-1 0 0,-1-1 1 0 0,0 0 0 0 0,7-6-1 0 0,0-2-373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9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86 157 5065 0 0,'-9'-22'2035'0'0,"0"0"1"0"0,-2 1-1 0 0,-17-26 1 0 0,0 2 3978 0 0,53 94-2772 0 0,9 41-3184 0 0,-7-17-22 0 0,172 331-52 0 0,-115-244-7567 0 0,-69-131 1131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1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28 3225 0 0,'0'-5'8609'0'0,"0"-9"-9178"0"0,0 11 1396 0 0,0 3-756 0 0,0 0 0 0 0,0 0 0 0 0,0-1 0 0 0,0 1 0 0 0,0 0 0 0 0,0 0 0 0 0,0-1 0 0 0,0 1 0 0 0,-1 0 0 0 0,1 0 0 0 0,0 0-1 0 0,0-1 1 0 0,0 1 0 0 0,0 0 0 0 0,0 0 0 0 0,0 0 0 0 0,-1-1 0 0 0,1 1 0 0 0,0 0 0 0 0,0 0 0 0 0,0 0 0 0 0,0 0 0 0 0,-1-1 0 0 0,1 1 0 0 0,0 0 0 0 0,0 0 0 0 0,-1 0 0 0 0,1 0 0 0 0,0 0 0 0 0,0 0 0 0 0,0 0 0 0 0,-1 0 0 0 0,1 0 0 0 0,0 0 0 0 0,0 0 0 0 0,-1 0 0 0 0,1 0 0 0 0,0 0-1 0 0,0 0 1 0 0,-1 0 0 0 0,1 0 0 0 0,0 0 0 0 0,0 0 0 0 0,0 0 0 0 0,-1 0 0 0 0,1 0 0 0 0,0 0 0 0 0,0 0 0 0 0,-1 0 0 0 0,1 1 0 0 0,0-1 0 0 0,0 0 0 0 0,0 0 0 0 0,0 0 0 0 0,-1 0 0 0 0,1 1 0 0 0,0-1 0 0 0,0 0 0 0 0,0 0 0 0 0,0 0 0 0 0,-1 1 0 0 0,-10 11 1505 0 0,7 1-1355 0 0,1 1 0 0 0,1 0 0 0 0,-2 22 0 0 0,4-22-102 0 0,-1-1 1 0 0,-1 0-1 0 0,-1 1 0 0 0,-4 15 0 0 0,-3 5 274 0 0,2 0 0 0 0,2 1 0 0 0,1 0 0 0 0,-1 54 0 0 0,-2 9-240 0 0,-4 49-398 0 0,6-1 0 0 0,16 180 0 0 0,-10-326 264 0 0,2 20-1525 0 0,1 10-6368 0 0,-3-24 5914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1.8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67 192 920 0 0,'-1'-3'345'0'0,"-19"-41"4662"0"0,13 16 2561 0 0,10 28-7250 0 0,0 1 1 0 0,0 0-1 0 0,0-1 0 0 0,0 1 0 0 0,0-1 0 0 0,0 0 0 0 0,0 0 1 0 0,0 0-1 0 0,0 0 0 0 0,0 0 0 0 0,0-1 0 0 0,0 0 0 0 0,4 0 1 0 0,-5-2-280 0 0,-1 0 1 0 0,1 0-1 0 0,-1 0 1 0 0,0 0 0 0 0,0 0-1 0 0,0 0 1 0 0,0 0 0 0 0,0 0-1 0 0,-1 0 1 0 0,1-1 0 0 0,-1 1-1 0 0,0 0 1 0 0,0 0-1 0 0,0-1 1 0 0,-1 1 0 0 0,1 0-1 0 0,-1 0 1 0 0,1 0 0 0 0,-1 0-1 0 0,0 0 1 0 0,0 0 0 0 0,-2-4-1 0 0,2 5-13 0 0,1 0 0 0 0,-1 0 0 0 0,0 0 0 0 0,0-1-1 0 0,0 1 1 0 0,0 0 0 0 0,0 0 0 0 0,0 0 0 0 0,-1 0 0 0 0,1 1 0 0 0,-1-1-1 0 0,1 0 1 0 0,-1 0 0 0 0,0 1 0 0 0,0-1 0 0 0,1 1 0 0 0,-1 0 0 0 0,0 0-1 0 0,0-1 1 0 0,0 1 0 0 0,-1 0 0 0 0,1 1 0 0 0,0-1 0 0 0,0 0 0 0 0,0 1-1 0 0,-1-1 1 0 0,1 1 0 0 0,0-1 0 0 0,-1 1 0 0 0,1 0 0 0 0,-3 0 0 0 0,4 1-16 0 0,-1-1 1 0 0,1 0 0 0 0,-1 1 0 0 0,0-1 0 0 0,1 1 0 0 0,-1 0-1 0 0,1 0 1 0 0,0-1 0 0 0,-1 1 0 0 0,1 0 0 0 0,0 0-1 0 0,-1 0 1 0 0,1 0 0 0 0,0 1 0 0 0,0-1 0 0 0,0 0 0 0 0,0 0-1 0 0,0 1 1 0 0,0-1 0 0 0,0 0 0 0 0,0 1 0 0 0,1-1 0 0 0,-1 1-1 0 0,0-1 1 0 0,1 1 0 0 0,0 0 0 0 0,-1-1 0 0 0,1 1-1 0 0,0-1 1 0 0,0 1 0 0 0,0 0 0 0 0,0-1 0 0 0,0 1 0 0 0,0 0-1 0 0,0-1 1 0 0,0 1 0 0 0,1 3 0 0 0,0-3 0 0 0,0 1 0 0 0,0 0 0 0 0,0-1-1 0 0,0 1 1 0 0,0-1 0 0 0,1 1 0 0 0,-1-1 0 0 0,1 0 0 0 0,-1 1 0 0 0,1-1 0 0 0,0 0 0 0 0,0 0-1 0 0,0 0 1 0 0,0-1 0 0 0,0 1 0 0 0,1 0 0 0 0,-1-1 0 0 0,0 1 0 0 0,1-1 0 0 0,-1 0 0 0 0,4 2-1 0 0,3 0 522 0 0,-11 3 450 0 0,-2 4-471 0 0,3-9-531 0 0,1 0 1 0 0,0-1-1 0 0,-1 1 1 0 0,1-1 0 0 0,0 1-1 0 0,-1 0 1 0 0,1 0-1 0 0,0-1 1 0 0,0 1-1 0 0,0 0 1 0 0,0-1-1 0 0,0 1 1 0 0,0 0 0 0 0,0-1-1 0 0,0 1 1 0 0,0 0-1 0 0,0 0 1 0 0,0-1-1 0 0,0 1 1 0 0,0 0-1 0 0,1-1 1 0 0,-1 1-1 0 0,0 0 1 0 0,1-1 0 0 0,-1 1-1 0 0,0 0 1 0 0,1-1-1 0 0,-1 1 1 0 0,1-1-1 0 0,-1 1 1 0 0,1-1-1 0 0,-1 1 1 0 0,1-1 0 0 0,-1 1-1 0 0,1-1 1 0 0,-1 1-1 0 0,1-1 1 0 0,0 0-1 0 0,-1 1 1 0 0,1-1-1 0 0,0 0 1 0 0,-1 0-1 0 0,1 1 1 0 0,0-1 0 0 0,-1 0-1 0 0,1 0 1 0 0,0 0-1 0 0,-1 0 1 0 0,1 0-1 0 0,0 0 1 0 0,0 0-1 0 0,0 0 1 0 0,2 0-104 0 0,-1-1-1 0 0,1 1 1 0 0,-1-1 0 0 0,0 0-1 0 0,1 0 1 0 0,-1 0-1 0 0,0 0 1 0 0,1 0 0 0 0,-1 0-1 0 0,0 0 1 0 0,0-1 0 0 0,0 1-1 0 0,2-3 1 0 0,5-8-1328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3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74 964 5985 0 0,'2'-44'7475'0'0,"3"19"-5534"0"0,-1 0 0 0 0,2-40-1 0 0,-11-114-580 0 0,0-103 118 0 0,6 169-1401 0 0,-8 43-1205 0 0,9 71 608 0 0,0 0 1 0 0,0 0 0 0 0,1 0 0 0 0,-1 0-1 0 0,0 0 1 0 0,0 0 0 0 0,0 0 0 0 0,1-1-1 0 0,-1 1 1 0 0,0-1 0 0 0,1 0 0 0 0,-1 0 0 0 0,1 1-1 0 0,2-2 1 0 0,2 2-286 0 0,-6-1 786 0 0,-1 0 0 0 0,1 1 0 0 0,0-1 0 0 0,0 0 0 0 0,-1 0 0 0 0,1 0 0 0 0,0 0 0 0 0,0 0 0 0 0,0 0 1 0 0,0 0-1 0 0,-1 0 0 0 0,1 0 0 0 0,0 0 0 0 0,0 0 0 0 0,-1 0 0 0 0,1-1 0 0 0,0 1 0 0 0,0 0 0 0 0,-1-1 0 0 0,1 1 0 0 0,0 0 1 0 0,0-1-1 0 0,-1 1 0 0 0,1-1 0 0 0,-1 1 0 0 0,1-1 0 0 0,0 1 0 0 0,-1-1 0 0 0,1 0 0 0 0,-1 1 0 0 0,1-1 0 0 0,-1 0 0 0 0,0 1 1 0 0,1-1-1 0 0,-1 0 0 0 0,0 0 0 0 0,1 1 0 0 0,-1-2 0 0 0,0-34 1292 0 0,-1 28-1096 0 0,0-2 24 0 0,-1-1 1 0 0,0 1 0 0 0,-4-14-1 0 0,5 22-188 0 0,1 0-1 0 0,-1-1 1 0 0,0 1 0 0 0,0 0-1 0 0,0 0 1 0 0,0 0-1 0 0,0 0 1 0 0,-1 0 0 0 0,1 0-1 0 0,0 0 1 0 0,-1 0-1 0 0,0 0 1 0 0,1 0 0 0 0,-1 1-1 0 0,0-1 1 0 0,0 1-1 0 0,0 0 1 0 0,0-1 0 0 0,0 1-1 0 0,-4-1 1 0 0,5 2 23 0 0,-1 0 1 0 0,1 0-1 0 0,-1 0 1 0 0,1 1-1 0 0,-1-1 1 0 0,0 1-1 0 0,1-1 1 0 0,0 1-1 0 0,-1 0 1 0 0,1 0-1 0 0,-1-1 0 0 0,1 1 1 0 0,0 0-1 0 0,-1 0 1 0 0,1 0-1 0 0,0 1 1 0 0,0-1-1 0 0,0 0 1 0 0,0 0-1 0 0,0 1 1 0 0,0-1-1 0 0,0 0 1 0 0,1 1-1 0 0,-1-1 1 0 0,0 2-1 0 0,-20 45 1116 0 0,18-40-1090 0 0,1-3-87 0 0,0 0-1 0 0,0 1 1 0 0,1-1 0 0 0,0 1 0 0 0,0-1 0 0 0,1 1 0 0 0,-1 10 0 0 0,1-15 21 0 0,0 0 0 0 0,0 1 0 0 0,1-1-1 0 0,-1 0 1 0 0,0 0 0 0 0,0 0 0 0 0,1 0-1 0 0,-1 0 1 0 0,1 0 0 0 0,-1 0 0 0 0,1 0-1 0 0,-1 0 1 0 0,1 0 0 0 0,0 0 0 0 0,-1 0-1 0 0,1 0 1 0 0,0-1 0 0 0,0 1 0 0 0,0 0-1 0 0,0 0 1 0 0,-1-1 0 0 0,1 1 0 0 0,0-1-1 0 0,0 1 1 0 0,0-1 0 0 0,0 1 0 0 0,0-1-1 0 0,1 1 1 0 0,-1-1 0 0 0,0 0 0 0 0,0 0-1 0 0,0 1 1 0 0,0-1 0 0 0,0 0 0 0 0,0 0-1 0 0,0 0 1 0 0,1 0 0 0 0,-1-1-1 0 0,0 1 1 0 0,0 0 0 0 0,0 0 0 0 0,0-1-1 0 0,0 1 1 0 0,0 0 0 0 0,0-1 0 0 0,2 0-1 0 0,-1 0 77 0 0,0 0 0 0 0,0-1 0 0 0,1 1 0 0 0,-1 0-1 0 0,0-1 1 0 0,0 1 0 0 0,0-1 0 0 0,-1 0-1 0 0,1 0 1 0 0,0 0 0 0 0,-1 0 0 0 0,1 0-1 0 0,-1 0 1 0 0,1 0 0 0 0,-1 0 0 0 0,0 0 0 0 0,0-1-1 0 0,0 1 1 0 0,0 0 0 0 0,-1-1 0 0 0,1 1-1 0 0,-1-1 1 0 0,1 1 0 0 0,-1-1 0 0 0,0 1-1 0 0,0-1 1 0 0,0 1 0 0 0,0-1 0 0 0,-1-3 0 0 0,1-2 73 0 0,-1 1 1 0 0,0 0-1 0 0,0 0 1 0 0,-1 0-1 0 0,0 0 1 0 0,0 0-1 0 0,-1 0 1 0 0,0 0 0 0 0,-4-7-1 0 0,6 12-112 0 0,-1-1 0 0 0,1 1 1 0 0,-1 0-1 0 0,1 0 0 0 0,-1 0 0 0 0,0 0 0 0 0,0 0 0 0 0,0 0 1 0 0,0 0-1 0 0,-1 1 0 0 0,1-1 0 0 0,0 1 0 0 0,-1 0 0 0 0,1-1 1 0 0,-1 1-1 0 0,1 0 0 0 0,-1 0 0 0 0,1 1 0 0 0,-4-2 0 0 0,4 3-12 0 0,0-1-1 0 0,1 1 1 0 0,-1-1-1 0 0,0 1 1 0 0,1-1-1 0 0,-1 1 1 0 0,0 0-1 0 0,1 0 1 0 0,-1 0-1 0 0,1 0 0 0 0,0 0 1 0 0,-1 0-1 0 0,1 0 1 0 0,0 0-1 0 0,-1 1 1 0 0,1-1-1 0 0,0 0 1 0 0,0 1-1 0 0,0-1 1 0 0,0 1-1 0 0,0-1 1 0 0,1 1-1 0 0,-1 0 1 0 0,0-1-1 0 0,1 1 0 0 0,-1 0 1 0 0,1 0-1 0 0,0-1 1 0 0,-1 1-1 0 0,1 2 1 0 0,-1-1-21 0 0,0 0 0 0 0,1 0 0 0 0,-1-1 0 0 0,1 1 0 0 0,0 0 0 0 0,-1 0 0 0 0,1 0 0 0 0,0-1 0 0 0,1 1 0 0 0,-1 0 1 0 0,0 0-1 0 0,1 0 0 0 0,1 3 0 0 0,-1-5-16 0 0,0 0 0 0 0,0 0 0 0 0,0 0 1 0 0,0 0-1 0 0,0 0 0 0 0,0-1 0 0 0,0 1 1 0 0,0 0-1 0 0,1-1 0 0 0,-1 1 0 0 0,0-1 1 0 0,1 1-1 0 0,-1-1 0 0 0,0 0 0 0 0,1 1 1 0 0,-1-1-1 0 0,0 0 0 0 0,1 0 0 0 0,-1 0 1 0 0,1 0-1 0 0,-1 0 0 0 0,0 0 0 0 0,1 0 1 0 0,-1-1-1 0 0,0 1 0 0 0,1 0 0 0 0,-1-1 0 0 0,2 0 1 0 0,13-3-1894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5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6913 0 0,'1'-5'3551'0'0,"-1"5"-3497"0"0,14 8 3262 0 0,-1 5-2765 0 0,-1 1 1 0 0,0 0 0 0 0,-1 1 0 0 0,0 0-1 0 0,-2 1 1 0 0,11 23 0 0 0,41 114 936 0 0,2 3-3536 0 0,-49-128-4142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6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90 3225 0 0,'-10'-9'334'0'0,"9"9"-182"0"0,1-1-1 0 0,0 1 1 0 0,-1 0 0 0 0,1 0-1 0 0,0 0 1 0 0,-1 0 0 0 0,1 0-1 0 0,-1 0 1 0 0,1 0 0 0 0,0 0-1 0 0,-1 0 1 0 0,1 0 0 0 0,-6 2 2426 0 0,5-1-2426 0 0,0 1 283 0 0,0 0 1 0 0,0 0-1 0 0,0 0 0 0 0,0 0 1 0 0,1 0-1 0 0,-1 0 1 0 0,1 0-1 0 0,-1 0 1 0 0,1 0-1 0 0,0 0 1 0 0,-1 0-1 0 0,1 4 1 0 0,0-5-288 0 0,0 0 1 0 0,0 0 0 0 0,0 0-1 0 0,1 0 1 0 0,-1 0 0 0 0,0 0 0 0 0,0 0-1 0 0,1 1 1 0 0,-1-1 0 0 0,0 0-1 0 0,1 0 1 0 0,-1 0 0 0 0,1 0 0 0 0,0-1-1 0 0,-1 1 1 0 0,1 0 0 0 0,0 0-1 0 0,-1 0 1 0 0,1 0 0 0 0,0-1 0 0 0,0 1-1 0 0,0 0 1 0 0,-1 0 0 0 0,3 0-1 0 0,0 0 54 0 0,-1 0 0 0 0,1 0-1 0 0,-1 0 1 0 0,1-1 0 0 0,-1 1-1 0 0,1-1 1 0 0,0 0-1 0 0,-1 0 1 0 0,1 0 0 0 0,3 0-1 0 0,2-1 81 0 0,0 0-1 0 0,0-1 1 0 0,-1 0-1 0 0,1 0 0 0 0,-1 0 1 0 0,9-5-1 0 0,-2-2-146 0 0,-1 0-1 0 0,0 0 1 0 0,0-1-1 0 0,19-21 1 0 0,27-21-1146 0 0,-49 47-1967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6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0 4609 0 0,'-28'13'6448'0'0,"30"1"-345"0"0,5 2-5955 0 0,6 18 394 0 0,-1 0 1 0 0,-2 0-1 0 0,7 39 0 0 0,-12-43-323 0 0,2-1-1 0 0,1 0 1 0 0,1 0-1 0 0,2-1 1 0 0,17 35-1 0 0,-26-60-174 0 0,0 0 0 0 0,0 1 0 0 0,0-1 0 0 0,1 0-1 0 0,-1-1 1 0 0,1 1 0 0 0,-1 0 0 0 0,1-1 0 0 0,0 1-1 0 0,0-1 1 0 0,0 0 0 0 0,0 0 0 0 0,0 0 0 0 0,1 0-1 0 0,-1 0 1 0 0,1-1 0 0 0,-1 0 0 0 0,1 0 0 0 0,-1 0-1 0 0,1 0 1 0 0,0 0 0 0 0,0-1 0 0 0,-1 1 0 0 0,1-1-1 0 0,6-1 1 0 0,-4 0-61 0 0,-1 0 0 0 0,1 0 0 0 0,0-1 0 0 0,-1 0 0 0 0,0 0 0 0 0,1-1-1 0 0,-1 1 1 0 0,0-1 0 0 0,0 0 0 0 0,-1-1 0 0 0,1 1 0 0 0,-1-1 0 0 0,1 0 0 0 0,-1 0 0 0 0,0 0 0 0 0,3-5 0 0 0,13-20-1887 0 0,18-33 0 0 0,-7 10-5919 0 0,-22 41 3482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6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7 3209 0 0,'-7'-3'105'0'0,"-38"0"12376"0"0,55 26-10585 0 0,-6-13-1022 0 0,47 191 3165 0 0,-18 4-5791 0 0,-29-177 978 0 0,2 7-6477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7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3681 0 0,'-7'4'9140'0'0,"10"7"-5308"0"0,10 9-3143 0 0,-12-18-343 0 0,22 44 985 0 0,-1 0 1 0 0,22 69 0 0 0,-4 27-5279 0 0,-34-114-2579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7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61 3225 0 0,'3'-35'648'0'0,"-3"31"-113"0"0,13-18 8498 0 0,-14 55-6599 0 0,-7 6-837 0 0,-4 38 228 0 0,11-69-1574 0 0,1 0 1 0 0,0 0-1 0 0,0 0 0 0 0,0 0 0 0 0,1 0 1 0 0,1-1-1 0 0,2 10 0 0 0,-4-15-197 0 0,1 0 0 0 0,-1 0-1 0 0,1 0 1 0 0,0 0 0 0 0,0 0-1 0 0,0 0 1 0 0,0 0 0 0 0,0-1-1 0 0,0 1 1 0 0,0 0 0 0 0,1-1-1 0 0,-1 1 1 0 0,0-1 0 0 0,1 0 0 0 0,0 1-1 0 0,-1-1 1 0 0,1 0 0 0 0,0 0-1 0 0,-1 0 1 0 0,1 0 0 0 0,3 1-1 0 0,-2-2-22 0 0,-1 1-1 0 0,1-1 0 0 0,0 0 0 0 0,-1 0 0 0 0,1 0 1 0 0,0 0-1 0 0,-1-1 0 0 0,1 1 0 0 0,-1-1 0 0 0,1 0 0 0 0,0 1 1 0 0,-1-1-1 0 0,1-1 0 0 0,2 0 0 0 0,7-5-30 0 0,-1-1-1 0 0,0 0 0 0 0,0 0 1 0 0,19-20-1 0 0,32-36-2269 0 0,-41 43-5171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4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22 140 920 0 0,'-3'-1'380'0'0,"-16"-30"12342"0"0,46 28-11525 0 0,0 2 0 0 0,0 0 1 0 0,53 7-1 0 0,22 1-402 0 0,-61-7-921 0 0,1-2 1 0 0,-1-2 0 0 0,1-1 0 0 0,-2-3 0 0 0,1-1 0 0 0,-1-2 0 0 0,0-1 0 0 0,38-19 0 0 0,-41 15-1773 0 0,-12 6-2699 0 0,-6 2-579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4.8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62 291 2761 0 0,'-61'0'14009'0'0,"75"-10"-13482"0"0,-1-1 0 0 0,-1 0-1 0 0,1 0 1 0 0,-2-1 0 0 0,18-24 0 0 0,42-73-259 0 0,-37 54-39 0 0,-22 41-161 0 0,-11 14-64 0 0,-1 0-1 0 0,0 0 1 0 0,0 0-1 0 0,1 0 0 0 0,-1 0 1 0 0,0 0-1 0 0,1 0 1 0 0,-1 0-1 0 0,0 0 1 0 0,1 0-1 0 0,-1 0 1 0 0,0 0-1 0 0,1 0 0 0 0,-1 0 1 0 0,0 0-1 0 0,0 0 1 0 0,1 0-1 0 0,-1 0 1 0 0,0 0-1 0 0,1 0 0 0 0,-1 0 1 0 0,0 1-1 0 0,0-1 1 0 0,1 0-1 0 0,-1 0 1 0 0,0 0-1 0 0,0 1 1 0 0,1-1-1 0 0,-1 0 0 0 0,12 29 169 0 0,-9-15-167 0 0,2 0 8 0 0,1 1 0 0 0,0-1 0 0 0,1-1 0 0 0,1 1 0 0 0,0-1 0 0 0,0 0 0 0 0,2-1 0 0 0,-1 0 0 0 0,2 0 0 0 0,-1-1 0 0 0,18 13 0 0 0,-26-22-11 0 0,0-1-1 0 0,0 0 1 0 0,0 0-1 0 0,0 0 1 0 0,0 0-1 0 0,0-1 0 0 0,0 1 1 0 0,0-1-1 0 0,1 1 1 0 0,-1-1-1 0 0,0 0 0 0 0,0 0 1 0 0,0 1-1 0 0,0-2 1 0 0,1 1-1 0 0,-1 0 1 0 0,0 0-1 0 0,0-1 0 0 0,0 1 1 0 0,0-1-1 0 0,1 0 1 0 0,-1 1-1 0 0,0-1 0 0 0,0 0 1 0 0,0 0-1 0 0,-1 0 1 0 0,1-1-1 0 0,0 1 1 0 0,0 0-1 0 0,-1-1 0 0 0,1 1 1 0 0,-1-1-1 0 0,3-2 1 0 0,6-7 19 0 0,-1-1 0 0 0,0 1 0 0 0,13-26 0 0 0,-13 22-4 0 0,9-17 172 0 0,18-26 64 0 0,-33 53-228 0 0,1 0 1 0 0,-1 1 0 0 0,1 0-1 0 0,0-1 1 0 0,1 1-1 0 0,-1 1 1 0 0,1-1-1 0 0,9-5 1 0 0,-13 9-14 0 0,1-1 0 0 0,-1 1 1 0 0,1-1-1 0 0,-1 1 0 0 0,1-1 0 0 0,-1 1 1 0 0,1 0-1 0 0,-1 0 0 0 0,1 0 0 0 0,-1 0 0 0 0,1 0 1 0 0,0 0-1 0 0,-1 1 0 0 0,1-1 0 0 0,-1 0 1 0 0,1 1-1 0 0,-1-1 0 0 0,1 1 0 0 0,-1-1 0 0 0,0 1 1 0 0,1 0-1 0 0,-1 0 0 0 0,0 0 0 0 0,1-1 1 0 0,-1 1-1 0 0,0 0 0 0 0,0 1 0 0 0,0-1 0 0 0,0 0 1 0 0,0 0-1 0 0,1 2 0 0 0,5 6 33 0 0,-1 0 0 0 0,0 1 0 0 0,6 15 0 0 0,-1-4 27 0 0,-1-3-58 0 0,-1-1 13 0 0,1-1-1 0 0,0 0 0 0 0,18 21 0 0 0,-26-34-41 0 0,1 0-1 0 0,-1-1 0 0 0,1 1 1 0 0,-1-1-1 0 0,1 1 0 0 0,0-1 1 0 0,0 0-1 0 0,0 0 0 0 0,0 0 1 0 0,0-1-1 0 0,1 1 0 0 0,-1-1 1 0 0,0 0-1 0 0,1 0 0 0 0,-1 0 1 0 0,1 0-1 0 0,-1 0 0 0 0,1-1 1 0 0,0 1-1 0 0,-1-1 0 0 0,1 0 1 0 0,-1 0-1 0 0,1-1 0 0 0,5 0 1 0 0,-7 0-67 0 0,0 0 0 0 0,-1 0 1 0 0,1 0-1 0 0,0 0 0 0 0,0 0 1 0 0,-1 0-1 0 0,1-1 0 0 0,0 1 1 0 0,-1 0-1 0 0,0-1 0 0 0,1 1 1 0 0,-1-1-1 0 0,0 0 0 0 0,0 1 1 0 0,0-1-1 0 0,0 0 0 0 0,2-3 1 0 0,11-39-1549 0 0,-7 20 363 0 0,-1 10 390 0 0,-4 4 308 0 0,2 1-1 0 0,-1 0 0 0 0,1 0 0 0 0,1 0 0 0 0,0 0 0 0 0,0 1 0 0 0,0 0 0 0 0,1 0 0 0 0,10-11 0 0 0,-15 19 653 0 0,1-1 0 0 0,-1 0 0 0 0,0 1 0 0 0,1 0 0 0 0,-1-1 0 0 0,0 1 0 0 0,1 0-1 0 0,-1 0 1 0 0,0-1 0 0 0,1 1 0 0 0,-1 0 0 0 0,0 1 0 0 0,1-1 0 0 0,-1 0-1 0 0,0 0 1 0 0,1 0 0 0 0,-1 1 0 0 0,0-1 0 0 0,1 1 0 0 0,-1-1 0 0 0,0 1 0 0 0,0-1-1 0 0,1 1 1 0 0,-1 0 0 0 0,0 0 0 0 0,0 0 0 0 0,0-1 0 0 0,0 1 0 0 0,0 0 0 0 0,0 0-1 0 0,0 0 1 0 0,0 1 0 0 0,-1-1 0 0 0,2 1 0 0 0,3 4 112 0 0,-1 0 0 0 0,0 1 1 0 0,0-1-1 0 0,6 14 0 0 0,0 17-882 0 0,-1-3-3840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5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3625 0 0,'5'0'8248'0'0,"19"-4"-4530"0"0,53-7-93 0 0,-25 11-2180 0 0,102 14 0 0 0,-52-2-1146 0 0,-49-9-222 0 0,1-2 0 0 0,-1-2 1 0 0,1-3-1 0 0,-1-2 1 0 0,0-2-1 0 0,53-16 0 0 0,-102 23-222 0 0,0 0-1 0 0,-1 0 0 0 0,1 0 1 0 0,0 1-1 0 0,0-1 1 0 0,0 1-1 0 0,0 0 1 0 0,0 0-1 0 0,0 0 0 0 0,0 0 1 0 0,0 1-1 0 0,-1 0 1 0 0,1 0-1 0 0,0 0 0 0 0,0 0 1 0 0,-1 0-1 0 0,5 3 1 0 0,1 4-1553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5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90 4145 0 0,'-1'-1'172'0'0,"1"1"0"0"0,-1-1 0 0 0,0 1-1 0 0,1-1 1 0 0,-1 0 0 0 0,1 1 0 0 0,-1-1 0 0 0,1 0 0 0 0,-1 0 0 0 0,1 0 0 0 0,-1 1-1 0 0,1-1 1 0 0,0 0 0 0 0,-1 0 0 0 0,1 0 0 0 0,0 0 0 0 0,0 1 0 0 0,0-1 0 0 0,0 0 0 0 0,0 0-1 0 0,0 0 1 0 0,0 0 0 0 0,0 0 0 0 0,0 0 0 0 0,0 0 0 0 0,0 1 0 0 0,0-1 0 0 0,1 0 0 0 0,-1 0-1 0 0,0 0 1 0 0,1 0 0 0 0,-1 1 0 0 0,0-1 0 0 0,1 0 0 0 0,-1 0 0 0 0,1 1 0 0 0,0-1-1 0 0,-1 0 1 0 0,1 1 0 0 0,-1-1 0 0 0,2 0 0 0 0,1-1 213 0 0,-1 0-1 0 0,1 0 1 0 0,0 0 0 0 0,0 1 0 0 0,0-1-1 0 0,0 1 1 0 0,0 0 0 0 0,0 0 0 0 0,4-1-1 0 0,21-4-228 0 0,43-7 1903 0 0,98-7 0 0 0,-146 19-1701 0 0,1 1 0 0 0,-1 1 1 0 0,0 1-1 0 0,1 1 0 0 0,-1 1 0 0 0,0 2 0 0 0,-1 0 1 0 0,30 12-1 0 0,-35-11-711 0 0,0 0-1 0 0,1-1 1 0 0,-1-1 0 0 0,1-1-1 0 0,28 3 1 0 0,-32-6-116 0 0,-1-1 0 0 0,1 0 0 0 0,-1-1 0 0 0,0-1 0 0 0,1 0 1 0 0,-1-1-1 0 0,0 0 0 0 0,16-7 0 0 0,-1-1-5642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0 260 2304 0 0,'22'-34'7622'0'0,"-18"26"-6530"0"0,26-52 3809 0 0,-25 47-4168 0 0,1 0 0 0 0,1 0 0 0 0,0 0 0 0 0,0 1 0 0 0,2 0 0 0 0,9-12 0 0 0,-16 23-694 0 0,-1 0 0 0 0,0 0 0 0 0,0-1 0 0 0,1 1-1 0 0,-1 0 1 0 0,0 0 0 0 0,1 0 0 0 0,-1 1 0 0 0,1-1 0 0 0,-1 0 0 0 0,1 0 0 0 0,0 1 0 0 0,-1-1 0 0 0,1 1 0 0 0,0 0 0 0 0,-1-1 0 0 0,1 1 0 0 0,0 0-1 0 0,-1 0 1 0 0,1 0 0 0 0,0 0 0 0 0,0 0 0 0 0,-1 0 0 0 0,1 1 0 0 0,0-1 0 0 0,-1 0 0 0 0,1 1 0 0 0,0 0 0 0 0,-1-1 0 0 0,1 1 0 0 0,-1 0 0 0 0,1 0-1 0 0,-1 0 1 0 0,1 0 0 0 0,-1 0 0 0 0,0 0 0 0 0,2 1 0 0 0,5 7-33 0 0,0-1 1 0 0,-1 1-1 0 0,0 0 0 0 0,10 18 0 0 0,-1-4 39 0 0,-4-7-45 0 0,1 0 0 0 0,30 25 0 0 0,-39-37 0 0 0,1 0 0 0 0,0 0 0 0 0,0 0 0 0 0,1-1 0 0 0,-1 0 0 0 0,1 0 0 0 0,-1 0 0 0 0,1-1 0 0 0,0 0 0 0 0,0 0 0 0 0,0 0 0 0 0,0-1 0 0 0,10 1 0 0 0,-14-2-1 0 0,-1 0-1 0 0,1 0 1 0 0,0-1 0 0 0,-1 1 0 0 0,1-1-1 0 0,-1 0 1 0 0,1 1 0 0 0,-1-1 0 0 0,0 0-1 0 0,1 0 1 0 0,-1 0 0 0 0,0 0-1 0 0,1 0 1 0 0,-1 0 0 0 0,0 0 0 0 0,0-1-1 0 0,0 1 1 0 0,0 0 0 0 0,0-1 0 0 0,0 1-1 0 0,0-1 1 0 0,-1 1 0 0 0,1 0 0 0 0,0-4-1 0 0,15-44-46 0 0,-12 31 49 0 0,1 0-64 0 0,22-61 43 0 0,-25 74 41 0 0,0-1-1 0 0,1 1 1 0 0,0-1-1 0 0,0 1 1 0 0,1 0-1 0 0,-1 0 1 0 0,1 0-1 0 0,0 1 1 0 0,0 0-1 0 0,8-7 1 0 0,-11 11-21 0 0,0 0 1 0 0,0-1-1 0 0,-1 1 1 0 0,1 0-1 0 0,0 0 1 0 0,-1 0-1 0 0,1 1 1 0 0,0-1 0 0 0,0 0-1 0 0,-1 0 1 0 0,1 0-1 0 0,0 0 1 0 0,-1 1-1 0 0,1-1 1 0 0,0 0-1 0 0,-1 1 1 0 0,1-1-1 0 0,0 0 1 0 0,-1 1-1 0 0,1-1 1 0 0,-1 1-1 0 0,1-1 1 0 0,-1 1-1 0 0,1-1 1 0 0,-1 1-1 0 0,1 0 1 0 0,16 19 83 0 0,-15-16-51 0 0,41 57 64 0 0,-35-47-108 0 0,1 0 0 0 0,1 0 0 0 0,0-1 0 0 0,1 0 0 0 0,0-1 0 0 0,1 0 0 0 0,14 11 0 0 0,-25-23-42 0 0,0 0 1 0 0,0 1-1 0 0,0-1 1 0 0,0 0-1 0 0,0 0 1 0 0,1 0-1 0 0,-1 0 1 0 0,0 0-1 0 0,0 0 1 0 0,0 0-1 0 0,0 0 1 0 0,0 0-1 0 0,0 0 1 0 0,0-1-1 0 0,0 1 1 0 0,0 0-1 0 0,0-1 1 0 0,0 1-1 0 0,0-1 1 0 0,0 1-1 0 0,0-1 1 0 0,0 1-1 0 0,0-1 1 0 0,0 0-1 0 0,0 1 1 0 0,-1-1-1 0 0,1 0 1 0 0,0 0-1 0 0,-1 0 1 0 0,1 0-1 0 0,0 1 1 0 0,-1-1-1 0 0,1 0 1 0 0,0-2-1 0 0,25-42-1585 0 0,-20 32 1173 0 0,4-7-177 0 0,-6 12 551 0 0,0 0 0 0 0,1 0-1 0 0,0 0 1 0 0,0 1-1 0 0,0-1 1 0 0,1 1 0 0 0,0 1-1 0 0,9-8 1 0 0,-12 12 106 0 0,0 0 0 0 0,1 1 0 0 0,-1-1 0 0 0,1 1 0 0 0,-1 0 0 0 0,1 0 0 0 0,-1 1 0 0 0,1-1 0 0 0,0 1 0 0 0,-1-1 0 0 0,5 1 0 0 0,48 4 181 0 0,-35-2 28 0 0,28 2-3113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6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9418 0 0,'8'-1'630'0'0,"0"0"0"0"0,0 0-1 0 0,0-1 1 0 0,11-4 0 0 0,13-3 1870 0 0,47-6 1472 0 0,91-13-202 0 0,-137 24-3664 0 0,0 2 0 0 0,0 2 0 0 0,43 4 0 0 0,-71-4-359 0 0,93 8 204 0 0,-57-11-6476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7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30 6913 0 0,'-39'-29'16000'0'0,"87"232"-15491"0"0,-6-37-441 0 0,69 539-77 0 0,-97-594-24 0 0,-10-43 223 0 0,-1-12-589 0 0,3-20-2764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7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9674 0 0,'-1'1'235'0'0,"-1"-1"0"0"0,1 0 0 0 0,0 1 0 0 0,0-1 0 0 0,0 1 0 0 0,0 0 0 0 0,0-1 0 0 0,0 1 0 0 0,0 0 0 0 0,0 0 0 0 0,0 0 0 0 0,0 0 0 0 0,0 0 0 0 0,0 0 0 0 0,1 0 0 0 0,-1 0 0 0 0,0 0 0 0 0,1 0 0 0 0,-1 0 0 0 0,1 0 0 0 0,-1 0 0 0 0,1 1 0 0 0,0-1-1 0 0,-1 0 1 0 0,1 0 0 0 0,0 0 0 0 0,0 1 0 0 0,0-1 0 0 0,0 0 0 0 0,0 2 0 0 0,-2 42 875 0 0,2-43-975 0 0,47 547 724 0 0,34-3-133 0 0,-66-448-702 0 0,-3-17-3054 0 0,2 128 0 0 0,-14-193-2888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8.3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947 67 2745 0 0,'0'-2'351'0'0,"0"-1"0"0"0,0 0 1 0 0,0 1-1 0 0,0-1 0 0 0,0 1 1 0 0,-1-1-1 0 0,1 1 1 0 0,-1-1-1 0 0,0 1 0 0 0,0-1 1 0 0,1 1-1 0 0,-2-1 1 0 0,1 1-1 0 0,0 0 0 0 0,0 0 1 0 0,-1 0-1 0 0,1-1 0 0 0,-1 1 1 0 0,0 0-1 0 0,1 1 1 0 0,-1-1-1 0 0,0 0 0 0 0,0 1 1 0 0,0-1-1 0 0,0 1 0 0 0,-1-1 1 0 0,1 1-1 0 0,0 0 1 0 0,-1 0-1 0 0,1 0 0 0 0,-1 0 1 0 0,1 0-1 0 0,-1 1 1 0 0,1-1-1 0 0,-1 1 0 0 0,1 0 1 0 0,-5-1-1 0 0,-8 2 537 0 0,-1 0-1 0 0,0 0 1 0 0,1 1-1 0 0,0 1 1 0 0,-17 6 0 0 0,4-2-689 0 0,-40 5-98 0 0,0-2 0 0 0,0-3 0 0 0,-1-3-1 0 0,0-3 1 0 0,1-3 0 0 0,-1-4 0 0 0,-78-15 0 0 0,107 12-503 0 0,25 5-71 0 0,0 1 0 0 0,0 0 0 0 0,-23-1 0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8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68 3225 0 0,'-1'-2'117'0'0,"0"0"0"0"0,1 0 0 0 0,-1-1 1 0 0,0 1-1 0 0,0 0 0 0 0,0 0 0 0 0,0 0 1 0 0,0 0-1 0 0,-1 0 0 0 0,1 1 0 0 0,-1-1 1 0 0,1 0-1 0 0,-1 1 0 0 0,1-1 0 0 0,-1 1 0 0 0,0-1 1 0 0,0 1-1 0 0,0 0 0 0 0,0-1 0 0 0,0 1 1 0 0,0 0-1 0 0,0 1 0 0 0,0-1 0 0 0,0 0 1 0 0,-1 1-1 0 0,1-1 0 0 0,0 1 0 0 0,0-1 0 0 0,-3 1 1 0 0,2-1 179 0 0,-1 0 0 0 0,1 1 0 0 0,-1 0 0 0 0,1-1 0 0 0,-1 1 0 0 0,1 0 0 0 0,-1 0 0 0 0,1 1 0 0 0,-1-1 0 0 0,1 1 0 0 0,-1 0 0 0 0,1 0 0 0 0,-1 0 0 0 0,1 0 0 0 0,0 0 0 0 0,0 1 0 0 0,0 0 0 0 0,-6 3 0 0 0,6 0-35 0 0,-1 0 0 0 0,1 0 0 0 0,0 0 0 0 0,1 0 0 0 0,-1 1 0 0 0,1-1 0 0 0,0 1 1 0 0,0 0-1 0 0,1 0 0 0 0,0-1 0 0 0,0 1 0 0 0,0 0 0 0 0,1 0 0 0 0,0 0 0 0 0,0 0 0 0 0,1 9 0 0 0,-1-12-219 0 0,0 0 1 0 0,1-1 0 0 0,-1 1-1 0 0,1 0 1 0 0,0 0 0 0 0,0-1-1 0 0,0 1 1 0 0,0 0-1 0 0,0-1 1 0 0,0 1 0 0 0,1-1-1 0 0,-1 1 1 0 0,1-1 0 0 0,-1 0-1 0 0,1 0 1 0 0,0 0 0 0 0,0 0-1 0 0,0 0 1 0 0,1 0-1 0 0,-1 0 1 0 0,0-1 0 0 0,1 1-1 0 0,-1-1 1 0 0,0 1 0 0 0,1-1-1 0 0,0 0 1 0 0,-1 0 0 0 0,1 0-1 0 0,0-1 1 0 0,0 1-1 0 0,-1 0 1 0 0,1-1 0 0 0,0 0-1 0 0,0 0 1 0 0,5 0 0 0 0,-5 0 3 0 0,-1-1 1 0 0,1 1 0 0 0,-1-1-1 0 0,1 1 1 0 0,-1-1 0 0 0,1 0-1 0 0,-1 0 1 0 0,0 0 0 0 0,1 0-1 0 0,-1-1 1 0 0,0 1 0 0 0,0-1-1 0 0,0 1 1 0 0,0-1 0 0 0,0 0-1 0 0,0 1 1 0 0,0-1 0 0 0,-1 0-1 0 0,1 0 1 0 0,-1-1 0 0 0,1 1-1 0 0,-1 0 1 0 0,0 0-1 0 0,0-1 1 0 0,0 1 0 0 0,0 0-1 0 0,0-1 1 0 0,0 1 0 0 0,-1-1-1 0 0,1 0 1 0 0,-1 1 0 0 0,0-5-1 0 0,1 2 34 0 0,-1 0-1 0 0,0 0 0 0 0,-1 0 1 0 0,1 0-1 0 0,-1 0 0 0 0,0 0 1 0 0,0 0-1 0 0,0 0 0 0 0,-1 0 1 0 0,0 1-1 0 0,0-1 0 0 0,0 0 1 0 0,0 1-1 0 0,-1 0 0 0 0,-5-9 1 0 0,0 6 19 0 0,0 0 0 0 0,0 1 0 0 0,0 0 0 0 0,-1 0 0 0 0,0 0 0 0 0,-12-4 0 0 0,18 8-96 0 0,0 0-1 0 0,-1 1 1 0 0,1-1-1 0 0,-1 1 0 0 0,1 0 1 0 0,-1 0-1 0 0,0 0 1 0 0,1 0-1 0 0,-1 1 1 0 0,0 0-1 0 0,1 0 1 0 0,-1 0-1 0 0,0 0 1 0 0,0 0-1 0 0,1 1 1 0 0,-1-1-1 0 0,0 1 1 0 0,1 0-1 0 0,-1 0 1 0 0,-5 3-1 0 0,3 1-383 0 0,2 0-101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9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14 221 6913 0 0,'-13'8'4451'0'0,"44"-11"1195"0"0,-15 1-6072 0 0,194-29 2933 0 0,65-6 543 0 0,-253 36-3051 0 0,41-1-49 0 0,0-2 0 0 0,-1-4 0 0 0,86-20 1 0 0,-86 13-1083 0 0,-20 12-5922 0 0,-70 7-2453 0 0,-2 0 6711 0 0,28-5 3015 0 0,-1 1 0 0 0,0 0-1 0 0,1-1 1 0 0,-1 1 0 0 0,1-1 0 0 0,-1 0-1 0 0,1 0 1 0 0,-1 0 0 0 0,1 0-1 0 0,-1-1 1 0 0,-1 0 0 0 0,3 1 105 0 0,0 0 0 0 0,0 0 0 0 0,0 1 1 0 0,0-1-1 0 0,0 0 0 0 0,0 1 0 0 0,0-1 0 0 0,-1 1 0 0 0,1-1 0 0 0,0 1 1 0 0,0 0-1 0 0,0-1 0 0 0,-1 1 0 0 0,1 0 0 0 0,0 0 0 0 0,0 0 1 0 0,-1 0-1 0 0,1 0 0 0 0,0 0 0 0 0,0 0 0 0 0,-2 1 0 0 0,2-1-78 0 0,0 1 0 0 0,1 0-1 0 0,-1-1 1 0 0,0 1-1 0 0,0 0 1 0 0,1-1 0 0 0,-1 1-1 0 0,1 0 1 0 0,-1 0-1 0 0,1 0 1 0 0,-1 0 0 0 0,1-1-1 0 0,-1 1 1 0 0,1 0-1 0 0,0 0 1 0 0,-1 0 0 0 0,1 0-1 0 0,0 0 1 0 0,0 0-1 0 0,-1 2 1 0 0,1 1 98 0 0,0 0-1 0 0,0 0 1 0 0,0 1 0 0 0,1-1 0 0 0,-1 0-1 0 0,1 1 1 0 0,0-1 0 0 0,0 0 0 0 0,0 0-1 0 0,4 8 1 0 0,-1-7-296 0 0,-1 1 1 0 0,1-1-1 0 0,0 0 1 0 0,0 0-1 0 0,1-1 1 0 0,0 1-1 0 0,-1-1 1 0 0,1 0-1 0 0,1 0 1 0 0,-1-1-1 0 0,1 1 1 0 0,-1-1-1 0 0,1 0 1 0 0,0-1-1 0 0,0 0 1 0 0,0 0-1 0 0,0 0 1 0 0,0 0-1 0 0,1-1 1 0 0,-1 0-1 0 0,1-1 1 0 0,11 1-1 0 0,-13-1 7 0 0,1-1 0 0 0,-1 0-1 0 0,1 0 1 0 0,-1 0 0 0 0,1 0 0 0 0,-1-1-1 0 0,0 0 1 0 0,0 0 0 0 0,0-1 0 0 0,0 1 0 0 0,0-1-1 0 0,0 0 1 0 0,-1 0 0 0 0,1-1 0 0 0,-1 1-1 0 0,0-1 1 0 0,0 0 0 0 0,0 0 0 0 0,-1 0-1 0 0,1-1 1 0 0,-1 1 0 0 0,0-1 0 0 0,0 0 0 0 0,-1 0-1 0 0,1 0 1 0 0,2-9 0 0 0,-4 10-25 0 0,0 0 0 0 0,-1-1 0 0 0,1 1 0 0 0,-1-1 1 0 0,0 1-1 0 0,0-1 0 0 0,0 1 0 0 0,0-1 0 0 0,-1 1 0 0 0,0-1 0 0 0,0 1 1 0 0,0-1-1 0 0,0 1 0 0 0,-1 0 0 0 0,0 0 0 0 0,0 0 0 0 0,0 0 0 0 0,0 0 0 0 0,-1 0 1 0 0,1 0-1 0 0,-1 1 0 0 0,0-1 0 0 0,0 1 0 0 0,0 0 0 0 0,-1 0 0 0 0,1 0 1 0 0,-1 0-1 0 0,-6-3 0 0 0,6 3-101 0 0,0 1 0 0 0,0-1 1 0 0,0 1-1 0 0,0 0 0 0 0,0 0 0 0 0,-1 1 1 0 0,1-1-1 0 0,-1 1 0 0 0,1 0 0 0 0,-1 0 1 0 0,0 1-1 0 0,1-1 0 0 0,-1 1 0 0 0,0 0 1 0 0,1 0-1 0 0,-1 1 0 0 0,1-1 0 0 0,-1 1 1 0 0,0 0-1 0 0,1 0 0 0 0,-1 1 0 0 0,1-1 1 0 0,0 1-1 0 0,-1 0 0 0 0,1 0 0 0 0,0 0 1 0 0,-7 6-1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20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10370 0 0,'0'0'506'0'0,"-4"25"1151"0"0,4-16-961 0 0,0 0 1 0 0,0-1-1 0 0,1 1 0 0 0,0 0 0 0 0,1 0 0 0 0,0 0 0 0 0,0-1 0 0 0,6 14 0 0 0,4 5 221 0 0,20 32 0 0 0,4 10-282 0 0,41 130-864 0 0,-58-140-429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21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12443 0 0,'9'10'9655'0'0,"6"3"-9526"0"0,-1 0 0 0 0,-1 2 0 0 0,-1-1-1 0 0,0 2 1 0 0,-1 0 0 0 0,0 0 0 0 0,-1 1 0 0 0,-1 0 0 0 0,11 31 0 0 0,6 23-253 0 0,18 85 0 0 0,-35-122 77 0 0,38 145-3191 0 0,-38-151-3973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22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14 105 4145 0 0,'-2'-4'493'0'0,"0"1"0"0"0,1-1 0 0 0,-1 1 0 0 0,1-1 0 0 0,-1 0 0 0 0,1 1 0 0 0,0-1 1 0 0,1 0-1 0 0,-1 0 0 0 0,0 0 0 0 0,8-28 11572 0 0,-7 29-12058 0 0,1 2-6 0 0,-1-1 1 0 0,0 1 0 0 0,0-1-1 0 0,0 1 1 0 0,0-1-1 0 0,0 0 1 0 0,0 1-1 0 0,0-1 1 0 0,0 0 0 0 0,0 1-1 0 0,-1-1 1 0 0,1 1-1 0 0,-1-1 1 0 0,1 1-1 0 0,-2-3 1 0 0,0 3 84 0 0,1 9 628 0 0,6 30-711 0 0,1 0 1 0 0,12 38-1 0 0,-12-57 0 0 0,0 0-1 0 0,1 0 1 0 0,2-1-1 0 0,-1 0 1 0 0,2-1 0 0 0,12 18-1 0 0,-20-33 10 0 0,-1 0-1 0 0,1 0 1 0 0,0 0 0 0 0,0 0-1 0 0,0 0 1 0 0,1 0 0 0 0,-1 0 0 0 0,0 0-1 0 0,1-1 1 0 0,-1 0 0 0 0,1 1-1 0 0,-1-1 1 0 0,1 0 0 0 0,0 0-1 0 0,0 0 1 0 0,-1 0 0 0 0,1-1-1 0 0,5 1 1 0 0,-3-1-8 0 0,0 0 0 0 0,0-1 0 0 0,0 1 0 0 0,0-1 1 0 0,0 0-1 0 0,0-1 0 0 0,0 1 0 0 0,-1-1 0 0 0,9-4 0 0 0,6-5-19 0 0,-1-1 0 0 0,-1 0 0 0 0,31-29-1 0 0,-47 41 17 0 0,34-33-181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0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55 4609 0 0,'-16'-55'5460'0'0,"17"92"-1001"0"0,1 7-3276 0 0,8 29-135 0 0,39 138 1 0 0,42 66-778 0 0,6 18-1810 0 0,-83-246 322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87 272 920 0 0,'-13'3'1717'0'0,"0"1"0"0"0,0 0 0 0 0,0 1 0 0 0,-21 12 0 0 0,48-23-503 0 0,0 0 1 0 0,1 1 0 0 0,16-3-1 0 0,-3 1-656 0 0,1072-238 5369 0 0,-867 219-5918 0 0,-186 25-568 0 0,0 2 0 0 0,92 12 0 0 0,-129-11-213 0 0,1 0 0 0 0,-1 1 0 0 0,18 7-1 0 0,-6 3-5188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15 10138 0 0,'-11'-11'1170'0'0,"11"11"-1121"0"0,0-1 0 0 0,0 1 0 0 0,1 0-1 0 0,-1 0 1 0 0,0-1 0 0 0,0 1 0 0 0,0 0-1 0 0,1 0 1 0 0,-1 0 0 0 0,0-1-1 0 0,0 1 1 0 0,1 0 0 0 0,-1 0 0 0 0,0 0-1 0 0,0 0 1 0 0,1 0 0 0 0,-1-1-1 0 0,0 1 1 0 0,1 0 0 0 0,-1 0 0 0 0,0 0-1 0 0,0 0 1 0 0,1 0 0 0 0,-1 0 0 0 0,0 0-1 0 0,1 0 1 0 0,-1 0 0 0 0,0 0-1 0 0,1 0 1 0 0,-1 0 0 0 0,0 0 0 0 0,0 1-1 0 0,1-1 1 0 0,3 2 1593 0 0,2 2-444 0 0,11 7-730 0 0,-1 1-1 0 0,0 1 1 0 0,-1 1 0 0 0,0 0 0 0 0,-1 1 0 0 0,-1 0-1 0 0,0 1 1 0 0,-1 1 0 0 0,-1 0 0 0 0,-1 0 0 0 0,13 29 0 0 0,11 31-208 0 0,33 116 0 0 0,-63-180-244 0 0,9 27-554 0 0,22 82-679 0 0,-32-108-356 0 0,-1 0 0 0 0,0 0 0 0 0,-1 24 0 0 0,-3-23-3789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0 192 3225 0 0,'2'-4'185'0'0,"-1"0"-1"0"0,1 0 1 0 0,0 0 0 0 0,0 0 0 0 0,0 0 0 0 0,0 1-1 0 0,1-1 1 0 0,0 1 0 0 0,-1-1 0 0 0,1 1 0 0 0,6-5 0 0 0,-6 5 476 0 0,19-20 1102 0 0,2-1 377 0 0,27-22 0 0 0,-44 40-1603 0 0,1 0-1 0 0,-1 1 1 0 0,1 0-1 0 0,1 1 1 0 0,-1 0-1 0 0,0 0 1 0 0,1 0-1 0 0,15-3 1 0 0,-23 7-475 0 0,0 0 0 0 0,0-1 1 0 0,0 1-1 0 0,0 0 1 0 0,0 0-1 0 0,-1 0 1 0 0,1 0-1 0 0,0 0 1 0 0,0 0-1 0 0,0 0 0 0 0,0 0 1 0 0,0 1-1 0 0,0-1 1 0 0,-1 0-1 0 0,1 0 1 0 0,0 1-1 0 0,0-1 0 0 0,0 0 1 0 0,-1 1-1 0 0,1-1 1 0 0,0 1-1 0 0,0-1 1 0 0,-1 1-1 0 0,1 0 0 0 0,0-1 1 0 0,-1 1-1 0 0,1 0 1 0 0,-1-1-1 0 0,2 2 1 0 0,-1 1-14 0 0,0-1 0 0 0,0 1 0 0 0,-1 0 0 0 0,1-1 0 0 0,-1 1 0 0 0,1 0 0 0 0,-1-1 0 0 0,0 1 0 0 0,0 0 0 0 0,0 2 0 0 0,-2 9-30 0 0,0 0 0 0 0,-7 23-1 0 0,-27 61 18 0 0,23-65 431 0 0,-16 62 0 0 0,28-94-426 0 0,1 1 1 0 0,-1 0-1 0 0,1 0 1 0 0,0-1 0 0 0,0 1-1 0 0,0 0 1 0 0,0 0-1 0 0,0-1 1 0 0,0 1 0 0 0,1 0-1 0 0,-1-1 1 0 0,1 1-1 0 0,-1 0 1 0 0,1 0-1 0 0,-1-1 1 0 0,1 1 0 0 0,0-1-1 0 0,0 1 1 0 0,0-1-1 0 0,0 1 1 0 0,0-1 0 0 0,0 1-1 0 0,0-1 1 0 0,0 0-1 0 0,1 0 1 0 0,-1 0 0 0 0,0 0-1 0 0,1 0 1 0 0,-1 0-1 0 0,1 0 1 0 0,-1 0-1 0 0,1 0 1 0 0,0 0 0 0 0,-1-1-1 0 0,1 1 1 0 0,0-1-1 0 0,2 1 1 0 0,9 2 92 0 0,0-1 0 0 0,1-1 0 0 0,-1 0 0 0 0,17-1 0 0 0,6 1-169 0 0,-23 2-459 0 0,1 0 1 0 0,-1 0-1 0 0,0 2 0 0 0,-1 0 1 0 0,1 0-1 0 0,-1 1 0 0 0,0 0 1 0 0,14 11-1 0 0,-8-6-1344 0 0,0-1 0 0 0,27 11 0 0 0,-40-20 1825 0 0,-1 1 0 0 0,1-1 0 0 0,-1-1 0 0 0,1 1 0 0 0,0-1 0 0 0,0 1 0 0 0,-1-1 0 0 0,1-1 0 0 0,0 1 0 0 0,-1-1-1 0 0,1 1 1 0 0,0-1 0 0 0,7-3 0 0 0,13-6-73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53 237 1840 0 0,'1'1'173'0'0,"1"1"-1"0"0,-1-1 1 0 0,1 0 0 0 0,-1 1-1 0 0,1-1 1 0 0,-1 0-1 0 0,1 0 1 0 0,0 0-1 0 0,-1 0 1 0 0,1 0-1 0 0,0-1 1 0 0,0 1-1 0 0,0 0 1 0 0,0-1-1 0 0,0 0 1 0 0,-1 1-1 0 0,1-1 1 0 0,0 0 0 0 0,0 0-1 0 0,4 0 1 0 0,0 0 689 0 0,1 0 1 0 0,-1-1 0 0 0,0 1 0 0 0,1-1 0 0 0,7-3 0 0 0,-11 3-657 0 0,0 0 1 0 0,0 0-1 0 0,0-1 0 0 0,0 0 1 0 0,0 1-1 0 0,-1-1 0 0 0,1 0 1 0 0,0 0-1 0 0,-1-1 0 0 0,0 1 1 0 0,1 0-1 0 0,-1-1 0 0 0,0 0 1 0 0,0 1-1 0 0,0-1 0 0 0,-1 0 1 0 0,1 0-1 0 0,-1 0 1 0 0,1 0-1 0 0,-1 0 0 0 0,0 0 1 0 0,0 0-1 0 0,-1-1 0 0 0,1 1 1 0 0,0 0-1 0 0,-1-1 0 0 0,0 1 1 0 0,0 0-1 0 0,0-1 0 0 0,0 1 1 0 0,-1 0-1 0 0,1 0 0 0 0,-2-5 1 0 0,0-1 5 0 0,0-1 0 0 0,-1 1 0 0 0,0 0 0 0 0,-1 0 0 0 0,1 0 0 0 0,-2 1 0 0 0,1-1 0 0 0,-1 1 0 0 0,-1 0 1 0 0,-8-10-1 0 0,9 12-181 0 0,0 1 1 0 0,-1 0-1 0 0,0 0 1 0 0,1 1-1 0 0,-2-1 1 0 0,1 2-1 0 0,-9-6 1 0 0,13 9-27 0 0,1-1-1 0 0,-1 0 1 0 0,0 1 0 0 0,1-1 0 0 0,-1 1-1 0 0,0-1 1 0 0,0 1 0 0 0,0 0 0 0 0,1 0-1 0 0,-1 0 1 0 0,0 0 0 0 0,0 0 0 0 0,0 0-1 0 0,1 0 1 0 0,-1 0 0 0 0,0 1-1 0 0,0-1 1 0 0,1 1 0 0 0,-1 0 0 0 0,0-1-1 0 0,1 1 1 0 0,-1 0 0 0 0,0 0 0 0 0,1 0-1 0 0,-1 0 1 0 0,1 0 0 0 0,0 0-1 0 0,-1 1 1 0 0,1-1 0 0 0,0 0 0 0 0,0 1-1 0 0,0-1 1 0 0,0 1 0 0 0,0-1 0 0 0,-1 2-1 0 0,-2 5-43 0 0,0 1 0 0 0,1-1 0 0 0,0 1 0 0 0,0-1 0 0 0,1 1 0 0 0,0 0 0 0 0,0 0 0 0 0,1 0 0 0 0,0 0 0 0 0,1 0 0 0 0,0 0 0 0 0,1 0 0 0 0,0 0 0 0 0,0 0 0 0 0,0 0 0 0 0,4 11 0 0 0,-1-9-41 0 0,0 0-1 0 0,0 0 1 0 0,1 0 0 0 0,0 0-1 0 0,1-1 1 0 0,0 1 0 0 0,1-2 0 0 0,0 1-1 0 0,0-1 1 0 0,1 0 0 0 0,17 15-1 0 0,-17-18-291 0 0,1 0-1 0 0,-1 0 1 0 0,1-1-1 0 0,1-1 1 0 0,-1 1-1 0 0,1-1 1 0 0,-1-1-1 0 0,1 0 1 0 0,0 0-1 0 0,0-1 1 0 0,1-1-1 0 0,11 2 1 0 0,9-3-4801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2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76 1376 0 0,'10'-37'2774'0'0,"-10"35"-2440"0"0,0-1-1 0 0,1 1 1 0 0,-1 0 0 0 0,0 0-1 0 0,0-1 1 0 0,0 1 0 0 0,0 0-1 0 0,-1 0 1 0 0,1-1 0 0 0,-1 1 0 0 0,1 0-1 0 0,-1 0 1 0 0,0 0 0 0 0,-1-3-1 0 0,2 5-274 0 0,0-1 0 0 0,0 1 0 0 0,0 0-1 0 0,-1 0 1 0 0,1 0 0 0 0,0 0 0 0 0,0 0-1 0 0,0 0 1 0 0,0-1 0 0 0,0 1 0 0 0,-1 0-1 0 0,1 0 1 0 0,0 0 0 0 0,0 0 0 0 0,0 0-1 0 0,0 0 1 0 0,-1 0 0 0 0,1 0 0 0 0,0 0-1 0 0,0 0 1 0 0,0 0 0 0 0,-1 0 0 0 0,1 0-1 0 0,0 0 1 0 0,0 0 0 0 0,0 0-1 0 0,-1 0 1 0 0,1 0 0 0 0,0 0 0 0 0,0 0-1 0 0,0 0 1 0 0,-1 0 0 0 0,1 0 0 0 0,0 0-1 0 0,0 0 1 0 0,0 0 0 0 0,0 1 0 0 0,0-1-1 0 0,-1 0 1 0 0,1 0 0 0 0,-8 10 1041 0 0,-4 15-187 0 0,11-24-786 0 0,-12 30 483 0 0,2 0 0 0 0,1 1 0 0 0,-8 41 0 0 0,15-54-512 0 0,0 1-1 0 0,1 0 0 0 0,1-1 0 0 0,1 1 0 0 0,1 0 1 0 0,6 36-1 0 0,-6-49-82 0 0,1-1 0 0 0,1 1 1 0 0,-1-1-1 0 0,1 0 0 0 0,0 0 0 0 0,0 0 0 0 0,1-1 1 0 0,5 8-1 0 0,-8-12-19 0 0,0 0 1 0 0,0 0-1 0 0,0 0 1 0 0,0 0-1 0 0,0 0 0 0 0,1 0 1 0 0,-1 0-1 0 0,0-1 1 0 0,0 1-1 0 0,1 0 1 0 0,-1-1-1 0 0,0 1 0 0 0,1-1 1 0 0,-1 1-1 0 0,0-1 1 0 0,1 0-1 0 0,2 1 1 0 0,-2-1-15 0 0,-1-1 0 0 0,0 1 1 0 0,1-1-1 0 0,-1 1 1 0 0,1-1-1 0 0,-1 0 0 0 0,0 1 1 0 0,0-1-1 0 0,1 0 1 0 0,-1 0-1 0 0,0 0 0 0 0,0 0 1 0 0,0 0-1 0 0,0 0 0 0 0,0 0 1 0 0,0 0-1 0 0,0-1 1 0 0,0 1-1 0 0,0 0 0 0 0,-1-1 1 0 0,2-1-1 0 0,3-10-149 0 0,1-1 0 0 0,-2 1 0 0 0,0-1 1 0 0,-1 0-1 0 0,3-24 0 0 0,10-39 774 0 0,-14 71-517 0 0,0 0-1 0 0,1 1 0 0 0,-1-1 0 0 0,1 0 1 0 0,0 1-1 0 0,0 0 0 0 0,1 0 1 0 0,0 0-1 0 0,0 0 0 0 0,4-4 0 0 0,-6 7-47 0 0,-1 1 0 0 0,1 0 0 0 0,-1-1 0 0 0,1 1 0 0 0,0 0 0 0 0,-1 0 0 0 0,1 0 0 0 0,0 1 0 0 0,-1-1 0 0 0,1 0 0 0 0,0 1 0 0 0,0-1 0 0 0,0 1 0 0 0,0-1 0 0 0,0 1 0 0 0,0 0 0 0 0,0 0 0 0 0,0 0 0 0 0,0 0 0 0 0,-1 0 0 0 0,4 1-1 0 0,-1 0 29 0 0,-1 0-1 0 0,1 1 0 0 0,-1-1 0 0 0,0 1 1 0 0,0 0-1 0 0,1 0 0 0 0,-1 0 0 0 0,-1 0 1 0 0,1 1-1 0 0,4 3 0 0 0,2 5 115 0 0,0 0 0 0 0,0 0 0 0 0,-1 1 0 0 0,11 22 0 0 0,3 15 5 0 0,-9-20 91 0 0,24 39 1 0 0,-32-60-249 0 0,0 0 0 0 0,1-1 0 0 0,0 1 0 0 0,0-2 0 0 0,0 1 0 0 0,1-1-1 0 0,0 0 1 0 0,1 0 0 0 0,10 7 0 0 0,-17-13-31 0 0,-1 0-1 0 0,0 0 0 0 0,1 0 0 0 0,-1 1 0 0 0,0-1 0 0 0,1 0 0 0 0,-1 0 1 0 0,0 0-1 0 0,1 0 0 0 0,-1 0 0 0 0,0 0 0 0 0,1 1 0 0 0,-1-1 0 0 0,0 0 0 0 0,1 0 1 0 0,-1 0-1 0 0,0 0 0 0 0,1 0 0 0 0,-1 0 0 0 0,1-1 0 0 0,-1 1 0 0 0,0 0 1 0 0,1 0-1 0 0,-1 0 0 0 0,0 0 0 0 0,1 0 0 0 0,-1 0 0 0 0,0-1 0 0 0,1 1 0 0 0,-1 0 1 0 0,0 0-1 0 0,0 0 0 0 0,1-1 0 0 0,3-15 0 0 0,-7-33-100 0 0,1 27-62 0 0,0-5-365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2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60 11522 0 0,'0'0'513'0'0,"0"-2"223"0"0,-2 1-736 0 0,2-1 128 0 0,2 0 8 0 0,-2-1 0 0 0,1-3 0 0 0,3 1-296 0 0,1-2-56 0 0,0-2-8 0 0,2 2-8 0 0,0 0 160 0 0,-1 2 72 0 0,-5 2-64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2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 2304 0 0,'3'5'201'0'0,"1"-3"-201"0"0,1-1 0 0 0,-1-1 0 0 0,-1 0 480 0 0,1-1 64 0 0,1-1 0 0 0,4-2 8 0 0,8 1-128 0 0,2-6-24 0 0,6 0-8 0 0,-1-1 0 0 0,1-2-328 0 0,-4 1-64 0 0,-4 2 0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3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9 7834 0 0,'3'-9'6153'0'0,"-5"24"-2292"0"0,-2 54-3005 0 0,2 1 1 0 0,4 0 0 0 0,3-1-1 0 0,17 87 1 0 0,80 276-797 0 0,-58-285-1973 0 0,-20-71-5386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3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1 203 2304 0 0,'17'1'3388'0'0,"26"-1"395"0"0,139-40 3876 0 0,-1-15-4211 0 0,59-14-1725 0 0,-196 58-1968 0 0,0 1 1 0 0,1 2-1 0 0,0 3 0 0 0,76-1 1 0 0,-114 7-222 0 0,1 0 0 0 0,-1 0 0 0 0,1 0 0 0 0,-1 1 0 0 0,0 0 0 0 0,0 1 0 0 0,0-1 0 0 0,10 6 0 0 0,4 6-5796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3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23 1840 0 0,'-16'-22'19861'0'0,"19"29"-19449"0"0,158 404 453 0 0,-58-136-2098 0 0,-91-244-797 0 0,-1-1-5162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5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65 4609 0 0,'-14'-20'974'0'0,"10"13"247"0"0,-1 0 1 0 0,0 0-1 0 0,-1 0 0 0 0,1 1 0 0 0,-11-5 2798 0 0,17 21-2817 0 0,4 10-404 0 0,70 182 1472 0 0,10 32-2976 0 0,-76-201-977 0 0,0 1-4704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5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7 7370 0 0,'14'-6'833'0'0,"-9"8"162"0"0,-13 19 1173 0 0,-28 34 691 0 0,35-54-2833 0 0,-17 23 714 0 0,-47 69 50 0 0,58-81-730 0 0,0 1-1 0 0,1 0 1 0 0,0 0 0 0 0,1 0 0 0 0,-6 25-1 0 0,10-34 47 0 0,0 0-1 0 0,0 0 1 0 0,1 0 0 0 0,-1 0-1 0 0,1 0 1 0 0,0 1-1 0 0,0-1 1 0 0,1 0-1 0 0,-1 0 1 0 0,1 0-1 0 0,0 0 1 0 0,0 0-1 0 0,1 0 1 0 0,-1 0-1 0 0,1 0 1 0 0,0 0-1 0 0,0 0 1 0 0,0-1-1 0 0,0 1 1 0 0,0-1-1 0 0,1 1 1 0 0,0-1 0 0 0,0 0-1 0 0,0 0 1 0 0,0 0-1 0 0,7 4 1 0 0,-4-4-69 0 0,0 1 0 0 0,0-1 0 0 0,1-1 1 0 0,-1 1-1 0 0,1-1 0 0 0,0-1 0 0 0,0 1 0 0 0,0-1 1 0 0,0 0-1 0 0,0-1 0 0 0,0 1 0 0 0,0-1 1 0 0,0-1-1 0 0,0 1 0 0 0,8-3 0 0 0,58-16-2495 0 0,-44 10-3762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5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1 135 6913 0 0,'0'-1'80'0'0,"1"0"-1"0"0,-1 0 0 0 0,0 0 1 0 0,1 0-1 0 0,-1 0 0 0 0,1 0 1 0 0,0 0-1 0 0,-1 0 0 0 0,1 1 0 0 0,0-1 1 0 0,-1 0-1 0 0,1 0 0 0 0,0 1 1 0 0,0-1-1 0 0,0 0 0 0 0,0 1 0 0 0,0-1 1 0 0,-1 1-1 0 0,1-1 0 0 0,0 1 1 0 0,0 0-1 0 0,0-1 0 0 0,2 1 0 0 0,30-10 1016 0 0,-21 7-746 0 0,96-33 2160 0 0,-46 14-637 0 0,104-21 1 0 0,-152 39-2600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6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0 10594 0 0,'-1'1'62'0'0,"0"0"-1"0"0,0 0 0 0 0,0 0 1 0 0,0 0-1 0 0,0 0 1 0 0,1-1-1 0 0,-1 1 0 0 0,0 1 1 0 0,1-1-1 0 0,-1 0 1 0 0,1 0-1 0 0,-1 0 1 0 0,1 0-1 0 0,0 0 0 0 0,-1 0 1 0 0,1 0-1 0 0,0 1 1 0 0,0-1-1 0 0,0 0 0 0 0,0 0 1 0 0,0 0-1 0 0,0 1 1 0 0,0-1-1 0 0,0 0 0 0 0,0 0 1 0 0,1 2-1 0 0,10 38 862 0 0,-7-28-547 0 0,73 232 6288 0 0,-54-178-7584 0 0,20 41-442 0 0,-27-71 1345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6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 10914 0 0,'0'0'132'0'0,"0"-1"-1"0"0,0 0 1 0 0,0 0-1 0 0,0 0 0 0 0,0 1 1 0 0,0-1-1 0 0,0 0 0 0 0,0 0 1 0 0,0 0-1 0 0,0 1 1 0 0,0-1-1 0 0,0 0 0 0 0,1 0 1 0 0,-1 0-1 0 0,0 1 1 0 0,1-1-1 0 0,-1 0 0 0 0,0 1 1 0 0,1-1-1 0 0,-1 0 1 0 0,1 1-1 0 0,-1-1 0 0 0,1 0 1 0 0,-1 1-1 0 0,1-1 0 0 0,0 1 1 0 0,-1-1-1 0 0,1 1 1 0 0,0 0-1 0 0,-1-1 0 0 0,1 1 1 0 0,1-1-1 0 0,-1 1 22 0 0,0 1-1 0 0,0-1 1 0 0,0 0-1 0 0,0 1 1 0 0,0-1 0 0 0,0 0-1 0 0,0 1 1 0 0,0-1-1 0 0,0 1 1 0 0,0 0-1 0 0,-1-1 1 0 0,1 1-1 0 0,0 0 1 0 0,0 0 0 0 0,-1-1-1 0 0,1 1 1 0 0,0 0-1 0 0,-1 0 1 0 0,1 0-1 0 0,0 0 1 0 0,-1 0-1 0 0,1 0 1 0 0,-1 0 0 0 0,1 1-1 0 0,6 16 228 0 0,0 0 1 0 0,-2 0-1 0 0,0 1 0 0 0,0 0 0 0 0,1 19 0 0 0,3 101 102 0 0,-7-91-288 0 0,31 369 68 0 0,13-143-4070 0 0,-30-204-2977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6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19 225 8290 0 0,'-17'-7'3723'0'0,"17"7"-3669"0"0,0 0 0 0 0,0 0 0 0 0,0 0 0 0 0,0-1 0 0 0,-1 1 0 0 0,1 0 0 0 0,0 0 0 0 0,0 0 0 0 0,0 0 0 0 0,0-1 0 0 0,0 1 0 0 0,0 0 0 0 0,0 0 0 0 0,0 0 0 0 0,0-1 0 0 0,0 1 0 0 0,-1 0 0 0 0,1 0 0 0 0,3-5 2214 0 0,4 1-1504 0 0,40-15 460 0 0,1 2-1 0 0,77-18 0 0 0,113-10-54 0 0,-47 10-861 0 0,-184 33-350 0 0,229-41-175 0 0,-191 37-2176 0 0,67 2 1 0 0,-76 6-3636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7.4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10594 0 0,'1'-33'2161'0'0,"5"23"-245"0"0,-5 10-1816 0 0,0 1 1 0 0,-1-1-1 0 0,1 0 1 0 0,0 1-1 0 0,0-1 0 0 0,-1 1 1 0 0,1-1-1 0 0,0 0 1 0 0,-1 1-1 0 0,1 0 0 0 0,-1-1 1 0 0,1 1-1 0 0,-1-1 1 0 0,1 1-1 0 0,-1 0 1 0 0,1-1-1 0 0,-1 1 0 0 0,0 0 1 0 0,1-1-1 0 0,-1 2 1 0 0,37 74 2201 0 0,-32-62-2212 0 0,0 0-1 0 0,1-1 1 0 0,1 0 0 0 0,0 0-1 0 0,1-1 1 0 0,1 0-1 0 0,-1 0 1 0 0,14 12-1 0 0,-11-15-47 0 0,0 0 0 0 0,0-1 0 0 0,1-1 0 0 0,0 1-1 0 0,1-2 1 0 0,-1 0 0 0 0,1-1 0 0 0,0 0 0 0 0,1-1 0 0 0,-1 0-1 0 0,21 2 1 0 0,-26-4-223 0 0,1-1 0 0 0,0-1 0 0 0,0 1 1 0 0,-1-1-1 0 0,1-1 0 0 0,0 0 0 0 0,0 0 0 0 0,-1-1 0 0 0,1 0 0 0 0,-1 0 0 0 0,0-1 0 0 0,1 0 0 0 0,-1-1 0 0 0,0 0 0 0 0,-1 0 0 0 0,1 0 0 0 0,-1-1 0 0 0,0 0 1 0 0,9-8-1 0 0,-14 10-133 0 0,1 1 0 0 0,-1-1 0 0 0,0 0 0 0 0,0 0 1 0 0,0 0-1 0 0,-1 0 0 0 0,1 0 0 0 0,-1-1 1 0 0,1 1-1 0 0,-1 0 0 0 0,0-1 0 0 0,0 1 0 0 0,0-6 1 0 0,1-5 313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7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4721 0 0,'0'0'353'0'0,"11"36"5638"0"0,20 171 2558 0 0,4 17-5989 0 0,-23-183-3391 0 0,1-1-1 0 0,27 58 1 0 0,-26-69-6302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7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 6913 0 0,'-1'-1'82'0'0,"1"1"-1"0"0,0 0 0 0 0,0 0 0 0 0,-1 0 0 0 0,1-1 0 0 0,0 1 0 0 0,-1 0 0 0 0,1 0 0 0 0,0 0 0 0 0,-1 0 0 0 0,1 0 0 0 0,0 0 0 0 0,-1-1 0 0 0,1 1 0 0 0,0 0 0 0 0,-1 0 0 0 0,1 0 0 0 0,0 0 0 0 0,-1 0 0 0 0,1 1 0 0 0,0-1 0 0 0,0 0 0 0 0,-1 0 0 0 0,1 0 0 0 0,0 0 0 0 0,-1 0 0 0 0,1 0 0 0 0,0 0 0 0 0,-1 1 0 0 0,1-1 0 0 0,0 0 0 0 0,0 0 0 0 0,-1 0 0 0 0,1 1 0 0 0,0-1 0 0 0,0 0 0 0 0,-1 0 0 0 0,1 1 0 0 0,0-1 1 0 0,0 1-1 0 0,2 16 4993 0 0,66 126-459 0 0,-43-93-5851 0 0,0-2-3333 0 0,-11-24-1501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8.1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1 9962 0 0,'0'0'475'0'0,"-9"18"366"0"0,0 1 671 0 0,0 1 0 0 0,2 0 0 0 0,0 0 0 0 0,1 0-1 0 0,-5 38 1 0 0,10-52-1416 0 0,1-1 1 0 0,0 1-1 0 0,0 0 0 0 0,0 0 0 0 0,1 0 0 0 0,0 0 0 0 0,0-1 1 0 0,0 1-1 0 0,1-1 0 0 0,0 1 0 0 0,0-1 0 0 0,0 1 1 0 0,1-1-1 0 0,-1 0 0 0 0,2 0 0 0 0,-1 0 0 0 0,0 0 1 0 0,1-1-1 0 0,0 1 0 0 0,0-1 0 0 0,0 0 0 0 0,0 0 1 0 0,1-1-1 0 0,-1 1 0 0 0,11 5 0 0 0,-6-5-30 0 0,-1 0 0 0 0,1-1 0 0 0,-1 1 1 0 0,1-2-1 0 0,0 1 0 0 0,0-1 0 0 0,0-1 0 0 0,1 0 0 0 0,-1 0 0 0 0,0-1 0 0 0,0 0 0 0 0,15-2 0 0 0,43-11-1101 0 0,-3-9-5217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8.7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28 6913 0 0,'-11'14'2029'0'0,"11"-14"-1996"0"0,-1 0 0 0 0,1 0 0 0 0,0 0 0 0 0,0 1 0 0 0,0-1-1 0 0,0 0 1 0 0,0 0 0 0 0,0 0 0 0 0,0 0 0 0 0,0 0 0 0 0,0 0 0 0 0,0 0 0 0 0,0 0-1 0 0,0 0 1 0 0,0 1 0 0 0,0-1 0 0 0,0 0 0 0 0,0 0 0 0 0,1 1 427 0 0,-1-1-427 0 0,0 0 0 0 0,0 0-1 0 0,0 0 1 0 0,1 0 0 0 0,-1 0 0 0 0,0 0 0 0 0,0 0 0 0 0,0 0 0 0 0,0 0 0 0 0,0 0-1 0 0,0 0 1 0 0,0 0 0 0 0,0 0 0 0 0,0 0 0 0 0,1 0 0 0 0,-1 0 0 0 0,0 0-1 0 0,0 0 1 0 0,0 0 0 0 0,0 0 0 0 0,0 0 0 0 0,0 0 0 0 0,0 0 0 0 0,0 0 0 0 0,0 0-1 0 0,1 0 1 0 0,-1 0 0 0 0,0 0 0 0 0,0 0 0 0 0,0 0 0 0 0,29-12 2550 0 0,-16 5-2964 0 0,21-6 335 0 0,-11 5-3521 0 0,-7 3-571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8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0 100 6913 0 0,'0'1'24'0'0,"0"-1"-1"0"0,0 0 1 0 0,0 0-1 0 0,0 0 0 0 0,0 0 1 0 0,0 1-1 0 0,0-1 0 0 0,0 0 1 0 0,0 0-1 0 0,0 0 1 0 0,0 0-1 0 0,0 1 0 0 0,0-1 1 0 0,1 0-1 0 0,-1 0 0 0 0,0 0 1 0 0,0 0-1 0 0,0 1 1 0 0,0-1-1 0 0,0 0 0 0 0,0 0 1 0 0,0 0-1 0 0,0 0 0 0 0,1 0 1 0 0,-1 0-1 0 0,0 0 1 0 0,0 1-1 0 0,0-1 0 0 0,0 0 1 0 0,1 0-1 0 0,-1 0 0 0 0,0 0 1 0 0,0 0-1 0 0,0 0 1 0 0,0 0-1 0 0,1 0 0 0 0,-1 0 1 0 0,0 0-1 0 0,0 0 0 0 0,0 0 1 0 0,0 0-1 0 0,1 0 1 0 0,-1 0-1 0 0,0 0 0 0 0,0 0 1 0 0,0 0-1 0 0,0 0 0 0 0,1 0 1 0 0,-1 0-1 0 0,0 0 1 0 0,0 0-1 0 0,0 0 0 0 0,0-1 1 0 0,0 1-1 0 0,1 0 0 0 0,-1 0 1 0 0,0 0-1 0 0,0 0 1 0 0,0 0-1 0 0,0 0 0 0 0,0-1 1 0 0,24-6 871 0 0,24-15 457 0 0,-26 10-1026 0 0,-8 6-1096 0 0,-1-2-1 0 0,0 0 1 0 0,21-16 0 0 0,-18 9 477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9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53 4609 0 0,'-42'14'553'0'0,"1"2"-1"0"0,-44 29 5403 0 0,85-45-5869 0 0,16 4 1741 0 0,16 2-995 0 0,38-7 66 0 0,-1-2 1 0 0,85-17-1 0 0,-30 4-127 0 0,388-25 2492 0 0,-47 5-1971 0 0,-278 22-1081 0 0,1 8-1 0 0,0 8 1 0 0,289 40-1 0 0,-161-12-703 0 0,-245-25-1324 0 0,-37-3-5731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49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19 126 3225 0 0,'-3'-3'176'0'0,"1"0"0"0"0,0-1 0 0 0,0 1 0 0 0,1-1 0 0 0,-1 1 0 0 0,1-1 0 0 0,0 0 0 0 0,-1 1 0 0 0,2-1 0 0 0,-2-7 0 0 0,1-42 6085 0 0,2 27-1626 0 0,2 48 456 0 0,8 21-4318 0 0,-2-7-617 0 0,19 155 52 0 0,2 12-1030 0 0,-22-169-2671 0 0,23 63-1 0 0,-20-70-2748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49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4 8754 0 0,'-5'-3'10687'0'0,"2"17"-12111"0"0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0.2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4609 0 0,'10'-28'13526'0'0,"-6"23"-12297"0"0,5-6-1589 0 0,-10 16 728 0 0,0 0-1 0 0,1 0 1 0 0,-1 0-1 0 0,1-1 1 0 0,0 1-1 0 0,0 5 1 0 0,0 8-223 0 0,-5 124 105 0 0,6-122-252 0 0,0 0 1 0 0,2 0 0 0 0,0 0 0 0 0,2-1 0 0 0,6 21 0 0 0,-9-33 1 0 0,1-1 0 0 0,-1 0 0 0 0,1 0 0 0 0,1-1 0 0 0,-1 1 0 0 0,1-1 0 0 0,0 0 0 0 0,0 1 0 0 0,0-2 0 0 0,1 1 0 0 0,0 0 0 0 0,0-1 0 0 0,0 0 0 0 0,0 0 0 0 0,1-1 0 0 0,0 1 0 0 0,-1-1 0 0 0,1 0 0 0 0,7 2 0 0 0,-4-3 0 0 0,-1 0 0 0 0,1 0 0 0 0,0-1 0 0 0,0 0 0 0 0,0-1 0 0 0,-1 1 0 0 0,1-2 0 0 0,0 1 0 0 0,0-2 0 0 0,0 1 0 0 0,0-1 0 0 0,-1 0 0 0 0,14-6 0 0 0,12-6 32 0 0,-2-2 0 0 0,47-31 1 0 0,19-9-3616 0 0,-89 50 2260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0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1376 0 0,'-26'5'11619'0'0,"24"-3"-11218"0"0,0 0 47 0 0,1 1 1 0 0,0 0-1 0 0,0 0 0 0 0,-1-1 1 0 0,2 1-1 0 0,-1 0 1 0 0,0 0-1 0 0,1 0 1 0 0,-1 0-1 0 0,1 3 1 0 0,-1 7 157 0 0,1 0 0 0 0,1-1 1 0 0,4 26-1 0 0,7 12-1281 0 0,21 58 0 0 0,-26-86-685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1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60 3425 0 0,'-2'-15'-575'0'0,"1"11"1495"0"0,1-1 0 0 0,-1 1-1 0 0,0-1 1 0 0,0 1 0 0 0,0-1-1 0 0,-3-4 1 0 0,4 8-769 0 0,0 1-1 0 0,-1-1 1 0 0,1 0 0 0 0,-1 1 0 0 0,1-1-1 0 0,-1 1 1 0 0,0-1 0 0 0,1 1 0 0 0,-1-1-1 0 0,1 1 1 0 0,-1 0 0 0 0,0-1 0 0 0,1 1-1 0 0,-1 0 1 0 0,0-1 0 0 0,1 1 0 0 0,-1 0-1 0 0,0 0 1 0 0,0-1 0 0 0,1 1 0 0 0,-1 0-1 0 0,0 0 1 0 0,0 0 0 0 0,1 0 0 0 0,-1 0-1 0 0,0 0 1 0 0,0 1 0 0 0,1-1-1 0 0,-1 0 1 0 0,0 0 0 0 0,0 0 0 0 0,1 1-1 0 0,-1-1 1 0 0,0 0 0 0 0,1 1 0 0 0,-1-1-1 0 0,0 0 1 0 0,1 1 0 0 0,-1-1 0 0 0,1 1-1 0 0,-1-1 1 0 0,1 1 0 0 0,-1 0 0 0 0,0 0-1 0 0,0 0-91 0 0,0 1 0 0 0,0-1 0 0 0,0 1-1 0 0,0-1 1 0 0,1 0 0 0 0,-1 1-1 0 0,0 0 1 0 0,1-1 0 0 0,-1 1-1 0 0,1-1 1 0 0,0 1 0 0 0,-1-1 0 0 0,1 1-1 0 0,0 0 1 0 0,0-1 0 0 0,0 1-1 0 0,0 0 1 0 0,0-1 0 0 0,1 1-1 0 0,0 2 1 0 0,9 43 477 0 0,-5-29-131 0 0,6 40 139 0 0,-3-12-572 0 0,2-1 1 0 0,1 0-1 0 0,28 68 1 0 0,-30-94-6681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2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1 122 8290 0 0,'188'-54'9949'0'0,"2"12"-7966"0"0,-171 38-3827 0 0,0-1 0 0 0,27-11 0 0 0,-42 15 465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2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3681 0 0,'-6'6'14063'0'0,"0"14"-14758"0"0,3-10 906 0 0,1-1 0 0 0,0 1 0 0 0,1 0 1 0 0,0-1-1 0 0,0 1 0 0 0,1 0 0 0 0,0 0 0 0 0,1 0 0 0 0,0 0 1 0 0,0-1-1 0 0,1 1 0 0 0,0-1 0 0 0,7 16 0 0 0,-5-17-88 0 0,0 1 0 0 0,1-1 0 0 0,1 0 0 0 0,-1-1 0 0 0,1 1 0 0 0,0-1 0 0 0,1 0-1 0 0,0-1 1 0 0,0 0 0 0 0,0 0 0 0 0,1 0 0 0 0,0-1 0 0 0,16 8 0 0 0,-4-3 226 0 0,37 10-1 0 0,15 8-281 0 0,-71-28-65 0 0,0 1 0 0 0,0 0 1 0 0,1-1-1 0 0,-1 1 0 0 0,0 0 0 0 0,0-1 0 0 0,0 1 0 0 0,0 0 0 0 0,0 0 0 0 0,0 0 1 0 0,-1 0-1 0 0,1 0 0 0 0,0 0 0 0 0,0 0 0 0 0,-1 0 0 0 0,1 0 0 0 0,0 0 0 0 0,-1 1 1 0 0,1-1-1 0 0,-1 0 0 0 0,0 0 0 0 0,1 0 0 0 0,-1 1 0 0 0,0 2 0 0 0,0-2 4 0 0,0 1 0 0 0,-1-1 0 0 0,1 1 0 0 0,-1-1 0 0 0,0 1-1 0 0,0-1 1 0 0,0 1 0 0 0,0-1 0 0 0,0 1 0 0 0,-1-1 0 0 0,-2 4-1 0 0,-3 2 13 0 0,0 1-1 0 0,-1-1 1 0 0,0 0-1 0 0,-15 11 1 0 0,-2-2-1026 0 0,-1-1 0 0 0,-1-2 1 0 0,0 0-1 0 0,-32 10 0 0 0,42-17-5556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4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62 5529 0 0,'6'5'11350'0'0,"24"-11"-8480"0"0,36-13-2209 0 0,-40 11-663 0 0,41-14 303 0 0,-21 13-6502 0 0,-25 7-41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4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54 8034 0 0,'-4'7'176'0'0,"1"-3"40"0"0,3-2 8 0 0,0-1 0 0 0,1-1-224 0 0,3 0 0 0 0,-1 2 0 0 0,3-2 0 0 0,2-2 376 0 0,5 1 32 0 0,2-1 8 0 0,3-3 0 0 0,1 1-416 0 0,2-6-176 0 0,0-3 16 0 0,0 0 0 0 0,3-7 160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4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 6449 0 0,'10'-6'5798'0'0,"19"-1"-3239"0"0,92-14 2851 0 0,-25 4-4650 0 0,-95 17-809 0 0,31-1-1082 0 0,-31 1 944 0 0,1 0 0 0 0,-1 0 0 0 0,0 0 1 0 0,0 0-1 0 0,0 0 0 0 0,0 1 0 0 0,0-1 0 0 0,0 0 0 0 0,-1 1 1 0 0,1-1-1 0 0,0 1 0 0 0,0-1 0 0 0,0 1 0 0 0,0-1 0 0 0,0 1 1 0 0,-1 0-1 0 0,1 0 0 0 0,0-1 0 0 0,0 1 0 0 0,-1 0 0 0 0,1 0 1 0 0,-1 0-1 0 0,1-1 0 0 0,-1 1 0 0 0,1 0 0 0 0,-1 0 0 0 0,1 0 1 0 0,-1 1-1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5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1 6913 0 0,'-8'2'359'0'0,"1"0"-1"0"0,-1 1 0 0 0,1 0 0 0 0,-1 1 0 0 0,1 0 0 0 0,0 0 0 0 0,0 0 0 0 0,1 1 0 0 0,-1 0 0 0 0,1 0 0 0 0,0 1 0 0 0,1-1 0 0 0,-1 1 0 0 0,1 1 0 0 0,-6 7 0 0 0,-3 7 711 0 0,1 0-1 0 0,1 0 0 0 0,-16 41 1 0 0,24-52-854 0 0,0 0 1 0 0,0 1-1 0 0,1-1 0 0 0,1 1 1 0 0,0 0-1 0 0,0 0 1 0 0,1 0-1 0 0,1 17 1 0 0,0-23-164 0 0,1-1 0 0 0,0 1 0 0 0,0-1 0 0 0,0 0-1 0 0,0 1 1 0 0,1-1 0 0 0,0 0 0 0 0,0 0 0 0 0,0 0 0 0 0,0-1 0 0 0,1 1 0 0 0,-1 0 0 0 0,1-1 0 0 0,0 1 0 0 0,0-1 0 0 0,0 0 0 0 0,1 0 0 0 0,-1 0 0 0 0,1-1 0 0 0,0 1 0 0 0,-1-1 0 0 0,1 0 0 0 0,0 0 0 0 0,5 2 0 0 0,7 1 31 0 0,1 0 1 0 0,0-1-1 0 0,1-1 1 0 0,-1 0-1 0 0,0-2 1 0 0,1 0 0 0 0,0-1-1 0 0,28-3 1 0 0,-23 2 14 0 0,1 0 0 0 0,-1 2 0 0 0,45 6 0 0 0,-66-7-97 0 0,0 0-1 0 0,1 1 1 0 0,-1-1 0 0 0,0 1 0 0 0,0-1-1 0 0,0 1 1 0 0,0 0 0 0 0,0 0-1 0 0,0 0 1 0 0,0 0 0 0 0,-1 0 0 0 0,1 1-1 0 0,0-1 1 0 0,0 1 0 0 0,-1-1-1 0 0,1 1 1 0 0,-1-1 0 0 0,0 1 0 0 0,1 0-1 0 0,-1 0 1 0 0,2 3 0 0 0,-3-3-2 0 0,1 1 0 0 0,-1-1 0 0 0,1 1 1 0 0,-1-1-1 0 0,0 1 0 0 0,0 0 0 0 0,0-1 0 0 0,-1 1 0 0 0,1-1 1 0 0,0 1-1 0 0,-1 0 0 0 0,0-1 0 0 0,0 1 0 0 0,0-1 1 0 0,-1 4-1 0 0,-4 4 25 0 0,0 0 0 0 0,0 0 0 0 0,-1-1 0 0 0,0 1 0 0 0,-1-1 0 0 0,-15 14 0 0 0,7-11-171 0 0,0 0-1 0 0,-1-1 1 0 0,0-1 0 0 0,-1 0 0 0 0,0-2 0 0 0,-37 13 0 0 0,40-16-1096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5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147 232 3225 0 0,'-45'4'557'0'0,"13"0"3917"0"0,-38 9-1 0 0,228-43 604 0 0,-35 8-3848 0 0,586-97 2677 0 0,-535 81-3721 0 0,-127 25-419 0 0,0 2 0 0 0,97-9-1 0 0,-110 22-511 0 0,-12 5-5324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5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8754 0 0,'6'-6'3765'0'0,"-5"6"-3527"0"0,-1-1 0 0 0,1 1-1 0 0,0 0 1 0 0,-1 0 0 0 0,1 0 0 0 0,-1-1 0 0 0,1 1-1 0 0,0 0 1 0 0,-1 0 0 0 0,1 0 0 0 0,-1 0 0 0 0,1 0 0 0 0,0 0-1 0 0,-1 0 1 0 0,1 1 0 0 0,0-1 0 0 0,-1 0 0 0 0,1 0-1 0 0,0 1-63 0 0,0 0 0 0 0,0 0 0 0 0,0 0 0 0 0,-1 0 0 0 0,1 0 0 0 0,0 0-1 0 0,-1 0 1 0 0,1 1 0 0 0,-1-1 0 0 0,1 0 0 0 0,-1 0 0 0 0,0 0 0 0 0,0 1-1 0 0,1 0 1 0 0,0 43 459 0 0,-3-25-442 0 0,-6 122 548 0 0,8-126-615 0 0,0-1 0 0 0,2 1 1 0 0,0-1-1 0 0,0 1 0 0 0,2-1 0 0 0,9 28 0 0 0,-11-39-82 0 0,-1 1 1 0 0,2-1-1 0 0,-1 0 0 0 0,0 0 1 0 0,1 0-1 0 0,0 0 1 0 0,0 0-1 0 0,0 0 1 0 0,0-1-1 0 0,1 1 0 0 0,-1-1 1 0 0,1 0-1 0 0,0 0 1 0 0,0 0-1 0 0,9 4 1 0 0,-8-6-31 0 0,0 1 0 0 0,0-1 0 0 0,0 0 0 0 0,0 0 0 0 0,0-1 0 0 0,0 1 0 0 0,0-1 0 0 0,0 0 0 0 0,1-1 0 0 0,-1 1 0 0 0,0-1 0 0 0,0 0 0 0 0,0 0 0 0 0,8-4 0 0 0,15-5 83 0 0,0-2 1 0 0,-1 0-1 0 0,49-33 1 0 0,65-62-4286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6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 6449 0 0,'-8'1'456'0'0,"0"0"0"0"0,0 1 0 0 0,0 0 0 0 0,1 1 0 0 0,-1 0 0 0 0,1 0 0 0 0,-10 6-1 0 0,15-8-87 0 0,-1 0-1 0 0,1 0 0 0 0,0 1 0 0 0,1-1 0 0 0,-1 1 0 0 0,0 0 0 0 0,0 0 1 0 0,1-1-1 0 0,-1 1 0 0 0,1 0 0 0 0,-1 0 0 0 0,1 1 0 0 0,0-1 0 0 0,0 0 1 0 0,0 0-1 0 0,0 0 0 0 0,0 1 0 0 0,1-1 0 0 0,-1 1 0 0 0,1-1 0 0 0,-1 0 1 0 0,1 1-1 0 0,0-1 0 0 0,0 1 0 0 0,0-1 0 0 0,0 1 0 0 0,1 4 0 0 0,37 190 2988 0 0,-2 103-2894 0 0,-31-228-526 0 0,3 50-178 0 0,-5-40-3051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8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88 5065 0 0,'-62'5'7275'0'0,"76"-8"-5576"0"0,6-1-1356 0 0,274-40 5158 0 0,-168 28-4824 0 0,-55 4-1720 0 0,-41 6-2067 0 0,-17 4 527 0 0,13-4-3375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9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79 14283 0 0,'0'-5'203'0'0,"0"0"1"0"0,0 1-1 0 0,0-1 1 0 0,0 1-1 0 0,1-1 0 0 0,0 0 1 0 0,0 1-1 0 0,1-1 1 0 0,-1 1-1 0 0,1 0 1 0 0,0 0-1 0 0,0-1 0 0 0,4-5 1 0 0,-1 1 1870 0 0,-5 9-2003 0 0,0 0 0 0 0,1 0 0 0 0,-1 0 0 0 0,1 0 0 0 0,-1 0 0 0 0,0 0 0 0 0,1 1 0 0 0,-1-1 0 0 0,0 0 0 0 0,1 0 0 0 0,-1 0 0 0 0,0 1 0 0 0,1-1 0 0 0,-1 0 0 0 0,0 0 0 0 0,0 1 0 0 0,1-1 0 0 0,-1 0 0 0 0,0 1-1 0 0,0-1 1 0 0,1 0 0 0 0,-1 1 0 0 0,0-1 0 0 0,0 0 0 0 0,0 1 0 0 0,0-1 0 0 0,0 0 0 0 0,1 1 0 0 0,-1-1 0 0 0,0 1 0 0 0,0-1 0 0 0,0 0 0 0 0,0 1 0 0 0,0-1 0 0 0,0 0 0 0 0,0 1 0 0 0,6 19 235 0 0,57 230 104 0 0,-13-85-3840 0 0,-32-113-3548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9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10138 0 0,'0'0'109'0'0,"-1"0"0"0"0,1 0 1 0 0,0 0-1 0 0,-1 1 0 0 0,1-1 0 0 0,-1 0 0 0 0,1 0 0 0 0,-1 0 0 0 0,1 1 1 0 0,0-1-1 0 0,-1 0 0 0 0,1 0 0 0 0,-1 1 0 0 0,1-1 0 0 0,0 0 1 0 0,-1 1-1 0 0,1-1 0 0 0,0 1 0 0 0,0-1 0 0 0,-1 0 0 0 0,1 1 0 0 0,0-1 1 0 0,0 1-1 0 0,0-1 0 0 0,-1 1 0 0 0,1-1 0 0 0,0 0 0 0 0,0 1 0 0 0,0-1 1 0 0,0 1-1 0 0,0-1 0 0 0,0 1 0 0 0,0 26 2074 0 0,11 25 494 0 0,50 233 1783 0 0,-12-49-8875 0 0,-45-220 2398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9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0 200 2304 0 0,'9'-16'753'0'0,"0"0"-1"0"0,1 0 0 0 0,0 1 1 0 0,2 0-1 0 0,-1 1 0 0 0,2 0 0 0 0,0 1 1 0 0,1 1-1 0 0,0 0 0 0 0,0 0 0 0 0,2 2 1 0 0,27-16-1 0 0,-41 25-628 0 0,-1 0 0 0 0,1 0 0 0 0,0 0 0 0 0,-1 0 0 0 0,1 1 0 0 0,0-1 0 0 0,-1 1 0 0 0,1-1 0 0 0,0 1 0 0 0,0-1 0 0 0,-1 1 0 0 0,1 0 0 0 0,0 0 0 0 0,0 0 0 0 0,0 0 0 0 0,0 0 0 0 0,-1 0-1 0 0,1 1 1 0 0,0-1 0 0 0,2 1 0 0 0,-3 0-57 0 0,1 0 0 0 0,-1 0 0 0 0,0 1 0 0 0,0-1 0 0 0,-1 0 0 0 0,1 0 0 0 0,0 0 0 0 0,0 1 0 0 0,0-1 0 0 0,-1 0 0 0 0,1 1 0 0 0,-1-1-1 0 0,1 1 1 0 0,-1-1 0 0 0,0 0 0 0 0,1 1 0 0 0,-1-1 0 0 0,0 1 0 0 0,0-1 0 0 0,0 1 0 0 0,0-1 0 0 0,0 1 0 0 0,0-1 0 0 0,0 1 0 0 0,-1 1 0 0 0,-6 32 215 0 0,-2-1 1 0 0,-1 0 0 0 0,-2 0 0 0 0,-25 50 0 0 0,3-4-276 0 0,24-56 141 0 0,4-11 142 0 0,0 1 1 0 0,1 0-1 0 0,1 0 0 0 0,0 0 1 0 0,1 1-1 0 0,-3 24 1 0 0,7-37-221 0 0,-1 0 0 0 0,0 0 0 0 0,0-1 0 0 0,1 1 0 0 0,-1 0-1 0 0,1 0 1 0 0,0-1 0 0 0,-1 1 0 0 0,1 0 0 0 0,0-1 0 0 0,0 1 0 0 0,0-1 0 0 0,0 1 0 0 0,0-1 0 0 0,0 0 0 0 0,0 1 0 0 0,1-1 0 0 0,-1 0 0 0 0,1 0 0 0 0,-1 0 0 0 0,0 0 0 0 0,1 0 0 0 0,0 0 0 0 0,-1 0 0 0 0,1 0 0 0 0,0-1 0 0 0,-1 1 0 0 0,1-1 0 0 0,0 1 0 0 0,-1-1 0 0 0,1 0 0 0 0,0 0 0 0 0,0 1 0 0 0,0-1 0 0 0,1-1 0 0 0,11 2 48 0 0,-1-1-1 0 0,0-1 1 0 0,21-3-1 0 0,-26 3-11 0 0,66-13 196 0 0,-11 2-1849 0 0,-22 6-4456 0 0,-18 5-824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0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75 372 10594 0 0,'30'-35'5906'0'0,"-22"25"-4734"0"0,-1-1 1 0 0,0 0 0 0 0,11-22 0 0 0,-11 18-845 0 0,-1-1 1 0 0,7-31 0 0 0,-10 35-356 0 0,-1 0-1 0 0,0 0 1 0 0,-1-1 0 0 0,-1 1 0 0 0,0 0 0 0 0,0-1 0 0 0,-1 1-1 0 0,-1-1 1 0 0,0 1 0 0 0,-6-20 0 0 0,7 30 21 0 0,1 0 1 0 0,-1 0-1 0 0,1 0 0 0 0,-1 0 0 0 0,0 0 1 0 0,0 1-1 0 0,0-1 0 0 0,0 0 0 0 0,0 0 1 0 0,0 1-1 0 0,-1-1 0 0 0,1 1 0 0 0,0-1 1 0 0,-1 1-1 0 0,1-1 0 0 0,-1 1 0 0 0,0 0 1 0 0,1 0-1 0 0,-1 0 0 0 0,0 0 1 0 0,0 0-1 0 0,0 0 0 0 0,0 0 0 0 0,0 1 1 0 0,0-1-1 0 0,0 1 0 0 0,0-1 0 0 0,0 1 1 0 0,0 0-1 0 0,0 0 0 0 0,0 0 0 0 0,0 0 1 0 0,0 0-1 0 0,0 0 0 0 0,0 1 1 0 0,0-1-1 0 0,0 1 0 0 0,0-1 0 0 0,0 1 1 0 0,0 0-1 0 0,1 0 0 0 0,-1-1 0 0 0,0 1 1 0 0,0 1-1 0 0,-2 0 0 0 0,-3 3-43 0 0,1 0-1 0 0,-1 0 0 0 0,1 0 1 0 0,0 1-1 0 0,0-1 1 0 0,0 2-1 0 0,1-1 0 0 0,0 0 1 0 0,0 1-1 0 0,-4 9 0 0 0,5-6 23 0 0,0 1 0 0 0,1-1 0 0 0,0 0 0 0 0,0 1 0 0 0,1 0 0 0 0,1 0 0 0 0,0-1 0 0 0,1 1 0 0 0,0 0 0 0 0,0 0 0 0 0,1 0 0 0 0,0 0 0 0 0,1-1 0 0 0,1 1 0 0 0,-1-1 0 0 0,9 19 0 0 0,-7-18 22 0 0,1 0 0 0 0,0 0 0 0 0,1-1 1 0 0,1 0-1 0 0,-1 0 0 0 0,1-1 0 0 0,1 0 0 0 0,0 0 1 0 0,0-1-1 0 0,1 0 0 0 0,0 0 0 0 0,0-1 1 0 0,1 0-1 0 0,-1-1 0 0 0,18 8 0 0 0,-17-10-345 0 0,0-1 0 0 0,0-1 0 0 0,0 0-1 0 0,0 0 1 0 0,1-1 0 0 0,-1 0-1 0 0,1-1 1 0 0,12-1 0 0 0,6 0-5996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0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54 156 3225 0 0,'4'-7'121'0'0,"0"0"0"0"0,-1 0 0 0 0,0 0 0 0 0,0 0 1 0 0,0-1-1 0 0,-1 1 0 0 0,2-13 0 0 0,-4 16 225 0 0,1 1 0 0 0,-1 0 0 0 0,0-1 0 0 0,0 1 0 0 0,-1-1-1 0 0,1 1 1 0 0,-1 0 0 0 0,-2-7 0 0 0,2 8 125 0 0,0-1 0 0 0,0 1 0 0 0,0 0 0 0 0,0 0 0 0 0,-1 0 0 0 0,1 0 0 0 0,-1 0 0 0 0,0 0 0 0 0,1 0 0 0 0,-1 0-1 0 0,0 1 1 0 0,0-1 0 0 0,-3-1 0 0 0,4 2-329 0 0,1 1-1 0 0,-1 0 1 0 0,1 0 0 0 0,-1-1-1 0 0,1 1 1 0 0,-1 0-1 0 0,1 0 1 0 0,-1-1-1 0 0,0 1 1 0 0,1 0-1 0 0,-1 0 1 0 0,1 0 0 0 0,-1 0-1 0 0,0 0 1 0 0,1 0-1 0 0,-1 0 1 0 0,1 0-1 0 0,-1 0 1 0 0,0 0 0 0 0,1 0-1 0 0,-1 0 1 0 0,1 1-1 0 0,-1-1 1 0 0,1 0-1 0 0,-1 0 1 0 0,0 1-1 0 0,1-1 1 0 0,-1 0 0 0 0,1 1-1 0 0,-1-1 1 0 0,1 0-1 0 0,-1 2 1 0 0,-11 22 1607 0 0,1 32-1311 0 0,11-54-362 0 0,-6 58 9 0 0,2 1-1 0 0,9 117 1 0 0,-4-169-98 0 0,1-1 0 0 0,0 0 0 0 0,0 0 0 0 0,6 16 0 0 0,-7-23-22 0 0,0 1 1 0 0,-1 0-1 0 0,1 0 0 0 0,0-1 0 0 0,0 1 0 0 0,0-1 1 0 0,0 1-1 0 0,0 0 0 0 0,0-1 0 0 0,0 0 0 0 0,1 1 1 0 0,-1-1-1 0 0,0 0 0 0 0,1 0 0 0 0,-1 0 0 0 0,1 0 1 0 0,0 0-1 0 0,-1 0 0 0 0,1 0 0 0 0,0 0 0 0 0,-1-1 1 0 0,1 1-1 0 0,0 0 0 0 0,0-1 0 0 0,0 0 0 0 0,-1 1 1 0 0,1-1-1 0 0,2 0 0 0 0,-2-1-30 0 0,-1 1 0 0 0,0-1 0 0 0,1 0 0 0 0,-1 1 0 0 0,0-1 0 0 0,0 0 0 0 0,1 0 0 0 0,-1 0 1 0 0,0 0-1 0 0,0 0 0 0 0,0 0 0 0 0,0-1 0 0 0,0 1 0 0 0,-1 0 0 0 0,1 0 0 0 0,0-1 0 0 0,0 1 0 0 0,-1-1 0 0 0,1 1 0 0 0,-1 0 0 0 0,1-3 0 0 0,9-36-217 0 0,-8 33 178 0 0,9-66 547 0 0,5-21 251 0 0,-13 85-487 0 0,-1-1 0 0 0,1 1 1 0 0,1-1-1 0 0,0 1 1 0 0,0 0-1 0 0,11-16 0 0 0,-14 23-172 0 0,0 1-1 0 0,0-1 1 0 0,0 1-1 0 0,0-1 1 0 0,0 1-1 0 0,0 0 1 0 0,1-1-1 0 0,-1 1 1 0 0,0 0 0 0 0,1 0-1 0 0,-1 0 1 0 0,1 0-1 0 0,-1 0 1 0 0,1 0-1 0 0,-1 0 1 0 0,1 1-1 0 0,0-1 1 0 0,-1 0-1 0 0,1 1 1 0 0,0-1-1 0 0,0 1 1 0 0,0 0-1 0 0,-1 0 1 0 0,1 0-1 0 0,0 0 1 0 0,0 0-1 0 0,0 0 1 0 0,-1 0-1 0 0,1 0 1 0 0,0 1-1 0 0,0-1 1 0 0,-1 1-1 0 0,1-1 1 0 0,0 1-1 0 0,-1 0 1 0 0,1-1-1 0 0,0 1 1 0 0,-1 0-1 0 0,1 0 1 0 0,-1 0-1 0 0,0 0 1 0 0,3 3-1 0 0,5 6 22 0 0,0 0 0 0 0,0 0 0 0 0,-1 1 0 0 0,12 21-1 0 0,-7-11-1 0 0,-7-13-21 0 0,0 0 1 0 0,0-1-1 0 0,1 0 0 0 0,0 0 1 0 0,10 8-1 0 0,-14-13-17 0 0,-1 0 0 0 0,0 0 0 0 0,1-1 0 0 0,0 1 0 0 0,-1-1 0 0 0,1 1 0 0 0,0-1 0 0 0,0 0 1 0 0,0 0-1 0 0,0 0 0 0 0,0 0 0 0 0,0-1 0 0 0,0 1 0 0 0,0-1 0 0 0,0 0 0 0 0,0 0 0 0 0,0 0 0 0 0,1 0 0 0 0,-1-1 0 0 0,0 1 0 0 0,3-2 0 0 0,-4 2 25 0 0,0-1 0 0 0,-1 0 0 0 0,1-1 1 0 0,0 1-1 0 0,-1 0 0 0 0,1 0 0 0 0,-1-1 0 0 0,1 1 0 0 0,-1-1 0 0 0,0 1 0 0 0,0-1 0 0 0,1 0 0 0 0,-1 1 0 0 0,0-1 0 0 0,0 0 0 0 0,-1 0 0 0 0,1 0 0 0 0,0 1 0 0 0,-1-1 0 0 0,1 0 0 0 0,-1 0 0 0 0,1-4 1 0 0,0-5 44 0 0,0 0 0 0 0,-1-1 0 0 0,-2-10 0 0 0,1 5-41 0 0,-1-34-199 0 0,0-30 108 0 0,3 27-6826 0 0,2 31-618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9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5177 0 0,'0'-16'0'0'0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9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34 11979 0 0,'-11'-10'1944'0'0,"9"7"-1385"0"0,0 1-1 0 0,0 0 1 0 0,0 0-1 0 0,0 0 1 0 0,-1 0-1 0 0,1 0 1 0 0,-1 1-1 0 0,0-1 1 0 0,1 1 0 0 0,-1-1-1 0 0,-3 0 1 0 0,5 2-498 0 0,1 0 1 0 0,-1 1 0 0 0,1-1-1 0 0,-1 1 1 0 0,1-1 0 0 0,0 1-1 0 0,-1-1 1 0 0,1 1 0 0 0,0-1-1 0 0,-1 1 1 0 0,1-1 0 0 0,0 1-1 0 0,-1-1 1 0 0,1 1 0 0 0,0 0-1 0 0,0-1 1 0 0,0 1 0 0 0,0-1-1 0 0,0 1 1 0 0,-1 0 0 0 0,1-1-1 0 0,0 1 1 0 0,0-1 0 0 0,1 1-1 0 0,-1 0 1 0 0,0-1 0 0 0,0 2-1 0 0,2 23 335 0 0,-2-20-300 0 0,38 269 967 0 0,-14-118-904 0 0,73 567-1527 0 0,-95-700 694 0 0,2 8-5260 0 0,1-11-986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9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53 433 5065 0 0,'-13'-59'188'0'0,"0"6"2363"0"0,3-2 0 0 0,-6-101 1 0 0,16 151-2236 0 0,0 0 1 0 0,0 0 0 0 0,1 0 0 0 0,0 0-1 0 0,0 1 1 0 0,0-1 0 0 0,1 0 0 0 0,-1 0-1 0 0,1 1 1 0 0,0-1 0 0 0,0 1 0 0 0,1 0-1 0 0,-1 0 1 0 0,1 0 0 0 0,0 0 0 0 0,0 0-1 0 0,0 0 1 0 0,1 1 0 0 0,5-5-1 0 0,-5 5-189 0 0,-1 1 0 0 0,1 0-1 0 0,-1 0 1 0 0,1 1 0 0 0,0-1-1 0 0,0 1 1 0 0,0 0 0 0 0,0 0-1 0 0,0 0 1 0 0,0 0-1 0 0,0 1 1 0 0,0-1 0 0 0,0 1-1 0 0,1 0 1 0 0,-1 0 0 0 0,0 1-1 0 0,0-1 1 0 0,0 1 0 0 0,0 0-1 0 0,0 0 1 0 0,0 1-1 0 0,0-1 1 0 0,5 3 0 0 0,-4-1-100 0 0,1 0 1 0 0,-1 1-1 0 0,0-1 0 0 0,0 1 1 0 0,0 0-1 0 0,0 0 1 0 0,0 0-1 0 0,-1 1 1 0 0,0 0-1 0 0,0 0 0 0 0,-1 0 1 0 0,5 7-1 0 0,-3-3-21 0 0,-1 1 1 0 0,0-1-1 0 0,0 1 0 0 0,-1 1 0 0 0,-1-1 0 0 0,3 18 1 0 0,-2 1-28 0 0,-2 0 0 0 0,-2 0 0 0 0,0 0 1 0 0,-7 39-1 0 0,-39 146-271 0 0,-2 8 660 0 0,49-220-337 0 0,0 0 0 0 0,-1-1 0 0 0,1 1 0 0 0,0 0 0 0 0,0 0 1 0 0,0 0-1 0 0,0 0 0 0 0,0-1 0 0 0,0 1 0 0 0,0 0 0 0 0,1 0 0 0 0,-1 0 0 0 0,1-1 0 0 0,0 1 1 0 0,-1 0-1 0 0,1 0 0 0 0,0-1 0 0 0,0 1 0 0 0,0-1 0 0 0,0 1 0 0 0,0-1 0 0 0,0 1 1 0 0,3 1-1 0 0,-2-1 15 0 0,1-1 1 0 0,0 1-1 0 0,0-1 1 0 0,0 0-1 0 0,0 0 1 0 0,0-1-1 0 0,0 1 1 0 0,1 0-1 0 0,-1-1 1 0 0,0 0-1 0 0,0 0 1 0 0,0 0-1 0 0,5-1 0 0 0,66-4 381 0 0,-28 1-362 0 0,0 2-1 0 0,52 4 1 0 0,-82 0-510 0 0,1 0 0 0 0,-1 2 0 0 0,0-1 0 0 0,0 2 0 0 0,-1 0 0 0 0,1 1 0 0 0,-1 1 1 0 0,0 0-1 0 0,24 16 0 0 0,-16-6-668 0 0,0 0 0 0 0,28 29 1 0 0,-24-16 976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0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0 566 11058 0 0,'0'0'17'0'0,"0"0"-1"0"0,0 0 1 0 0,0 0 0 0 0,1 0-1 0 0,-1 0 1 0 0,0 0-1 0 0,0 0 1 0 0,0 0-1 0 0,0 0 1 0 0,0 0-1 0 0,0 0 1 0 0,0 0-1 0 0,0 0 1 0 0,0 0-1 0 0,0 0 1 0 0,1 0-1 0 0,-1 0 1 0 0,0 0 0 0 0,0 0-1 0 0,0 0 1 0 0,0 0-1 0 0,0 0 1 0 0,0 0-1 0 0,0 0 1 0 0,0 1-1 0 0,0-1 1 0 0,0 0-1 0 0,0 0 1 0 0,0 0-1 0 0,0 0 1 0 0,1 0 0 0 0,-1 0-1 0 0,0 0 1 0 0,0 0-1 0 0,0 0 1 0 0,0 0-1 0 0,0 0 1 0 0,0 0-1 0 0,0 1 1 0 0,0-1-1 0 0,0 0 1 0 0,0 0-1 0 0,0 0 1 0 0,0 0-1 0 0,0 0 1 0 0,0 0 0 0 0,0 0-1 0 0,0 0 1 0 0,0 0-1 0 0,0 0 1 0 0,0 1-1 0 0,0-1 1 0 0,0 0-1 0 0,0 0 1 0 0,0 0-1 0 0,0 0 1 0 0,0 0-1 0 0,0 0 1 0 0,0 0 0 0 0,-1 0-1 0 0,1 0 1 0 0,0 0-1 0 0,0 0 1 0 0,0 0-1 0 0,0 1 1 0 0,0-1-1 0 0,0 0 1 0 0,0 0-1 0 0,0 0 1 0 0,10-5 988 0 0,10-8 570 0 0,7-7-28 0 0,0-2-1 0 0,-2 0 0 0 0,23-27 1 0 0,-30 28-1308 0 0,-1 0 0 0 0,0 0 0 0 0,-2-2 1 0 0,-1 0-1 0 0,-1-1 0 0 0,0 0 0 0 0,13-39 1 0 0,-23 50-226 0 0,1 0 1 0 0,-2 0 0 0 0,0-1-1 0 0,0 1 1 0 0,-1 0 0 0 0,-2-23-1 0 0,1 31-10 0 0,0 0 0 0 0,-1 0 0 0 0,0 0 0 0 0,1 0 0 0 0,-2 1 0 0 0,1-1 0 0 0,0 1 0 0 0,-1-1 0 0 0,0 1 0 0 0,0-1 0 0 0,-1 1 0 0 0,1 0-1 0 0,-1 0 1 0 0,0 0 0 0 0,0 0 0 0 0,0 0 0 0 0,0 1 0 0 0,-1 0 0 0 0,1-1 0 0 0,-1 1 0 0 0,-7-4 0 0 0,7 5-10 0 0,0 1 1 0 0,1 0-1 0 0,-1 0 0 0 0,0 0 1 0 0,0 0-1 0 0,-1 1 0 0 0,1-1 1 0 0,0 1-1 0 0,0 0 1 0 0,0 0-1 0 0,0 1 0 0 0,0-1 1 0 0,0 1-1 0 0,0 0 0 0 0,0 0 1 0 0,0 0-1 0 0,0 1 0 0 0,1-1 1 0 0,-1 1-1 0 0,0 0 0 0 0,1 0 1 0 0,-1 0-1 0 0,1 1 1 0 0,-4 3-1 0 0,1-2-5 0 0,1 0 1 0 0,0 1-1 0 0,1 0 1 0 0,-1 0-1 0 0,1 0 0 0 0,0 0 1 0 0,0 1-1 0 0,1 0 0 0 0,-1-1 1 0 0,1 1-1 0 0,1 1 1 0 0,-1-1-1 0 0,1 0 0 0 0,-2 8 1 0 0,3-2 7 0 0,0 1 1 0 0,1 0-1 0 0,1-1 1 0 0,0 1-1 0 0,0-1 1 0 0,1 1-1 0 0,8 23 0 0 0,-5-19 22 0 0,1 0-1 0 0,1 0 1 0 0,1 0-1 0 0,18 28 1 0 0,-22-38-10 0 0,1 0 0 0 0,0 0-1 0 0,1 0 1 0 0,0-1 0 0 0,0 0 0 0 0,0 0 0 0 0,1-1-1 0 0,0 0 1 0 0,0 0 0 0 0,0 0 0 0 0,0-1 0 0 0,1 0-1 0 0,0 0 1 0 0,0-1 0 0 0,0 0 0 0 0,0-1 0 0 0,0 1-1 0 0,0-2 1 0 0,1 1 0 0 0,-1-1 0 0 0,1 0 0 0 0,-1-1 0 0 0,1 0-1 0 0,0 0 1 0 0,-1-1 0 0 0,1 0 0 0 0,-1-1 0 0 0,0 0-1 0 0,1 0 1 0 0,-1 0 0 0 0,0-1 0 0 0,15-8 0 0 0,-9 3-568 0 0,1-1 0 0 0,-1-1 0 0 0,-1 0 0 0 0,19-18 0 0 0,19-26-4352 0 0,-35 34-921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0.9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279 13 920 0 0,'-1'-1'353'0'0,"0"0"0"0"0,0 0 0 0 0,0 0 1 0 0,0 0-1 0 0,0 0 0 0 0,0 1 0 0 0,0-1 0 0 0,0 0 0 0 0,-1 1 0 0 0,1-1 0 0 0,0 1 0 0 0,-1-1 0 0 0,1 1 1 0 0,0-1-1 0 0,-1 1 0 0 0,1 0 0 0 0,0 0 0 0 0,-1 0 0 0 0,1-1 0 0 0,0 1 0 0 0,-3 1 0 0 0,-33-2 3651 0 0,32 2-3615 0 0,-1 0 0 0 0,1 1 1 0 0,0 0-1 0 0,-1 0 0 0 0,1 0 0 0 0,0 1 0 0 0,0-1 0 0 0,1 1 1 0 0,-1 0-1 0 0,1 1 0 0 0,-1-1 0 0 0,1 1 0 0 0,0 0 1 0 0,0 0-1 0 0,1 0 0 0 0,-1 0 0 0 0,1 1 0 0 0,-5 8 0 0 0,-4 9 102 0 0,1 0 0 0 0,1 1 0 0 0,-6 23-1 0 0,3-10-200 0 0,4-12-200 0 0,-6 13-3 0 0,-13 51 1 0 0,26-79-88 0 0,0 1 0 0 0,0-1 0 0 0,1 0 0 0 0,0 1 0 0 0,1-1 0 0 0,0 1 0 0 0,0-1 0 0 0,1 1 1 0 0,0-1-1 0 0,1 1 0 0 0,3 10 0 0 0,-4-17-11 0 0,-1-1 1 0 0,1 0-1 0 0,0 0 0 0 0,0 0 1 0 0,0 0-1 0 0,0 0 0 0 0,0 0 1 0 0,1 0-1 0 0,-1-1 0 0 0,1 1 1 0 0,-1 0-1 0 0,1-1 0 0 0,-1 1 1 0 0,1-1-1 0 0,0 1 0 0 0,3 1 1 0 0,-3-3-28 0 0,-1 1 1 0 0,1-1 0 0 0,-1 0 0 0 0,1 1 0 0 0,-1-1-1 0 0,1 0 1 0 0,-1 0 0 0 0,0 0 0 0 0,1 0 0 0 0,-1-1-1 0 0,1 1 1 0 0,-1 0 0 0 0,1-1 0 0 0,-1 1 0 0 0,0-1-1 0 0,1 1 1 0 0,-1-1 0 0 0,0 1 0 0 0,2-2 0 0 0,3-2-74 0 0,-1 0 0 0 0,0 0 0 0 0,-1-1 1 0 0,1 1-1 0 0,-1-1 0 0 0,0 0 1 0 0,0 0-1 0 0,0-1 0 0 0,5-10 0 0 0,1-10 296 0 0,-1-1 0 0 0,-1 0 0 0 0,-1 0 0 0 0,-1-1 0 0 0,-1 0 0 0 0,1-53-1 0 0,-3 38 524 0 0,-3 43-702 0 0,0-1-1 0 0,0 1 1 0 0,0 0-1 0 0,0-1 1 0 0,0 1 0 0 0,0 0-1 0 0,0-1 1 0 0,-1 1-1 0 0,1 0 1 0 0,0-1-1 0 0,1 1 1 0 0,-1 0 0 0 0,0-1-1 0 0,0 1 1 0 0,0 0-1 0 0,0-1 1 0 0,0 1-1 0 0,0 0 1 0 0,0-1 0 0 0,0 1-1 0 0,0 0 1 0 0,1-1-1 0 0,-1 1 1 0 0,0 0-1 0 0,0-1 1 0 0,1 1 0 0 0,-1 0-1 0 0,0 0 1 0 0,0-1-1 0 0,1 1 1 0 0,-1 0-1 0 0,0 0 1 0 0,0 0 0 0 0,1-1-1 0 0,-1 1 1 0 0,0 0-1 0 0,1 0 1 0 0,-1 0-1 0 0,0 0 1 0 0,1 0 0 0 0,0-1-1 0 0,9 15 372 0 0,8 27 154 0 0,-17-41-530 0 0,53 156-1 0 0,17 41 0 0 0,-54-159 0 0 0,1 0 0 0 0,2-2 0 0 0,26 38 0 0 0,-35-58 16 0 0,18 25 88 0 0,-27-38-92 0 0,0-1-1 0 0,1 1 1 0 0,-1-1 0 0 0,1 1 0 0 0,0-1 0 0 0,-1 0-1 0 0,1 0 1 0 0,0 0 0 0 0,0 0 0 0 0,6 2-1 0 0,-8-4 2 0 0,0 0-1 0 0,0 0 0 0 0,-1-1 0 0 0,1 1 0 0 0,0 0 0 0 0,-1 0 0 0 0,1 0 0 0 0,0-1 0 0 0,-1 1 0 0 0,1 0 0 0 0,0-1 1 0 0,-1 1-1 0 0,1 0 0 0 0,0-1 0 0 0,-1 1 0 0 0,1-1 0 0 0,-1 1 0 0 0,1-1 0 0 0,-1 1 0 0 0,1-1 0 0 0,-1 0 0 0 0,1 1 1 0 0,-1-1-1 0 0,0 1 0 0 0,1-1 0 0 0,-1 0 0 0 0,0 1 0 0 0,0-1 0 0 0,1 0 0 0 0,-1 0 0 0 0,0 1 0 0 0,0-1 0 0 0,0 0 1 0 0,0 0-1 0 0,5-29 102 0 0,-4 29-109 0 0,3-76 350 0 0,-5-92 0 0 0,0-45-515 0 0,4 185-1164 0 0,0 0 1 0 0,2 0-1 0 0,1 1 1 0 0,1-1 0 0 0,13-32-1 0 0,0 15-6048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1.1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10 117 11979 0 0,'-9'4'3244'0'0,"16"-19"2110"0"0,-2 8-4200 0 0,2-6-873 0 0,24-37 960 0 0,-29 47-1459 0 0,0-1 0 0 0,1 1 1 0 0,-1 0-1 0 0,1 1 1 0 0,0-1-1 0 0,0 0 1 0 0,0 1-1 0 0,0 0 1 0 0,0-1-1 0 0,0 1 0 0 0,1 1 1 0 0,6-4-1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1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72 6449 0 0,'-1'1'57'0'0,"1"1"0"0"0,-1-1 0 0 0,1 0 0 0 0,-1 1-1 0 0,1-1 1 0 0,0 1 0 0 0,0-1 0 0 0,0 0 0 0 0,-1 1-1 0 0,1-1 1 0 0,1 1 0 0 0,-1-1 0 0 0,0 1 0 0 0,0-1 0 0 0,0 0-1 0 0,1 1 1 0 0,-1-1 0 0 0,1 1 0 0 0,0 1 0 0 0,1-2 96 0 0,-1-1 0 0 0,1 1 1 0 0,-1-1-1 0 0,1 0 0 0 0,-1 0 1 0 0,1 1-1 0 0,-1-1 1 0 0,1 0-1 0 0,-1 0 0 0 0,1 0 1 0 0,-1-1-1 0 0,1 1 0 0 0,-1 0 1 0 0,1 0-1 0 0,-1-1 0 0 0,1 1 1 0 0,-1-1-1 0 0,1 0 1 0 0,1 0-1 0 0,16-7 269 0 0,-1-1-1 0 0,30-19 1 0 0,-32 18-1545 0 0,0 1 0 0 0,1 0 0 0 0,29-10 0 0 0,-24 12 1083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1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184 383 3225 0 0,'-31'7'2855'0'0,"23"-4"-2085"0"0,1-1 1 0 0,0-1-1 0 0,-1 0 1 0 0,1 0-1 0 0,-11 0 1 0 0,15-1-479 0 0,-1-1 0 0 0,0 1 0 0 0,1-1 0 0 0,-1 0 0 0 0,1 0 1 0 0,-1-1-1 0 0,1 1 0 0 0,-1-1 0 0 0,1 0 0 0 0,0 1 0 0 0,0-2 0 0 0,0 1 0 0 0,0 0 0 0 0,-4-4 1 0 0,3 1-122 0 0,-1 0 0 0 0,1 0 0 0 0,0-1 0 0 0,1 0 0 0 0,-1 1 0 0 0,1-1 0 0 0,0 0 0 0 0,1-1 0 0 0,-1 1 0 0 0,1 0 0 0 0,0-1 0 0 0,1 1 0 0 0,0-1 0 0 0,0 0 0 0 0,0 1 0 0 0,1-1 0 0 0,0 0 0 0 0,0 1 1 0 0,0-1-1 0 0,1 0 0 0 0,0 1 0 0 0,1-1 0 0 0,2-9 0 0 0,0 4 121 0 0,0 0 1 0 0,0 0 0 0 0,1 1-1 0 0,1-1 1 0 0,0 1-1 0 0,1 0 1 0 0,0 0-1 0 0,0 1 1 0 0,1 0 0 0 0,0 0-1 0 0,16-13 1 0 0,-13 15-341 0 0,0 0 0 0 0,0 0 0 0 0,1 2 0 0 0,0-1 0 0 0,1 1 0 0 0,0 1 0 0 0,-1 0 0 0 0,1 1 0 0 0,1 0 0 0 0,-1 1 0 0 0,17-1 0 0 0,-25 3 23 0 0,1 1-1 0 0,-1-1 1 0 0,0 1 0 0 0,0 1 0 0 0,1-1-1 0 0,-1 1 1 0 0,0 0 0 0 0,0 0 0 0 0,0 0 0 0 0,0 1-1 0 0,0 0 1 0 0,0 0 0 0 0,-1 0 0 0 0,1 0-1 0 0,0 1 1 0 0,-1 0 0 0 0,0 0 0 0 0,0 0 0 0 0,0 0-1 0 0,0 1 1 0 0,0 0 0 0 0,-1-1 0 0 0,1 1-1 0 0,-1 1 1 0 0,0-1 0 0 0,0 0 0 0 0,-1 1 0 0 0,1-1-1 0 0,-1 1 1 0 0,0 0 0 0 0,0 0 0 0 0,1 5 0 0 0,2 12-448 0 0,-1-1 1 0 0,-1 1 0 0 0,0 0 0 0 0,-2 0-1 0 0,-1 26 1 0 0,-15 114-1488 0 0,7-91 1188 0 0,6-55 707 0 0,-1 14-146 0 0,0 0-1 0 0,4 57 0 0 0,0-81 194 0 0,-1 1-1 0 0,1-1 0 0 0,0 0 0 0 0,0 0 0 0 0,1 1 1 0 0,0-1-1 0 0,0 0 0 0 0,0-1 0 0 0,1 1 0 0 0,0 0 0 0 0,0-1 1 0 0,0 1-1 0 0,1-1 0 0 0,0 0 0 0 0,0 0 0 0 0,0 0 1 0 0,1-1-1 0 0,-1 0 0 0 0,11 8 0 0 0,-12-10 68 0 0,0-1 0 0 0,0 0 0 0 0,0 0 0 0 0,0 0 0 0 0,0 0 0 0 0,0 0 0 0 0,0-1 0 0 0,0 1 0 0 0,0-1 0 0 0,0 0 0 0 0,0 0 0 0 0,0 0 0 0 0,0 0 0 0 0,0 0 0 0 0,0-1 0 0 0,0 1 0 0 0,0-1 0 0 0,4-1 0 0 0,-2-1 158 0 0,1 1 0 0 0,-1-1 0 0 0,0 0 0 0 0,0 0 0 0 0,0 0 0 0 0,-1-1 0 0 0,1 0 0 0 0,-1 1 0 0 0,6-9 0 0 0,-6 8-61 0 0,0 0 0 0 0,0-1 1 0 0,-1 1-1 0 0,0-1 0 0 0,0 0 0 0 0,0 0 0 0 0,-1 0 0 0 0,1 0 0 0 0,-1-1 0 0 0,0 1 1 0 0,-1-1-1 0 0,1 1 0 0 0,-1-1 0 0 0,-1 1 0 0 0,1-1 0 0 0,-1 0 0 0 0,1 1 1 0 0,-2-1-1 0 0,1 0 0 0 0,-1 0 0 0 0,-1-6 0 0 0,-2 4-15 0 0,0 1 1 0 0,-1 0-1 0 0,0 0 0 0 0,0 1 0 0 0,0 0 0 0 0,-1-1 1 0 0,0 2-1 0 0,0-1 0 0 0,-1 1 0 0 0,1 0 1 0 0,-1 0-1 0 0,0 0 0 0 0,-1 1 0 0 0,1 1 0 0 0,-10-5 1 0 0,-8-2 45 0 0,-1 1 0 0 0,0 1-1 0 0,-38-6 1 0 0,30 8-198 0 0,0 3 0 0 0,0 0-1 0 0,-69 5 1 0 0,17 11-6836 0 0,59-6-337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2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204 159 6913 0 0,'5'-9'3930'0'0,"-25"15"384"0"0,10 0-3853 0 0,1 1 1 0 0,-1 1 0 0 0,2 0 0 0 0,-1 0 0 0 0,1 0 0 0 0,0 1 0 0 0,1 1 0 0 0,0-1-1 0 0,0 1 1 0 0,1 0 0 0 0,0 0 0 0 0,1 1 0 0 0,-7 19 0 0 0,6-13-365 0 0,1 0 0 0 0,0 1 0 0 0,2 0 0 0 0,0 0 0 0 0,0 0 0 0 0,2 0 1 0 0,1 0-1 0 0,1 24 0 0 0,1-29-39 0 0,1 1 0 0 0,0-1 0 0 0,1 0 0 0 0,0 0 0 0 0,1-1 0 0 0,1 1 0 0 0,0-1 0 0 0,0 0 0 0 0,1 0 0 0 0,1-1 0 0 0,0 0 0 0 0,13 14 0 0 0,-15-18-31 0 0,1-1 0 0 0,-1 0-1 0 0,1 0 1 0 0,0 0 0 0 0,1-1 0 0 0,0 0 0 0 0,0 0 0 0 0,0-1 0 0 0,0 0 0 0 0,0 0 0 0 0,1-1 0 0 0,0 0 0 0 0,-1-1 0 0 0,1 0 0 0 0,0 0-1 0 0,0-1 1 0 0,0 0 0 0 0,1-1 0 0 0,10 0 0 0 0,-17 0-23 0 0,-1 0 0 0 0,1 0 0 0 0,-1 0-1 0 0,1-1 1 0 0,-1 1 0 0 0,1-1 0 0 0,-1 1 0 0 0,0-1 0 0 0,1 0 0 0 0,-1 0-1 0 0,0 0 1 0 0,0 0 0 0 0,1-1 0 0 0,-1 1 0 0 0,0-1 0 0 0,0 1-1 0 0,0-1 1 0 0,-1 1 0 0 0,1-1 0 0 0,0 0 0 0 0,-1 0 0 0 0,1 0-1 0 0,-1 0 1 0 0,1 0 0 0 0,-1 0 0 0 0,0-1 0 0 0,0 1 0 0 0,0 0 0 0 0,0-1-1 0 0,-1 1 1 0 0,1-1 0 0 0,0 1 0 0 0,-1 0 0 0 0,0-1 0 0 0,0 1-1 0 0,1-1 1 0 0,-2 1 0 0 0,1-1 0 0 0,0 1 0 0 0,0-1 0 0 0,-1 1 0 0 0,1-1-1 0 0,-2-2 1 0 0,-1-6 34 0 0,-1-1-1 0 0,0 1 1 0 0,0 0-1 0 0,-2 1 1 0 0,1-1-1 0 0,-1 1 1 0 0,-14-18 0 0 0,-6-1-36 0 0,-1 2 0 0 0,-56-43 0 0 0,59 51-62 0 0,0-1 1 0 0,1-1 0 0 0,1 0 0 0 0,1-2-1 0 0,-24-33 1 0 0,43 53 43 0 0,0 0-1 0 0,0 0 1 0 0,0 0-1 0 0,0 0 1 0 0,1-1-1 0 0,0 1 1 0 0,-1 0 0 0 0,1-1-1 0 0,1 1 1 0 0,-1-1-1 0 0,0 1 1 0 0,1-1-1 0 0,-1 0 1 0 0,1 1-1 0 0,0-1 1 0 0,1 1 0 0 0,-1-1-1 0 0,1 0 1 0 0,-1 1-1 0 0,2-5 1 0 0,0 4-31 0 0,0 0 0 0 0,0 1 0 0 0,1 0 0 0 0,-1-1 0 0 0,1 1-1 0 0,0 0 1 0 0,0 0 0 0 0,0 0 0 0 0,0 1 0 0 0,0-1 0 0 0,0 1 0 0 0,1 0 0 0 0,-1-1 0 0 0,1 2 0 0 0,0-1 0 0 0,0 0 0 0 0,5-1 0 0 0,21-6-788 0 0,0 2 0 0 0,0 1 0 0 0,35-3 0 0 0,-32 5-314 0 0,0-1 1 0 0,46-13-1 0 0,-2-13 281 0 0,8-1 1884 0 0,-74 28-156 0 0,2 1 1 0 0,-1 0 0 0 0,0 1 0 0 0,1 0-1 0 0,12 0 1 0 0,-24 3-828 0 0,0-1 0 0 0,0 0-1 0 0,0 1 1 0 0,0-1 0 0 0,0 0-1 0 0,0 1 1 0 0,-1-1 0 0 0,1 1 0 0 0,0-1-1 0 0,0 1 1 0 0,0 0 0 0 0,-1-1-1 0 0,1 1 1 0 0,0 0 0 0 0,-1 0-1 0 0,1-1 1 0 0,-1 1 0 0 0,1 0 0 0 0,-1 0-1 0 0,1 0 1 0 0,-1 0 0 0 0,1-1-1 0 0,-1 1 1 0 0,0 0 0 0 0,0 0-1 0 0,1 0 1 0 0,-1 0 0 0 0,0 0 0 0 0,0 0-1 0 0,0 0 1 0 0,0 0 0 0 0,0 0-1 0 0,0 2 1 0 0,-3 41 1063 0 0,2-34-998 0 0,-2 35-172 0 0,1 1 0 0 0,3-1 0 0 0,11 85 0 0 0,-8-112 39 0 0,0-1 0 0 0,1 1 0 0 0,1-1 0 0 0,0 0 0 0 0,13 22 0 0 0,-14-30 25 0 0,1 0-1 0 0,0 0 1 0 0,0 0 0 0 0,1-1 0 0 0,1 0 0 0 0,-1 0 0 0 0,1-1 0 0 0,0 0 0 0 0,1-1 0 0 0,9 6 0 0 0,-13-8 23 0 0,0-1 0 0 0,0-1 0 0 0,0 1 0 0 0,0-1 0 0 0,0 0 0 0 0,1 0 0 0 0,-1 0 1 0 0,1-1-1 0 0,0 0 0 0 0,-1 0 0 0 0,1-1 0 0 0,0 1 0 0 0,-1-1 0 0 0,1 0 0 0 0,0-1 1 0 0,0 1-1 0 0,-1-1 0 0 0,1 0 0 0 0,-1-1 0 0 0,1 1 0 0 0,-1-1 0 0 0,1 0 0 0 0,-1-1 1 0 0,0 1-1 0 0,0-1 0 0 0,0 0 0 0 0,0 0 0 0 0,-1-1 0 0 0,1 1 0 0 0,-1-1 0 0 0,0 0 1 0 0,0 0-1 0 0,0-1 0 0 0,-1 1 0 0 0,1-1 0 0 0,-1 0 0 0 0,0 0 0 0 0,0 0 0 0 0,-1 0 1 0 0,0 0-1 0 0,0 0 0 0 0,0-1 0 0 0,2-8 0 0 0,-2 4 26 0 0,-1 0 0 0 0,0 0 1 0 0,0 1-1 0 0,-1-1 0 0 0,0 0 0 0 0,0 0 1 0 0,-1 0-1 0 0,-1 1 0 0 0,0-1 0 0 0,0 0 1 0 0,-6-15-1 0 0,-6-11 171 0 0,-32-56 1 0 0,29 60-112 0 0,10 20-95 0 0,0-1 0 0 0,-1 1 1 0 0,-1 1-1 0 0,0 0 0 0 0,-12-13 0 0 0,17 20-109 0 0,1 0 0 0 0,-1 1 0 0 0,0-1 0 0 0,-1 1 0 0 0,1 0 0 0 0,-1 0 0 0 0,1 1 0 0 0,-1-1 0 0 0,0 1 0 0 0,0 0 0 0 0,0 0 0 0 0,0 1-1 0 0,0 0 1 0 0,0 0 0 0 0,0 0 0 0 0,0 0 0 0 0,-7 0 0 0 0,3 3-1853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3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0 426 6449 0 0,'15'12'2730'0'0,"-1"-1"1"0"0,1 0-1 0 0,33 18 0 0 0,-4-3 319 0 0,-32-19-2447 0 0,-8-5-489 0 0,-1-1 0 0 0,1 1 0 0 0,0 1 0 0 0,-1-1-1 0 0,0 0 1 0 0,1 1 0 0 0,-1 0 0 0 0,0 0 0 0 0,0 0 0 0 0,-1 0 0 0 0,1 0 0 0 0,-1 1 0 0 0,1-1-1 0 0,-1 1 1 0 0,0-1 0 0 0,-1 1 0 0 0,4 7 0 0 0,-5-10-88 0 0,0 0 0 0 0,0-1 0 0 0,0 1 0 0 0,1 0 0 0 0,-1 0 1 0 0,0-1-1 0 0,1 1 0 0 0,-1 0 0 0 0,0-1 0 0 0,1 1 0 0 0,-1 0 0 0 0,1-1 0 0 0,-1 1 0 0 0,1-1 1 0 0,-1 1-1 0 0,1-1 0 0 0,0 1 0 0 0,-1-1 0 0 0,1 1 0 0 0,0-1 0 0 0,-1 1 0 0 0,1-1 0 0 0,0 0 0 0 0,0 1 1 0 0,-1-1-1 0 0,1 0 0 0 0,0 0 0 0 0,0 0 0 0 0,-1 0 0 0 0,2 1 0 0 0,-1-1-19 0 0,0-1 0 0 0,-1 1 0 0 0,1 0 0 0 0,-1 0 1 0 0,1 0-1 0 0,-1 0 0 0 0,1-1 0 0 0,-1 1 0 0 0,1 0 0 0 0,-1 0 0 0 0,1-1 0 0 0,-1 1 0 0 0,0-1 0 0 0,1 1 0 0 0,-1 0 0 0 0,1-1 0 0 0,-1 1 1 0 0,0-1-1 0 0,1 1 0 0 0,-1-1 0 0 0,0 1 0 0 0,0 0 0 0 0,1-1 0 0 0,-1 0 0 0 0,0 1 0 0 0,0-1 0 0 0,0 1 0 0 0,1-1 0 0 0,-1 1 0 0 0,0-1 0 0 0,0 1 1 0 0,0-1-1 0 0,0 1 0 0 0,0-1 0 0 0,0 0 0 0 0,0 1 0 0 0,-1-1 0 0 0,1 1 0 0 0,0-1 0 0 0,0 1 0 0 0,0-1 0 0 0,0 1 0 0 0,-1-2 0 0 0,-7-20 91 0 0,0-1-1 0 0,-23-39 0 0 0,18 36-162 0 0,-16-40 1 0 0,18 35 31 0 0,2 6-31 0 0,0 1-1 0 0,2-1 1 0 0,0-1-1 0 0,2 1 1 0 0,-3-38-1 0 0,9 57 74 0 0,0 0 0 0 0,0 1 0 0 0,0-1 0 0 0,1 0 0 0 0,0 0 0 0 0,0 1 0 0 0,1-1 0 0 0,-1 1 0 0 0,1 0 0 0 0,0 0 0 0 0,0 0 0 0 0,1 0 0 0 0,0 1 0 0 0,0-1 0 0 0,0 1 0 0 0,0 0 0 0 0,6-4 0 0 0,-1 0 10 0 0,0 1 0 0 0,1 0 0 0 0,0 0 0 0 0,0 2 0 0 0,1-1 0 0 0,0 1 0 0 0,17-6 0 0 0,-21 9-21 0 0,-1 1 0 0 0,1 0 0 0 0,-1 0-1 0 0,1 0 1 0 0,-1 0 0 0 0,1 1 0 0 0,0 1 0 0 0,-1-1 0 0 0,1 1-1 0 0,-1 0 1 0 0,1 0 0 0 0,-1 1 0 0 0,1 0 0 0 0,7 3 0 0 0,-5 0-14 0 0,-1-1 1 0 0,1 2-1 0 0,-1-1 1 0 0,0 1-1 0 0,0 0 1 0 0,-1 1-1 0 0,0 0 1 0 0,11 13 0 0 0,0 6-37 0 0,-1 0 0 0 0,-1 2 1 0 0,-1 0-1 0 0,21 55 0 0 0,-18-31 287 0 0,-2 2-1 0 0,10 64 1 0 0,-26-117-184 0 0,0 0 0 0 0,0 0 0 0 0,0 1 0 0 0,1-1 0 0 0,-1 0 1 0 0,1 0-1 0 0,-1 1 0 0 0,0-1 0 0 0,1 0 0 0 0,0 0 1 0 0,-1 0-1 0 0,1 0 0 0 0,0 0 0 0 0,0 0 0 0 0,-1 0 0 0 0,1 0 1 0 0,0 0-1 0 0,0 0 0 0 0,1 1 0 0 0,-1-2-9 0 0,0 0-1 0 0,0 0 1 0 0,-1 0 0 0 0,1 0-1 0 0,0 0 1 0 0,0 0-1 0 0,0 0 1 0 0,-1 0 0 0 0,1 0-1 0 0,0 0 1 0 0,0 0-1 0 0,-1-1 1 0 0,1 1 0 0 0,0 0-1 0 0,0-1 1 0 0,-1 1-1 0 0,1 0 1 0 0,0-1 0 0 0,-1 1-1 0 0,1-1 1 0 0,0 1-1 0 0,0-2 1 0 0,6-4 142 0 0,-1-1 1 0 0,0 0 0 0 0,-1 0-1 0 0,6-9 1 0 0,-7 11-216 0 0,33-47 141 0 0,3 1 0 0 0,60-58 0 0 0,36-16-3315 0 0,-85 81-5590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7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44 123 456 0 0,'-23'10'2461'0'0,"23"-10"-2294"0"0,-1 0 0 0 0,1 1 0 0 0,-1-1 0 0 0,1 0 0 0 0,-1 1 0 0 0,1-1 0 0 0,-1 0 0 0 0,0 0 0 0 0,1 1 0 0 0,-1-1 0 0 0,1 0 0 0 0,-1 0 0 0 0,0 0 0 0 0,1 0 0 0 0,-1 0 0 0 0,1 0 0 0 0,-1 0 1 0 0,0 0-1 0 0,1 0 0 0 0,-1 0 0 0 0,1 0 0 0 0,-1 0 0 0 0,0 0 0 0 0,1-1 0 0 0,-1 1 0 0 0,1 0 0 0 0,-1 0 0 0 0,1-1 0 0 0,-1 1 0 0 0,1 0 0 0 0,-1-1 0 0 0,1 1 0 0 0,-1 0 0 0 0,1-1 0 0 0,-1 0 0 0 0,1-1 124 0 0,1 0 0 0 0,-1 0 0 0 0,1 0 0 0 0,0-1-1 0 0,0 1 1 0 0,0 1 0 0 0,0-1 0 0 0,0 0 0 0 0,0 0 0 0 0,1 0 0 0 0,-1 0 0 0 0,0 1 0 0 0,1-1 0 0 0,3-2-1 0 0,28-23 1833 0 0,-26 22-1537 0 0,7-5 4 0 0,0 1 0 0 0,1 1-1 0 0,0 0 1 0 0,21-8 0 0 0,-28 13-718 0 0,0 0-1 0 0,1 0 1 0 0,0 1 0 0 0,0 0 0 0 0,-1 1 0 0 0,1 0 0 0 0,0 0-1 0 0,0 1 1 0 0,17 1 0 0 0,-4 8-1839 0 0,-10 2-2469 0 0,-3 0-445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7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0 133 5065 0 0,'4'-3'418'0'0,"-1"0"0"0"0,1 0 0 0 0,-1 0 0 0 0,1 1 0 0 0,0-1 0 0 0,0 1 0 0 0,0 0 0 0 0,0 0 0 0 0,0 0 0 0 0,7-1 0 0 0,4-3 329 0 0,26-13 1556 0 0,47-21 828 0 0,-66 31-3497 0 0,-1 2 1 0 0,27-6-1 0 0,17 5-354 0 0,-45 5 720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8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62 390 7834 0 0,'-5'-4'483'0'0,"0"0"0"0"0,0-1 1 0 0,0 1-1 0 0,1-1 0 0 0,-1 0 0 0 0,1-1 1 0 0,1 1-1 0 0,-1-1 0 0 0,1 0 1 0 0,-1 0-1 0 0,2 0 0 0 0,-1 0 0 0 0,1 0 1 0 0,0-1-1 0 0,0 1 0 0 0,1-1 1 0 0,-2-9-1 0 0,3 9-351 0 0,1-1 0 0 0,0 0 0 0 0,0 1 0 0 0,0-1 0 0 0,1 1 0 0 0,0-1 0 0 0,1 1 0 0 0,0 0 1 0 0,0 0-1 0 0,0 0 0 0 0,1 0 0 0 0,0 1 0 0 0,0 0 0 0 0,1-1 0 0 0,-1 1 0 0 0,1 1 0 0 0,1-1 0 0 0,11-9 0 0 0,5-3 126 0 0,1 0-1 0 0,1 1 1 0 0,43-22-1 0 0,-49 30-193 0 0,1 0 0 0 0,0 0-1 0 0,21-4 1 0 0,-35 11-91 0 0,1 0 0 0 0,1 1 0 0 0,-1 0 0 0 0,0 0 0 0 0,0 0 0 0 0,0 1 1 0 0,1 0-1 0 0,-1 0 0 0 0,0 1 0 0 0,0-1 0 0 0,0 1 0 0 0,1 1 0 0 0,-1-1 0 0 0,10 5 0 0 0,-14-5-25 0 0,0 0 0 0 0,0 1 0 0 0,0-1 0 0 0,0 1 0 0 0,0-1 0 0 0,0 1 0 0 0,0 0 0 0 0,-1 0 0 0 0,1 0 0 0 0,-1 0 1 0 0,1 0-1 0 0,-1 0 0 0 0,0 0 0 0 0,0 0 0 0 0,0 0 0 0 0,2 4 0 0 0,-2-1-33 0 0,0 1-1 0 0,0-1 1 0 0,0 1 0 0 0,0-1-1 0 0,-1 1 1 0 0,0-1 0 0 0,-1 7-1 0 0,-1 8-100 0 0,-2 0-1 0 0,-1 0 1 0 0,-7 20-1 0 0,11-34 164 0 0,-63 157-768 0 0,44-117 384 0 0,2 0 0 0 0,1 1 1 0 0,-14 73-1 0 0,30-115 409 0 0,1 1 0 0 0,-1 0 0 0 0,1-1 0 0 0,0 1 0 0 0,1 0 0 0 0,-1 0-1 0 0,1-1 1 0 0,1 1 0 0 0,-1-1 0 0 0,1 1 0 0 0,0-1 0 0 0,0 1 0 0 0,0-1 0 0 0,6 9 0 0 0,-7-12 58 0 0,1 0 0 0 0,0 0 0 0 0,0 0 0 0 0,-1 0 0 0 0,2 0 0 0 0,-1 0 0 0 0,0 0 0 0 0,0 0 1 0 0,1-1-1 0 0,-1 1 0 0 0,1-1 0 0 0,-1 0 0 0 0,1 0 0 0 0,-1 0 0 0 0,1 0 0 0 0,0 0 0 0 0,-1 0 0 0 0,1-1 0 0 0,0 1 0 0 0,0-1 0 0 0,0 0 0 0 0,0 0 0 0 0,-1 0 0 0 0,1 0 1 0 0,0-1-1 0 0,0 1 0 0 0,0-1 0 0 0,-1 1 0 0 0,1-1 0 0 0,0 0 0 0 0,4-2 0 0 0,-4 2 75 0 0,0-1 0 0 0,1 1 0 0 0,-1-1 0 0 0,0 0 0 0 0,0 0 0 0 0,0 0 0 0 0,0 0 0 0 0,0-1 0 0 0,-1 1 0 0 0,1-1 0 0 0,-1 1 0 0 0,1-1 1 0 0,-1 0-1 0 0,0 0 0 0 0,0 0 0 0 0,-1 0 0 0 0,1-1 0 0 0,0 1 0 0 0,-1 0 0 0 0,0-1 0 0 0,0 1 0 0 0,0-1 0 0 0,0 1 0 0 0,-1-1 0 0 0,1 1 0 0 0,-1-5 0 0 0,0 4-60 0 0,0-1 1 0 0,-1 1-1 0 0,1 0 0 0 0,-1 0 0 0 0,0 0 1 0 0,-1 0-1 0 0,1 0 0 0 0,-1 0 0 0 0,1 0 1 0 0,-1 0-1 0 0,-1 1 0 0 0,1-1 1 0 0,0 0-1 0 0,-1 1 0 0 0,1 0 0 0 0,-1 0 1 0 0,0 0-1 0 0,0 0 0 0 0,-1 0 0 0 0,1 0 1 0 0,0 1-1 0 0,-6-3 0 0 0,0 0-46 0 0,-1 1 1 0 0,0 0-1 0 0,0 0 0 0 0,0 1 0 0 0,0 1 0 0 0,0 0 0 0 0,-1 0 1 0 0,1 1-1 0 0,-1 0 0 0 0,-11 1 0 0 0,-15 2-297 0 0,-57 11 0 0 0,23-3-1573 0 0,50-7-3199 0 0,3 0-1592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8.7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1 192 4145 0 0,'9'-7'1663'0'0,"0"0"-1"0"0,1 0 1 0 0,0 1 0 0 0,17-8 0 0 0,-26 13-1560 0 0,-1 1 1 0 0,0 0-1 0 0,1 0 1 0 0,-1 0-1 0 0,0 0 1 0 0,1 0-1 0 0,-1-1 1 0 0,0 1-1 0 0,1 0 1 0 0,-1 0-1 0 0,1 0 1 0 0,-1 0-1 0 0,0 0 1 0 0,1 0 0 0 0,-1 0-1 0 0,1 0 1 0 0,-1 0-1 0 0,0 0 1 0 0,1 0-1 0 0,-1 1 1 0 0,0-1-1 0 0,1 0 1 0 0,-1 0-1 0 0,1 0 1 0 0,-1 0-1 0 0,0 0 1 0 0,1 1-1 0 0,-1-1 1 0 0,0 0-1 0 0,0 0 1 0 0,1 1-1 0 0,-1-1 1 0 0,0 0-1 0 0,1 1 1 0 0,4 17 1605 0 0,-5 25-765 0 0,0-38-699 0 0,-1 16 70 0 0,-1 11-103 0 0,1-1 1 0 0,1 1-1 0 0,2-1 0 0 0,11 58 1 0 0,-11-81-199 0 0,0-1 1 0 0,0 0-1 0 0,1 0 1 0 0,0 0-1 0 0,0 0 1 0 0,0-1-1 0 0,1 1 1 0 0,0-1-1 0 0,0 0 1 0 0,1 0-1 0 0,0 0 1 0 0,0 0-1 0 0,0-1 1 0 0,1 0-1 0 0,0 0 1 0 0,0-1-1 0 0,0 1 1 0 0,0-1-1 0 0,1 0 1 0 0,-1-1-1 0 0,1 0 1 0 0,0 0-1 0 0,0 0 1 0 0,0-1-1 0 0,1 0 1 0 0,8 1-1 0 0,-14-3 0 0 0,0 1-1 0 0,0 0 0 0 0,1-1 0 0 0,-1 0 1 0 0,0 0-1 0 0,1 1 0 0 0,-1-1 1 0 0,0-1-1 0 0,1 1 0 0 0,-1 0 0 0 0,0 0 1 0 0,1-1-1 0 0,-1 0 0 0 0,0 1 0 0 0,0-1 1 0 0,0 0-1 0 0,1 0 0 0 0,-1 0 0 0 0,0 0 1 0 0,0-1-1 0 0,0 1 0 0 0,-1 0 0 0 0,1-1 1 0 0,0 1-1 0 0,0-1 0 0 0,-1 0 0 0 0,1 0 1 0 0,-1 1-1 0 0,3-5 0 0 0,-3 3 11 0 0,0-1 0 0 0,0 1-1 0 0,-1 0 1 0 0,1-1 0 0 0,-1 1 0 0 0,1-1-1 0 0,-1 1 1 0 0,0-1 0 0 0,-1 1-1 0 0,1-1 1 0 0,-1 1 0 0 0,1 0 0 0 0,-1-1-1 0 0,0 1 1 0 0,0 0 0 0 0,0-1-1 0 0,-1 1 1 0 0,1 0 0 0 0,-4-4 0 0 0,-45-73 164 0 0,27 45 140 0 0,-38-75 1 0 0,56 99-293 0 0,0-1 0 0 0,1-1 0 0 0,0 1 0 0 0,1 0-1 0 0,1-1 1 0 0,0 0 0 0 0,0 1 0 0 0,1-1 0 0 0,1 0 0 0 0,2-24 0 0 0,-1 36-35 0 0,-1 0 0 0 0,1-1 0 0 0,0 1 1 0 0,0 0-1 0 0,-1 0 0 0 0,1 0 0 0 0,0 0 0 0 0,0 0 1 0 0,0 0-1 0 0,0 0 0 0 0,0 0 0 0 0,0 0 0 0 0,1 0 1 0 0,-1 0-1 0 0,0 1 0 0 0,0-1 0 0 0,1 0 0 0 0,1 0 1 0 0,31-11 32 0 0,-22 8-27 0 0,-5 1-7 0 0,139-47 0 0 0,-132 46 0 0 0,0 1 0 0 0,0 1 0 0 0,1 0 0 0 0,-1 1 0 0 0,1 1 0 0 0,-1 0 0 0 0,1 0 0 0 0,20 5 0 0 0,-30-4-6 0 0,-1 0 0 0 0,1 0 1 0 0,0 1-1 0 0,-1-1 0 0 0,1 1 1 0 0,-1 0-1 0 0,1 1 0 0 0,-1-1 1 0 0,0 1-1 0 0,0 0 0 0 0,0 0 0 0 0,0 0 1 0 0,-1 0-1 0 0,1 1 0 0 0,-1 0 1 0 0,0-1-1 0 0,0 1 0 0 0,0 0 1 0 0,-1 1-1 0 0,1-1 0 0 0,-1 0 0 0 0,0 1 1 0 0,0-1-1 0 0,0 1 0 0 0,-1 0 1 0 0,0 0-1 0 0,1 6 0 0 0,0 12-50 0 0,0-1 0 0 0,-2 0 0 0 0,-1 1 0 0 0,-7 42-1 0 0,1 6-37 0 0,7-62 31 0 0,0 0 0 0 0,1 0 1 0 0,0 0-1 0 0,1 0 0 0 0,0 0 0 0 0,0 0 0 0 0,1-1 0 0 0,0 1 0 0 0,0-1 0 0 0,1 0 1 0 0,0 0-1 0 0,7 9 0 0 0,-9-13 71 0 0,0-1 1 0 0,0 0-1 0 0,1-1 0 0 0,-1 1 1 0 0,1 0-1 0 0,0-1 0 0 0,0 1 1 0 0,0-1-1 0 0,0 0 0 0 0,0 0 1 0 0,0 0-1 0 0,1-1 0 0 0,-1 1 1 0 0,1-1-1 0 0,-1 0 1 0 0,1 0-1 0 0,0 0 0 0 0,-1 0 1 0 0,1 0-1 0 0,0-1 0 0 0,-1 0 1 0 0,1 0-1 0 0,0 0 0 0 0,0 0 1 0 0,0 0-1 0 0,-1-1 1 0 0,1 1-1 0 0,0-1 0 0 0,-1 0 1 0 0,1-1-1 0 0,-1 1 0 0 0,4-2 1 0 0,-2 1 39 0 0,-1 0 0 0 0,0-1 0 0 0,0 1 0 0 0,0-1 0 0 0,0 0 1 0 0,0 0-1 0 0,-1 0 0 0 0,1-1 0 0 0,-1 1 0 0 0,0-1 0 0 0,0 0 1 0 0,0 0-1 0 0,0 0 0 0 0,2-5 0 0 0,-2 2 10 0 0,0 0-1 0 0,0-1 1 0 0,-1 0-1 0 0,0 1 1 0 0,0-1 0 0 0,-1 0-1 0 0,1-16 1 0 0,-3 6 43 0 0,0-1 0 0 0,0 1 0 0 0,-2 0 0 0 0,-1-1 1 0 0,0 1-1 0 0,-11-29 0 0 0,8 31-52 0 0,0 1 0 0 0,0 0 0 0 0,-2 1 0 0 0,1-1 0 0 0,-2 2 0 0 0,0-1 0 0 0,-1 1 0 0 0,-14-13 0 0 0,19 20-169 0 0,-1 0 0 0 0,0 0 1 0 0,-1 0-1 0 0,1 1 1 0 0,-1 1-1 0 0,0-1 0 0 0,0 1 1 0 0,-1 0-1 0 0,1 1 1 0 0,-1 0-1 0 0,0 0 0 0 0,1 1 1 0 0,-1 0-1 0 0,0 1 1 0 0,-1 0-1 0 0,-13 0 0 0 0,20 1-179 0 0,1 0-1 0 0,-1 1 0 0 0,0-1 0 0 0,1 1 0 0 0,-1-1 1 0 0,1 1-1 0 0,-1 0 0 0 0,1 0 0 0 0,-3 1 0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9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1 478 8290 0 0,'148'-7'13861'0'0,"-130"5"-13807"0"0,-14 2-36 0 0,0-1 1 0 0,0 1-1 0 0,0 0 0 0 0,-1 0 1 0 0,1 1-1 0 0,0-1 0 0 0,0 1 1 0 0,0 0-1 0 0,0 0 1 0 0,-1 0-1 0 0,1 0 0 0 0,0 0 1 0 0,-1 1-1 0 0,1 0 1 0 0,-1 0-1 0 0,0 0 0 0 0,1 0 1 0 0,-1 0-1 0 0,0 1 0 0 0,-1 0 1 0 0,1-1-1 0 0,0 1 1 0 0,-1 0-1 0 0,1 0 0 0 0,-1 0 1 0 0,0 1-1 0 0,2 3 1 0 0,-6-5-33 0 0,-17-13 17 0 0,5 1-3 0 0,0 0 0 0 0,1-1 0 0 0,1 0 0 0 0,-16-18 0 0 0,23 23 0 0 0,1 0 0 0 0,0 0 0 0 0,1 0 0 0 0,0 0 0 0 0,-1 0 0 0 0,2-1 0 0 0,-1 0 0 0 0,1 1 0 0 0,0-1 0 0 0,0 0 0 0 0,1 0 0 0 0,0 0 0 0 0,0-14 0 0 0,1 4 37 0 0,1 1-1 0 0,1-1 1 0 0,1 0 0 0 0,0 1 0 0 0,1 0 0 0 0,1 0 0 0 0,0 0-1 0 0,2 1 1 0 0,8-18 0 0 0,-9 23-8 0 0,0-1 0 0 0,0 1 0 0 0,2 0 1 0 0,-1 1-1 0 0,1 0 0 0 0,0 0 0 0 0,1 0 0 0 0,0 1 0 0 0,0 0 0 0 0,1 1 1 0 0,0 0-1 0 0,0 1 0 0 0,15-7 0 0 0,-14 8 4 0 0,0 0 0 0 0,1 1 0 0 0,-1 0 1 0 0,1 1-1 0 0,20-3 0 0 0,-29 6-28 0 0,-1-1 0 0 0,1 1 0 0 0,-1 0 0 0 0,1 1 0 0 0,-1-1 0 0 0,1 0 0 0 0,-1 1 0 0 0,1-1 0 0 0,-1 1 0 0 0,0 0 0 0 0,1 0 0 0 0,-1 0 0 0 0,0 0 0 0 0,1 0 0 0 0,-1 1 0 0 0,0-1-1 0 0,0 1 1 0 0,0-1 0 0 0,0 1 0 0 0,-1 0 0 0 0,1-1 0 0 0,0 1 0 0 0,-1 0 0 0 0,1 0 0 0 0,-1 1 0 0 0,0-1 0 0 0,1 0 0 0 0,-1 0 0 0 0,0 0 0 0 0,0 1 0 0 0,-1-1 0 0 0,1 1 0 0 0,0 4 0 0 0,4 20-119 0 0,-1 1 0 0 0,1 51 0 0 0,2 24-138 0 0,-6-91 243 0 0,2-1 0 0 0,-1 0 0 0 0,1 0 0 0 0,1 0 0 0 0,0 0 0 0 0,9 17 0 0 0,-11-25 50 0 0,0 0 1 0 0,0 1 0 0 0,1-2-1 0 0,-1 1 1 0 0,1 0 0 0 0,-1 0-1 0 0,1-1 1 0 0,0 1 0 0 0,0-1-1 0 0,0 0 1 0 0,0 0 0 0 0,1 0-1 0 0,-1 0 1 0 0,0-1 0 0 0,1 1-1 0 0,-1-1 1 0 0,1 0 0 0 0,0 0-1 0 0,-1 0 1 0 0,1 0 0 0 0,0-1-1 0 0,-1 1 1 0 0,1-1 0 0 0,0 0-1 0 0,0-1 1 0 0,-1 1 0 0 0,1 0-1 0 0,0-1 1 0 0,0 0 0 0 0,-1 0-1 0 0,1 0 1 0 0,5-2 0 0 0,11-6 156 0 0,0 0 0 0 0,-1-1 1 0 0,0 0-1 0 0,24-20 1 0 0,-30 21-245 0 0,166-109-2371 0 0,-142 95-5904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1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91 266 3225 0 0,'-10'-39'181'0'0,"-2"-4"2276"0"0,3-1 1 0 0,-5-46-1 0 0,14 63-127 0 0,0 25-2175 0 0,0 1-1 0 0,1 0 1 0 0,-1 0-1 0 0,0-1 0 0 0,0 1 1 0 0,1 0-1 0 0,-1 0 0 0 0,1 0 1 0 0,-1 0-1 0 0,1 0 0 0 0,-1 0 1 0 0,1 0-1 0 0,0 0 0 0 0,-1 0 1 0 0,1 0-1 0 0,0 0 0 0 0,0 0 1 0 0,0 0-1 0 0,1-1 0 0 0,4 41 1301 0 0,-13 118-784 0 0,0-68-428 0 0,-2 152 194 0 0,-27 438 73 0 0,31-572-601 0 0,14 170 0 0 0,-9-268-797 0 0,1 0-1 0 0,-1 1 1 0 0,-3 16-1 0 0,0-11-4932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117 112 3225 0 0,'-4'-7'91'0'0,"0"0"0"0"0,0 1 1 0 0,0-1-1 0 0,-1 1 0 0 0,0 0 1 0 0,0 0-1 0 0,0 1 0 0 0,-10-8 0 0 0,-16-18 1037 0 0,31 30-1026 0 0,-1 0 0 0 0,0 0 0 0 0,0-1 0 0 0,0 1-1 0 0,1 0 1 0 0,-1 0 0 0 0,0 0 0 0 0,0 0 0 0 0,0 0-1 0 0,-1 1 1 0 0,1-1 0 0 0,0 0 0 0 0,0 0 0 0 0,0 1-1 0 0,-1-1 1 0 0,1 1 0 0 0,0-1 0 0 0,0 1 0 0 0,-1-1-1 0 0,-1 1 1 0 0,3 0-15 0 0,-1 1 0 0 0,0-1 0 0 0,1 1 0 0 0,-1-1 0 0 0,0 1 1 0 0,1-1-1 0 0,-1 1 0 0 0,1 0 0 0 0,-1-1 0 0 0,1 1 0 0 0,-1 0 0 0 0,1-1 0 0 0,-1 1 0 0 0,1 0 0 0 0,0-1 0 0 0,-1 1 0 0 0,1 0 0 0 0,0 0 0 0 0,0 0 1 0 0,0-1-1 0 0,0 1 0 0 0,-1 0 0 0 0,1 1 0 0 0,-1 12 671 0 0,1 0 1 0 0,2 25-1 0 0,-1-31-842 0 0,5 45 422 0 0,3 0-1 0 0,2-1 0 0 0,2 0 1 0 0,3-1-1 0 0,41 93 1 0 0,-40-101-3911 0 0,-13-32-247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 85 2761 0 0,'-37'7'1444'0'0,"-1"1"0"0"0,1 2 0 0 0,0 2 1 0 0,1 2-1 0 0,-38 19 0 0 0,61-27-886 0 0,13-6-519 0 0,1 0 1 0 0,-1 0-1 0 0,0 0 1 0 0,0 0-1 0 0,0 0 0 0 0,1 0 1 0 0,-1 0-1 0 0,0 0 1 0 0,0 0-1 0 0,0 0 1 0 0,1 0-1 0 0,-1 0 0 0 0,0 0 1 0 0,0 1-1 0 0,0-1 1 0 0,0 0-1 0 0,1 0 1 0 0,-1 0-1 0 0,0 0 0 0 0,0 0 1 0 0,0 0-1 0 0,0 1 1 0 0,0-1-1 0 0,1 0 1 0 0,-1 0-1 0 0,0 0 0 0 0,0 0 1 0 0,0 1-1 0 0,0-1 1 0 0,0 0-1 0 0,0 0 1 0 0,0 0-1 0 0,0 0 0 0 0,0 1 1 0 0,0-1-1 0 0,0 0 1 0 0,0 0-1 0 0,0 0 0 0 0,0 1 1 0 0,0-1-1 0 0,0 0 1 0 0,0 0-1 0 0,0 0 1 0 0,0 1-1 0 0,0-1 0 0 0,0 0 1 0 0,0 0-1 0 0,0 0 1 0 0,0 1-1 0 0,0-1 1 0 0,0 0-1 0 0,-1 0 0 0 0,1 0 1 0 0,0 0-1 0 0,0 1 1 0 0,0-1-1 0 0,0 0 1 0 0,0 0-1 0 0,0 0 0 0 0,-1 0 1 0 0,1 0-1 0 0,0 0 1 0 0,0 1-1 0 0,0-1 1 0 0,-1 0-1 0 0,1 0 0 0 0,0 0 1 0 0,30 9 855 0 0,40 1-298 0 0,-26-10-184 0 0,-1-1-1 0 0,1-2 1 0 0,67-14 0 0 0,127-43 745 0 0,-43 9-216 0 0,117-7 191 0 0,-261 51-1220 0 0,1 3 0 0 0,-1 3-1 0 0,1 1 1 0 0,56 9-1 0 0,-98-8-269 0 0,0 1 0 0 0,0 0 1 0 0,-1 0-1 0 0,1 1 0 0 0,-1 1 0 0 0,0-1 0 0 0,0 2 0 0 0,0-1 0 0 0,0 1 0 0 0,-1 0 0 0 0,13 11 0 0 0,-10-6-1049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1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62 3681 0 0,'-3'-2'713'0'0,"11"-3"554"0"0,13-3 604 0 0,30-6 1926 0 0,68-11 0 0 0,-91 21-3767 0 0,0 2 1 0 0,0 0-1 0 0,0 2 0 0 0,36 4 1 0 0,-46-1-1673 0 0,-1 1-3392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0,'2'17'2173'0'0,"0"0"1"0"0,1 0-1 0 0,6 19 0 0 0,3 16-535 0 0,8 75-813 0 0,3 184-1 0 0,-24 131 1333 0 0,-2-177-1626 0 0,3-188-659 0 0,-9 239-1759 0 0,6-292 637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4.1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151 105 456 0 0,'-12'-1'342'0'0,"1"0"-1"0"0,0-1 0 0 0,0 0 1 0 0,0-1-1 0 0,0-1 1 0 0,0 1-1 0 0,-15-9 1 0 0,-20-7 2121 0 0,66 21 2614 0 0,22-7-4326 0 0,-36 4-462 0 0,89-7 854 0 0,1 4 0 0 0,141 11 1 0 0,-124-1-1059 0 0,137-10 1 0 0,280-35 108 0 0,-490 34-685 0 0,-31 3 206 0 0,0 0-1 0 0,1 1 1 0 0,-1 0 0 0 0,0 1-1 0 0,1 0 1 0 0,12 2 0 0 0,-19-1-867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5.1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7 137 3225 0 0,'-7'3'-334'0'0,"11"-5"940"0"0,15-7 16 0 0,0 0 0 0 0,1 2 0 0 0,0 0 0 0 0,34-6 0 0 0,97-11 1889 0 0,-89 15-1883 0 0,16-3 55 0 0,263-33 2043 0 0,-305 43-2634 0 0,-1 2 1 0 0,1 1-1 0 0,-1 1 0 0 0,0 2 1 0 0,0 2-1 0 0,51 14 1 0 0,-77-16 198 0 0,1-1 0 0 0,0-1 0 0 0,0 0 0 0 0,0 0-1 0 0,0-1 1 0 0,0 0 0 0 0,0-1 0 0 0,0 0 0 0 0,1 0 0 0 0,16-4 0 0 0,0-9 405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12 2304 0 0,'-2'-1'283'0'0,"1"0"-1"0"0,-1-1 0 0 0,0 1 1 0 0,0 0-1 0 0,0 0 0 0 0,0 1 1 0 0,0-1-1 0 0,0 0 0 0 0,0 1 0 0 0,0-1 1 0 0,0 1-1 0 0,-4-1 0 0 0,6 1-240 0 0,0 0-1 0 0,0 0 0 0 0,0 0 0 0 0,0 0 1 0 0,-1 0-1 0 0,1 0 0 0 0,0 0 0 0 0,0 0 1 0 0,0 0-1 0 0,0 0 0 0 0,-1 0 1 0 0,1 0-1 0 0,0 0 0 0 0,0 0 0 0 0,0 0 1 0 0,0 0-1 0 0,-1 0 0 0 0,1 0 1 0 0,0 0-1 0 0,0 0 0 0 0,0 0 0 0 0,0 0 1 0 0,0 0-1 0 0,-1 1 0 0 0,1-1 1 0 0,0 0-1 0 0,0 0 0 0 0,0 0 0 0 0,0 0 1 0 0,0 0-1 0 0,0 0 0 0 0,0 1 0 0 0,-1-1 1 0 0,1 0-1 0 0,0 0 0 0 0,0 0 1 0 0,0 0-1 0 0,0 0 0 0 0,0 1 0 0 0,0-1 1 0 0,0 0-1 0 0,0 0 0 0 0,0 0 1 0 0,0 0-1 0 0,0 1 0 0 0,0-1 0 0 0,0 0 1 0 0,0 0-1 0 0,0 0 0 0 0,15 14 774 0 0,1-4-520 0 0,1-2 0 0 0,0 0 0 0 0,0 0 0 0 0,0-2 0 0 0,1 0 1 0 0,0-1-1 0 0,34 5 0 0 0,1-4 647 0 0,78-1-1 0 0,-49-4-424 0 0,139 21 0 0 0,-166-18-800 0 0,-44-4 134 0 0,0 0 0 0 0,0 1 0 0 0,0 0 0 0 0,0 1 0 0 0,-1 0 0 0 0,1 0 0 0 0,-1 1 0 0 0,1 1 0 0 0,-1 0 0 0 0,12 6 0 0 0,-11 0-2658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57 456 0 0,'-4'-24'1143'0'0,"4"20"-468"0"0,-1 1 1 0 0,0-1-1 0 0,1 0 0 0 0,6-13 6556 0 0,3 38-5578 0 0,16 136 2405 0 0,-10 81-2346 0 0,-1-11-1338 0 0,6-68-75 0 0,-2-21-989 0 0,-10-46-4093 0 0,-7-78 3168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4.6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 36 3065 0 0,'3'0'48'0'0,"1"0"0"0"0,-1 0 0 0 0,1 0 0 0 0,-1-1 0 0 0,1 0 0 0 0,-1 1 0 0 0,0-1 0 0 0,1-1 0 0 0,-1 1 0 0 0,0 0 1 0 0,0-1-1 0 0,0 0 0 0 0,0 1 0 0 0,0-1 0 0 0,0 0 0 0 0,0-1 0 0 0,-1 1 0 0 0,3-3 0 0 0,-5 5 51 0 0,0-1 0 0 0,0 1 0 0 0,0 0 0 0 0,0-1 0 0 0,0 1-1 0 0,0 0 1 0 0,0-1 0 0 0,0 1 0 0 0,0 0 0 0 0,0-1 0 0 0,0 1 0 0 0,0 0 0 0 0,0-1-1 0 0,-1 1 1 0 0,1 0 0 0 0,0-1 0 0 0,0 1 0 0 0,0 0 0 0 0,-1-1 0 0 0,1 1-1 0 0,0 0 1 0 0,0 0 0 0 0,-1-1 0 0 0,1 1 0 0 0,0 0 0 0 0,0 0 0 0 0,-1 0 0 0 0,1 0-1 0 0,0-1 1 0 0,-1 1 0 0 0,1 0 0 0 0,0 0 0 0 0,-1 0 0 0 0,1 0 0 0 0,0 0 0 0 0,-1 0-1 0 0,1 0 1 0 0,0 0 0 0 0,-1 0 0 0 0,1 0 0 0 0,-1 0 0 0 0,1 0 0 0 0,0 0 0 0 0,-1 0-1 0 0,1 0 1 0 0,0 0 0 0 0,-1 0 0 0 0,-19 2 1635 0 0,-16 17-533 0 0,0 0-1 0 0,2 3 1 0 0,-44 34-1 0 0,46-32-670 0 0,9-8-103 0 0,8-6-48 0 0,-1 2 0 0 0,1-1 1 0 0,1 2-1 0 0,0 0 0 0 0,-13 16 0 0 0,26-28-396 0 0,1 0 1 0 0,0-1-1 0 0,-1 1 1 0 0,1 0-1 0 0,0-1 1 0 0,-1 1-1 0 0,1 0 1 0 0,0-1-1 0 0,0 1 1 0 0,-1 0 0 0 0,1 0-1 0 0,0-1 1 0 0,0 1-1 0 0,0 0 1 0 0,0 0-1 0 0,0-1 1 0 0,0 1-1 0 0,0 0 1 0 0,1 0-1 0 0,-1 0 1 0 0,0-1-1 0 0,0 1 1 0 0,0 0-1 0 0,1-1 1 0 0,-1 1-1 0 0,0 0 1 0 0,1-1-1 0 0,-1 1 1 0 0,1 0-1 0 0,-1-1 1 0 0,1 1-1 0 0,-1-1 1 0 0,1 1-1 0 0,-1-1 1 0 0,1 1-1 0 0,0-1 1 0 0,-1 1-1 0 0,1-1 1 0 0,0 1-1 0 0,-1-1 1 0 0,1 0-1 0 0,0 1 1 0 0,-1-1-1 0 0,1 0 1 0 0,0 0-1 0 0,0 0 1 0 0,0 1-1 0 0,48 10-989 0 0,-35-8 901 0 0,65 18-60 0 0,99 40 0 0 0,-175-60 165 0 0,-1 0 0 0 0,1 0 0 0 0,0 0 0 0 0,0 0 0 0 0,-1 1 0 0 0,1 0 0 0 0,-1-1 0 0 0,0 1 0 0 0,1 0 0 0 0,-1 0 0 0 0,0 0 0 0 0,0 1 0 0 0,2 2 0 0 0,-3-3 0 0 0,-1-1 0 0 0,1 1 0 0 0,-1-1 0 0 0,1 1 0 0 0,-1 0 0 0 0,0-1 0 0 0,0 1 0 0 0,0 0 0 0 0,0 0 0 0 0,0-1 0 0 0,0 1 0 0 0,0 0 0 0 0,0-1 0 0 0,-1 1 0 0 0,1 0 0 0 0,-1-1 0 0 0,1 1 0 0 0,-1 0 0 0 0,0-1 0 0 0,1 1 0 0 0,-1-1 0 0 0,0 0 0 0 0,0 1 0 0 0,-2 1 0 0 0,-21 28 78 0 0,-1-2 0 0 0,-35 34-1 0 0,38-44-18 0 0,2 2-1 0 0,0 1 1 0 0,1 0 0 0 0,2 1-1 0 0,-22 36 1 0 0,39-58-71 0 0,-1 0 1 0 0,1 0-1 0 0,-1 0 0 0 0,0 0 1 0 0,1 0-1 0 0,0 0 1 0 0,-1 0-1 0 0,1 0 1 0 0,0 1-1 0 0,-1-1 1 0 0,1 0-1 0 0,0 0 0 0 0,0 0 1 0 0,0 0-1 0 0,0 0 1 0 0,0 1-1 0 0,0-1 1 0 0,0 0-1 0 0,1 0 1 0 0,-1 0-1 0 0,0 0 0 0 0,1 0 1 0 0,0 2-1 0 0,0-3-23 0 0,-1 1 1 0 0,1 0-1 0 0,0 0 0 0 0,0-1 0 0 0,0 1 0 0 0,1 0 0 0 0,-1-1 0 0 0,0 1 1 0 0,0-1-1 0 0,0 1 0 0 0,0-1 0 0 0,0 0 0 0 0,1 0 0 0 0,-1 1 0 0 0,0-1 0 0 0,0 0 1 0 0,1 0-1 0 0,0 0 0 0 0,11-1-263 0 0,-1-1 0 0 0,1 0 0 0 0,18-5 0 0 0,-15 3 306 0 0,-10 3-14 0 0,-1 0-1 0 0,1 1 0 0 0,-1-1 0 0 0,1 1 0 0 0,0 1 0 0 0,10 1 0 0 0,-15-2 4 0 0,0 0-1 0 0,0 0 0 0 0,0 1 1 0 0,0-1-1 0 0,0 0 0 0 0,0 1 0 0 0,0-1 1 0 0,0 1-1 0 0,0-1 0 0 0,0 1 1 0 0,0 0-1 0 0,0-1 0 0 0,0 1 0 0 0,-1 0 1 0 0,1 0-1 0 0,0 0 0 0 0,-1 0 0 0 0,1-1 1 0 0,0 1-1 0 0,-1 0 0 0 0,1 0 1 0 0,-1 0-1 0 0,1 0 0 0 0,-1 0 0 0 0,0 0 1 0 0,1 0-1 0 0,-1 0 0 0 0,0 1 1 0 0,0-1-1 0 0,0 0 0 0 0,0 0 0 0 0,0 0 1 0 0,0 0-1 0 0,0 0 0 0 0,0 0 0 0 0,0 0 1 0 0,0 0-1 0 0,-1 0 0 0 0,1 0 1 0 0,0 0-1 0 0,-1 1 0 0 0,0 0 0 0 0,-6 15-20 0 0,-2-1 0 0 0,1 0 0 0 0,-2-1 0 0 0,0 0-1 0 0,-23 27 1 0 0,-5 8 152 0 0,30-40-169 0 0,-20 31 292 0 0,27-39-311 0 0,1-1 0 0 0,-1 1 1 0 0,0-1-1 0 0,0 1 1 0 0,1-1-1 0 0,-1 1 0 0 0,1 0 1 0 0,-1-1-1 0 0,1 1 0 0 0,-1 0 1 0 0,1 0-1 0 0,0-1 0 0 0,0 1 1 0 0,0 0-1 0 0,0-1 1 0 0,0 1-1 0 0,1 0 0 0 0,-1 0 1 0 0,0-1-1 0 0,1 1 0 0 0,-1 0 1 0 0,1-1-1 0 0,0 2 1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5.0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0 1376 0 0,'-14'6'5048'0'0,"12"-4"-4728"0"0,0 0 0 0 0,0 0 0 0 0,1 1 0 0 0,-1-1 1 0 0,1 0-1 0 0,-1 1 0 0 0,1-1 0 0 0,-2 5 0 0 0,1-2 77 0 0,1 0-1 0 0,0 0 0 0 0,-1 0 0 0 0,1 1 0 0 0,1-1 0 0 0,-1 0 1 0 0,1 8-1 0 0,4 11 808 0 0,1-1 0 0 0,1 0 0 0 0,10 26-1 0 0,7 27-137 0 0,-1 7-178 0 0,-10-42-340 0 0,-1 2-1 0 0,-3-1 1 0 0,5 61 0 0 0,-13-60-446 0 0,0-25 82 0 0,1 0-1 0 0,0 0 1 0 0,4 21 0 0 0,-3-32-634 0 0,0 0 0 0 0,0 0 0 0 0,1 0 0 0 0,0 0 0 0 0,0 0 1 0 0,7 9-1 0 0,-1 0-3981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2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3139 4 1376 0 0,'-8'-3'10824'0'0,"-169"147"-4496"0"0,177-143-6299 0 0,-1-1 0 0 0,1 0 0 0 0,-1 0 0 0 0,0 0 1 0 0,1 1-1 0 0,-1-1 0 0 0,1 0 0 0 0,-1 1 0 0 0,1-1 0 0 0,-1 1 0 0 0,1-1 0 0 0,-1 1 0 0 0,1-1 1 0 0,-1 1-1 0 0,1-1 0 0 0,0 1 0 0 0,-1-1 0 0 0,1 1 0 0 0,0-1 0 0 0,-1 1 0 0 0,1-1 1 0 0,0 1-1 0 0,0 0 0 0 0,0-1 0 0 0,-1 1 0 0 0,1 0 0 0 0,0-1 0 0 0,0 1 0 0 0,0 0 0 0 0,0-1 1 0 0,0 1-1 0 0,0-1 0 0 0,0 1 0 0 0,1 0 0 0 0,-1-1 0 0 0,0 1 0 0 0,0 0 0 0 0,19 9 389 0 0,-13-8-538 0 0,38 11 310 0 0,-38-12-148 0 0,1 0 1 0 0,-1 1 0 0 0,0 0-1 0 0,1 0 1 0 0,-1 1 0 0 0,8 4-1 0 0,-2 0-42 0 0,-1 1 0 0 0,0 0 0 0 0,-1 0 0 0 0,0 1 0 0 0,13 14 0 0 0,-21-21 0 0 0,0 0 0 0 0,0 0 0 0 0,-1 1 0 0 0,1-1 0 0 0,0 0 0 0 0,-1 1 0 0 0,0 0 0 0 0,1-1 0 0 0,-1 1 0 0 0,0 0 0 0 0,0-1 0 0 0,0 1 0 0 0,-1 0 0 0 0,1 0 0 0 0,-1 0 0 0 0,0 0 0 0 0,1-1 0 0 0,-1 1 0 0 0,-1 0 0 0 0,1 0 0 0 0,0 0 0 0 0,-1 0 0 0 0,1 0 0 0 0,-1 0 0 0 0,0-1 0 0 0,0 1 0 0 0,0 0 0 0 0,0-1 0 0 0,0 1 0 0 0,-3 3 0 0 0,-32 39-186 0 0,-69 68-1 0 0,16-19 8 0 0,89-93 174 0 0,-1-1 1 0 0,1 0-1 0 0,-1 1 0 0 0,1-1 0 0 0,0 1 0 0 0,0-1 0 0 0,-1 0 0 0 0,1 1 1 0 0,0-1-1 0 0,0 1 0 0 0,-1-1 0 0 0,1 1 0 0 0,0-1 0 0 0,0 1 0 0 0,0-1 1 0 0,0 1-1 0 0,0-1 0 0 0,0 1 0 0 0,0-1 0 0 0,0 1 0 0 0,0-1 0 0 0,0 1 0 0 0,0-1 1 0 0,0 1-1 0 0,0-1 0 0 0,0 1 0 0 0,0-1 0 0 0,0 0 0 0 0,0 1 0 0 0,1-1 1 0 0,-1 1-1 0 0,0-1 0 0 0,0 1 0 0 0,1-1 0 0 0,-1 1 0 0 0,1 0 0 0 0,21 10-306 0 0,34-1-217 0 0,-54-10 516 0 0,41 4-186 0 0,-27-3 170 0 0,0 0 0 0 0,1 1-1 0 0,-1 0 1 0 0,0 1 0 0 0,0 1 0 0 0,-1 1 0 0 0,21 8-1 0 0,-34-12-16 0 0,0 1 0 0 0,0-1-1 0 0,0 1 1 0 0,-1-1 0 0 0,1 1-1 0 0,0 0 1 0 0,-1 0 0 0 0,1 0-1 0 0,-1 0 1 0 0,0 0 0 0 0,0 0-1 0 0,0 0 1 0 0,0 0 0 0 0,0 0 0 0 0,0 1-1 0 0,0-1 1 0 0,0 0 0 0 0,-1 1-1 0 0,0-1 1 0 0,1 0 0 0 0,-1 1-1 0 0,0-1 1 0 0,0 1 0 0 0,0-1-1 0 0,0 0 1 0 0,-1 1 0 0 0,1-1-1 0 0,-1 1 1 0 0,1-1 0 0 0,-1 0 0 0 0,-1 3-1 0 0,-4 10-278 0 0,0-1 0 0 0,0-1-1 0 0,-16 25 1 0 0,12-22 263 0 0,-46 84 105 0 0,56-100-86 0 0,0 0 1 0 0,-1 0 0 0 0,1 0-1 0 0,0 0 1 0 0,0 0 0 0 0,0 1-1 0 0,0-1 1 0 0,0 0 0 0 0,0 0-1 0 0,0 0 1 0 0,0 0-1 0 0,-1 0 1 0 0,1 1 0 0 0,0-1-1 0 0,0 0 1 0 0,0 0 0 0 0,0 0-1 0 0,0 0 1 0 0,0 1 0 0 0,0-1-1 0 0,0 0 1 0 0,0 0 0 0 0,0 0-1 0 0,0 0 1 0 0,0 1 0 0 0,0-1-1 0 0,0 0 1 0 0,0 0 0 0 0,0 0-1 0 0,0 0 1 0 0,0 0 0 0 0,1 1-1 0 0,-1-1 1 0 0,0 0-1 0 0,0 0 1 0 0,0 0 0 0 0,0 0-1 0 0,0 0 1 0 0,0 1 0 0 0,0-1-1 0 0,0 0 1 0 0,1 0 0 0 0,-1 0-1 0 0,0 0 1 0 0,0 0 0 0 0,0 0-1 0 0,0 0 1 0 0,0 0 0 0 0,1 1-1 0 0,10-4-2987 0 0,10-8-1550 0 0,24-33-44 0 0,-44 49 5623 0 0,0-1 1 0 0,0 1 0 0 0,-1 0 0 0 0,0 0 0 0 0,0-1-1 0 0,-1 9 1 0 0,-2 4 1174 0 0,0 1 1 0 0,0 25-1 0 0,9 80 74 0 0,-1-20-1567 0 0,-14 174 312 0 0,2 92 1103 0 0,8-338-2057 0 0,8 125-155 0 0,-5-128 217 0 0,0 0 0 0 0,2-1-1 0 0,15 43 1 0 0,-15-50 272 0 0,-5-16-345 0 0,-1 0 1 0 0,1 0-1 0 0,0-1 0 0 0,1 1 0 0 0,-1 0 0 0 0,1 0 1 0 0,-1-1-1 0 0,1 1 0 0 0,0-1 0 0 0,0 1 1 0 0,1-1-1 0 0,-1 0 0 0 0,1 0 0 0 0,0 0 1 0 0,-1 0-1 0 0,7 4 0 0 0,-8-6-18 0 0,-1 1-11 0 0,1 0 11 0 0,-1-2-1 0 0,-7 4 22 0 0,-10 7-23 0 0,0-1 0 0 0,-1-1 0 0 0,0-1 0 0 0,-1 0 0 0 0,1-1 0 0 0,-2-2 0 0 0,1 1 0 0 0,-29 2 0 0 0,-174 9 360 0 0,123-12-264 0 0,-437 0-185 0 0,95-4 108 0 0,-81-4 8 0 0,240-15 44 0 0,-85-8 40 0 0,274 22-190 0 0,-146 12-1 0 0,30 0-266 0 0,173-13-579 0 0,22-2-4878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9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112 184 2304 0 0,'-4'-36'349'0'0,"4"25"31"0"0,0 1 1 0 0,-2-1-1 0 0,1 1 1 0 0,-1-1-1 0 0,-1 1 1 0 0,0 0 0 0 0,0 0-1 0 0,-1 0 1 0 0,0 0-1 0 0,-10-16 1 0 0,12 24-155 0 0,1 0 0 0 0,-1 1 0 0 0,0-1 0 0 0,1 1 0 0 0,-1-1 0 0 0,0 1 0 0 0,0 0 0 0 0,0 0 0 0 0,0 0 0 0 0,0 0 0 0 0,0 0 0 0 0,0 0 1 0 0,-1 1-1 0 0,1-1 0 0 0,-3 0 0 0 0,5 1-97 0 0,-1 0 1 0 0,0 0 0 0 0,0 0 0 0 0,0 0-1 0 0,0 0 1 0 0,0 0 0 0 0,0 0 0 0 0,0 1-1 0 0,0-1 1 0 0,0 0 0 0 0,1 0 0 0 0,-1 1-1 0 0,0-1 1 0 0,0 1 0 0 0,0-1 0 0 0,1 1-1 0 0,-1-1 1 0 0,0 1 0 0 0,0-1 0 0 0,1 1-1 0 0,-1 0 1 0 0,0-1 0 0 0,1 1 0 0 0,-1 0-1 0 0,1-1 1 0 0,-1 1 0 0 0,1 0-1 0 0,-1 0 1 0 0,1 0 0 0 0,0-1 0 0 0,-1 1-1 0 0,1 0 1 0 0,0 0 0 0 0,0 0 0 0 0,-1 0-1 0 0,1 0 1 0 0,0 2 0 0 0,-10 120 698 0 0,6 128 0 0 0,23 126-798 0 0,-4-125 8 0 0,7 219 162 0 0,-29-225 52 0 0,-1-42 1773 0 0,11-173-1833 0 0,-2-26-275 0 0,0 0 0 0 0,0 0 0 0 0,-1 0 0 0 0,0 0 1 0 0,0 1-1 0 0,-1 7 0 0 0,1-13 76 0 0,0 0 0 0 0,0 1 0 0 0,0-1 0 0 0,0 0 1 0 0,-1 0-1 0 0,1 0 0 0 0,0 1 0 0 0,0-1 0 0 0,0 0 0 0 0,0 1 0 0 0,0-1 1 0 0,0 0-1 0 0,0 0 0 0 0,0 1 0 0 0,0-1 0 0 0,0 0 0 0 0,0 0 0 0 0,0 1 1 0 0,0-1-1 0 0,0 0 0 0 0,0 0 0 0 0,0 1 0 0 0,0-1 0 0 0,0 0 1 0 0,1 0-1 0 0,-1 1 0 0 0,0-1 0 0 0,0 0 0 0 0,0 0 0 0 0,0 1 0 0 0,0-1 1 0 0,1 0-1 0 0,-1 0 0 0 0,0 0 0 0 0,0 0 0 0 0,0 1 0 0 0,1-1 0 0 0,-1 0 1 0 0,0 0-1 0 0,1 0 0 0 0,6-6-1719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1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38 5529 0 0,'-18'-26'3625'0'0,"10"15"744"0"0,17 26-1927 0 0,165 331-943 0 0,7 13-3280 0 0,-160-325 724 0 0,-3-2-230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5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11 5985 0 0,'-2'0'32'0'0,"0"0"0"0"0,0 0 0 0 0,1 1 0 0 0,-1-1 0 0 0,0 1 0 0 0,0 0-1 0 0,0-1 1 0 0,1 1 0 0 0,-1 0 0 0 0,0 0 0 0 0,1 0 0 0 0,-1 0 0 0 0,1 0-1 0 0,-1 0 1 0 0,1 1 0 0 0,-1-1 0 0 0,1 0 0 0 0,0 1 0 0 0,-2 1 0 0 0,1 2-57 0 0,0 0 1 0 0,0 0 0 0 0,0 1-1 0 0,0-1 1 0 0,0 9-1 0 0,1-11 56 0 0,-2 16 409 0 0,1 0-1 0 0,1 0 1 0 0,0 1 0 0 0,2-1 0 0 0,0 0 0 0 0,1 0-1 0 0,1 0 1 0 0,1 0 0 0 0,6 19 0 0 0,2 1 16 0 0,2-1 1 0 0,2-1-1 0 0,26 46 1 0 0,-34-71-434 0 0,0 0 0 0 0,0-1 1 0 0,1 0-1 0 0,1 0 0 0 0,0-1 0 0 0,0 0 1 0 0,1-1-1 0 0,0 0 0 0 0,21 12 0 0 0,-26-17-12 0 0,0 0 0 0 0,1-1-1 0 0,-1 0 1 0 0,1 0 0 0 0,0 0-1 0 0,0-1 1 0 0,0 0 0 0 0,0 0-1 0 0,0-1 1 0 0,1 0-1 0 0,-1 0 1 0 0,0-1 0 0 0,1 0-1 0 0,-1 0 1 0 0,0-1 0 0 0,0 0-1 0 0,1 0 1 0 0,-1 0 0 0 0,0-1-1 0 0,10-4 1 0 0,-13 3 63 0 0,0 1 0 0 0,0-1 0 0 0,0-1 0 0 0,-1 1 0 0 0,1 0 0 0 0,-1-1 0 0 0,0 0 0 0 0,0 0 0 0 0,0 0 0 0 0,0 0 0 0 0,-1 0 0 0 0,1 0 0 0 0,-1-1 0 0 0,0 1 1 0 0,-1-1-1 0 0,1 0 0 0 0,-1 1 0 0 0,2-8 0 0 0,0-2 296 0 0,-1-2 0 0 0,-1 1 0 0 0,0 0 1 0 0,-1-26-1 0 0,-3 17 10 0 0,0 0 0 0 0,-1 1-1 0 0,-2-1 1 0 0,0 1 0 0 0,-2 0 0 0 0,0 0 0 0 0,-1 1 0 0 0,-2 0-1 0 0,0 1 1 0 0,-23-31 0 0 0,26 39-469 0 0,-1 2-1 0 0,-1-1 1 0 0,0 1 0 0 0,-1 1 0 0 0,0 0-1 0 0,0 0 1 0 0,-1 1 0 0 0,-1 1 0 0 0,1 0-1 0 0,-1 1 1 0 0,0 0 0 0 0,-1 0-1 0 0,0 2 1 0 0,0 0 0 0 0,0 0 0 0 0,-1 2-1 0 0,1 0 1 0 0,-19-2 0 0 0,8 5-907 0 0,1 6-11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2.2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1 565 11522 0 0,'8'2'181'0'0,"-1"1"0"0"0,1 0-1 0 0,-1 0 1 0 0,1 0 0 0 0,-1 1-1 0 0,0 0 1 0 0,10 9 0 0 0,-7-7 15 0 0,204 122 107 0 0,-203-121-43 0 0,1-1-1 0 0,-1 0 1 0 0,1 0 0 0 0,1-1-1 0 0,24 6 1 0 0,-35-11-213 0 0,0 1 1 0 0,1-1-1 0 0,-1 0 1 0 0,0 0-1 0 0,1 1 1 0 0,-1-1-1 0 0,0-1 1 0 0,1 1 0 0 0,-1 0-1 0 0,0-1 1 0 0,1 1-1 0 0,-1-1 1 0 0,0 0-1 0 0,0 1 1 0 0,1-1-1 0 0,-1 0 1 0 0,0 0-1 0 0,0-1 1 0 0,0 1-1 0 0,0 0 1 0 0,0-1-1 0 0,-1 1 1 0 0,1-1-1 0 0,0 0 1 0 0,-1 1-1 0 0,1-1 1 0 0,-1 0-1 0 0,0 0 1 0 0,1 0-1 0 0,-1 0 1 0 0,0 0-1 0 0,0 0 1 0 0,0-1-1 0 0,0 1 1 0 0,-1 0-1 0 0,1 0 1 0 0,-1-1-1 0 0,1 1 1 0 0,-1 0-1 0 0,0-4 1 0 0,1-16 502 0 0,-1 0-1 0 0,-1 1 1 0 0,-1-1 0 0 0,-1 1-1 0 0,-1-1 1 0 0,-10-32 0 0 0,4 12-241 0 0,-37-224 163 0 0,24 88-4129 0 0,16 127-2942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3.9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6449 0 0,'0'0'499'0'0,"22"12"2283"0"0,-8 0-1827 0 0,-1 1 1 0 0,0 0-1 0 0,-1 1 0 0 0,0 0 0 0 0,-1 1 1 0 0,-1 0-1 0 0,0 1 0 0 0,13 29 0 0 0,2 15-5 0 0,20 72 0 0 0,-21-55-634 0 0,-8-28-648 0 0,2 7-5352 0 0,-6-25-561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6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175 200 3833 0 0,'-5'6'801'0'0,"-27"11"4519"0"0,27-54-3995 0 0,5 35-1060 0 0,-1 0 0 0 0,1-1 0 0 0,-1 1 0 0 0,1 0 0 0 0,-1-1 0 0 0,0 1 0 0 0,0 0 0 0 0,0 0 0 0 0,0-1 0 0 0,-1 1 0 0 0,1 0 0 0 0,0 0 0 0 0,-1 1 0 0 0,0-1 0 0 0,-11-9 5350 0 0,10-1-5809 0 0,3 5 499 0 0,-1 2-307 0 0,1 0 0 0 0,-1 0 0 0 0,-1 1 0 0 0,1-1 0 0 0,0 0 0 0 0,-1 1 0 0 0,0-1-1 0 0,0 1 1 0 0,-1-1 0 0 0,1 1 0 0 0,-1 0 0 0 0,0 0 0 0 0,0 0 0 0 0,0 0-1 0 0,0 1 1 0 0,-1-1 0 0 0,1 1 0 0 0,-1 0 0 0 0,0 0 0 0 0,0 0 0 0 0,-7-3-1 0 0,-29-25-14 0 0,48 41 54 0 0,0 2-1 0 0,-2-1 1 0 0,1 1-1 0 0,-1 0 0 0 0,-1 0 1 0 0,7 24-1 0 0,-1-5 55 0 0,4 4-25 0 0,1 0 0 0 0,39 59 0 0 0,55 56 87 0 0,-84-111-1472 0 0,-18-26-611 0 0,0-1 0 0 0,20 22 0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8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4 3681 0 0,'-2'-1'182'0'0,"0"0"-1"0"0,0 1 1 0 0,0-1 0 0 0,0 1 0 0 0,0 0-1 0 0,0-1 1 0 0,0 1 0 0 0,0 0 0 0 0,0 1 0 0 0,0-1-1 0 0,0 0 1 0 0,0 0 0 0 0,0 1 0 0 0,0-1-1 0 0,0 1 1 0 0,0 0 0 0 0,0-1 0 0 0,0 1-1 0 0,1 0 1 0 0,-1 0 0 0 0,-3 2 0 0 0,3-1 131 0 0,0 1 0 0 0,-1-1 0 0 0,1 1 0 0 0,0-1 0 0 0,0 1 0 0 0,0 0 0 0 0,1 0 0 0 0,-1 0 0 0 0,1 0 0 0 0,-1 0 0 0 0,1 0 0 0 0,-1 5 0 0 0,1-4-97 0 0,-1 0 1 0 0,2 0-1 0 0,-1-1 0 0 0,0 1 0 0 0,1 0 1 0 0,0 0-1 0 0,0 0 0 0 0,0 0 1 0 0,0 0-1 0 0,1 0 0 0 0,0 0 0 0 0,0-1 1 0 0,0 1-1 0 0,0 0 0 0 0,0 0 0 0 0,1-1 1 0 0,-1 1-1 0 0,1-1 0 0 0,0 1 0 0 0,0-1 1 0 0,0 0-1 0 0,1 0 0 0 0,-1 0 0 0 0,4 3 1 0 0,-2-4-116 0 0,0 1 1 0 0,0-1 0 0 0,1 0 0 0 0,-1-1-1 0 0,1 1 1 0 0,-1-1 0 0 0,1 0 0 0 0,0 0-1 0 0,-1 0 1 0 0,1-1 0 0 0,0 0 0 0 0,0 0 0 0 0,0 0-1 0 0,-1 0 1 0 0,1-1 0 0 0,0 0 0 0 0,-1 0-1 0 0,1 0 1 0 0,6-3 0 0 0,10-3-979 0 0,0-2 1 0 0,35-20-1 0 0,-44 22-195 0 0,6-3-4631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5.5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79 6449 0 0,'-1'14'2116'0'0,"1"-12"-1766"0"0,-1 1 0 0 0,1-1 1 0 0,0 0-1 0 0,0 1 0 0 0,0-1 1 0 0,0 1-1 0 0,0-1 1 0 0,1 5-1 0 0,0-6-290 0 0,-1 0 0 0 0,1 0 0 0 0,-1-1 0 0 0,1 1 0 0 0,-1 0 0 0 0,1-1 0 0 0,0 1 0 0 0,-1 0 0 0 0,1-1 0 0 0,0 1 0 0 0,0-1 0 0 0,0 1 0 0 0,-1-1 0 0 0,1 1 0 0 0,0-1 0 0 0,0 0 0 0 0,0 1 0 0 0,0-1 0 0 0,0 0 0 0 0,0 0 0 0 0,-1 0 0 0 0,1 0 0 0 0,0 0 0 0 0,0 0 0 0 0,0 0 0 0 0,0 0 0 0 0,0 0 0 0 0,0 0 0 0 0,0 0 0 0 0,1-1 0 0 0,0 1 12 0 0,-1 0 1 0 0,1 0-1 0 0,0 0 1 0 0,0 0-1 0 0,-1 0 1 0 0,1-1 0 0 0,0 1-1 0 0,0-1 1 0 0,-1 1-1 0 0,1-1 1 0 0,-1 0-1 0 0,1 1 1 0 0,0-1-1 0 0,-1 0 1 0 0,1 0 0 0 0,-1 0-1 0 0,0 0 1 0 0,1 0-1 0 0,-1-1 1 0 0,0 1-1 0 0,0 0 1 0 0,0-1 0 0 0,0 1-1 0 0,0-1 1 0 0,0 1-1 0 0,0-1 1 0 0,0 1-1 0 0,0-1 1 0 0,-1 0-1 0 0,1 1 1 0 0,-1-1 0 0 0,1 0-1 0 0,-1 1 1 0 0,0-1-1 0 0,0 0 1 0 0,0 0-1 0 0,1 1 1 0 0,-2-1 0 0 0,1 0-1 0 0,0 0 1 0 0,-1-2-1 0 0,0 0-44 0 0,0 0 1 0 0,0-1-1 0 0,-1 1 0 0 0,1 0 0 0 0,-1 0 0 0 0,0 0 0 0 0,-1 0 0 0 0,1 0 1 0 0,-1 1-1 0 0,1-1 0 0 0,-1 1 0 0 0,0-1 0 0 0,-1 1 0 0 0,1 0 0 0 0,-4-3 1 0 0,3 4-10 0 0,0 0-1 0 0,1 0 1 0 0,-1 0 0 0 0,0 1 0 0 0,0-1 0 0 0,0 1 0 0 0,0 0 0 0 0,0 0 0 0 0,-1 0 0 0 0,1 1 0 0 0,-6 0 0 0 0,7 0-91 0 0,0 0 0 0 0,1 0 0 0 0,-1 0 1 0 0,1 1-1 0 0,-1-1 0 0 0,1 1 1 0 0,0 0-1 0 0,-1-1 0 0 0,1 1 0 0 0,-1 0 1 0 0,1 1-1 0 0,0-1 0 0 0,0 0 1 0 0,0 1-1 0 0,0-1 0 0 0,0 1 1 0 0,0 0-1 0 0,0-1 0 0 0,0 1 0 0 0,-1 3 1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0 187 6449 0 0,'0'6'227'0'0,"1"0"-1"0"0,-1-1 0 0 0,1 1 0 0 0,0 0 0 0 0,1 0 1 0 0,-1-1-1 0 0,1 1 0 0 0,0-1 0 0 0,0 0 0 0 0,1 1 1 0 0,0-1-1 0 0,0 0 0 0 0,0 0 0 0 0,1-1 0 0 0,3 6 0 0 0,-4-8-95 0 0,-1 0 0 0 0,0 0 0 0 0,0 0 0 0 0,1 0 0 0 0,-1 0 0 0 0,1-1 0 0 0,0 1 0 0 0,0-1-1 0 0,-1 0 1 0 0,1 0 0 0 0,0 0 0 0 0,0 0 0 0 0,0 0 0 0 0,0 0 0 0 0,0-1 0 0 0,0 1 0 0 0,0-1-1 0 0,0 0 1 0 0,0 0 0 0 0,0 0 0 0 0,1-1 0 0 0,-1 1 0 0 0,0-1 0 0 0,0 1 0 0 0,0-1-1 0 0,-1 0 1 0 0,1 0 0 0 0,0-1 0 0 0,4-1 0 0 0,2-3 153 0 0,0 0 0 0 0,0-1-1 0 0,-1 0 1 0 0,0 0 0 0 0,0-1 0 0 0,-1 0-1 0 0,0-1 1 0 0,0 1 0 0 0,-1-1 0 0 0,0-1 0 0 0,6-12-1 0 0,-2 2 72 0 0,-1 0-1 0 0,-1-1 0 0 0,-1 0 1 0 0,7-35-1 0 0,-13 53-342 0 0,0 0 1 0 0,-1 1-1 0 0,0-1 1 0 0,1 0-1 0 0,-1 0 0 0 0,-1 0 1 0 0,1 0-1 0 0,0 1 0 0 0,0-1 1 0 0,-1 0-1 0 0,0 0 0 0 0,-1-4 1 0 0,2 7-11 0 0,-1-1 0 0 0,1 1 1 0 0,0 0-1 0 0,0 0 0 0 0,-1-1 1 0 0,1 1-1 0 0,0 0 0 0 0,0-1 1 0 0,-1 1-1 0 0,1 0 1 0 0,0 0-1 0 0,-1-1 0 0 0,1 1 1 0 0,0 0-1 0 0,-1 0 0 0 0,1 0 1 0 0,-1 0-1 0 0,1 0 0 0 0,0 0 1 0 0,-1-1-1 0 0,1 1 0 0 0,-1 0 1 0 0,1 0-1 0 0,0 0 0 0 0,-1 0 1 0 0,1 0-1 0 0,-1 0 1 0 0,1 0-1 0 0,0 1 0 0 0,-1-1 1 0 0,-1 1 6 0 0,0 0 0 0 0,0 0 1 0 0,1 0-1 0 0,-1 0 1 0 0,0 0-1 0 0,1 0 1 0 0,-1 1-1 0 0,1-1 1 0 0,0 1-1 0 0,-2 2 1 0 0,-6 7-7 0 0,0 1 1 0 0,2 0-1 0 0,-1 1 1 0 0,2 0 0 0 0,-1 0-1 0 0,2 0 1 0 0,0 1 0 0 0,1 0-1 0 0,0 0 1 0 0,1 0 0 0 0,0 1-1 0 0,1-1 1 0 0,1 0 0 0 0,0 15-1 0 0,2-23-29 0 0,1-1-1 0 0,-1 0 0 0 0,1 0 1 0 0,0 0-1 0 0,0 0 1 0 0,0-1-1 0 0,1 1 0 0 0,-1-1 1 0 0,1 1-1 0 0,0-1 1 0 0,1 0-1 0 0,-1 0 0 0 0,1 0 1 0 0,0 0-1 0 0,-1-1 1 0 0,2 0-1 0 0,-1 0 0 0 0,0 0 1 0 0,1 0-1 0 0,-1 0 1 0 0,1-1-1 0 0,0 0 0 0 0,0 0 1 0 0,0 0-1 0 0,0-1 1 0 0,0 1-1 0 0,0-1 0 0 0,0-1 1 0 0,0 1-1 0 0,1-1 0 0 0,-1 0 1 0 0,0 0-1 0 0,0 0 1 0 0,1 0-1 0 0,-1-1 0 0 0,0 0 1 0 0,9-3-1 0 0,7-6-666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8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69 3225 0 0,'0'0'-1'0'0,"-33"7"7423"0"0,44 3-5333 0 0,-6-8-1857 0 0,0 0 1 0 0,0-1-1 0 0,0 0 1 0 0,1 0-1 0 0,-1 0 1 0 0,0 0-1 0 0,1-1 1 0 0,-1 0-1 0 0,0 0 1 0 0,1 0-1 0 0,-1-1 1 0 0,0 1-1 0 0,0-1 1 0 0,1-1-1 0 0,5-1 1 0 0,-5 1-126 0 0,-1 0 1 0 0,1 1 0 0 0,-1-2-1 0 0,0 1 1 0 0,0-1-1 0 0,0 0 1 0 0,0 0 0 0 0,0 0-1 0 0,0 0 1 0 0,-1-1 0 0 0,0 0-1 0 0,0 0 1 0 0,0 0 0 0 0,4-5-1 0 0,-8 8-97 0 0,0 1 0 0 0,1-1 0 0 0,-1 0 0 0 0,0 1 0 0 0,1-1 0 0 0,-1 0 0 0 0,0 1 0 0 0,1-1-1 0 0,-1 0 1 0 0,0 0 0 0 0,0 1 0 0 0,0-1 0 0 0,0 0 0 0 0,0 0 0 0 0,0 1 0 0 0,0-1 0 0 0,0 0 0 0 0,0 0 0 0 0,0 1 0 0 0,0-1-1 0 0,-1 0 1 0 0,1 1 0 0 0,0-1 0 0 0,-1 0 0 0 0,1 1 0 0 0,0-1 0 0 0,-1 0 0 0 0,1 1 0 0 0,-1-2 0 0 0,-1 0-1 0 0,0 1 0 0 0,0 0 1 0 0,1 0-1 0 0,-1 0 1 0 0,0 0-1 0 0,0 0 0 0 0,0 0 1 0 0,0 0-1 0 0,0 0 1 0 0,-4 0-1 0 0,0 0 5 0 0,-1 0 0 0 0,0 0 0 0 0,1 0 0 0 0,-1 1 0 0 0,0 0 0 0 0,-8 1 0 0 0,7 2-23 0 0,1 0 1 0 0,-1 0-1 0 0,1 0 0 0 0,-1 1 0 0 0,1 0 1 0 0,0 1-1 0 0,1-1 0 0 0,-1 1 1 0 0,1 0-1 0 0,0 1 0 0 0,-11 12 1 0 0,9-10-148 0 0,8-7 134 0 0,-1-1 0 0 0,1 0 1 0 0,0 0-1 0 0,0 0 0 0 0,0 1 0 0 0,-1-1 0 0 0,1 0 1 0 0,0 0-1 0 0,0 1 0 0 0,0-1 0 0 0,0 0 0 0 0,0 0 1 0 0,0 0-1 0 0,-1 1 0 0 0,1-1 0 0 0,0 0 0 0 0,0 1 1 0 0,0-1-1 0 0,0 0 0 0 0,0 0 0 0 0,0 1 0 0 0,0-1 1 0 0,0 0-1 0 0,0 0 0 0 0,0 1 0 0 0,0-1 1 0 0,0 0-1 0 0,1 0 0 0 0,-1 1 0 0 0,0-1 0 0 0,0 0 1 0 0,0 0-1 0 0,0 1 0 0 0,0-1 0 0 0,0 0 0 0 0,1 0 1 0 0,-1 1-1 0 0,0-1 0 0 0,0 0 0 0 0,0 0 0 0 0,0 0 1 0 0,1 1-1 0 0,-1-1 0 0 0,0 0 0 0 0,0 0 0 0 0,1 0 1 0 0,-1 0-1 0 0,0 0 0 0 0,0 0 0 0 0,1 0 1 0 0,-1 1-1 0 0,15 3-4041 0 0,-10-4 2609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9218 0 0,'2'0'178'0'0,"-1"1"0"0"0,0-1 0 0 0,1 1 0 0 0,-1 0 0 0 0,1-1 0 0 0,-1 1 0 0 0,0 0 0 0 0,0 0 0 0 0,1 0-1 0 0,-1 0 1 0 0,0 0 0 0 0,0 0 0 0 0,0 0 0 0 0,0 1 0 0 0,0-1 0 0 0,0 0 0 0 0,0 1 0 0 0,-1-1 0 0 0,1 0 0 0 0,0 1 0 0 0,0 1 0 0 0,12 32 1694 0 0,6 49 526 0 0,-14-53-1607 0 0,19 58 0 0 0,-21-81-726 0 0,0-1 0 0 0,0 0 0 0 0,1 1 0 0 0,0-1 0 0 0,0 0 0 0 0,1-1 0 0 0,0 1 0 0 0,0-1 0 0 0,0 0 0 0 0,1 0 0 0 0,0-1 0 0 0,9 7 0 0 0,-11-9-73 0 0,0-1 1 0 0,0 0 0 0 0,1-1 0 0 0,-1 1 0 0 0,0-1-1 0 0,1 0 1 0 0,-1 0 0 0 0,1 0 0 0 0,-1 0-1 0 0,1-1 1 0 0,0 0 0 0 0,-1 0 0 0 0,1 0 0 0 0,-1-1-1 0 0,1 1 1 0 0,-1-1 0 0 0,1 0 0 0 0,-1 0-1 0 0,1-1 1 0 0,4-2 0 0 0,10-4-925 0 0,-1-1 0 0 0,-1-1 0 0 0,21-14 0 0 0,-33 20 560 0 0,7-5-1574 0 0,0 0 0 0 0,14-16-1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5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23 101 456 0 0,'-13'-38'3267'0'0,"10"27"77"0"0,1 0 0 0 0,0 0 1 0 0,-1-19-1 0 0,13 35 436 0 0,10 17-2946 0 0,-13-7-653 0 0,-1-1 0 0 0,-1 1 0 0 0,0 0 0 0 0,-1 0 0 0 0,3 18-1 0 0,6 82-48 0 0,-8-67-122 0 0,-2-14-110 0 0,24 173-1917 0 0,-22-172 557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8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7 133 3225 0 0,'-2'-8'410'0'0,"0"0"0"0"0,1 0 0 0 0,0-1 1 0 0,1 1-1 0 0,0-13 0 0 0,10-49 13269 0 0,-9 70-13580 0 0,-1 0 0 0 0,0 0 1 0 0,0 0-1 0 0,1 0 1 0 0,-1 0-1 0 0,8 12 1457 0 0,4 19-1102 0 0,16 140 375 0 0,-20-106-1778 0 0,3-1 1 0 0,21 65 0 0 0,-25-106-6284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0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3681 0 0,'2'-15'-268'0'0,"5"-16"2763"0"0,-7 31-2313 0 0,0-1 1 0 0,0 1-1 0 0,0-1 0 0 0,1 1 0 0 0,-1-1 0 0 0,0 1 0 0 0,1-1 0 0 0,-1 1 0 0 0,0-1 0 0 0,1 1 0 0 0,-1-1 0 0 0,0 1 0 0 0,1-1 0 0 0,-1 1 0 0 0,1 0 0 0 0,-1-1 0 0 0,1 1 0 0 0,-1 0 0 0 0,1 0 0 0 0,-1-1 0 0 0,1 1 0 0 0,0 0 0 0 0,-1 0 0 0 0,1 0 0 0 0,-1-1 0 0 0,1 1 0 0 0,-1 0 0 0 0,1 0 0 0 0,0 0 0 0 0,-1 0 0 0 0,1 0 0 0 0,-1 0 0 0 0,1 0 0 0 0,0 0 0 0 0,-1 1 0 0 0,1-1 0 0 0,-1 0 0 0 0,1 0 0 0 0,-1 0 0 0 0,2 1 0 0 0,3 1 192 0 0,1 0 0 0 0,-1-1 0 0 0,1 1 1 0 0,0-1-1 0 0,-1-1 0 0 0,1 1 0 0 0,0-1 0 0 0,0 0 1 0 0,0 0-1 0 0,-1-1 0 0 0,1 1 0 0 0,0-1 0 0 0,0-1 1 0 0,8-2-1 0 0,33-15-883 0 0,-4-3-4492 0 0,-22 10-791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7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3 372 2128 0 0,'-1'2'228'0'0,"0"11"1335"0"0,1-12-1396 0 0,1-1-1 0 0,-1 0 0 0 0,0 0 1 0 0,1 0-1 0 0,-1 0 0 0 0,1 0 1 0 0,-1 0-1 0 0,0 0 0 0 0,1 0 1 0 0,-1 0-1 0 0,1 0 0 0 0,-1 0 1 0 0,1 0-1 0 0,-1 0 0 0 0,0 0 1 0 0,1 0-1 0 0,3-2 1497 0 0,-4 2-1496 0 0,121-38 4612 0 0,-18 4-2267 0 0,175-32 0 0 0,-153 47-2078 0 0,214-35 235 0 0,-74 9-442 0 0,121-26 1050 0 0,-304 52-988 0 0,151-17-1 0 0,-182 33-128 0 0,0 2-1 0 0,0 2 0 0 0,1 3 0 0 0,61 11 1 0 0,-49 4-1257 0 0,-48-13-908 0 0,0-1 0 0 0,0-1 0 0 0,20 3 0 0 0,-19-9-2277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9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72 79 1840 0 0,'-36'-2'2731'0'0,"34"2"-2393"0"0,0 0 0 0 0,-1 1 0 0 0,1-1 1 0 0,0 0-1 0 0,0 0 0 0 0,-1 1 0 0 0,1 0 1 0 0,0-1-1 0 0,0 1 0 0 0,0 0 0 0 0,0 0 1 0 0,0 0-1 0 0,-3 2 0 0 0,5-2-202 0 0,-1 0-1 0 0,1 0 1 0 0,-1 1-1 0 0,1-1 1 0 0,0 0 0 0 0,0 1-1 0 0,0-1 1 0 0,0 0-1 0 0,0 1 1 0 0,0-1 0 0 0,0 0-1 0 0,0 1 1 0 0,0-1-1 0 0,1 0 1 0 0,-1 0 0 0 0,1 1-1 0 0,-1-1 1 0 0,0 0-1 0 0,1 0 1 0 0,0 0 0 0 0,-1 0-1 0 0,3 2 1 0 0,17 28 932 0 0,-17-28-855 0 0,4 6 88 0 0,0 0 0 0 0,1 0 0 0 0,0-1 1 0 0,1 0-1 0 0,0 0 0 0 0,0-1 0 0 0,1-1 1 0 0,0 1-1 0 0,0-1 0 0 0,0-1 0 0 0,14 5 1 0 0,-19-8-182 0 0,0 0 1 0 0,1-1 0 0 0,-1 0 0 0 0,0 0 0 0 0,1 0 0 0 0,-1-1 0 0 0,1 0 0 0 0,-1 0 0 0 0,1 0 0 0 0,-1-1 0 0 0,1 0 0 0 0,-1 0-1 0 0,0 0 1 0 0,0-1 0 0 0,1 1 0 0 0,-1-1 0 0 0,0-1 0 0 0,0 1 0 0 0,-1-1 0 0 0,1 1 0 0 0,0-1 0 0 0,-1-1 0 0 0,0 1 0 0 0,1-1-1 0 0,6-7 1 0 0,-8 6-34 0 0,0 1-1 0 0,0-1 0 0 0,0 0 0 0 0,-1 0 0 0 0,1 0 0 0 0,-1 0 1 0 0,0 0-1 0 0,-1 0 0 0 0,1-1 0 0 0,-1 1 0 0 0,0-1 0 0 0,0 1 1 0 0,-1-1-1 0 0,0 1 0 0 0,0-1 0 0 0,0 1 0 0 0,0-1 1 0 0,-1 1-1 0 0,0-1 0 0 0,0 1 0 0 0,-1 0 0 0 0,1-1 0 0 0,-5-6 1 0 0,4 7-152 0 0,0 0 1 0 0,-1 0-1 0 0,1 0 1 0 0,-1 0-1 0 0,-1 1 1 0 0,1-1-1 0 0,-1 1 1 0 0,1 0-1 0 0,-1 0 1 0 0,-7-5-1 0 0,7 6-298 0 0,1 1 0 0 0,-1 0 0 0 0,1 0-1 0 0,-1 1 1 0 0,1-1 0 0 0,-1 1 0 0 0,0 0-1 0 0,0 0 1 0 0,0 0 0 0 0,0 0 0 0 0,0 0-1 0 0,0 1 1 0 0,0 0 0 0 0,0 0 0 0 0,-6 1-1 0 0,-11 3-6517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5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50 5985 0 0,'-1'0'62'0'0,"0"1"0"0"0,0-1 0 0 0,1 1 0 0 0,-1-1 0 0 0,0 1 0 0 0,1 0 0 0 0,-1-1 0 0 0,1 1 0 0 0,-1 0 0 0 0,1 0-1 0 0,-1-1 1 0 0,1 1 0 0 0,0 0 0 0 0,-1 0 0 0 0,1 0 0 0 0,0-1 0 0 0,0 1 0 0 0,-1 0 0 0 0,1 0 0 0 0,0 0 0 0 0,0 0 0 0 0,0 0 0 0 0,0 0-1 0 0,0-1 1 0 0,1 3 0 0 0,0-3 97 0 0,1 1 0 0 0,0-1 0 0 0,-1 0 0 0 0,1 1 0 0 0,0-1 0 0 0,0 0-1 0 0,0 0 1 0 0,-1 0 0 0 0,1-1 0 0 0,0 1 0 0 0,0 0 0 0 0,-1-1 0 0 0,4 0-1 0 0,101-24 3486 0 0,-56 12-1815 0 0,82-11 0 0 0,8 17-561 0 0,210 16-1 0 0,-84 1-1005 0 0,-25-10-54 0 0,324 14 1749 0 0,-440-6-1618 0 0,-48-5-249 0 0,-1 4 0 0 0,128 27 1 0 0,-149-18-22 0 0,33 8-2983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8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 1696 0 0,'-5'0'265'0'0,"-13"7"5614"0"0,19-1-4702 0 0,6 20 452 0 0,-1 3-790 0 0,1 0-1 0 0,2-1 1 0 0,1 0 0 0 0,18 36 0 0 0,-24-58-755 0 0,0 1 1 0 0,0-1-1 0 0,0 0 1 0 0,1 0-1 0 0,0 0 1 0 0,0-1-1 0 0,1 1 1 0 0,0-1-1 0 0,10 7 1 0 0,-11-10-8 0 0,-1 1 0 0 0,1-1 0 0 0,0 0 0 0 0,0-1 0 0 0,0 1-1 0 0,0-1 1 0 0,0 0 0 0 0,0 0 0 0 0,0-1 0 0 0,0 1 0 0 0,0-1 0 0 0,1 0 0 0 0,-1-1 0 0 0,0 1 0 0 0,9-3 0 0 0,-7 1 93 0 0,-1 0 0 0 0,0-1 1 0 0,0 1-1 0 0,0-1 0 0 0,0-1 0 0 0,0 1 1 0 0,-1-1-1 0 0,0 0 0 0 0,1 0 1 0 0,-1-1-1 0 0,-1 0 0 0 0,1 1 0 0 0,-1-2 1 0 0,0 1-1 0 0,0 0 0 0 0,0-1 1 0 0,-1 0-1 0 0,3-6 0 0 0,-2 4-12 0 0,0 0-1 0 0,-1 0 0 0 0,0-1 0 0 0,0 0 0 0 0,-1 0 1 0 0,0 0-1 0 0,0 0 0 0 0,-1 0 0 0 0,0 0 1 0 0,-1 0-1 0 0,0 0 0 0 0,-3-16 0 0 0,2 21-189 0 0,-1-1-1 0 0,1 1 1 0 0,-1 0-1 0 0,-1-1 1 0 0,1 1-1 0 0,-1 0 0 0 0,1 1 1 0 0,-1-1-1 0 0,0 0 1 0 0,0 1-1 0 0,-1-1 1 0 0,1 1-1 0 0,-1 0 0 0 0,0 0 1 0 0,1 1-1 0 0,-1-1 1 0 0,0 1-1 0 0,-1 0 1 0 0,1 0-1 0 0,0 0 1 0 0,-1 0-1 0 0,1 1 0 0 0,-1 0 1 0 0,1 0-1 0 0,-1 0 1 0 0,0 0-1 0 0,1 1 1 0 0,-1 0-1 0 0,0 0 0 0 0,-7 1 1 0 0,-16 3-7543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5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57 920 0 0,'-29'-3'2366'0'0,"-43"2"0"0"0,44 2 424 0 0,32 0-2506 0 0,-1 0 1 0 0,1 0-1 0 0,-1 1 0 0 0,0-1 1 0 0,0 1-1 0 0,0 0 0 0 0,0 0 1 0 0,0 0-1 0 0,0 0 0 0 0,0 1 1 0 0,-1-1-1 0 0,1 1 1 0 0,-1-1-1 0 0,0 1 0 0 0,1 0 1 0 0,-1 0-1 0 0,2 4 0 0 0,-2-3-209 0 0,0 0 1 0 0,1 0-1 0 0,0 0 0 0 0,0-1 0 0 0,0 1 0 0 0,0-1 0 0 0,1 0 0 0 0,-1 0 0 0 0,1 0 1 0 0,0-1-1 0 0,0 1 0 0 0,0-1 0 0 0,0 0 0 0 0,5 2 0 0 0,-8-4-59 0 0,0 1 0 0 0,0-1 0 0 0,0 0 0 0 0,-1 0 0 0 0,1 0 0 0 0,0 0 0 0 0,0 0 0 0 0,0 0 0 0 0,0 0 0 0 0,-1 0 0 0 0,1-1 0 0 0,0 1 0 0 0,0 0 0 0 0,0 0 0 0 0,-1-1 0 0 0,1 1 0 0 0,0 0 0 0 0,0-1 0 0 0,-1 1 0 0 0,1-1 0 0 0,0 1 0 0 0,-1-1 0 0 0,1 1 0 0 0,0-1 0 0 0,-1 1 0 0 0,1-1 0 0 0,0-1 0 0 0,0 0 19 0 0,0 0 0 0 0,-1 1 0 0 0,1-1 0 0 0,-1 0 0 0 0,1 0 0 0 0,-1 0 0 0 0,0 0 0 0 0,1 0 0 0 0,-1 0 0 0 0,0 0 0 0 0,-1-3 0 0 0,1-2 70 0 0,-1 1 0 0 0,-1-1-1 0 0,1 0 1 0 0,-1 1 0 0 0,0-1 0 0 0,-3-6 0 0 0,2 9-61 0 0,1 0 1 0 0,-1 0 0 0 0,0 0-1 0 0,0 0 1 0 0,0 0-1 0 0,0 0 1 0 0,-1 1 0 0 0,1-1-1 0 0,-1 1 1 0 0,0 0-1 0 0,0 1 1 0 0,0-1-1 0 0,-1 0 1 0 0,-7-2 0 0 0,10 4-7 0 0,0 1 1 0 0,1-1 0 0 0,-1 1 0 0 0,0 0-1 0 0,0-1 1 0 0,0 1 0 0 0,0 0 0 0 0,0 0-1 0 0,1 0 1 0 0,-1 1 0 0 0,0-1 0 0 0,0 0-1 0 0,0 1 1 0 0,0-1 0 0 0,1 1-1 0 0,-4 1 1 0 0,3 0 2 0 0,0-1 0 0 0,-1 1 0 0 0,1 0 0 0 0,0 0-1 0 0,0 0 1 0 0,0 0 0 0 0,1 0 0 0 0,-1 0 0 0 0,0 1 0 0 0,1-1-1 0 0,-1 1 1 0 0,1-1 0 0 0,-2 6 0 0 0,1-5-23 0 0,1 1 1 0 0,0 0-1 0 0,0-1 1 0 0,0 1-1 0 0,0 0 1 0 0,0 0-1 0 0,1 0 1 0 0,0 0-1 0 0,0-1 1 0 0,0 1-1 0 0,0 0 1 0 0,0 0-1 0 0,1 0 1 0 0,0 0-1 0 0,0-1 1 0 0,0 1-1 0 0,0 0 1 0 0,0-1-1 0 0,3 6 1 0 0,-2-7-7 0 0,0 1-1 0 0,0-1 1 0 0,0 0-1 0 0,0 0 1 0 0,1 0 0 0 0,-1 0-1 0 0,0 0 1 0 0,1 0 0 0 0,0-1-1 0 0,-1 1 1 0 0,1-1-1 0 0,0 0 1 0 0,-1 0 0 0 0,1 0-1 0 0,0 0 1 0 0,0 0-1 0 0,0 0 1 0 0,0-1 0 0 0,0 0-1 0 0,0 1 1 0 0,0-1 0 0 0,0 0-1 0 0,0-1 1 0 0,0 1-1 0 0,4-1 1 0 0,8-2-36 0 0,0 0 0 0 0,0-1 0 0 0,0 0 1 0 0,26-13-1 0 0,-36 15 8 0 0,0 0 0 0 0,0-1 0 0 0,0 0 1 0 0,0 0-1 0 0,-1 0 0 0 0,1-1 1 0 0,-1 1-1 0 0,0-1 0 0 0,0 0 0 0 0,0 0 1 0 0,0-1-1 0 0,-1 1 0 0 0,0-1 0 0 0,0 0 1 0 0,0 0-1 0 0,3-8 0 0 0,-6 13-21 0 0,0-1-1 0 0,1 0 1 0 0,-1 1-1 0 0,0-1 1 0 0,0 0 0 0 0,0 0-1 0 0,0 1 1 0 0,0-1-1 0 0,0 0 1 0 0,0 0-1 0 0,0 1 1 0 0,0-1-1 0 0,0 0 1 0 0,0 0-1 0 0,0 1 1 0 0,-1-1-1 0 0,1 0 1 0 0,0 0-1 0 0,0 1 1 0 0,-1-1 0 0 0,1 0-1 0 0,-1 1 1 0 0,1-1-1 0 0,0 1 1 0 0,-1-1-1 0 0,1 0 1 0 0,-1 1-1 0 0,0-1 1 0 0,-1 0-45 0 0,0 0 1 0 0,1 0-1 0 0,-1 0 1 0 0,0 1-1 0 0,0-1 1 0 0,1 0-1 0 0,-1 1 1 0 0,0 0-1 0 0,0-1 1 0 0,0 1-1 0 0,-2 0 1 0 0,-3 0-314 0 0,-1 0-1 0 0,1 1 1 0 0,0 0 0 0 0,-13 3-1 0 0,9 0-514 0 0,-1 2-153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14 920 0 0,'-3'-1'658'0'0,"0"1"0"0"0,0 0-1 0 0,0 1 1 0 0,0-1 0 0 0,0 1-1 0 0,0-1 1 0 0,0 1 0 0 0,0 0-1 0 0,0 0 1 0 0,0 0 0 0 0,0 0-1 0 0,0 1 1 0 0,1-1 0 0 0,-1 1-1 0 0,1-1 1 0 0,-1 1 0 0 0,-3 4-1 0 0,4-3-430 0 0,0-1 0 0 0,0 0-1 0 0,1 1 1 0 0,0-1 0 0 0,-1 1 0 0 0,1 0-1 0 0,0 0 1 0 0,0-1 0 0 0,1 1 0 0 0,-1 0 0 0 0,1 0-1 0 0,-1 0 1 0 0,1 0 0 0 0,0-1 0 0 0,0 7-1 0 0,1-4-196 0 0,-1 0-1 0 0,1 1 1 0 0,0-1 0 0 0,1 0-1 0 0,0 1 1 0 0,-1-1-1 0 0,2 0 1 0 0,-1 0 0 0 0,0 0-1 0 0,1-1 1 0 0,0 1-1 0 0,0 0 1 0 0,1-1 0 0 0,-1 0-1 0 0,1 0 1 0 0,0 0 0 0 0,0 0-1 0 0,0-1 1 0 0,6 4-1 0 0,0-2 56 0 0,0-1 1 0 0,0 0-1 0 0,1 0 0 0 0,-1-1 0 0 0,1-1 0 0 0,0 1 0 0 0,0-2 1 0 0,0 0-1 0 0,0 0 0 0 0,0-1 0 0 0,22-2 0 0 0,0-3 340 0 0,1-1 0 0 0,53-16 0 0 0,41-20 322 0 0,-35 12-37 0 0,134-28 0 0 0,-112 40-353 0 0,122-3-1 0 0,-162 19-321 0 0,-1 3 1 0 0,131 21-1 0 0,-74-3-1780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7370 0 0,'0'0'107'0'0,"0"-1"0"0"0,0 1 0 0 0,0 0 1 0 0,0-1-1 0 0,0 1 0 0 0,0 0 1 0 0,-1-1-1 0 0,1 1 0 0 0,0 0 0 0 0,0-1 1 0 0,0 1-1 0 0,1 0 0 0 0,-1-1 0 0 0,0 1 1 0 0,0-1-1 0 0,0 1 0 0 0,0 0 1 0 0,0-1-1 0 0,0 1 0 0 0,0 0 0 0 0,1 0 1 0 0,-1-1-1 0 0,0 1 0 0 0,0 0 0 0 0,0-1 1 0 0,1 1-1 0 0,-1 0 0 0 0,0 0 1 0 0,0-1-1 0 0,1 1 0 0 0,-1 0 0 0 0,0 0 1 0 0,1-1-1 0 0,-1 1 0 0 0,0 0 1 0 0,1 0-1 0 0,-1 0 0 0 0,0 0 0 0 0,1 0 1 0 0,-1 0-1 0 0,0 0 0 0 0,1-1 0 0 0,-1 1 1 0 0,0 0-1 0 0,1 0 0 0 0,-1 0 1 0 0,0 0-1 0 0,1 0 0 0 0,-1 1 0 0 0,1-1 1 0 0,-1 0-1 0 0,0 0 0 0 0,1 0 0 0 0,-1 0 1 0 0,0 0-1 0 0,1 0 0 0 0,-1 1 1 0 0,0-1-1 0 0,0 0 0 0 0,1 0 0 0 0,2 1 1105 0 0,0 3-430 0 0,9 9-212 0 0,-1 0-1 0 0,-1 0 0 0 0,0 2 0 0 0,-1-1 1 0 0,12 25-1 0 0,31 90 383 0 0,-33-81-859 0 0,24 48-1 0 0,-40-89-73 0 0,8 12 17 0 0,0 0 0 0 0,17 22 0 0 0,-25-37-3 0 0,0 0 0 0 0,1 0-1 0 0,-1 0 1 0 0,1 0 0 0 0,0-1-1 0 0,0 1 1 0 0,1-1 0 0 0,-1 0 0 0 0,1 0-1 0 0,-1-1 1 0 0,1 1 0 0 0,0-1-1 0 0,0 0 1 0 0,10 2 0 0 0,-10-4 3 0 0,0 0-1 0 0,0 0 1 0 0,0-1 0 0 0,0 0-1 0 0,0 0 1 0 0,0 0 0 0 0,0 0 0 0 0,-1-1-1 0 0,1 0 1 0 0,0 0 0 0 0,-1 0-1 0 0,0 0 1 0 0,1-1 0 0 0,-1 0 0 0 0,0 0-1 0 0,0 0 1 0 0,-1 0 0 0 0,1 0-1 0 0,-1-1 1 0 0,1 0 0 0 0,3-5 0 0 0,8-11-285 0 0,0-1 0 0 0,20-39 0 0 0,-33 56 183 0 0,53-96-5630 0 0,-43 81-105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18 3049 0 0,'-5'2'832'0'0,"1"0"1"0"0,-1 1 0 0 0,1-1 0 0 0,0 1 0 0 0,0 0 0 0 0,0 0-1 0 0,0 0 1 0 0,0 0 0 0 0,1 1 0 0 0,-1 0 0 0 0,1 0 0 0 0,0 0-1 0 0,0 0 1 0 0,0 0 0 0 0,1 0 0 0 0,0 1 0 0 0,-1-1-1 0 0,-1 7 1 0 0,2-3-611 0 0,1-1-1 0 0,0 0 1 0 0,0 0 0 0 0,1 11-1 0 0,0-7-178 0 0,0 1-1 0 0,2-1 0 0 0,-1 0 0 0 0,1 1 1 0 0,1-1-1 0 0,0 0 0 0 0,1-1 0 0 0,0 1 1 0 0,0-1-1 0 0,1 1 0 0 0,8 11 0 0 0,-10-18-37 0 0,-1 0-1 0 0,1-1 0 0 0,0 1 1 0 0,0-1-1 0 0,0 0 1 0 0,1 0-1 0 0,-1 0 0 0 0,1 0 1 0 0,0 0-1 0 0,-1-1 0 0 0,1 0 1 0 0,1 0-1 0 0,-1 0 1 0 0,0 0-1 0 0,0 0 0 0 0,1-1 1 0 0,-1 0-1 0 0,1 0 0 0 0,-1 0 1 0 0,1-1-1 0 0,-1 1 1 0 0,1-1-1 0 0,-1 0 0 0 0,1 0 1 0 0,-1-1-1 0 0,1 1 1 0 0,0-1-1 0 0,-1 0 0 0 0,0 0 1 0 0,7-3-1 0 0,-6 2 27 0 0,0 0 0 0 0,0 0-1 0 0,0-1 1 0 0,0 0 0 0 0,0 0 0 0 0,0 0-1 0 0,-1 0 1 0 0,0-1 0 0 0,1 0 0 0 0,-1 0 0 0 0,-1 0-1 0 0,1 0 1 0 0,-1-1 0 0 0,1 1 0 0 0,-1-1-1 0 0,0 0 1 0 0,-1 0 0 0 0,4-9 0 0 0,-3 6 42 0 0,-1 0 0 0 0,0-1 0 0 0,-1 1-1 0 0,0 0 1 0 0,0 0 0 0 0,0-1 0 0 0,-1 1 0 0 0,-1 0 0 0 0,1-1 0 0 0,-2 1 0 0 0,1 0 0 0 0,-3-8 0 0 0,2 8-48 0 0,-1 0 0 0 0,0 0 0 0 0,0 0 0 0 0,-1 1 0 0 0,0-1-1 0 0,0 1 1 0 0,0 0 0 0 0,-1 0 0 0 0,0 1 0 0 0,-1 0 0 0 0,1 0 0 0 0,-8-6 0 0 0,9 9-93 0 0,-1-1 0 0 0,1 1 1 0 0,-1 0-1 0 0,0 1 0 0 0,0-1 0 0 0,0 1 1 0 0,0 0-1 0 0,0 0 0 0 0,-1 1 0 0 0,1-1 1 0 0,0 1-1 0 0,-1 0 0 0 0,1 1 0 0 0,-1 0 1 0 0,0-1-1 0 0,1 2 0 0 0,-1-1 0 0 0,-10 2 1 0 0,-4 5-1504 0 0,3 3-3281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7834 0 0,'4'25'6536'0'0,"-3"-9"-6474"0"0,1-1-1 0 0,0 1 1 0 0,8 26-1 0 0,-7-37-45 0 0,0 0-1 0 0,0 0 0 0 0,0-1 0 0 0,1 1 0 0 0,-1-1 0 0 0,1 0 1 0 0,0 0-1 0 0,0 0 0 0 0,1 0 0 0 0,-1-1 0 0 0,1 0 0 0 0,0 0 0 0 0,0 0 1 0 0,0 0-1 0 0,0-1 0 0 0,0 0 0 0 0,0 0 0 0 0,1 0 0 0 0,-1 0 1 0 0,1-1-1 0 0,-1 0 0 0 0,1 0 0 0 0,0-1 0 0 0,-1 0 0 0 0,11 0 0 0 0,-11 0 69 0 0,-1-1 0 0 0,1 1-1 0 0,-1-1 1 0 0,1 0-1 0 0,-1 0 1 0 0,1 0-1 0 0,-1-1 1 0 0,1 0-1 0 0,-1 1 1 0 0,0-2-1 0 0,0 1 1 0 0,0 0 0 0 0,0-1-1 0 0,0 0 1 0 0,-1 0-1 0 0,1 0 1 0 0,-1 0-1 0 0,0 0 1 0 0,0-1-1 0 0,0 1 1 0 0,0-1-1 0 0,0 0 1 0 0,-1 0-1 0 0,0 0 1 0 0,0 0 0 0 0,0 0-1 0 0,0-1 1 0 0,-1 1-1 0 0,1-1 1 0 0,-1 1-1 0 0,0-7 1 0 0,0 5-1 0 0,-1 1 0 0 0,-1-1 1 0 0,1 0-1 0 0,-1 1 0 0 0,0-1 1 0 0,0 0-1 0 0,-1 1 0 0 0,1-1 1 0 0,-1 1-1 0 0,-1 0 0 0 0,1 0 1 0 0,-1-1-1 0 0,0 2 0 0 0,0-1 1 0 0,0 0-1 0 0,-7-7 0 0 0,8 10-79 0 0,0 0 1 0 0,0 0-1 0 0,0 0 0 0 0,0 0 1 0 0,0 1-1 0 0,0-1 0 0 0,0 1 1 0 0,-1-1-1 0 0,1 1 0 0 0,-1 0 1 0 0,1 0-1 0 0,-1 0 0 0 0,1 0 1 0 0,-1 1-1 0 0,1-1 0 0 0,-1 1 1 0 0,0-1-1 0 0,1 1 0 0 0,-1 0 1 0 0,0 0-1 0 0,0 0 0 0 0,1 0 1 0 0,-1 1-1 0 0,0-1 0 0 0,1 1 1 0 0,-1-1-1 0 0,1 1 0 0 0,-1 0 1 0 0,1 0-1 0 0,-1 0 0 0 0,1 0 1 0 0,-1 1-1 0 0,1-1 0 0 0,0 1 1 0 0,0-1-1 0 0,-4 4 0 0 0,1 2-717 0 0,1 0-222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4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3681 0 0,'0'9'9322'0'0,"3"2"-9288"0"0,0 0 0 0 0,1 0 0 0 0,1 0 1 0 0,0-1-1 0 0,0 1 0 0 0,1-1 0 0 0,1-1 0 0 0,0 1 1 0 0,0-1-1 0 0,0 0 0 0 0,1-1 0 0 0,0 0 0 0 0,1 0 1 0 0,0-1-1 0 0,0 0 0 0 0,18 10 0 0 0,-5-8-4904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210 154 5529 0 0,'-3'0'310'0'0,"0"-1"1"0"0,0 0-1 0 0,0 1 0 0 0,0-1 1 0 0,0 1-1 0 0,0 0 0 0 0,0 0 1 0 0,0 0-1 0 0,0 1 0 0 0,0-1 0 0 0,0 1 1 0 0,0-1-1 0 0,0 1 0 0 0,-4 2 1 0 0,-40 19 2680 0 0,36-14-2695 0 0,0 0-1 0 0,0 1 1 0 0,1 0 0 0 0,0 0-1 0 0,-8 12 1 0 0,13-15-218 0 0,0 1-1 0 0,0 0 1 0 0,1-1 0 0 0,0 2 0 0 0,0-1-1 0 0,1 0 1 0 0,0 1 0 0 0,0-1-1 0 0,-3 16 1 0 0,6-20-80 0 0,0-1 0 0 0,-1 1-1 0 0,1 0 1 0 0,0 0 0 0 0,0 0 0 0 0,0 0-1 0 0,1-1 1 0 0,-1 1 0 0 0,1 0-1 0 0,0 0 1 0 0,0 0 0 0 0,-1-1 0 0 0,2 1-1 0 0,-1-1 1 0 0,0 1 0 0 0,1-1 0 0 0,-1 1-1 0 0,1-1 1 0 0,-1 1 0 0 0,1-1 0 0 0,0 0-1 0 0,0 0 1 0 0,0 0 0 0 0,0 0 0 0 0,1-1-1 0 0,-1 1 1 0 0,0 0 0 0 0,1-1 0 0 0,-1 0-1 0 0,1 1 1 0 0,0-1 0 0 0,-1 0 0 0 0,1-1-1 0 0,3 2 1 0 0,0-1-176 0 0,0 1-1 0 0,-1-1 1 0 0,1-1-1 0 0,0 1 1 0 0,0-1-1 0 0,0 0 0 0 0,0 0 1 0 0,0-1-1 0 0,-1 1 1 0 0,1-2-1 0 0,0 1 1 0 0,0 0-1 0 0,-1-1 1 0 0,1 0-1 0 0,8-5 1 0 0,-8 4-94 0 0,-1-1 0 0 0,1 0 0 0 0,-1 0 0 0 0,0-1 1 0 0,-1 1-1 0 0,1-1 0 0 0,-1 0 0 0 0,0 0 0 0 0,0-1 1 0 0,0 1-1 0 0,-1-1 0 0 0,0 0 0 0 0,4-8 0 0 0,-4 5 280 0 0,0-1 0 0 0,-1 1 0 0 0,0-1 0 0 0,-1 0 0 0 0,0 0 0 0 0,0 0 0 0 0,-1 0 0 0 0,-1-10 0 0 0,-4-14 2230 0 0,-2 0-1 0 0,-1 0 1 0 0,-24-64 0 0 0,31 96-2067 0 0,-7-16 1563 0 0,7 24-300 0 0,6 33-265 0 0,-4-35-1271 0 0,6 30 30 0 0,1-1-1 0 0,2 0 0 0 0,1 0 1 0 0,1-1-1 0 0,2 0 1 0 0,23 38-1 0 0,-19-42-716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50 149 6337 0 0,'-10'-10'680'0'0,"9"9"-808"0"0,-1 0 0 0 0,1 0 0 0 0,0 0 0 0 0,-1 0 1 0 0,1 0-1 0 0,0 0 0 0 0,0 0 0 0 0,0 0 0 0 0,0-1 1 0 0,0 1-1 0 0,0 0 0 0 0,0 0 0 0 0,0-1 1 0 0,1 1-1 0 0,-1-1 0 0 0,0 1 0 0 0,1-1 0 0 0,-1 1 1 0 0,1-1-1 0 0,-1-1 0 0 0,2 3 115 0 0,-1-1 0 0 0,0 1 0 0 0,0-1 1 0 0,0 1-1 0 0,0-1 0 0 0,0 1 0 0 0,0 0 0 0 0,0-1 0 0 0,0 1 1 0 0,-1-1-1 0 0,1 1 0 0 0,0 0 0 0 0,0-1 0 0 0,0 1 0 0 0,0-1 1 0 0,0 1-1 0 0,-1 0 0 0 0,1-1 0 0 0,0 1 0 0 0,0 0 1 0 0,-1-1-1 0 0,1 1 0 0 0,0 0 0 0 0,0-1 0 0 0,-1 1 0 0 0,1 0 1 0 0,0 0-1 0 0,-1-1 0 0 0,1 1 0 0 0,-1 0 0 0 0,1 0 0 0 0,0 0 1 0 0,-1-1-1 0 0,1 1 0 0 0,-1 0 0 0 0,1 0 0 0 0,0 0 0 0 0,-12-5 4688 0 0,13 0-4262 0 0,-2 3-280 0 0,1 1-66 0 0,0-1-1 0 0,0 1 1 0 0,0-1-1 0 0,-1 1 1 0 0,1 0 0 0 0,1-1-1 0 0,-1 1 1 0 0,0-1-1 0 0,0 1 1 0 0,0 0 0 0 0,1-1-1 0 0,-1 1 1 0 0,1 0-1 0 0,1-3 348 0 0,13 33 3680 0 0,21 41-2887 0 0,-26-49-1220 0 0,0-1 1 0 0,0 0 0 0 0,2 0 0 0 0,1-1 0 0 0,0-1 0 0 0,25 26-1 0 0,-38-43 0 0 0,1 0 0 0 0,-1-1 1 0 0,1 1-1 0 0,0 0 0 0 0,0-1 0 0 0,-1 1 0 0 0,1-1 0 0 0,0 1 0 0 0,0-1 0 0 0,0 1 0 0 0,-1-1 0 0 0,1 1 0 0 0,0-1 0 0 0,0 0 0 0 0,0 1 0 0 0,0-1 0 0 0,0 0 0 0 0,0 0 0 0 0,0 0 1 0 0,0 0-1 0 0,0 0 0 0 0,0 0 0 0 0,-1 0 0 0 0,1 0 0 0 0,0 0 0 0 0,0 0 0 0 0,1-1 0 0 0,-1 0 12 0 0,1 0 0 0 0,-1 0 0 0 0,0 0 0 0 0,0 0 0 0 0,-1 0 1 0 0,1 0-1 0 0,0-1 0 0 0,0 1 0 0 0,0 0 0 0 0,-1-1 0 0 0,1 1 0 0 0,-1 0 0 0 0,1-1 0 0 0,-1 1 0 0 0,1-3 0 0 0,1-9 112 0 0,0 1-1 0 0,-1-1 0 0 0,-1-14 0 0 0,0 23-63 0 0,-1-25 230 0 0,0 1 1 0 0,-7-31-1 0 0,6 45-239 0 0,-1 1 0 0 0,-1 0 0 0 0,0 0 0 0 0,-1 0 0 0 0,0 1 0 0 0,-11-19 0 0 0,16 30-40 0 0,-1 0 1 0 0,0-1 0 0 0,0 1 0 0 0,1 0 0 0 0,-1 0-1 0 0,0 0 1 0 0,0 0 0 0 0,0 0 0 0 0,0 0 0 0 0,0 1-1 0 0,0-1 1 0 0,-1 0 0 0 0,1 0 0 0 0,0 1 0 0 0,0-1-1 0 0,-2 0 1 0 0,2 1 23 0 0,0 0 0 0 0,0 0 0 0 0,1 0 0 0 0,-1 0 0 0 0,0 0-1 0 0,0 0 1 0 0,1 0 0 0 0,-1 0 0 0 0,0 1 0 0 0,1-1 0 0 0,-1 0 0 0 0,0 0 0 0 0,1 1 0 0 0,-1-1 0 0 0,0 0-1 0 0,1 1 1 0 0,-1-1 0 0 0,0 1 0 0 0,1-1 0 0 0,-1 1 0 0 0,0 0 0 0 0,0 1-2 0 0,-1 0 1 0 0,1 0-1 0 0,0 0 1 0 0,0 0-1 0 0,0 1 1 0 0,0-1-1 0 0,0 0 1 0 0,0 0-1 0 0,0 1 1 0 0,1-1-1 0 0,0 0 1 0 0,-1 1-1 0 0,1-1 1 0 0,0 1-1 0 0,0-1 1 0 0,1 5-1 0 0,0 1-62 0 0,1-1-1 0 0,0 1 1 0 0,1-1 0 0 0,0 1-1 0 0,0-1 1 0 0,0 0 0 0 0,1 0-1 0 0,0-1 1 0 0,6 8 0 0 0,-9-13 24 0 0,0 1 0 0 0,0-1 0 0 0,0 1 0 0 0,1-1 0 0 0,-1 1 0 0 0,0-1-1 0 0,1 0 1 0 0,-1 0 0 0 0,1 0 0 0 0,-1 0 0 0 0,1 0 0 0 0,0 0 0 0 0,-1 0 0 0 0,1-1 0 0 0,0 1 0 0 0,0 0 0 0 0,0-1 0 0 0,-1 0 0 0 0,1 1 0 0 0,0-1 0 0 0,0 0 0 0 0,0 0 0 0 0,0 0 0 0 0,0 0 0 0 0,0 0 0 0 0,-1 0 0 0 0,1-1 0 0 0,0 1 0 0 0,0-1 0 0 0,0 1 0 0 0,0-1 0 0 0,-1 0 0 0 0,1 1 0 0 0,0-1-1 0 0,-1 0 1 0 0,1 0 0 0 0,-1 0 0 0 0,1-1 0 0 0,-1 1 0 0 0,1 0 0 0 0,-1 0 0 0 0,2-3 0 0 0,-2 3-114 0 0,0 0 0 0 0,-1 0 0 0 0,1 0 0 0 0,0 1 0 0 0,0-1 0 0 0,-1 0 0 0 0,1-1-1 0 0,-1 1 1 0 0,1 0 0 0 0,-1 0 0 0 0,0 0 0 0 0,1 0 0 0 0,-1 0 0 0 0,0 0 0 0 0,0 0 0 0 0,1-1 0 0 0,-1 1-1 0 0,0 0 1 0 0,0-2 0 0 0,-2-2-949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129 188 1376 0 0,'-2'-1'42'0'0,"0"0"-1"0"0,0 1 0 0 0,0-1 1 0 0,0 0-1 0 0,0 1 0 0 0,0 0 1 0 0,0 0-1 0 0,0-1 0 0 0,0 1 1 0 0,0 0-1 0 0,0 1 0 0 0,0-1 1 0 0,0 0-1 0 0,0 1 0 0 0,0-1 1 0 0,0 1-1 0 0,-3 1 0 0 0,0 0 127 0 0,0 0-1 0 0,1 1 0 0 0,-1 0 0 0 0,1 0 0 0 0,-1 0 0 0 0,-6 8 0 0 0,5-6 201 0 0,1 1 0 0 0,0 0 0 0 0,0 0 0 0 0,0 1 0 0 0,1 0 1 0 0,0-1-1 0 0,0 1 0 0 0,1 1 0 0 0,-5 11 0 0 0,8-18-276 0 0,0-1 1 0 0,-1 1-1 0 0,1 0 1 0 0,0-1-1 0 0,0 1 1 0 0,0 0-1 0 0,0-1 1 0 0,-1 1-1 0 0,1-1 1 0 0,0 1-1 0 0,0 0 1 0 0,0-1-1 0 0,0 1 1 0 0,1 0-1 0 0,-1-1 1 0 0,0 1-1 0 0,0 0 1 0 0,0-1-1 0 0,0 1 1 0 0,1 0-1 0 0,-1-1 1 0 0,0 1-1 0 0,0-1 1 0 0,1 1-1 0 0,-1-1 1 0 0,1 1-1 0 0,-1-1 1 0 0,0 1-1 0 0,1-1 1 0 0,-1 1-1 0 0,1-1 1 0 0,-1 1-1 0 0,1-1 1 0 0,0 0-1 0 0,-1 1 1 0 0,1-1-1 0 0,-1 0 1 0 0,1 1-1 0 0,-1-1 1 0 0,1 0-1 0 0,0 0 1 0 0,-1 0-1 0 0,1 0 1 0 0,0 1-1 0 0,-1-1 1 0 0,1 0-1 0 0,0 0 1 0 0,-1 0-1 0 0,1 0 1 0 0,0-1-1 0 0,-1 1 1 0 0,1 0-1 0 0,0 0 1 0 0,-1 0-1 0 0,1 0 1 0 0,-1-1-1 0 0,1 1 1 0 0,0 0-1 0 0,-1-1 1 0 0,1 1-1 0 0,-1 0 1 0 0,1-1-1 0 0,1 0 2 0 0,0 0-1 0 0,0 0 0 0 0,0 1 1 0 0,0-1-1 0 0,-1-1 0 0 0,1 1 1 0 0,-1 0-1 0 0,1 0 0 0 0,0-1 0 0 0,-1 1 1 0 0,0 0-1 0 0,1-1 0 0 0,-1 0 1 0 0,0 1-1 0 0,0-1 0 0 0,0 0 1 0 0,0 1-1 0 0,0-1 0 0 0,0 0 1 0 0,-1 0-1 0 0,2-3 0 0 0,-2 4-80 0 0,0 0-1 0 0,0 0 1 0 0,0 0-1 0 0,0 0 1 0 0,0 0-1 0 0,0 1 1 0 0,0-1-1 0 0,-1 0 0 0 0,1 0 1 0 0,0 0-1 0 0,0 0 1 0 0,-1 0-1 0 0,1 1 1 0 0,-1-1-1 0 0,1 0 1 0 0,0 0-1 0 0,-1 0 1 0 0,0 1-1 0 0,1-1 1 0 0,-1 0-1 0 0,1 1 1 0 0,-1-1-1 0 0,0 1 1 0 0,1-1-1 0 0,-1 0 1 0 0,0 1-1 0 0,0 0 1 0 0,0-1-1 0 0,1 1 1 0 0,-1-1-1 0 0,0 1 1 0 0,0 0-1 0 0,0 0 0 0 0,0-1 1 0 0,0 1-1 0 0,1 0 1 0 0,-1 0-1 0 0,0 0 1 0 0,0 0-1 0 0,0 0 1 0 0,0 0-1 0 0,-1 1 1 0 0,0-1 33 0 0,0 0-1 0 0,1 0 1 0 0,-1-1 0 0 0,1 1 0 0 0,-1 0 0 0 0,0 0 0 0 0,1-1 0 0 0,-1 1-1 0 0,1-1 1 0 0,-1 0 0 0 0,1 1 0 0 0,-1-1 0 0 0,1 0 0 0 0,-3-2-1 0 0,34-9 2812 0 0,209-37-2857 0 0,-156 34 0 0 0,708-123 1182 0 0,-733 128-1172 0 0,-17 2-10 0 0,80-4 0 0 0,-118 12-128 0 0,-1 0 20 0 0,0-1 1 0 0,0 1-1 0 0,0 0 0 0 0,0 0 1 0 0,1 0-1 0 0,-1 1 1 0 0,0-1-1 0 0,0 0 0 0 0,0 1 1 0 0,0 0-1 0 0,0-1 1 0 0,0 1-1 0 0,0 0 0 0 0,-1 0 1 0 0,1 0-1 0 0,3 2 1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2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5065 0 0,'39'1'1435'0'0,"38"-2"962"0"0,141-34 1015 0 0,-14 2-2573 0 0,-58 19-3833 0 0,-113 11-799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11 6417 0 0,'-7'4'11691'0'0,"8"-5"-11701"0"0,17-9 492 0 0,-17 9-416 0 0,0 1 0 0 0,0-1 0 0 0,-1 1 0 0 0,1 0 0 0 0,0-1 0 0 0,0 1 0 0 0,-1 0 0 0 0,1 0 0 0 0,0 0-1 0 0,0 0 1 0 0,0-1 0 0 0,-1 1 0 0 0,1 0 0 0 0,0 0 0 0 0,0 1 0 0 0,0-1 0 0 0,0 0 0 0 0,-1 0 0 0 0,1 0 0 0 0,0 0 0 0 0,0 1 0 0 0,-1-1-1 0 0,1 0 1 0 0,1 1 0 0 0,-1 0-191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1464 0 0,'0'2'4093'0'0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0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 2761 0 0,'33'-16'3992'0'0,"-29"16"-3765"0"0,0-1-1 0 0,0 1 1 0 0,0 0-1 0 0,0 0 0 0 0,0 0 1 0 0,0 1-1 0 0,0-1 1 0 0,0 1-1 0 0,0 0 0 0 0,6 2 1 0 0,24 4 507 0 0,210 3 3320 0 0,-144-5-3499 0 0,-93-4-660 0 0,1-1 0 0 0,0 0-1 0 0,-1-1 1 0 0,1 0 0 0 0,0 0 0 0 0,-1-1-1 0 0,1 0 1 0 0,-1 0 0 0 0,1-1-1 0 0,-1 0 1 0 0,0 0 0 0 0,0 0 0 0 0,-1-1-1 0 0,11-8 1 0 0,-10-2-4475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0,'0'0'191'0'0,"26"21"6501"0"0,-22-17-6385 0 0,-1-1 1 0 0,1 0-1 0 0,0-1 0 0 0,0 1 1 0 0,0 0-1 0 0,1-1 1 0 0,-1 0-1 0 0,1 0 1 0 0,-1 0-1 0 0,1-1 1 0 0,-1 0-1 0 0,1 0 0 0 0,0 0 1 0 0,6 1-1 0 0,-34-12-8504 0 0,3-5 5508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8.5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49 6449 0 0,'-1'-2'147'0'0,"0"1"0"0"0,0 0-1 0 0,-1-1 1 0 0,1 1 0 0 0,0 0-1 0 0,0-1 1 0 0,1 0 0 0 0,-1 1-1 0 0,0-1 1 0 0,0 1 0 0 0,1-1-1 0 0,-1 0 1 0 0,1 0 0 0 0,-1-3-1 0 0,1 4 198 0 0,0 0 0 0 0,0-1-1 0 0,-1 1 1 0 0,1 0 0 0 0,0-1-1 0 0,-1 1 1 0 0,1 0 0 0 0,-1 0-1 0 0,0-1 1 0 0,1 1 0 0 0,-1 0-1 0 0,0 0 1 0 0,1 0 0 0 0,-1 0-1 0 0,0 0 1 0 0,0 0 0 0 0,-1-1-1 0 0,1 2-236 0 0,1 0-1 0 0,0 0 1 0 0,-1 0 0 0 0,1 0-1 0 0,-1 0 1 0 0,1 0 0 0 0,0 0-1 0 0,-1 0 1 0 0,1 1 0 0 0,-1-1-1 0 0,1 0 1 0 0,0 0 0 0 0,-1 0-1 0 0,1 0 1 0 0,0 1 0 0 0,-1-1-1 0 0,1 0 1 0 0,0 0 0 0 0,-1 1-1 0 0,1-1 1 0 0,0 0 0 0 0,0 0-1 0 0,-1 1 1 0 0,1-1 0 0 0,0 0-1 0 0,0 1 1 0 0,0-1 0 0 0,-1 1-1 0 0,1-1 1 0 0,0 0 0 0 0,0 1-1 0 0,0-1 1 0 0,0 0 0 0 0,0 1-1 0 0,0-1 1 0 0,0 1 0 0 0,-5 19 553 0 0,4-17-378 0 0,-5 40 176 0 0,2-1-1 0 0,3 85 1 0 0,2-92-408 0 0,6 175 54 0 0,54 321-1 0 0,-51-471-129 0 0,24 118-1155 0 0,-27-152 2 0 0,1 0-1 0 0,17 34 1 0 0,-13-38-315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2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790 171 3225 0 0,'-1'-10'531'0'0,"-1"1"0"0"0,1 0 0 0 0,-1 0-1 0 0,-1 0 1 0 0,0 0 0 0 0,0 1 0 0 0,-1-1 0 0 0,0 1 0 0 0,0-1 0 0 0,-1 1 0 0 0,0 1 0 0 0,0-1 0 0 0,-1 1 0 0 0,0 0 0 0 0,-10-10 0 0 0,11 14-247 0 0,-1-1-1 0 0,1 1 1 0 0,-1 0 0 0 0,0 1-1 0 0,0-1 1 0 0,0 1 0 0 0,0 0-1 0 0,0 0 1 0 0,0 1 0 0 0,0 0-1 0 0,0 0 1 0 0,-1 1 0 0 0,1-1-1 0 0,0 1 1 0 0,-1 1 0 0 0,1-1-1 0 0,0 1 1 0 0,-1 0 0 0 0,1 0-1 0 0,-9 4 1 0 0,-1 0 93 0 0,0 1 0 0 0,0 1 0 0 0,0 0 0 0 0,1 1-1 0 0,0 0 1 0 0,-19 15 0 0 0,6 0-186 0 0,2 2 0 0 0,0 0 0 0 0,1 2 0 0 0,2 1 0 0 0,1 0 0 0 0,1 2 0 0 0,-26 49 0 0 0,12-10-176 0 0,3 2 0 0 0,-34 109-1 0 0,40-95-2 0 0,3 1 0 0 0,4 1-1 0 0,4 0 1 0 0,-6 117-1 0 0,20-158-13 0 0,3 1 0 0 0,1 0 1 0 0,19 89-1 0 0,-13-102 2 0 0,1-1 0 0 0,1 0 1 0 0,2-1-1 0 0,2-1 1 0 0,0 0-1 0 0,22 31 1 0 0,-14-30-47 0 0,2 0 0 0 0,2-2 0 0 0,1-1 0 0 0,1-1 1 0 0,1-1-1 0 0,1-2 0 0 0,2-1 0 0 0,0-2 0 0 0,1-1 0 0 0,2-1 1 0 0,0-2-1 0 0,0-2 0 0 0,2-2 0 0 0,65 17 0 0 0,-63-21 3 0 0,1-2 0 0 0,0-2 0 0 0,0-2-1 0 0,0-2 1 0 0,0-1 0 0 0,49-7 0 0 0,-56 2 14 0 0,-1-1 0 0 0,0-2 0 0 0,0-2 0 0 0,-1-1 0 0 0,0-1 0 0 0,-1-2 0 0 0,56-31 0 0 0,-62 27 35 0 0,-1 0-1 0 0,0-1 1 0 0,-2-2 0 0 0,0 0-1 0 0,-1-2 1 0 0,-2 0 0 0 0,0-1-1 0 0,-1-1 1 0 0,19-33 0 0 0,-10 6 99 0 0,-1-1 0 0 0,-3 0 0 0 0,31-106 1 0 0,-39 96 67 0 0,-3-1 1 0 0,-3 0 0 0 0,-2-1-1 0 0,-3 0 1 0 0,-4 0 0 0 0,-1 0-1 0 0,-15-85 1 0 0,9 106-151 0 0,-1 1 0 0 0,-3 1 1 0 0,-1 0-1 0 0,-28-63 0 0 0,28 78-24 0 0,-1 0 0 0 0,-2 1-1 0 0,0 1 1 0 0,-1 1 0 0 0,-2 0 0 0 0,0 1 0 0 0,-40-36 0 0 0,40 44 1 0 0,0 1 0 0 0,-1 1 0 0 0,-1 0 0 0 0,0 2 0 0 0,0 0 0 0 0,-1 1 0 0 0,-24-6 0 0 0,17 7 0 0 0,1 1 0 0 0,-1 1 0 0 0,-1 2 0 0 0,1 1 0 0 0,-35 1 0 0 0,53 2-14 0 0,1 0 1 0 0,-1 1-1 0 0,1 1 1 0 0,-1 0-1 0 0,1 0 0 0 0,0 1 1 0 0,0 0-1 0 0,0 0 1 0 0,0 1-1 0 0,0 0 0 0 0,1 1 1 0 0,0 0-1 0 0,0 0 1 0 0,0 1-1 0 0,-9 8 1 0 0,8-5-204 0 0,1 1 0 0 0,0-1 0 0 0,1 2 0 0 0,-1-1 0 0 0,2 1 0 0 0,0 0 0 0 0,0 1 0 0 0,1-1 0 0 0,0 1 0 0 0,1 0 0 0 0,-2 13 0 0 0,-4 19-1938 0 0,1 4-4384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9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330 183 1840 0 0,'-5'-44'1306'0'0,"4"33"1079"0"0,0 0-1 0 0,0 0 1 0 0,-9-18 3559 0 0,10 29-5887 0 0,-6 10 1325 0 0,-2 11-277 0 0,-56 334 758 0 0,43-210-3134 0 0,19-136 942 0 0,-4 38-1776 0 0,6-45 1813 0 0,0 0 1 0 0,0 0-1 0 0,0 0 0 0 0,0 0 1 0 0,0-1-1 0 0,1 1 0 0 0,-1 0 1 0 0,0 0-1 0 0,1-1 0 0 0,0 1 0 0 0,-1 0 1 0 0,1-1-1 0 0,0 1 0 0 0,0 0 1 0 0,0-1-1 0 0,0 1 0 0 0,0-1 1 0 0,0 1-1 0 0,0-1 0 0 0,0 0 1 0 0,2 2-1 0 0,-2-3 243 0 0,0 0-1 0 0,0 1 1 0 0,0-1-1 0 0,-1 0 1 0 0,1 0-1 0 0,0 0 1 0 0,0 0 0 0 0,0 0-1 0 0,0 0 1 0 0,0 0-1 0 0,0 0 1 0 0,-1 0-1 0 0,1-1 1 0 0,0 1 0 0 0,0 0-1 0 0,0-1 1 0 0,0 1-1 0 0,-1 0 1 0 0,1-1 0 0 0,0 1-1 0 0,0-1 1 0 0,-1 1-1 0 0,1-1 1 0 0,0 1-1 0 0,-1-1 1 0 0,1 0 0 0 0,0 1-1 0 0,-1-1 1 0 0,1 0-1 0 0,-1 0 1 0 0,1 1 0 0 0,-1-1-1 0 0,0 0 1 0 0,1 0-1 0 0,-1 0 1 0 0,0 1-1 0 0,1-1 1 0 0,-1-1 0 0 0,13-34 113 0 0,-8 11-116 0 0,-2 0 1 0 0,0 0-1 0 0,-1-1 1 0 0,-2 1-1 0 0,0 0 1 0 0,-5-30-1 0 0,-36-149-247 0 0,22 123 123 0 0,16 67 97 0 0,2-1 1 0 0,0 1 0 0 0,0-1 0 0 0,3-19-1 0 0,-6-11 8339 0 0,3 45-8173 0 0,-11 11 3025 0 0,-10 27-2185 0 0,-20 48 0 0 0,30-56-1015 0 0,-2-1-1 0 0,-2 0 1 0 0,0-1-1 0 0,-34 43 0 0 0,37-57-193 0 0,11-13 80 0 0,3-4-25 0 0,18-25-663 0 0,-6 9 596 0 0,46-78-364 0 0,46-69-581 0 0,-102 161 1355 0 0,0 1 0 0 0,0 0 1 0 0,0 0-1 0 0,1 0 0 0 0,-1 1 1 0 0,1-1-1 0 0,0 1 1 0 0,0 0-1 0 0,0 0 0 0 0,5-3 1 0 0,-7 6-67 0 0,0-1 1 0 0,0 1 0 0 0,0-1-1 0 0,0 1 1 0 0,0 0-1 0 0,0 0 1 0 0,0 0-1 0 0,0 0 1 0 0,1 0 0 0 0,-1 0-1 0 0,0 0 1 0 0,0 1-1 0 0,0-1 1 0 0,0 1 0 0 0,-1-1-1 0 0,1 1 1 0 0,0 0-1 0 0,0 0 1 0 0,0 0-1 0 0,0 0 1 0 0,-1 0 0 0 0,1 0-1 0 0,0 1 1 0 0,-1-1-1 0 0,1 0 1 0 0,-1 1 0 0 0,2 2-1 0 0,94 105 1186 0 0,-54-58-7417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0.3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65 1840 0 0,'-2'-3'272'0'0,"0"1"-1"0"0,1-1 0 0 0,-1 0 0 0 0,1 0 1 0 0,0 0-1 0 0,-1-1 0 0 0,2 1 1 0 0,-2-5-1 0 0,1 7 165 0 0,1-1 0 0 0,-1 0 0 0 0,1 1 1 0 0,0-1-1 0 0,0 0 0 0 0,-1 0 0 0 0,1 0 0 0 0,0 1 1 0 0,1-1-1 0 0,-1 0 0 0 0,0 0 0 0 0,0 1 0 0 0,1-1 1 0 0,-1 0-1 0 0,1 0 0 0 0,1-2 0 0 0,-1 4-287 0 0,-1 0-1 0 0,1 0 0 0 0,-1 1 1 0 0,1-1-1 0 0,-1 0 0 0 0,1 1 1 0 0,-1-1-1 0 0,1 0 1 0 0,-1 1-1 0 0,1-1 0 0 0,-1 1 1 0 0,1-1-1 0 0,-1 1 0 0 0,0-1 1 0 0,1 1-1 0 0,-1-1 1 0 0,0 1-1 0 0,1-1 0 0 0,-1 1 1 0 0,0 0-1 0 0,0-1 0 0 0,0 1 1 0 0,1-1-1 0 0,-1 1 1 0 0,0 0-1 0 0,0-1 0 0 0,0 1 1 0 0,0 0-1 0 0,6 20 1176 0 0,11 97 1704 0 0,-7-38-2433 0 0,5 33-1674 0 0,-10-37-2974 0 0,-5-51-1840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3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196 123 2304 0 0,'-5'-3'314'0'0,"0"0"-1"0"0,-1 0 0 0 0,1 1 1 0 0,0 0-1 0 0,-1 0 0 0 0,0 1 1 0 0,1-1-1 0 0,-1 1 0 0 0,0 1 0 0 0,0-1 1 0 0,0 1-1 0 0,1 0 0 0 0,-1 0 1 0 0,0 0-1 0 0,0 1 0 0 0,-6 1 0 0 0,4 0-78 0 0,0 0-1 0 0,0 1 1 0 0,0 0-1 0 0,1 0 1 0 0,-1 0 0 0 0,1 1-1 0 0,0 0 1 0 0,0 1-1 0 0,0 0 1 0 0,-11 10-1 0 0,47-14 404 0 0,34-13 612 0 0,0 3 1 0 0,1 3-1 0 0,117 4 1 0 0,-107 3-558 0 0,119-15 1 0 0,73-30 192 0 0,360-25-277 0 0,-266 69-609 0 0,-65 3 0 0 0,-267-4 0 0 0,203-1 7 0 0,-180 4-13 0 0,-1 3 1 0 0,76 15 0 0 0,-81-4-24 0 0,-38-13-150 0 0,0 0 0 0 0,0 0-1 0 0,0-1 1 0 0,1 0 0 0 0,-1 0 0 0 0,0 0 0 0 0,1-1 0 0 0,-1 0 0 0 0,1-1 0 0 0,10 0 0 0 0,-9-3-1126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7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42 4145 0 0,'-1'-3'243'0'0,"1"1"-1"0"0,-1-1 1 0 0,1 0-1 0 0,-1 0 1 0 0,1 1 0 0 0,0-1-1 0 0,0 0 1 0 0,1 0 0 0 0,-1 1-1 0 0,1-4 1 0 0,4-2 3161 0 0,3 21-762 0 0,-6-8-1884 0 0,3 17 194 0 0,0 1-1 0 0,-1 0 1 0 0,-1 0 0 0 0,0 27 0 0 0,-6 103 863 0 0,0-67-1349 0 0,-3 47-548 0 0,2 93-2407 0 0,6-183-135 0 0,11 62 0 0 0,-8-78 1492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2.4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2 3225 0 0,'5'-2'11338'0'0,"-9"11"-11028"0"0,-34 109 3160 0 0,33-101-3297 0 0,2 1 0 0 0,0-1-1 0 0,1 0 1 0 0,1 1 0 0 0,1 24 0 0 0,1-39-176 0 0,-1 0-1 0 0,1 0 1 0 0,-1 0-1 0 0,1 0 1 0 0,0 0-1 0 0,0-1 1 0 0,1 1-1 0 0,-1 0 1 0 0,1-1-1 0 0,-1 1 1 0 0,1-1-1 0 0,0 1 1 0 0,0-1 0 0 0,-1 0-1 0 0,2 0 1 0 0,-1 0-1 0 0,0 0 1 0 0,0 0-1 0 0,1 0 1 0 0,-1-1-1 0 0,1 1 1 0 0,-1-1-1 0 0,1 0 1 0 0,0 0-1 0 0,0 0 1 0 0,-1 0-1 0 0,5 1 1 0 0,9 2-25 0 0,1-1 0 0 0,0-1 0 0 0,29 1 0 0 0,-13-1 13 0 0,-13-1 15 0 0,-13-1 0 0 0,0 1 0 0 0,0-1 0 0 0,0 1 0 0 0,-1 0 0 0 0,1 0 0 0 0,0 1 0 0 0,8 3 0 0 0,-15-4 0 0 0,1-1 0 0 0,-1 1 0 0 0,0-1 0 0 0,0 1 0 0 0,1 0 0 0 0,-1-1 0 0 0,0 1 0 0 0,0 0 0 0 0,0-1 0 0 0,0 1 0 0 0,1 0 0 0 0,-1-1 0 0 0,0 1 0 0 0,0 0 0 0 0,0 0 0 0 0,-1-1 0 0 0,1 1 0 0 0,0 0 0 0 0,0-1 0 0 0,0 1 0 0 0,0 0 0 0 0,-1-1 0 0 0,1 1 0 0 0,0-1 0 0 0,-1 1 0 0 0,1 0 0 0 0,0-1 0 0 0,-1 1 0 0 0,1-1 0 0 0,-1 1 0 0 0,1-1 0 0 0,-2 1 0 0 0,-18 25 0 0 0,16-22 0 0 0,-63 70 37 0 0,-26 31 71 0 0,81-90-97 0 0,1 1-1 0 0,1 0 1 0 0,0 1-1 0 0,1 0 1 0 0,-7 20-1 0 0,15-36-14 0 0,0 1 0 0 0,1 0 0 0 0,-1 0 0 0 0,1-1 0 0 0,-1 1 0 0 0,1 0 0 0 0,-1 0 0 0 0,1 0 0 0 0,0 0 0 0 0,0-1 0 0 0,0 1 0 0 0,0 0 0 0 0,0 0 0 0 0,1 0 0 0 0,-1 0 0 0 0,0 0 1 0 0,1-1-1 0 0,0 1 0 0 0,-1 0 0 0 0,1 0 0 0 0,0-1 0 0 0,0 1 0 0 0,0-1 0 0 0,0 1 0 0 0,0 0 0 0 0,0-1 0 0 0,0 0 0 0 0,0 1 0 0 0,1-1 0 0 0,-1 0 0 0 0,1 1 0 0 0,-1-1 0 0 0,1 0 0 0 0,-1 0 0 0 0,1 0 0 0 0,0-1 0 0 0,-1 1 0 0 0,1 0 0 0 0,0-1 0 0 0,0 1 0 0 0,3 0 0 0 0,7 2-39 0 0,1-1-1 0 0,0 0 0 0 0,-1-1 1 0 0,24-1-1 0 0,-25 0 33 0 0,-4 0 18 0 0,0 0 0 0 0,1 0 0 0 0,-1 1 1 0 0,0 0-1 0 0,14 4 0 0 0,-20-5-5 0 0,1 1 1 0 0,-1-1-1 0 0,0 1 1 0 0,1 0 0 0 0,-1 0-1 0 0,1-1 1 0 0,-1 1-1 0 0,0 0 1 0 0,0 1-1 0 0,1-1 1 0 0,-1 0-1 0 0,0 0 1 0 0,0 0-1 0 0,0 1 1 0 0,0-1 0 0 0,-1 0-1 0 0,1 1 1 0 0,0-1-1 0 0,0 1 1 0 0,-1-1-1 0 0,1 1 1 0 0,-1-1-1 0 0,0 1 1 0 0,1-1-1 0 0,-1 1 1 0 0,0-1-1 0 0,0 1 1 0 0,0 0 0 0 0,0-1-1 0 0,0 1 1 0 0,0 0-1 0 0,-1 2 1 0 0,-1 10-5 0 0,-1-1 0 0 0,-1 0 0 0 0,0 0 0 0 0,-1 0 0 0 0,-12 22 0 0 0,-40 58-168 0 0,6-10-982 0 0,44-63 366 0 0,7-20 729 0 0,0 1-1 0 0,0-1 1 0 0,0 0-1 0 0,1 0 1 0 0,-1 1 0 0 0,0-1-1 0 0,0 0 1 0 0,0 1 0 0 0,0-1-1 0 0,0 0 1 0 0,1 0-1 0 0,-1 1 1 0 0,0-1 0 0 0,0 0-1 0 0,0 0 1 0 0,1 0 0 0 0,-1 1-1 0 0,0-1 1 0 0,0 0-1 0 0,1 0 1 0 0,-1 0 0 0 0,0 0-1 0 0,0 0 1 0 0,1 1 0 0 0,-1-1-1 0 0,0 0 1 0 0,1 0-1 0 0,-1 0 1 0 0,0 0 0 0 0,1 0-1 0 0,-1 0 1 0 0,0 0 0 0 0,1 0-1 0 0,33-9-4635 0 0,-28 6 4108 0 0,1 1-327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3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2767 1 2304 0 0,'-1'7'14430'0'0,"-6"22"-14050"0"0,1 0-1 0 0,2 1 1 0 0,1-1-1 0 0,2 56 1 0 0,20 127 2363 0 0,-4-68-1905 0 0,-10-61-822 0 0,4-1 0 0 0,28 113 0 0 0,-23-129-63 0 0,-3 1-1 0 0,-3 0 1 0 0,-1 70 0 0 0,-5-102-50 0 0,4 27 58 0 0,20 85-1 0 0,-8-49 21 0 0,-16-91 67 0 0,0 0 0 0 0,0-1 0 0 0,1 1 0 0 0,0-1 0 0 0,5 9 0 0 0,-6-12-17 0 0,1 1 0 0 0,-1-1 0 0 0,0 1 0 0 0,0-1 0 0 0,-1 1 0 0 0,1 0 1 0 0,-1 0-1 0 0,0 0 0 0 0,0 0 0 0 0,0 0 0 0 0,-1 0 0 0 0,1 0 0 0 0,-1 0 0 0 0,0 0 0 0 0,0 0 1 0 0,0 0-1 0 0,-2 6 0 0 0,1-7-27 0 0,-1 0 1 0 0,0 1 0 0 0,0-1-1 0 0,0 0 1 0 0,0 0-1 0 0,-1 0 1 0 0,0 0-1 0 0,1-1 1 0 0,-1 1 0 0 0,0-1-1 0 0,0 0 1 0 0,0 0-1 0 0,0 0 1 0 0,-5 3-1 0 0,-53 21 89 0 0,47-21-86 0 0,-21 5 3 0 0,0-1 1 0 0,-1-2-1 0 0,1-1 0 0 0,-2-2 1 0 0,-46-1-1 0 0,3 1 0 0 0,-741 102-418 0 0,476-41 120 0 0,27-14 193 0 0,157-28-21 0 0,-251 67-1 0 0,340-69 169 0 0,-1-4 0 0 0,-122 14 0 0 0,188-31-133 0 0,-44 2 285 0 0,48-2-407 0 0,1-1 0 0 0,-1 1-1 0 0,1 0 1 0 0,-1-1 0 0 0,1 0-1 0 0,-1 1 1 0 0,1-1 0 0 0,-1 0-1 0 0,1-1 1 0 0,0 1 0 0 0,-1 0 0 0 0,1 0-1 0 0,0-1 1 0 0,0 0 0 0 0,0 1-1 0 0,-2-4 1 0 0,0 2-1413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 1 4145 0 0,'10'0'14938'0'0,"-15"48"-15256"0"0,2-17 1708 0 0,-10 338 922 0 0,15-309-2262 0 0,2 0 0 0 0,4 0 0 0 0,1-1 0 0 0,21 66 0 0 0,0-29-761 0 0,-17-55-1888 0 0,-7-24-4485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4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1 236 3681 0 0,'0'0'284'0'0,"30"-2"1976"0"0,24 6 1284 0 0,58-2 0 0 0,-24-2-2223 0 0,307-23 548 0 0,-41-1-891 0 0,455 6 1937 0 0,-736 13-2798 0 0,110-21 0 0 0,69-31-60 0 0,-248 56-54 0 0,297-62 7 0 0,-291 61-20 0 0,1 2-1 0 0,0-1 0 0 0,-1 1 0 0 0,1 1 0 0 0,0-1 0 0 0,0 2 0 0 0,-1 0 0 0 0,1 0 0 0 0,-1 1 1 0 0,0 0-1 0 0,17 8 0 0 0,-27-11-9 0 0,0 0 0 0 0,0 0 0 0 0,0 0 0 0 0,0 0 0 0 0,0 0 0 0 0,0 1 0 0 0,0-1 0 0 0,0 0 0 0 0,1 0 0 0 0,-1 0 0 0 0,0 0 0 0 0,0 0 0 0 0,0 0 0 0 0,0 0 0 0 0,0 0 0 0 0,0 0 0 0 0,0 0 0 0 0,0 0 0 0 0,1 0 0 0 0,-1 0 0 0 0,0 1 0 0 0,0-1 0 0 0,0 0 0 0 0,0 0 0 0 0,0 0-1 0 0,0 0 1 0 0,0 0 0 0 0,1 0 0 0 0,-1 0 0 0 0,0 0 0 0 0,0 0 0 0 0,0 0 0 0 0,0-1 0 0 0,0 1 0 0 0,0 0 0 0 0,0 0 0 0 0,1 0 0 0 0,-1 0 0 0 0,0 0 0 0 0,0 0 0 0 0,0 0 0 0 0,0 0 0 0 0,0 0 0 0 0,0 0 0 0 0,0 0 0 0 0,0 0 0 0 0,1 0 0 0 0,-1-1 0 0 0,0 1 0 0 0,0 0 0 0 0,0 0 0 0 0,0 0 0 0 0,0 0 0 0 0,0 0 0 0 0,0 0 0 0 0,0 0 0 0 0,0 0 0 0 0,0-1 0 0 0,0 1 0 0 0,0 0 0 0 0,0 0 0 0 0,-6-10-913 0 0,-16-10 485 0 0,22 19 442 0 0,-1 1 1 0 0,0-1 0 0 0,0 1-1 0 0,0-1 1 0 0,0 1-1 0 0,0-1 1 0 0,0 1-1 0 0,0 0 1 0 0,0 0-1 0 0,0-1 1 0 0,0 1 0 0 0,0 0-1 0 0,0 0 1 0 0,0 0-1 0 0,0 0 1 0 0,-1 0-1 0 0,1 0 1 0 0,0 0-1 0 0,0 1 1 0 0,0-1 0 0 0,0 0-1 0 0,0 0 1 0 0,0 1-1 0 0,-1 0 1 0 0,0 0 50 0 0,-1 1 1 0 0,1 0-1 0 0,0-1 1 0 0,0 1 0 0 0,1 0-1 0 0,-1 0 1 0 0,0 0-1 0 0,1 0 1 0 0,-3 5-1 0 0,0-1 84 0 0,1 0 0 0 0,0 1 0 0 0,1-1 1 0 0,0 1-1 0 0,0 0 0 0 0,-2 13 0 0 0,4-13-105 0 0,0 0 0 0 0,0 0 1 0 0,1 0-1 0 0,0 0 0 0 0,1 0 0 0 0,-1-1 1 0 0,1 1-1 0 0,1 0 0 0 0,-1-1 0 0 0,1 1 1 0 0,0-1-1 0 0,1 0 0 0 0,-1 0 0 0 0,1 0 1 0 0,0-1-1 0 0,1 1 0 0 0,-1-1 0 0 0,1 0 1 0 0,0 0-1 0 0,1 0 0 0 0,-1-1 0 0 0,1 0 1 0 0,0 0-1 0 0,0 0 0 0 0,10 4 1 0 0,-10-5 12 0 0,1 0 0 0 0,-1 0 0 0 0,1-1 0 0 0,0 0 1 0 0,0 0-1 0 0,0-1 0 0 0,0 0 0 0 0,1 0 1 0 0,-1 0-1 0 0,0-1 0 0 0,0 0 0 0 0,0 0 1 0 0,1-1-1 0 0,-1 0 0 0 0,0-1 0 0 0,0 1 1 0 0,0-1-1 0 0,0 0 0 0 0,-1-1 0 0 0,1 0 0 0 0,-1 0 1 0 0,1 0-1 0 0,-1-1 0 0 0,11-8 0 0 0,-13 8 13 0 0,0 0-1 0 0,0 0 0 0 0,0 0 1 0 0,-1 0-1 0 0,1-1 0 0 0,-1 1 1 0 0,0-1-1 0 0,0 0 0 0 0,-1 0 1 0 0,1 0-1 0 0,-1 0 0 0 0,-1-1 1 0 0,1 1-1 0 0,-1 0 0 0 0,1-1 1 0 0,-1 1-1 0 0,-1-1 0 0 0,1 0 0 0 0,-1 1 1 0 0,0-1-1 0 0,-1 0 0 0 0,1 1 1 0 0,-1-1-1 0 0,0 1 0 0 0,0-1 1 0 0,-1 1-1 0 0,0 0 0 0 0,0-1 1 0 0,0 1-1 0 0,0 0 0 0 0,-1 0 1 0 0,0 0-1 0 0,0 1 0 0 0,0-1 1 0 0,-1 1-1 0 0,1-1 0 0 0,-1 1 0 0 0,0 0 1 0 0,0 1-1 0 0,-1-1 0 0 0,1 1 1 0 0,-1-1-1 0 0,0 1 0 0 0,1 1 1 0 0,-2-1-1 0 0,1 1 0 0 0,0 0 1 0 0,0 0-1 0 0,-1 0 0 0 0,-8-1 1 0 0,10 3-53 0 0,0-1 1 0 0,0 1-1 0 0,0 0 1 0 0,0 0-1 0 0,0 0 1 0 0,0 1 0 0 0,0-1-1 0 0,0 1 1 0 0,0 0-1 0 0,0 0 1 0 0,1 1-1 0 0,-1-1 1 0 0,0 1 0 0 0,1-1-1 0 0,-1 1 1 0 0,1 1-1 0 0,-1-1 1 0 0,-5 5-1 0 0,-15 21-6508 0 0,13-9-657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6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19 295 4145 0 0,'-2'1'149'0'0,"1"0"1"0"0,-1 0-1 0 0,1 0 0 0 0,0 0 1 0 0,0 1-1 0 0,0-1 1 0 0,0 0-1 0 0,0 0 0 0 0,0 1 1 0 0,0-1-1 0 0,0 0 1 0 0,0 1-1 0 0,0-1 1 0 0,1 1-1 0 0,-1-1 0 0 0,1 1 1 0 0,-1 0-1 0 0,1-1 1 0 0,-1 4-1 0 0,1-5-89 0 0,0 1 1 0 0,0 0 0 0 0,1-1-1 0 0,-1 1 1 0 0,0 0-1 0 0,0-1 1 0 0,0 1 0 0 0,1 0-1 0 0,-1-1 1 0 0,0 1-1 0 0,1-1 1 0 0,-1 1 0 0 0,0 0-1 0 0,1-1 1 0 0,-1 1-1 0 0,1-1 1 0 0,-1 1-1 0 0,1-1 1 0 0,-1 0 0 0 0,1 1-1 0 0,-1-1 1 0 0,1 1-1 0 0,0-1 1 0 0,-1 0 0 0 0,1 1-1 0 0,0-1 1 0 0,-1 0-1 0 0,1 0 1 0 0,0 0-1 0 0,-1 1 1 0 0,1-1 0 0 0,0 0-1 0 0,-1 0 1 0 0,1 0-1 0 0,0 0 1 0 0,-1 0 0 0 0,1 0-1 0 0,0 0 1 0 0,-1-1-1 0 0,1 1 1 0 0,0 0-1 0 0,0-1 1 0 0,97-20 2539 0 0,14-2-1143 0 0,443-5 3207 0 0,-190 17-3257 0 0,-286 9-1177 0 0,109 9 0 0 0,78 25 826 0 0,-145-14-691 0 0,2-6 0 0 0,145-4 0 0 0,-122-21-359 0 0,158-35 0 0 0,-222 38 63 0 0,0 2 0 0 0,105 5 1 0 0,-150 3-74 0 0,-33 0-94 0 0,1 0 0 0 0,-1 0-1 0 0,0-1 1 0 0,1 0 0 0 0,-1 0 0 0 0,0 0 0 0 0,0 0-1 0 0,1-1 1 0 0,-1 0 0 0 0,0 0 0 0 0,0 0 0 0 0,-1 0 0 0 0,1 0-1 0 0,0-1 1 0 0,-1 0 0 0 0,0 0 0 0 0,7-6 0 0 0,-1-3-1997 0 0,0 0 0 0 0,0-1 0 0 0,12-26 0 0 0,-15 26 32 0 0,1 1-1 0 0,0 0 1 0 0,0 0-1 0 0,17-18 0 0 0,-28 33 2445 0 0,0-1-1 0 0,0 0 1 0 0,1 0-1 0 0,-2 0 1 0 0,1 0-1 0 0,0-1 0 0 0,0 0 1 0 0,0 0-1 0 0,-1 0 1 0 0,1 0-1 0 0,-8 0 0 0 0,8-1 67 0 0,1 0 0 0 0,-1 0 0 0 0,0 1 1 0 0,0 0-1 0 0,0-1 0 0 0,1 1 0 0 0,-1 1 0 0 0,0-1 0 0 0,1 0 0 0 0,-1 1 0 0 0,1 0 0 0 0,0 0 0 0 0,-1 0 0 0 0,1 0 0 0 0,0 0 0 0 0,-3 4 0 0 0,2-2-232 0 0,1 0 1 0 0,0 0-1 0 0,0 0 0 0 0,0 0 1 0 0,0 1-1 0 0,1-1 1 0 0,0 1-1 0 0,0-1 1 0 0,0 1-1 0 0,1 0 1 0 0,-2 6-1 0 0,1-4-134 0 0,1 0-1 0 0,1 1 1 0 0,-1-1-1 0 0,1 0 1 0 0,0 0-1 0 0,0 0 1 0 0,1 0-1 0 0,0 0 1 0 0,1 0 0 0 0,-1 0-1 0 0,1 0 1 0 0,1 0-1 0 0,-1-1 1 0 0,1 1-1 0 0,0-1 1 0 0,1 0-1 0 0,7 11 1 0 0,-8-13-19 0 0,-1-1-1 0 0,1 1 1 0 0,1-1-1 0 0,-1 0 1 0 0,0 0 0 0 0,1 0-1 0 0,0-1 1 0 0,-1 1 0 0 0,1-1-1 0 0,0 0 1 0 0,0 0-1 0 0,1 0 1 0 0,-1-1 0 0 0,0 0-1 0 0,1 1 1 0 0,-1-1 0 0 0,0-1-1 0 0,1 1 1 0 0,-1-1 0 0 0,1 0-1 0 0,-1 0 1 0 0,1 0-1 0 0,-1 0 1 0 0,1-1 0 0 0,4 0-1 0 0,-2-2 13 0 0,-1 1 0 0 0,1-1 0 0 0,0-1 0 0 0,-1 1-1 0 0,0-1 1 0 0,1 0 0 0 0,-1 0 0 0 0,-1-1 0 0 0,1 0 0 0 0,-1 0-1 0 0,0 0 1 0 0,0-1 0 0 0,0 0 0 0 0,6-10 0 0 0,-7 9-5 0 0,1 0 0 0 0,-1-1-1 0 0,0 0 1 0 0,-1 0 0 0 0,1-1 0 0 0,-2 1 0 0 0,1 0 0 0 0,-1-1-1 0 0,-1 0 1 0 0,1 1 0 0 0,-1-1 0 0 0,-1-15 0 0 0,0 19-20 0 0,-1-1-1 0 0,0 1 1 0 0,0 0 0 0 0,0 0 0 0 0,-1 0 0 0 0,0 0 0 0 0,0 1-1 0 0,0-1 1 0 0,-1 0 0 0 0,1 1 0 0 0,-1-1 0 0 0,0 1-1 0 0,0 0 1 0 0,-1 0 0 0 0,1 0 0 0 0,-1 1 0 0 0,0-1 0 0 0,0 1-1 0 0,0 0 1 0 0,0 0 0 0 0,-1 0 0 0 0,-7-4 0 0 0,-15-3-11 0 0,21 8-312 0 0,1 0 0 0 0,-1 0 0 0 0,1 0 0 0 0,-1-1 0 0 0,1 0 0 0 0,-9-7 1 0 0,13 7-392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1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64 1376 0 0,'-12'-6'-306'0'0,"-7"-4"2634"0"0,1 1 1 0 0,-1 0-1 0 0,-1 2 1 0 0,1 0-1 0 0,-40-8 1 0 0,58 15-2216 0 0,1 0 0 0 0,-1 0 1 0 0,1 0-1 0 0,-1 0 0 0 0,1 0 1 0 0,-1 0-1 0 0,1 0 1 0 0,-1 0-1 0 0,1 0 0 0 0,-1 0 1 0 0,1 0-1 0 0,-1 0 1 0 0,1 1-1 0 0,-1-1 0 0 0,1 0 1 0 0,-1 0-1 0 0,1 0 0 0 0,-1 1 1 0 0,1-1-1 0 0,-1 0 1 0 0,1 1-1 0 0,0-1 0 0 0,-1 0 1 0 0,1 1-1 0 0,0-1 1 0 0,-1 0-1 0 0,1 1 0 0 0,0-1 1 0 0,-1 1-1 0 0,1 0 0 0 0,0 19 1400 0 0,18 25-908 0 0,-15-39-334 0 0,163 323 1477 0 0,-118-248-2438 0 0,113 141 1 0 0,-157-217 92 0 0,20 22 238 0 0,-9-17-1714 0 0,0-9-3959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3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9 288 6449 0 0,'-2'-4'250'0'0,"1"-1"0"0"0,-1 1 0 0 0,1 0-1 0 0,0 0 1 0 0,1 0 0 0 0,-1-1-1 0 0,1 1 1 0 0,0 0 0 0 0,0-1-1 0 0,0 1 1 0 0,1 0 0 0 0,-1-1 0 0 0,1 1-1 0 0,0 0 1 0 0,0 0 0 0 0,1 0-1 0 0,-1 0 1 0 0,1 0 0 0 0,0 0 0 0 0,3-5-1 0 0,6-12 1275 0 0,2 1 1 0 0,18-25-1 0 0,-29 44-1433 0 0,10-16 671 0 0,1 1 1 0 0,27-25-1 0 0,-35 36-853 0 0,1 1-1 0 0,-1 0 0 0 0,1 0 1 0 0,0 0-1 0 0,9-3 1 0 0,-12 6-313 0 0,0 0 0 0 0,-1 0 1 0 0,1 0-1 0 0,0 0 0 0 0,0 1 0 0 0,0-1 1 0 0,0 1-1 0 0,1 0 0 0 0,-1 0 1 0 0,0 0-1 0 0,0 0 0 0 0,6 2 1 0 0,7 4-5122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5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0 225 6449 0 0,'3'-3'204'0'0,"0"1"0"0"0,0 0-1 0 0,0 0 1 0 0,-1-1 0 0 0,1 0-1 0 0,-1 1 1 0 0,1-1-1 0 0,-1 0 1 0 0,0 0 0 0 0,0 0-1 0 0,-1 0 1 0 0,1-1 0 0 0,1-3-1 0 0,4-6 256 0 0,49-69 2106 0 0,-38 59-3215 0 0,29-31 0 0 0,-38 45 628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4.7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58 5065 0 0,'-2'-1'238'0'0,"1"0"0"0"0,0 0 0 0 0,0-1 0 0 0,0 1 0 0 0,0-1 0 0 0,0 1 0 0 0,0-1 0 0 0,0 1 0 0 0,0-1 1 0 0,0 1-1 0 0,1-1 0 0 0,-1 0 0 0 0,1 1 0 0 0,-1-1 0 0 0,1 0 0 0 0,0 1 0 0 0,0-1 0 0 0,-1 0 0 0 0,1 0 0 0 0,0 1 0 0 0,1-1 0 0 0,-1 0 0 0 0,0-1 0 0 0,0 2-133 0 0,0 0 0 0 0,0 0 1 0 0,1 1-1 0 0,-1-1 0 0 0,0 0 0 0 0,0 0 0 0 0,0 1 0 0 0,0-1 0 0 0,1 0 0 0 0,-1 1 1 0 0,0-1-1 0 0,1 0 0 0 0,-1 1 0 0 0,0-1 0 0 0,1 0 0 0 0,-1 1 0 0 0,1-1 0 0 0,-1 1 1 0 0,1-1-1 0 0,-1 1 0 0 0,1-1 0 0 0,-1 1 0 0 0,1-1 0 0 0,0 1 0 0 0,-1 0 1 0 0,1-1-1 0 0,0 1 0 0 0,-1 0 0 0 0,1-1 0 0 0,0 1 0 0 0,-1 0 0 0 0,1 0 0 0 0,0 0 1 0 0,0 0-1 0 0,-1 0 0 0 0,1 0 0 0 0,0 0 0 0 0,0 0 0 0 0,-1 0 0 0 0,1 0 0 0 0,0 0 1 0 0,-1 0-1 0 0,1 0 0 0 0,0 1 0 0 0,0-1 0 0 0,-1 0 0 0 0,1 0 0 0 0,0 1 0 0 0,-1-1 1 0 0,1 0-1 0 0,-1 1 0 0 0,1-1 0 0 0,0 1 0 0 0,-1-1 0 0 0,1 1 0 0 0,-1-1 0 0 0,1 2 1 0 0,8 5 252 0 0,0 1 0 0 0,0 1 1 0 0,-1 0-1 0 0,0 0 1 0 0,-1 1-1 0 0,0-1 0 0 0,11 22 1 0 0,31 82-382 0 0,-24-53-217 0 0,-1 2-384 0 0,15 32-976 0 0,-5-38-2637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33 133 2304 0 0,'-3'2'137'0'0,"1"0"0"0"0,-1 0 0 0 0,1 0 0 0 0,0 0 0 0 0,0 1-1 0 0,0-1 1 0 0,0 0 0 0 0,0 1 0 0 0,0 0 0 0 0,1-1-1 0 0,-1 1 1 0 0,1 0 0 0 0,0 0 0 0 0,-1 0 0 0 0,1 0-1 0 0,1 0 1 0 0,-1 0 0 0 0,0 0 0 0 0,1 0 0 0 0,0 0-1 0 0,-1 0 1 0 0,1 0 0 0 0,1 0 0 0 0,-1 1 0 0 0,1 3 0 0 0,0 0 177 0 0,-1-1 0 0 0,2 1 0 0 0,-1 0 1 0 0,1-1-1 0 0,0 0 0 0 0,0 1 0 0 0,1-1 1 0 0,0 0-1 0 0,0 0 0 0 0,0 0 0 0 0,6 7 1 0 0,16 14 895 0 0,47 42 1 0 0,-58-58-1113 0 0,1 0 0 0 0,0 0 0 0 0,0-1 0 0 0,1-1 1 0 0,25 10-1 0 0,-35-17-17 0 0,0 0-1 0 0,1 0 1 0 0,-1 0 0 0 0,1-1 0 0 0,-1 0 0 0 0,1 0-1 0 0,0-1 1 0 0,-1 0 0 0 0,1 0 0 0 0,0 0 0 0 0,0-1-1 0 0,-1 0 1 0 0,1 0 0 0 0,-1-1 0 0 0,1 0 0 0 0,-1 0-1 0 0,0 0 1 0 0,0-1 0 0 0,0 0 0 0 0,0 0 0 0 0,0-1-1 0 0,0 1 1 0 0,-1-1 0 0 0,0-1 0 0 0,5-4 0 0 0,-4 3 161 0 0,0-1 1 0 0,-1 0 0 0 0,0 0-1 0 0,0 0 1 0 0,-1 0 0 0 0,0-1 0 0 0,0 0-1 0 0,-1 0 1 0 0,0 0 0 0 0,0 0-1 0 0,-1-1 1 0 0,0 1 0 0 0,0 0-1 0 0,-1-1 1 0 0,0 0 0 0 0,-1 1-1 0 0,0-1 1 0 0,0 0 0 0 0,-2-8 0 0 0,-4-10 3 0 0,0 1 1 0 0,-2-1 0 0 0,-2 1 0 0 0,0 1 0 0 0,-1 0 0 0 0,-2 0 0 0 0,-20-29 0 0 0,24 33-4359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3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0 196 4609 0 0,'15'-1'10069'0'0,"1"13"-9211"0"0,0-1 0 0 0,1 0 1 0 0,0-1-1 0 0,1-1 0 0 0,19 7 0 0 0,-32-14-830 0 0,-1-1 0 0 0,0 0-1 0 0,0 0 1 0 0,1-1 0 0 0,-1 1 0 0 0,0-1-1 0 0,1 0 1 0 0,-1 0 0 0 0,1 0 0 0 0,-1 0-1 0 0,0-1 1 0 0,1 0 0 0 0,4-1-1 0 0,-5 0-29 0 0,-1 0-1 0 0,0 1 1 0 0,0-1-1 0 0,0 0 1 0 0,-1-1-1 0 0,1 1 1 0 0,0 0-1 0 0,-1-1 0 0 0,0 0 1 0 0,1 1-1 0 0,-1-1 1 0 0,0 0-1 0 0,0 0 1 0 0,-1 0-1 0 0,1 0 1 0 0,0-1-1 0 0,-1 1 0 0 0,0 0 1 0 0,1-5-1 0 0,0 1 24 0 0,-1 0 0 0 0,0 0 0 0 0,0 0 0 0 0,0 0 0 0 0,-1-1 1 0 0,0 1-1 0 0,-1 0 0 0 0,1 0 0 0 0,-2 0 0 0 0,1 0 0 0 0,-1 0 0 0 0,0 0 0 0 0,0 0 0 0 0,0 0 0 0 0,-1 1 0 0 0,0-1 0 0 0,-1 1 0 0 0,0 0 0 0 0,-5-8 0 0 0,5 9-155 0 0,0 0 1 0 0,0 0-1 0 0,-1 0 1 0 0,1 1-1 0 0,-1-1 1 0 0,0 1-1 0 0,0 0 0 0 0,-1 1 1 0 0,1-1-1 0 0,-1 1 1 0 0,0 0-1 0 0,0 1 1 0 0,0-1-1 0 0,0 1 0 0 0,0 0 1 0 0,0 1-1 0 0,-1 0 1 0 0,1 0-1 0 0,0 0 1 0 0,-1 0-1 0 0,-10 1 0 0 0,0 3-6278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6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1 259 6449 0 0,'27'-4'2613'0'0,"-25"3"-2399"0"0,0 0-1 0 0,0 1 1 0 0,-1-1-1 0 0,1 1 1 0 0,0-1-1 0 0,0 1 1 0 0,0 0-1 0 0,0 0 1 0 0,-1 0 0 0 0,1 0-1 0 0,0 0 1 0 0,0 0-1 0 0,0 0 1 0 0,0 1-1 0 0,-1-1 1 0 0,1 1-1 0 0,0-1 1 0 0,0 1-1 0 0,-1 0 1 0 0,1-1 0 0 0,0 1-1 0 0,2 2 1 0 0,17 16 857 0 0,-20-19-1018 0 0,0 1 0 0 0,0-1-1 0 0,-1 1 1 0 0,1-1 0 0 0,0 1-1 0 0,-1-1 1 0 0,1 1 0 0 0,0 0-1 0 0,-1-1 1 0 0,1 1-1 0 0,-1 0 1 0 0,0 0 0 0 0,1-1-1 0 0,-1 1 1 0 0,1 0 0 0 0,-1 0-1 0 0,0 0 1 0 0,0-1 0 0 0,1 1-1 0 0,-1 0 1 0 0,0 0 0 0 0,0 0-1 0 0,0 0 1 0 0,0 0 0 0 0,0 0-1 0 0,0-1 1 0 0,0 2 0 0 0,-1-1 59 0 0,0-1 0 0 0,1 0 0 0 0,-1 0 0 0 0,0 0 1 0 0,1 0-1 0 0,-1 0 0 0 0,1 0 0 0 0,-1 0 1 0 0,0 0-1 0 0,1 0 0 0 0,-1 0 0 0 0,0-1 0 0 0,1 1 1 0 0,-1 0-1 0 0,1 0 0 0 0,-1 0 0 0 0,1-1 0 0 0,-1 1 1 0 0,1 0-1 0 0,-1-1 0 0 0,0 1 0 0 0,1 0 1 0 0,0-1-1 0 0,-1 1 0 0 0,1-1 0 0 0,-1 1 0 0 0,1-1 1 0 0,-1 1-1 0 0,1-1 0 0 0,-1 0 0 0 0,-13-18 910 0 0,5 2-918 0 0,0 0 0 0 0,2-1 0 0 0,0 0 0 0 0,1 0 0 0 0,0 0 0 0 0,2-1 0 0 0,0 0 0 0 0,1 0 0 0 0,1 0 0 0 0,1 0 0 0 0,1-24-1 0 0,1 15-629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17 124 9218 0 0,'0'0'117'0'0,"-1"0"1"0"0,1 0-1 0 0,-1 0 1 0 0,0 0-1 0 0,1 0 1 0 0,-1 0-1 0 0,1 0 0 0 0,-1 0 1 0 0,0 0-1 0 0,1 0 1 0 0,-1 0-1 0 0,1 0 1 0 0,-1 0-1 0 0,1-1 0 0 0,-1 1 1 0 0,1 0-1 0 0,-1 0 1 0 0,1-1-1 0 0,-1 1 1 0 0,1 0-1 0 0,-1-1 0 0 0,1 1 1 0 0,-1-1-1 0 0,1 1 1 0 0,-1-1-1 0 0,1 1 1 0 0,0 0-1 0 0,-1-1 0 0 0,1 1 1 0 0,0-1-1 0 0,0 0 1 0 0,-1 1-1 0 0,1-1 1 0 0,0 1-1 0 0,0-1 0 0 0,0 1 1 0 0,-1-2-1 0 0,2 0 113 0 0,-1-1 0 0 0,0 1 0 0 0,1-1 0 0 0,0 1 0 0 0,-1 0 0 0 0,1 0 0 0 0,0-1 0 0 0,0 1 0 0 0,0 0 0 0 0,2-2 0 0 0,3-5-114 0 0,0 0 0 0 0,0 1 0 0 0,1 0 0 0 0,9-8 0 0 0,-13 13-378 0 0,1-1 1 0 0,0 1-1 0 0,0 0 0 0 0,1 0 0 0 0,-1 1 0 0 0,1-1 0 0 0,-1 1 0 0 0,1 0 1 0 0,0 0-1 0 0,0 0 0 0 0,0 1 0 0 0,0-1 0 0 0,0 1 0 0 0,0 1 0 0 0,0-1 0 0 0,7 1 1 0 0,0 2 261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9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0 142 5529 0 0,'4'2'240'0'0,"-3"-2"56"0"0,3-2-232 0 0,-2 1-64 0 0,1-1 0 0 0,-1-2 0 0 0,3 1 152 0 0,2-4 16 0 0,4-5 8 0 0,3-4 0 0 0,1-2-584 0 0,-1 1-112 0 0,0-1-24 0 0,-3 3-8 0 0,-6 1 424 0 0,-3 0 128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7.2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66 5529 0 0,'5'-7'350'0'0,"0"1"-1"0"0,1-1 1 0 0,0 1-1 0 0,0 1 1 0 0,0-1-1 0 0,0 1 1 0 0,1 0 0 0 0,12-7-1 0 0,-17 11-265 0 0,0 0-1 0 0,1 0 1 0 0,-1 0-1 0 0,0 1 0 0 0,1-1 1 0 0,-1 1-1 0 0,0-1 1 0 0,1 1-1 0 0,-1 0 1 0 0,0 0-1 0 0,1 0 1 0 0,-1 0-1 0 0,1 0 1 0 0,-1 0-1 0 0,0 1 1 0 0,1 0-1 0 0,-1-1 1 0 0,0 1-1 0 0,1 0 1 0 0,-1 0-1 0 0,0 0 0 0 0,0 0 1 0 0,0 0-1 0 0,0 1 1 0 0,0-1-1 0 0,0 0 1 0 0,0 1-1 0 0,-1 0 1 0 0,1-1-1 0 0,0 1 1 0 0,-1 0-1 0 0,1 0 1 0 0,1 4-1 0 0,5 8 130 0 0,0 0-1 0 0,-1 1 1 0 0,0 0-1 0 0,-1 1 1 0 0,-1-1 0 0 0,4 23-1 0 0,-2-13 981 0 0,13 35 0 0 0,-20-59-1163 0 0,1-1 1 0 0,-1 1-1 0 0,0-1 0 0 0,0 1 0 0 0,1-1 0 0 0,-1 1 0 0 0,0-1 0 0 0,1 0 1 0 0,-1 1-1 0 0,0-1 0 0 0,1 1 0 0 0,-1-1 0 0 0,1 0 0 0 0,-1 1 0 0 0,1-1 1 0 0,-1 0-1 0 0,1 0 0 0 0,-1 1 0 0 0,1-1 0 0 0,-1 0 0 0 0,1 0 0 0 0,-1 0 1 0 0,1 1-1 0 0,-1-1 0 0 0,1 0 0 0 0,0 0 0 0 0,-1 0 0 0 0,1 0 1 0 0,-1 0-1 0 0,1 0 0 0 0,-1 0 0 0 0,1-1 0 0 0,-1 1 0 0 0,1 0 0 0 0,-1 0 1 0 0,1 0-1 0 0,0 0 0 0 0,-1-1 0 0 0,1 1 0 0 0,-1 0 0 0 0,0 0 0 0 0,1-1 1 0 0,-1 1-1 0 0,1 0 0 0 0,-1-1 0 0 0,1 1 0 0 0,-1-1 0 0 0,0 1 0 0 0,1-1 1 0 0,-1 1-1 0 0,0 0 0 0 0,1-1 0 0 0,-1 1 0 0 0,0-2 0 0 0,25-32 1869 0 0,-21 28-1775 0 0,22-35-1459 0 0,-13 19-5020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8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125 136 920 0 0,'-110'-119'11467'0'0,"98"107"-8569"0"0,9 8-1269 0 0,7 7-1082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 11522 0 0,'0'0'80'0'0,"0"0"0"0"0,0-1 0 0 0,0 1-1 0 0,2-5 2154 0 0,-2 5-2154 0 0,1 0 1 0 0,-1 0 0 0 0,0 0 0 0 0,0 0-1 0 0,0-1 1 0 0,1 1 0 0 0,-1 0 0 0 0,0 0-1 0 0,0 0 1 0 0,0 0 0 0 0,1 0-1 0 0,-1 0 1 0 0,0 0 0 0 0,0 0 0 0 0,0 0-1 0 0,1 0 1 0 0,-1 0 0 0 0,0 0 0 0 0,1 1-1 0 0,11 12 2716 0 0,49 112-1099 0 0,44 134 1 0 0,-70-168-1540 0 0,116 280-1843 0 0,-133-323-1377 0 0,-15-30-3303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1 216 3225 0 0,'31'-67'3781'0'0,"-22"47"-2516"0"0,0 0 1 0 0,20-32 0 0 0,-26 47-1007 0 0,0 1 0 0 0,0 0 0 0 0,1 0 0 0 0,-1 0 0 0 0,1 0 0 0 0,0 0 0 0 0,0 1 0 0 0,1-1 0 0 0,-1 1 0 0 0,1 0 0 0 0,-1 1 0 0 0,1-1 0 0 0,0 1 0 0 0,0 0 0 0 0,10-2 0 0 0,-14 3-185 0 0,1 1 0 0 0,0-1 0 0 0,-1 1 0 0 0,1 0 0 0 0,0 0 0 0 0,0 0-1 0 0,-1 0 1 0 0,1 0 0 0 0,0 1 0 0 0,-1-1 0 0 0,1 0 0 0 0,0 1 0 0 0,-1-1 0 0 0,1 1 0 0 0,0-1-1 0 0,-1 1 1 0 0,1 0 0 0 0,-1 0 0 0 0,1 0 0 0 0,-1 0 0 0 0,3 2 0 0 0,-2-1-1 0 0,0 1-1 0 0,0-1 1 0 0,0 1 0 0 0,0 0 0 0 0,-1 0 0 0 0,1 0 0 0 0,-1 0 0 0 0,0 0-1 0 0,0 0 1 0 0,1 6 0 0 0,1 4 29 0 0,-2 0-1 0 0,0 1 0 0 0,0-1 1 0 0,-3 22-1 0 0,-18 111 23 0 0,-1 24 1723 0 0,21-168-1761 0 0,-1 0 0 0 0,1 0-1 0 0,0 0 1 0 0,0 0 0 0 0,0 1 0 0 0,0-1-1 0 0,1 0 1 0 0,-1 0 0 0 0,0 0-1 0 0,1 0 1 0 0,0 0 0 0 0,-1 0 0 0 0,1 0-1 0 0,0 0 1 0 0,0 0 0 0 0,0 0-1 0 0,0 0 1 0 0,0 0 0 0 0,1-1 0 0 0,-1 1-1 0 0,1 0 1 0 0,-1-1 0 0 0,1 1-1 0 0,-1-1 1 0 0,4 2 0 0 0,-1-1-50 0 0,-1-1-1 0 0,1 0 1 0 0,0 0 0 0 0,0 0-1 0 0,0-1 1 0 0,0 1 0 0 0,0-1 0 0 0,0 0-1 0 0,0 0 1 0 0,0-1 0 0 0,0 1-1 0 0,0-1 1 0 0,5-1 0 0 0,11-3-335 0 0,-10 2-330 0 0,-1 1-1 0 0,1 0 1 0 0,-1 1 0 0 0,1 0-1 0 0,0 0 1 0 0,-1 1 0 0 0,14 1 0 0 0,-7 3-5745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63 6913 0 0,'-11'-22'549'0'0,"0"0"1818"0"0,-2 3 3381 0 0,12 21-5381 0 0,1 0-1 0 0,-1 0 1 0 0,1-1 0 0 0,0 1 0 0 0,0 0 0 0 0,-1 0 0 0 0,1 0 0 0 0,1 0-1 0 0,-1-1 1 0 0,0 4 0 0 0,7 25 248 0 0,2 0-1 0 0,0-1 1 0 0,2 0-1 0 0,28 53 1 0 0,-5-23-753 0 0,49 64 0 0 0,-79-118-160 0 0,8 11-694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1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41 346 3681 0 0,'-5'-6'908'0'0,"0"0"-1"0"0,0-1 1 0 0,1 1 0 0 0,0-1 0 0 0,0 0-1 0 0,1 0 1 0 0,0 0 0 0 0,-4-13 0 0 0,7 19-754 0 0,1 1 0 0 0,-1-1 0 0 0,1 1 0 0 0,-1-1 0 0 0,1 1 0 0 0,0 0 0 0 0,-1-1 0 0 0,1 1 0 0 0,-1 0 0 0 0,1-1 0 0 0,0 1 1 0 0,-1 0-1 0 0,1 0 0 0 0,0 0 0 0 0,-1-1 0 0 0,1 1 0 0 0,0 0 0 0 0,-1 0 0 0 0,1 0 0 0 0,0 0 0 0 0,-1 0 0 0 0,1 0 0 0 0,0 1 0 0 0,-1-1 1 0 0,2 0-1 0 0,22 3 948 0 0,-23-3-891 0 0,18 4 451 0 0,0 1 0 0 0,0 1 0 0 0,0 1-1 0 0,0 0 1 0 0,25 16 0 0 0,-27-14-567 0 0,0 0 1 0 0,1-2-1 0 0,0 1 1 0 0,1-2-1 0 0,27 6 1 0 0,-41-12-72 0 0,1 1 1 0 0,0-1 0 0 0,-1 1-1 0 0,1-2 1 0 0,0 1-1 0 0,0-1 1 0 0,-1 1-1 0 0,1-1 1 0 0,-1-1-1 0 0,8-2 1 0 0,-11 3 3 0 0,0 0 1 0 0,-1 0 0 0 0,1 0-1 0 0,0 0 1 0 0,0 0-1 0 0,-1 0 1 0 0,1-1 0 0 0,-1 1-1 0 0,1-1 1 0 0,-1 1-1 0 0,0-1 1 0 0,0 1 0 0 0,1-1-1 0 0,-1 0 1 0 0,0 0 0 0 0,-1 1-1 0 0,1-1 1 0 0,0 0-1 0 0,0 0 1 0 0,-1 0 0 0 0,1 0-1 0 0,-1 0 1 0 0,0 0 0 0 0,1 0-1 0 0,-1 0 1 0 0,0 0-1 0 0,0 0 1 0 0,0 0 0 0 0,-1 0-1 0 0,1 0 1 0 0,-1-3 0 0 0,-7-24 61 0 0,-1 1 1 0 0,-1 1 0 0 0,-1 0-1 0 0,-1 0 1 0 0,-22-33 0 0 0,-2-7-155 0 0,10 21-2880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4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0 2761 0 0,'-4'11'325'0'0,"1"-1"1"0"0,1 1 0 0 0,0-1-1 0 0,1 1 1 0 0,0 0 0 0 0,0-1-1 0 0,1 1 1 0 0,0 0 0 0 0,1 0-1 0 0,0 0 1 0 0,4 10 0 0 0,-4-13-54 0 0,1-1 0 0 0,0 1 1 0 0,0-1-1 0 0,1 1 1 0 0,0-1-1 0 0,1 0 0 0 0,-1 0 1 0 0,1 0-1 0 0,1-1 0 0 0,-1 1 1 0 0,1-1-1 0 0,0 0 0 0 0,0-1 1 0 0,1 1-1 0 0,11 8 0 0 0,-12-12-91 0 0,-1 1-1 0 0,0-1 0 0 0,1-1 1 0 0,-1 1-1 0 0,1-1 0 0 0,0 0 1 0 0,-1 0-1 0 0,1 0 0 0 0,0 0 1 0 0,0-1-1 0 0,0 0 0 0 0,-1 0 1 0 0,1 0-1 0 0,0-1 0 0 0,0 0 1 0 0,-1 0-1 0 0,1 0 0 0 0,0 0 1 0 0,-1-1-1 0 0,1 1 0 0 0,-1-1 1 0 0,1 0-1 0 0,-1-1 0 0 0,0 1 1 0 0,0-1-1 0 0,4-3 0 0 0,-4 3-114 0 0,0 0-1 0 0,-1 0 0 0 0,0 0 0 0 0,0-1 1 0 0,0 1-1 0 0,0-1 0 0 0,0 1 1 0 0,-1-1-1 0 0,0 0 0 0 0,1 0 1 0 0,-2 0-1 0 0,1-1 0 0 0,0 1 1 0 0,-1 0-1 0 0,0-1 0 0 0,0 1 0 0 0,0-1 1 0 0,0 1-1 0 0,-1-1 0 0 0,1 1 1 0 0,-1-1-1 0 0,-1 1 0 0 0,1-1 1 0 0,-1 1-1 0 0,1-1 0 0 0,-1 1 0 0 0,-3-8 1 0 0,1 5-147 0 0,1 0 0 0 0,-2 1 0 0 0,1 0 0 0 0,-1-1 0 0 0,0 1 0 0 0,0 1 0 0 0,-1-1 0 0 0,1 1 0 0 0,-1-1 1 0 0,-1 1-1 0 0,1 1 0 0 0,-1-1 0 0 0,0 1 0 0 0,0 0 0 0 0,0 0 0 0 0,0 1 0 0 0,-1-1 0 0 0,-12-3 0 0 0,0 3-5751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6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0 156 8290 0 0,'10'-2'714'0'0,"1"1"0"0"0,-1 0 0 0 0,1 1-1 0 0,-1 0 1 0 0,0 1 0 0 0,1 0 0 0 0,14 4 0 0 0,-20-4-587 0 0,-1 0-1 0 0,0 1 1 0 0,0-1-1 0 0,0 1 1 0 0,1 0-1 0 0,-2 0 1 0 0,1 0-1 0 0,0 1 1 0 0,0-1-1 0 0,-1 1 1 0 0,1 0-1 0 0,-1 0 1 0 0,0 0-1 0 0,0 0 1 0 0,0 1-1 0 0,0-1 1 0 0,-1 1-1 0 0,0 0 1 0 0,4 8 0 0 0,-16-26 3799 0 0,-17-28-2369 0 0,23 29-1778 0 0,0 0 0 0 0,1 0-1 0 0,0 0 1 0 0,0-1-1 0 0,2 1 1 0 0,0-1 0 0 0,0 1-1 0 0,2-17 1 0 0,1 3-6999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28 6849 0 0,'14'-11'609'0'0,"-7"4"-481"0"0,0 1-128 0 0,-2 2 0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2.0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6913 0 0,'0'1'99'0'0,"0"1"0"0"0,-1 0 0 0 0,1-1-1 0 0,0 1 1 0 0,0 0 0 0 0,0 0 0 0 0,0-1-1 0 0,1 1 1 0 0,-1 0 0 0 0,0-1-1 0 0,1 1 1 0 0,-1 0 0 0 0,1-1 0 0 0,0 1-1 0 0,-1 0 1 0 0,1-1 0 0 0,2 3 0 0 0,-2-3 105 0 0,0 0 1 0 0,0-1 0 0 0,0 1-1 0 0,0-1 1 0 0,0 1 0 0 0,1-1-1 0 0,-1 1 1 0 0,0-1 0 0 0,0 0-1 0 0,1 1 1 0 0,-1-1 0 0 0,0 0-1 0 0,1 0 1 0 0,-1 0 0 0 0,0 0 0 0 0,0 0-1 0 0,1 0 1 0 0,-1 0 0 0 0,0-1-1 0 0,1 1 1 0 0,-1 0 0 0 0,0-1-1 0 0,0 1 1 0 0,0-1 0 0 0,2 0-1 0 0,3-3 47 0 0,0 0 0 0 0,0 1 0 0 0,0-2 0 0 0,-1 1 0 0 0,0-1 0 0 0,1 0-1 0 0,-2 0 1 0 0,1 0 0 0 0,-1-1 0 0 0,0 1 0 0 0,0-1 0 0 0,0 0 0 0 0,3-9-1 0 0,-1 5-1696 0 0,0 0-1 0 0,1 1 0 0 0,11-14 0 0 0,-6 12-568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1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19 164 3225 0 0,'0'0'173'0'0,"-1"1"0"0"0,0-1-1 0 0,1 0 1 0 0,-1 0 0 0 0,0 0 0 0 0,1 0 0 0 0,-1 0 0 0 0,0 0 0 0 0,1 0 0 0 0,-1-1 0 0 0,0 1 0 0 0,1 0 0 0 0,-1 0 0 0 0,1 0 0 0 0,-1-1 0 0 0,0 1-1 0 0,1 0 1 0 0,-1-1 0 0 0,1 1 0 0 0,-1-1 0 0 0,1 1 0 0 0,-1 0 0 0 0,1-1 0 0 0,-1 1 0 0 0,1-1 0 0 0,-1 1 0 0 0,1-1 0 0 0,0 0 0 0 0,-1 1 0 0 0,1-1-1 0 0,0 1 1 0 0,-1-1 0 0 0,1 0 0 0 0,0 1 0 0 0,0-2 0 0 0,0 0 165 0 0,0 0-1 0 0,0-1 1 0 0,1 1-1 0 0,-1 0 0 0 0,1 0 1 0 0,-1-1-1 0 0,1 1 1 0 0,0 0-1 0 0,0 0 1 0 0,2-4-1 0 0,5-6 802 0 0,0 0-1 0 0,14-16 0 0 0,-15 20-973 0 0,-1 1 0 0 0,1 1 0 0 0,0-1 0 0 0,1 1 0 0 0,0 1 0 0 0,0-1 0 0 0,0 1 0 0 0,0 0 0 0 0,17-6 0 0 0,-21 10-111 0 0,0 0 0 0 0,0 0 1 0 0,0 0-1 0 0,0 0 1 0 0,0 1-1 0 0,0 0 1 0 0,0-1-1 0 0,0 1 1 0 0,0 1-1 0 0,0-1 1 0 0,1 1-1 0 0,-1-1 1 0 0,0 1-1 0 0,0 0 1 0 0,-1 1-1 0 0,1-1 0 0 0,0 1 1 0 0,0 0-1 0 0,-1 0 1 0 0,1 0-1 0 0,-1 0 1 0 0,1 0-1 0 0,-1 1 1 0 0,6 5-1 0 0,0 2-69 0 0,0 1 1 0 0,-1 0-1 0 0,-1 0 0 0 0,0 0 1 0 0,0 1-1 0 0,-1 0 0 0 0,0 1 1 0 0,-1-1-1 0 0,-1 1 0 0 0,4 14 1 0 0,2 21-105 0 0,7 72 0 0 0,-10-56 86 0 0,-6-59 25 0 0,2 18-1418 0 0,0-1-1 0 0,2 1 1 0 0,10 28 0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2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1 3681 0 0,'-2'5'328'0'0,"2"-2"-264"0"0,-5 11 5721 0 0,2-8-4569 0 0,-1-1-63 0 0,1 0-17 0 0,-3 0 0 0 0,3 1-1536 0 0,-2-3-304 0 0,-1 1-64 0 0,-1-4-16 0 0,-1-6 656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0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75 165 5529 0 0,'-14'-23'1281'0'0,"-14"-34"0"0"0,-4-27 7012 0 0,39 122-4197 0 0,-3 32-3068 0 0,-3-31-606 0 0,3 26-167 0 0,57 541 253 0 0,-43-500-488 0 0,14 66-922 0 0,-31-170 739 0 0,1 5-1360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28 224 6449 0 0,'-4'-6'424'0'0,"1"0"0"0"0,-1 0-1 0 0,1-1 1 0 0,1 1 0 0 0,-1-1 0 0 0,1 0-1 0 0,0 0 1 0 0,1 0 0 0 0,-1 0-1 0 0,1 0 1 0 0,1 0 0 0 0,0 0-1 0 0,0 0 1 0 0,0 0 0 0 0,1 0 0 0 0,-1 0-1 0 0,2 0 1 0 0,-1 0 0 0 0,3-7-1 0 0,-3 10-369 0 0,1-1 0 0 0,-1 1 0 0 0,0 0 0 0 0,1 0 0 0 0,0 0-1 0 0,0 0 1 0 0,0 0 0 0 0,1 1 0 0 0,-1-1 0 0 0,1 1 0 0 0,0-1-1 0 0,0 1 1 0 0,0 0 0 0 0,0 0 0 0 0,0 0 0 0 0,1 1 0 0 0,-1-1-1 0 0,1 1 1 0 0,0 0 0 0 0,0 0 0 0 0,0 0 0 0 0,0 0 0 0 0,0 1 0 0 0,0 0-1 0 0,0 0 1 0 0,1 0 0 0 0,-1 0 0 0 0,0 0 0 0 0,1 1 0 0 0,-1 0-1 0 0,9 0 1 0 0,-1 3 61 0 0,-1-1 0 0 0,1 1 0 0 0,-1 1-1 0 0,0 0 1 0 0,0 1 0 0 0,0 0 0 0 0,-1 0-1 0 0,1 1 1 0 0,-1 1 0 0 0,-1-1 0 0 0,1 2-1 0 0,-1-1 1 0 0,12 14 0 0 0,-13-13-68 0 0,-1 1 1 0 0,-1-1-1 0 0,1 1 1 0 0,-2 0-1 0 0,1 0 1 0 0,-1 1-1 0 0,0-1 1 0 0,-1 1-1 0 0,0 0 0 0 0,-1 0 1 0 0,0 1-1 0 0,-1-1 1 0 0,0 1-1 0 0,0 0 1 0 0,0 10-1 0 0,-3 1 191 0 0,0-1 0 0 0,-2 0 0 0 0,0 1-1 0 0,-1-1 1 0 0,-2-1 0 0 0,0 1 0 0 0,-1-1 0 0 0,-1 0 0 0 0,0 0 0 0 0,-2-1-1 0 0,0-1 1 0 0,-1 1 0 0 0,-1-2 0 0 0,-1 1 0 0 0,-1-2 0 0 0,-21 22 0 0 0,35-38-223 0 0,-1 0 0 0 0,0 1 1 0 0,0-1-1 0 0,1 0 1 0 0,-1 1-1 0 0,1-1 1 0 0,-1 1-1 0 0,0-1 1 0 0,1 1-1 0 0,-1-1 0 0 0,1 1 1 0 0,-1-1-1 0 0,1 1 1 0 0,-1 0-1 0 0,1-1 1 0 0,-1 1-1 0 0,1 0 1 0 0,0-1-1 0 0,0 1 0 0 0,-1 0 1 0 0,1 0-1 0 0,0-1 1 0 0,0 1-1 0 0,0 0 1 0 0,-1 0-1 0 0,1-1 1 0 0,0 1-1 0 0,0 0 0 0 0,0 1 1 0 0,23 3 246 0 0,-9-3-277 0 0,133 13 156 0 0,-97-12-1128 0 0,85 16 1 0 0,-74-2-1858 0 0,-2 6-3806 0 0,-38-13 4068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5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 40 6913 0 0,'-1'-2'-49'0'0,"-24"-24"1788"0"0,24 25-1340 0 0,0 0 1 0 0,0 0-1 0 0,0 0 0 0 0,-1 0 0 0 0,1 0 0 0 0,0 0 0 0 0,-1 0 0 0 0,1 1 0 0 0,0-1 0 0 0,-1 0 0 0 0,1 1 0 0 0,-1-1 0 0 0,1 1 0 0 0,-1 0 0 0 0,0-1 0 0 0,1 1 0 0 0,-1 0 0 0 0,-2 0 0 0 0,3 1-265 0 0,1-1 1 0 0,-1 0-1 0 0,1 1 1 0 0,-1-1-1 0 0,1 1 1 0 0,-1-1-1 0 0,1 1 1 0 0,0-1-1 0 0,-1 1 1 0 0,1 0-1 0 0,0-1 1 0 0,-1 1-1 0 0,1-1 1 0 0,0 1-1 0 0,0 0 1 0 0,0-1-1 0 0,-1 1 1 0 0,1 0-1 0 0,0-1 1 0 0,0 1-1 0 0,0 0 1 0 0,0-1-1 0 0,0 2 1 0 0,1 22 776 0 0,-1-17-591 0 0,-1 119 997 0 0,2 129-892 0 0,1-216-663 0 0,1-1 0 0 0,14 62 1 0 0,6-27-3711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8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17 188 6913 0 0,'-4'-11'138'0'0,"2"3"-17"0"0,-1 0 0 0 0,1 0 1 0 0,0-1-1 0 0,-1-13 1 0 0,3 20 114 0 0,0 0-1 0 0,0 0 1 0 0,0 0 0 0 0,0 0 0 0 0,0 0 0 0 0,0 0 0 0 0,0 0 0 0 0,1 0 0 0 0,-1 1 0 0 0,1-1 0 0 0,-1 0-1 0 0,1 0 1 0 0,0 0 0 0 0,-1 0 0 0 0,1 1 0 0 0,0-1 0 0 0,0 0 0 0 0,1 1 0 0 0,-1-1 0 0 0,0 1 0 0 0,0-1 0 0 0,1 1-1 0 0,-1 0 1 0 0,3-3 0 0 0,-1 4 44 0 0,-1 0-1 0 0,0-1 1 0 0,0 1 0 0 0,1 0-1 0 0,-1 0 1 0 0,0 0 0 0 0,0 1-1 0 0,1-1 1 0 0,-1 0-1 0 0,0 1 1 0 0,0 0 0 0 0,0-1-1 0 0,0 1 1 0 0,0 0 0 0 0,0 0-1 0 0,0 0 1 0 0,0 0-1 0 0,0 0 1 0 0,0 1 0 0 0,0-1-1 0 0,1 2 1 0 0,24 20 284 0 0,-1 1 1 0 0,40 48-1 0 0,-46-48-513 0 0,2 0 1 0 0,1-1-1 0 0,34 26 0 0 0,-56-48-23 0 0,1 0 1 0 0,-1 0-1 0 0,1 1 1 0 0,0-1 0 0 0,0 0-1 0 0,-1-1 1 0 0,1 1 0 0 0,0 0-1 0 0,0 0 1 0 0,0-1-1 0 0,0 1 1 0 0,0-1 0 0 0,0 1-1 0 0,0-1 1 0 0,0 0-1 0 0,0 0 1 0 0,0 0 0 0 0,0 0-1 0 0,2-1 1 0 0,-3 0-5 0 0,1 1 0 0 0,-1-1 1 0 0,0 0-1 0 0,0 0 0 0 0,0 0 0 0 0,0 0 0 0 0,0 0 0 0 0,0 0 1 0 0,0 0-1 0 0,0-1 0 0 0,0 1 0 0 0,-1 0 0 0 0,1 0 1 0 0,0-1-1 0 0,-1 1 0 0 0,1 0 0 0 0,-1-1 0 0 0,0 1 1 0 0,1-1-1 0 0,-1 1 0 0 0,0-1 0 0 0,0 1 0 0 0,0 0 1 0 0,0-1-1 0 0,0 1 0 0 0,0-3 0 0 0,-6-91 329 0 0,3 74-825 0 0,1 0 1 0 0,0 0-1 0 0,2-1 0 0 0,1 1 1 0 0,1 0-1 0 0,8-39 1 0 0,-3 38-6752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1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77 4145 0 0,'0'0'191'0'0,"-1"29"4210"0"0,2-11-3724 0 0,2 1 1 0 0,0-1 0 0 0,1 1 0 0 0,1-1 0 0 0,8 19 0 0 0,-10-28-384 0 0,1-1 0 0 0,0 1 0 0 0,1-1 0 0 0,0 0 0 0 0,0 0 0 0 0,1 0 0 0 0,-1-1 0 0 0,2 1 0 0 0,-1-1 0 0 0,1-1-1 0 0,14 12 1 0 0,-19-17-225 0 0,-1-1-1 0 0,0 1 0 0 0,1 0 0 0 0,-1 0 1 0 0,0-1-1 0 0,1 1 0 0 0,-1 0 0 0 0,1-1 0 0 0,-1 0 1 0 0,1 1-1 0 0,-1-1 0 0 0,1 0 0 0 0,-1 0 0 0 0,1 1 1 0 0,0-1-1 0 0,-1-1 0 0 0,1 1 0 0 0,-1 0 0 0 0,1 0 1 0 0,-1 0-1 0 0,1-1 0 0 0,-1 1 0 0 0,1-1 0 0 0,-1 1 1 0 0,2-2-1 0 0,0 0 17 0 0,-1 0 0 0 0,1 0 0 0 0,-1-1 0 0 0,0 1 0 0 0,0-1 0 0 0,0 1 0 0 0,0-1 0 0 0,0 1 0 0 0,0-1 0 0 0,-1 0 0 0 0,3-5 0 0 0,-1-2 29 0 0,1-1 0 0 0,-1 1 1 0 0,-1-1-1 0 0,0 1 0 0 0,-1-1 0 0 0,1-17 0 0 0,-3 10-176 0 0,-1-1-1 0 0,-1 0 1 0 0,-1 1-1 0 0,0-1 1 0 0,-2 1-1 0 0,0 1 0 0 0,-1-1 1 0 0,-1 1-1 0 0,-12-21 1 0 0,6 23-2395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4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1 126 10594 0 0,'11'13'199'0'0,"0"-1"0"0"0,1-1 0 0 0,1 0 0 0 0,0 0 0 0 0,1-1 0 0 0,23 12 0 0 0,-28-16 335 0 0,14 8 13 0 0,16 11 643 0 0,-16-6 3195 0 0,-28-25-3967 0 0,0-1 0 0 0,-1 0 0 0 0,2-1 0 0 0,-1 1 1 0 0,1-1-1 0 0,1 0 0 0 0,-1 0 0 0 0,1 0 1 0 0,1 0-1 0 0,-1 0 0 0 0,1-1 0 0 0,1 1 0 0 0,-2-16 1 0 0,3 13-732 0 0,0-1 0 0 0,0 1 1 0 0,1 0-1 0 0,3-16 1 0 0,-2 18-586 0 0,0 1 1 0 0,1 1 0 0 0,-1-1 0 0 0,2 0 0 0 0,-1 1-1 0 0,7-10 1 0 0,4-3-6267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8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36 8754 0 0,'-4'-1'6107'0'0,"24"-19"-4810"0"0,-17 18-1586 0 0,0 0 0 0 0,0 0 1 0 0,0 1-1 0 0,1-1 0 0 0,-1 1 0 0 0,0 0 0 0 0,1 0 1 0 0,-1 0-1 0 0,1 0 0 0 0,0 1 0 0 0,-1-1 0 0 0,1 1 1 0 0,-1 0-1 0 0,1 0 0 0 0,4 1 0 0 0,5 1-1086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3.0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56 7370 0 0,'-1'0'33'0'0,"1"0"0"0"0,0 0 0 0 0,0 0 0 0 0,-1 1 0 0 0,1-1 0 0 0,0 0 0 0 0,0 0 0 0 0,0 0 0 0 0,-1 1 0 0 0,1-1 0 0 0,0 0 0 0 0,0 0 0 0 0,0 1 0 0 0,0-1 0 0 0,0 0 0 0 0,-1 0 0 0 0,1 1 0 0 0,0-1 0 0 0,0 0 0 0 0,0 0 0 0 0,0 1 0 0 0,0-1 0 0 0,0 0 0 0 0,0 0 0 0 0,0 1 0 0 0,0-1 0 0 0,0 0 0 0 0,0 1 0 0 0,0-1 0 0 0,0 0 0 0 0,0 0 0 0 0,0 1 0 0 0,1-1 0 0 0,-1 0 0 0 0,0 0 0 0 0,0 1 0 0 0,0-1 0 0 0,0 0 0 0 0,0 0 0 0 0,1 1 1 0 0,-1-1-1 0 0,0 0 0 0 0,0 0 0 0 0,0 0 0 0 0,0 1 0 0 0,1-1 0 0 0,15-5 2274 0 0,-13 4-2198 0 0,46-23 1079 0 0,15-6-4624 0 0,-43 23 3044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11 124 3681 0 0,'-5'-62'4081'0'0,"0"0"3619"0"0,14 121-2536 0 0,-1 5-3734 0 0,13 76-1271 0 0,146 560 159 0 0,-164-688-455 0 0,-2-8-70 0 0,0 1 0 0 0,1-1 0 0 0,-1 0 0 0 0,1 1 0 0 0,0-1-1 0 0,0 0 1 0 0,0 0 0 0 0,5 7 0 0 0,-1-41-6557 0 0,-7 13 6711 0 0,-2 0 53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30 156 5065 0 0,'-4'-5'618'0'0,"0"-1"-1"0"0,1 0 1 0 0,-1 1 0 0 0,1-1-1 0 0,0 0 1 0 0,1-1-1 0 0,-4-8 1 0 0,6 13-347 0 0,0-1 0 0 0,-1 1 0 0 0,1-1 0 0 0,0 0 1 0 0,1 1-1 0 0,-1-1 0 0 0,0 1 0 0 0,1 0 0 0 0,-1-1 0 0 0,1 1 0 0 0,0-1 0 0 0,0 1 1 0 0,0 0-1 0 0,0-1 0 0 0,0 1 0 0 0,0 0 0 0 0,1 0 0 0 0,-1 0 0 0 0,1 0 0 0 0,0 0 1 0 0,-1 0-1 0 0,1 0 0 0 0,2-1 0 0 0,2-2-78 0 0,-1 1 0 0 0,0 0 0 0 0,1 0 1 0 0,0 0-1 0 0,0 0 0 0 0,0 1 0 0 0,0 0 0 0 0,1 1 0 0 0,-1-1 1 0 0,1 1-1 0 0,0 1 0 0 0,-1-1 0 0 0,1 1 0 0 0,8-1 0 0 0,-9 2-122 0 0,-1 1 0 0 0,0-1 0 0 0,1 1 0 0 0,-1-1 0 0 0,1 2 0 0 0,-1-1 0 0 0,0 0 0 0 0,0 1 0 0 0,0 0 0 0 0,0 1 0 0 0,0-1 0 0 0,0 1 0 0 0,0 0 0 0 0,-1 0 0 0 0,1 0 0 0 0,-1 0 0 0 0,0 1 0 0 0,5 5 0 0 0,-2-1-69 0 0,-1 1 1 0 0,1-1-1 0 0,-1 1 0 0 0,-1 1 0 0 0,1-1 1 0 0,-2 1-1 0 0,1 0 0 0 0,-1 0 0 0 0,-1 0 0 0 0,4 17 1 0 0,-5-11-100 0 0,0 1 1 0 0,-1-1-1 0 0,0 1 0 0 0,-1-1 1 0 0,-1 1-1 0 0,-4 19 1 0 0,-7 15 181 0 0,-2-1 1 0 0,-2 0-1 0 0,-29 62 0 0 0,38-95 185 0 0,-1 0 466 0 0,-20 31 0 0 0,-5 11 81 0 0,33-58-816 0 0,-1 0 0 0 0,1-1 0 0 0,0 1 0 0 0,-1-1 0 0 0,1 1 0 0 0,0 0 1 0 0,0-1-1 0 0,0 1 0 0 0,0 0 0 0 0,0 0 0 0 0,0-1 0 0 0,0 1 1 0 0,0 0-1 0 0,0-1 0 0 0,0 1 0 0 0,0 0 0 0 0,0-1 0 0 0,0 1 0 0 0,0 0 1 0 0,1-1-1 0 0,-1 1 0 0 0,0 0 0 0 0,1-1 0 0 0,-1 1 0 0 0,0-1 0 0 0,1 1 1 0 0,-1-1-1 0 0,1 2 0 0 0,1-1 3 0 0,-1 0 0 0 0,1 0 0 0 0,-1 0 0 0 0,1-1 0 0 0,0 1 0 0 0,-1 0 0 0 0,1-1-1 0 0,0 1 1 0 0,-1-1 0 0 0,1 1 0 0 0,2-1 0 0 0,3 1 8 0 0,1-1 1 0 0,0 0-1 0 0,-1 0 0 0 0,11-2 0 0 0,30-9-756 0 0,1-2 0 0 0,-2-3 0 0 0,56-25 1 0 0,-70 26-6556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0 169 5065 0 0,'2'-3'609'0'0,"0"0"-1"0"0,1 1 1 0 0,-1-1-1 0 0,0 1 1 0 0,1 0-1 0 0,0-1 1 0 0,-1 1 0 0 0,1 0-1 0 0,0 0 1 0 0,0 1-1 0 0,5-3 1 0 0,-1 0 327 0 0,100-60 7056 0 0,-81 51-7721 0 0,0 1 1 0 0,1 1-1 0 0,0 1 0 0 0,42-9 1 0 0,-17 13-1478 0 0,-31 7-5188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0 4609 0 0,'-3'2'232'0'0,"0"0"-1"0"0,0 0 1 0 0,0 1-1 0 0,0-1 1 0 0,0 1-1 0 0,1 0 1 0 0,-1 0-1 0 0,1 0 1 0 0,0 0-1 0 0,0 0 1 0 0,0 0 0 0 0,0 0-1 0 0,0 1 1 0 0,1-1-1 0 0,-1 1 1 0 0,1-1-1 0 0,0 1 1 0 0,0 0-1 0 0,0 0 1 0 0,1-1 0 0 0,-1 1-1 0 0,1 0 1 0 0,0 5-1 0 0,0 32 2735 0 0,1 0 1 0 0,12 71-1 0 0,-1-7-1068 0 0,-8-49-1570 0 0,0 11-587 0 0,2 0-1 0 0,3 0 1 0 0,27 95 0 0 0,-27-133-7016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 8290 0 0,'4'-7'-177'0'0,"19"-24"8542"0"0,-23 30-8235 0 0,1 1 0 0 0,-1 0 0 0 0,0 0 0 0 0,1 0 0 0 0,-1 0 0 0 0,0 0 0 0 0,1 0 0 0 0,-1 0 0 0 0,0 0 0 0 0,1 0 0 0 0,-1 0 0 0 0,0 0 0 0 0,1 0 0 0 0,-1 0 0 0 0,0 0 0 0 0,1 0 0 0 0,-1 0 0 0 0,5 17 1471 0 0,0 70 171 0 0,-4-34-1418 0 0,12 72 1 0 0,-9-109-374 0 0,-1 1 0 0 0,2 0 1 0 0,0-1-1 0 0,1 0 0 0 0,1 0 1 0 0,1 0-1 0 0,0-1 0 0 0,13 19 1 0 0,-20-33 6 0 0,-1 1 1 0 0,1-1-1 0 0,0 0 1 0 0,0-1-1 0 0,-1 1 1 0 0,1 0 0 0 0,0 0-1 0 0,0 0 1 0 0,0 0-1 0 0,0-1 1 0 0,0 1 0 0 0,0 0-1 0 0,0-1 1 0 0,0 1-1 0 0,0-1 1 0 0,0 1-1 0 0,0-1 1 0 0,0 1 0 0 0,1-1-1 0 0,-1 0 1 0 0,0 1-1 0 0,0-1 1 0 0,0 0 0 0 0,2 0-1 0 0,-1-1-24 0 0,-1 1-1 0 0,1-1 1 0 0,-1 0-1 0 0,1 1 1 0 0,-1-1-1 0 0,1 0 1 0 0,-1 0-1 0 0,0 0 1 0 0,1 0 0 0 0,-1 0-1 0 0,0-1 1 0 0,0 1-1 0 0,0 0 1 0 0,0 0-1 0 0,1-3 1 0 0,5-8-234 0 0,-1 0-1 0 0,0 0 1 0 0,6-21 0 0 0,-7 21 196 0 0,8-29 223 0 0,-10 31-67 0 0,-1 1 0 0 0,2-1 0 0 0,-1 1 0 0 0,1 0 0 0 0,0 0 0 0 0,1 0 0 0 0,0 0 0 0 0,1 1 0 0 0,12-15 0 0 0,-17 22-64 0 0,1-1 1 0 0,-1 1 0 0 0,1 0-1 0 0,0 0 1 0 0,0 0 0 0 0,0 0 0 0 0,0 0-1 0 0,0 1 1 0 0,0-1 0 0 0,0 1-1 0 0,0-1 1 0 0,0 1 0 0 0,0 0-1 0 0,0-1 1 0 0,0 1 0 0 0,0 0 0 0 0,0 0-1 0 0,0 1 1 0 0,0-1 0 0 0,0 0-1 0 0,0 1 1 0 0,0-1 0 0 0,0 1-1 0 0,0 0 1 0 0,0-1 0 0 0,0 1 0 0 0,0 0-1 0 0,0 0 1 0 0,-1 0 0 0 0,3 3-1 0 0,7 3 164 0 0,-1 2 0 0 0,0 0 0 0 0,16 18 0 0 0,-7-7-65 0 0,-15-16-341 0 0,0 0 0 0 0,0-1 0 0 0,1 1-1 0 0,-1-1 1 0 0,1 0 0 0 0,-1 0 0 0 0,1 0 0 0 0,0-1 0 0 0,0 1 0 0 0,0-1 0 0 0,1-1-1 0 0,-1 1 1 0 0,0-1 0 0 0,1 1 0 0 0,-1-2 0 0 0,1 1 0 0 0,6 0 0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0,'11'29'8332'0'0,"-10"-28"-8090"0"0,-1-1 1 0 0,1 0-1 0 0,0 0 0 0 0,-1 1 1 0 0,1-1-1 0 0,-1 0 0 0 0,1 0 1 0 0,0 0-1 0 0,17-4 1633 0 0,3-6-8035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7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65 920 0 0,'-1'2'473'0'0,"0"-1"1"0"0,0 1-1 0 0,0 0 0 0 0,0-1 1 0 0,1 1-1 0 0,-1 0 0 0 0,0 0 0 0 0,1 0 1 0 0,-1-1-1 0 0,1 1 0 0 0,0 0 1 0 0,-1 0-1 0 0,1 0 0 0 0,0 0 0 0 0,7 9 4156 0 0,-7-11-4495 0 0,15-9 1563 0 0,20-26-934 0 0,10-8-3797 0 0,-27 28 1740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6.4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110 344 5985 0 0,'-6'-3'719'0'0,"0"0"-1"0"0,0 0 1 0 0,0 0-1 0 0,1-1 1 0 0,-1 0-1 0 0,1 0 1 0 0,-1 0-1 0 0,1-1 1 0 0,-4-5 0 0 0,3 4-346 0 0,1 1 1 0 0,1-1 0 0 0,-1 0 0 0 0,1-1 0 0 0,0 1-1 0 0,1 0 1 0 0,0-1 0 0 0,0 0 0 0 0,0 0 0 0 0,0 0-1 0 0,1 0 1 0 0,1 0 0 0 0,-3-13 0 0 0,5 13-211 0 0,0 1 0 0 0,1-1-1 0 0,0 1 1 0 0,0-1 0 0 0,0 1 0 0 0,1 0 0 0 0,-1 0 0 0 0,1 0-1 0 0,1 0 1 0 0,-1 1 0 0 0,1-1 0 0 0,0 1 0 0 0,1 0 0 0 0,-1 0-1 0 0,6-5 1 0 0,6-5-7 0 0,1 0 0 0 0,1 1 0 0 0,22-14 0 0 0,-34 24-141 0 0,-1 1 0 0 0,0 0 1 0 0,1 0-1 0 0,0 1 1 0 0,-1-1-1 0 0,1 1 1 0 0,0 0-1 0 0,0 1 1 0 0,11-2-1 0 0,-15 3-14 0 0,0 0-1 0 0,0 0 1 0 0,1 1-1 0 0,-1-1 1 0 0,0 1-1 0 0,0-1 1 0 0,0 1 0 0 0,0 0-1 0 0,0 0 1 0 0,0-1-1 0 0,0 2 1 0 0,0-1-1 0 0,-1 0 1 0 0,1 0 0 0 0,0 0-1 0 0,0 1 1 0 0,-1-1-1 0 0,1 1 1 0 0,-1-1-1 0 0,0 1 1 0 0,1 0-1 0 0,-1 0 1 0 0,0 0 0 0 0,0-1-1 0 0,0 1 1 0 0,0 0-1 0 0,0 0 1 0 0,-1 0-1 0 0,1 0 1 0 0,0 5 0 0 0,4 11-101 0 0,-1 0 0 0 0,-1 1 1 0 0,0-1-1 0 0,-1 35 0 0 0,-10 78-748 0 0,3-87 507 0 0,3 0 0 0 0,2 45 0 0 0,1-75 342 0 0,1 0 0 0 0,0 0 0 0 0,1-1 0 0 0,1 1-1 0 0,0-1 1 0 0,1 0 0 0 0,0 1 0 0 0,1-2 0 0 0,0 1-1 0 0,12 17 1 0 0,-15-27-9 0 0,-1 1-1 0 0,1-1 1 0 0,0 0-1 0 0,0 0 1 0 0,0 0-1 0 0,0 0 1 0 0,1 0-1 0 0,-1-1 0 0 0,1 1 1 0 0,-1-1-1 0 0,1 0 1 0 0,6 2-1 0 0,-8-3 29 0 0,1-1 0 0 0,-1 1-1 0 0,0-1 1 0 0,0 0 0 0 0,0 0 0 0 0,1 1-1 0 0,-1-2 1 0 0,0 1 0 0 0,0 0-1 0 0,1 0 1 0 0,-1-1 0 0 0,0 1-1 0 0,0-1 1 0 0,0 0 0 0 0,0 0 0 0 0,0 1-1 0 0,0-1 1 0 0,0 0 0 0 0,0-1-1 0 0,0 1 1 0 0,0 0 0 0 0,-1-1-1 0 0,1 1 1 0 0,0-1 0 0 0,2-2 0 0 0,-1 0 114 0 0,0 0 0 0 0,0 0 0 0 0,0 0 0 0 0,-1 0 0 0 0,1 0 1 0 0,-1 0-1 0 0,0-1 0 0 0,0 1 0 0 0,0-1 0 0 0,-1 1 0 0 0,0-1 1 0 0,0 0-1 0 0,0 0 0 0 0,0 0 0 0 0,0-9 0 0 0,-2 7-44 0 0,0-1 1 0 0,0 0-1 0 0,-1 0 0 0 0,0 0 0 0 0,0 1 1 0 0,0-1-1 0 0,-1 1 0 0 0,0 0 0 0 0,-5-8 1 0 0,-1 1-47 0 0,0 0 1 0 0,-1 1 0 0 0,0 0 0 0 0,-1 1 0 0 0,0 0 0 0 0,-1 1 0 0 0,0 0 0 0 0,-1 1 0 0 0,-14-9 0 0 0,1 5-92 0 0,0 0 0 0 0,-32-10 0 0 0,10 6-6403 0 0,19 9-749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7.9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77 212 5985 0 0,'-8'-14'107'0'0,"6"10"558"0"0,1 1 0 0 0,-1-1-1 0 0,0 1 1 0 0,-1 0 0 0 0,1 0 0 0 0,0 0-1 0 0,-1 0 1 0 0,0 0 0 0 0,0 0-1 0 0,0 1 1 0 0,0 0 0 0 0,0-1-1 0 0,-5-2 1 0 0,7 5-573 0 0,1 0 0 0 0,-1 0 1 0 0,0 0-1 0 0,1 0 0 0 0,-1 1 0 0 0,0-1 0 0 0,1 0 1 0 0,-1 0-1 0 0,0 0 0 0 0,0 0 0 0 0,1 1 0 0 0,-1-1 0 0 0,1 0 1 0 0,-1 1-1 0 0,0-1 0 0 0,1 1 0 0 0,-1-1 0 0 0,1 0 1 0 0,-1 1-1 0 0,1-1 0 0 0,-1 1 0 0 0,1-1 0 0 0,-1 1 1 0 0,1 0-1 0 0,-1-1 0 0 0,1 1 0 0 0,0-1 0 0 0,-1 1 1 0 0,1 0-1 0 0,0-1 0 0 0,0 1 0 0 0,0 0 0 0 0,-1-1 1 0 0,1 1-1 0 0,0 0 0 0 0,0 0 0 0 0,-5 28 852 0 0,5-28-911 0 0,-4 54 504 0 0,2 0 1 0 0,3 0 0 0 0,13 97 0 0 0,-10-134-535 0 0,0 0 1 0 0,0 0 0 0 0,2 0-1 0 0,0 0 1 0 0,13 23-1 0 0,-16-35-3 0 0,0 1 0 0 0,1-1 0 0 0,0 0 0 0 0,0-1 0 0 0,1 1 0 0 0,0-1 0 0 0,0 0 0 0 0,0 0 0 0 0,0 0-1 0 0,1 0 1 0 0,0-1 0 0 0,0 0 0 0 0,0-1 0 0 0,0 1 0 0 0,0-1 0 0 0,1 0 0 0 0,7 2 0 0 0,-12-5 8 0 0,1 1 1 0 0,-1 0 0 0 0,1-1 0 0 0,0 0-1 0 0,-1 1 1 0 0,1-1 0 0 0,0 0 0 0 0,0 0-1 0 0,-1-1 1 0 0,1 1 0 0 0,0-1-1 0 0,-1 1 1 0 0,1-1 0 0 0,-1 0 0 0 0,1 0-1 0 0,-1 0 1 0 0,1 0 0 0 0,-1 0 0 0 0,1-1-1 0 0,-1 1 1 0 0,0-1 0 0 0,0 0-1 0 0,0 1 1 0 0,0-1 0 0 0,0 0 0 0 0,0 0-1 0 0,0 0 1 0 0,-1 0 0 0 0,1-1 0 0 0,-1 1-1 0 0,0 0 1 0 0,1-1 0 0 0,-1 1 0 0 0,0-1-1 0 0,0 1 1 0 0,0-5 0 0 0,2-2 29 0 0,-1-1 0 0 0,0 1-1 0 0,0-1 1 0 0,-1 0 0 0 0,0 0 0 0 0,-1 0 0 0 0,0 0 0 0 0,-3-17 0 0 0,-7-11 7 0 0,-1 0 0 0 0,-1 1 0 0 0,-3 0 0 0 0,-1 1 0 0 0,-28-48 0 0 0,37 71-43 0 0,5 9-2 0 0,-1 0 0 0 0,1 0 0 0 0,0 0 0 0 0,1-1 0 0 0,-1 1 0 0 0,1-1 0 0 0,0 1 0 0 0,0-1 0 0 0,0 0 0 0 0,1 1 0 0 0,-1-1 0 0 0,1 0 0 0 0,0 1 0 0 0,1-1 0 0 0,-1 0 0 0 0,1 1 0 0 0,0-1 0 0 0,0 0 0 0 0,0 1 0 0 0,1-1 0 0 0,0 1 0 0 0,0 0 0 0 0,0-1 0 0 0,0 1 0 0 0,0 0 0 0 0,1 0 0 0 0,0 1 0 0 0,0-1 0 0 0,0 0 0 0 0,0 1 0 0 0,1 0 0 0 0,-1 0 0 0 0,1 0 0 0 0,0 0 0 0 0,0 0 0 0 0,0 1 0 0 0,0 0 0 0 0,7-3 0 0 0,5-3-18 0 0,1 1 0 0 0,0 1 0 0 0,1 1 0 0 0,-1 0 0 0 0,1 2 0 0 0,0 0 0 0 0,0 0 0 0 0,27 1 0 0 0,-39 2 9 0 0,0 0 0 0 0,0 1 1 0 0,0-1-1 0 0,-1 1 0 0 0,1 0 0 0 0,0 1 1 0 0,0-1-1 0 0,-1 1 0 0 0,1 0 1 0 0,-1 1-1 0 0,0-1 0 0 0,0 1 0 0 0,0 0 1 0 0,0 0-1 0 0,0 1 0 0 0,0 0 0 0 0,-1-1 1 0 0,0 1-1 0 0,1 1 0 0 0,-2-1 0 0 0,1 1 1 0 0,0-1-1 0 0,-1 1 0 0 0,0 0 0 0 0,0 1 1 0 0,-1-1-1 0 0,1 0 0 0 0,-1 1 1 0 0,3 10-1 0 0,-1 7-250 0 0,-1 0 0 0 0,-1 1 1 0 0,-2-1-1 0 0,0 0 0 0 0,-4 35 1 0 0,1-34 82 0 0,1 0-1 0 0,2 0 1 0 0,1 1 0 0 0,6 46 0 0 0,-6-65 173 0 0,1 0 0 0 0,0-1 0 0 0,0 1-1 0 0,0 0 1 0 0,0-1 0 0 0,1 1 0 0 0,0-1-1 0 0,0 0 1 0 0,0 0 0 0 0,1 0 0 0 0,0-1 0 0 0,0 1-1 0 0,0-1 1 0 0,0 0 0 0 0,9 6 0 0 0,-10-7 39 0 0,1-1 0 0 0,0 0 0 0 0,0-1 0 0 0,1 1 0 0 0,-1-1 1 0 0,0 0-1 0 0,0 0 0 0 0,1 0 0 0 0,-1 0 0 0 0,1-1 1 0 0,-1 0-1 0 0,1 0 0 0 0,-1 0 0 0 0,0 0 0 0 0,1-1 0 0 0,-1 0 1 0 0,0 0-1 0 0,1 0 0 0 0,-1 0 0 0 0,0-1 0 0 0,7-3 0 0 0,-4 3 2 0 0,-1-2 0 0 0,1 1 0 0 0,-1-1 0 0 0,0 0-1 0 0,0 0 1 0 0,-1-1 0 0 0,1 0 0 0 0,-1 0-1 0 0,0 0 1 0 0,0 0 0 0 0,-1-1 0 0 0,1 0-1 0 0,6-12 1 0 0,-7 9 62 0 0,-1 0 0 0 0,0 0 1 0 0,0 0-1 0 0,-1 0 0 0 0,0 0 0 0 0,0-1 0 0 0,-1 1 0 0 0,-1-1 0 0 0,0-13 0 0 0,-4-13 200 0 0,-1 1-1 0 0,-3 0 1 0 0,0 0-1 0 0,-20-50 1 0 0,24 75-295 0 0,-2-7-15 0 0,0 1 1 0 0,-2 0-1 0 0,1 0 0 0 0,-2 1 1 0 0,0 0-1 0 0,-17-20 0 0 0,19 26-211 0 0,-1 1-1 0 0,-1 0 1 0 0,1 0-1 0 0,-1 1 1 0 0,-1 0-1 0 0,1 0 1 0 0,-1 1-1 0 0,0 0 1 0 0,-1 1-1 0 0,-18-7 1 0 0,11 6-7461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8.6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0 403 2304 0 0,'13'3'1366'0'0,"-1"1"0"0"0,0 0-1 0 0,0 1 1 0 0,0 0-1 0 0,-1 0 1 0 0,0 1 0 0 0,0 1-1 0 0,0 0 1 0 0,-1 1-1 0 0,0 0 1 0 0,-1 0-1 0 0,11 11 1 0 0,15 29 1539 0 0,-10 7-3369 0 0,-23-48 498 0 0,1-1-1 0 0,0 0 1 0 0,0 1 0 0 0,1-1 0 0 0,0-1-1 0 0,0 1 1 0 0,5 6 0 0 0,-8-11-27 0 0,0 1 0 0 0,0-1 0 0 0,1 0 0 0 0,-1 0 1 0 0,0 1-1 0 0,0-1 0 0 0,1 0 0 0 0,-1 0 1 0 0,1 0-1 0 0,-1-1 0 0 0,1 1 0 0 0,-1 0 1 0 0,1 0-1 0 0,-1-1 0 0 0,1 1 0 0 0,0-1 1 0 0,-1 1-1 0 0,1-1 0 0 0,0 0 0 0 0,-1 0 1 0 0,1 0-1 0 0,0 0 0 0 0,0 0 0 0 0,-1 0 1 0 0,1 0-1 0 0,0-1 0 0 0,-1 1 0 0 0,1 0 0 0 0,0-1 1 0 0,-1 0-1 0 0,1 1 0 0 0,0-1 0 0 0,-1 0 1 0 0,3-1-1 0 0,-3 1-5 0 0,1-1 0 0 0,-1 1 0 0 0,0 0 1 0 0,0 0-1 0 0,0-1 0 0 0,0 1 0 0 0,0-1 0 0 0,0 1 1 0 0,0-1-1 0 0,0 1 0 0 0,-1-1 0 0 0,1 0 0 0 0,-1 1 0 0 0,1-1 1 0 0,-1 0-1 0 0,0 0 0 0 0,1 1 0 0 0,-1-1 0 0 0,0 0 1 0 0,0 1-1 0 0,0-1 0 0 0,0 0 0 0 0,-1 0 0 0 0,1 1 0 0 0,0-1 1 0 0,-1 0-1 0 0,1 0 0 0 0,-1 1 0 0 0,0-1 0 0 0,-1-1 1 0 0,1 0 0 0 0,1 1 0 0 0,-1-1 0 0 0,0 1 0 0 0,1-1 0 0 0,-1 0 0 0 0,1 1 0 0 0,0-1 0 0 0,0 1 0 0 0,0-1 0 0 0,0 0 0 0 0,1-4 0 0 0,10-16 71 0 0,-9 19-56 0 0,0 1-1 0 0,0-1 1 0 0,-1 0 0 0 0,1-1 0 0 0,-1 1-1 0 0,0 0 1 0 0,1-5 0 0 0,10-133-33 0 0,2-17 89 0 0,-10 131 92 0 0,2-1 0 0 0,0 1 0 0 0,17-41 0 0 0,-21 65-163 0 0,-1 0 1 0 0,1 1-1 0 0,1-1 1 0 0,-1 1-1 0 0,0 0 1 0 0,1-1-1 0 0,0 1 0 0 0,0 0 1 0 0,0 1-1 0 0,0-1 1 0 0,0 1-1 0 0,0-1 1 0 0,1 1-1 0 0,-1 0 1 0 0,1 0-1 0 0,0 0 1 0 0,0 1-1 0 0,-1-1 0 0 0,1 1 1 0 0,0 0-1 0 0,0 0 1 0 0,0 0-1 0 0,0 0 1 0 0,1 1-1 0 0,-1 0 1 0 0,0 0-1 0 0,6 1 0 0 0,-5-1 1 0 0,0 0-1 0 0,0 1 0 0 0,0 0 1 0 0,0 0-1 0 0,0 0 0 0 0,0 1 1 0 0,-1 0-1 0 0,1 0 0 0 0,0 0 1 0 0,-1 0-1 0 0,0 1 1 0 0,1 0-1 0 0,-1 0 0 0 0,0 0 1 0 0,-1 0-1 0 0,1 0 0 0 0,0 1 1 0 0,-1 0-1 0 0,0 0 0 0 0,0 0 1 0 0,0 0-1 0 0,3 5 0 0 0,1 12-15 0 0,0 0-1 0 0,-1 1 0 0 0,6 43 1 0 0,-7-37-22 0 0,13 47 0 0 0,-15-66 31 0 0,0-1-1 0 0,0 1 1 0 0,1-1 0 0 0,1 0-1 0 0,-1 0 1 0 0,1-1-1 0 0,1 1 1 0 0,-1-1 0 0 0,11 10-1 0 0,-13-15 9 0 0,-1 0 0 0 0,1 1 0 0 0,0-1 0 0 0,0 0 1 0 0,0 0-1 0 0,1-1 0 0 0,-1 1 0 0 0,0-1 0 0 0,1 1 0 0 0,-1-1 0 0 0,1 0 0 0 0,-1 0 0 0 0,1-1 0 0 0,0 1 0 0 0,-1-1 1 0 0,1 0-1 0 0,-1 0 0 0 0,1 0 0 0 0,0 0 0 0 0,-1-1 0 0 0,1 1 0 0 0,0-1 0 0 0,-1 0 0 0 0,1 0 0 0 0,-1 0 0 0 0,0-1 0 0 0,1 1 1 0 0,-1-1-1 0 0,0 0 0 0 0,6-3 0 0 0,8-7 36 0 0,-1-1 0 0 0,-1-1 0 0 0,0 0 0 0 0,18-21 0 0 0,-12 13-30 0 0,18-18-999 0 0,2 1 0 0 0,2 3 0 0 0,53-35 0 0 0,-52 41-6476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1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91 266 3225 0 0,'-10'-39'181'0'0,"-2"-4"2276"0"0,3-1 1 0 0,-5-46-1 0 0,14 63-127 0 0,0 25-2175 0 0,0 1-1 0 0,1 0 1 0 0,-1 0-1 0 0,0-1 0 0 0,0 1 1 0 0,1 0-1 0 0,-1 0 0 0 0,1 0 1 0 0,-1 0-1 0 0,1 0 0 0 0,-1 0 1 0 0,1 0-1 0 0,0 0 0 0 0,-1 0 1 0 0,1 0-1 0 0,0 0 0 0 0,0 0 1 0 0,0 0-1 0 0,1-1 0 0 0,4 41 1301 0 0,-13 118-784 0 0,0-68-428 0 0,-2 152 194 0 0,-27 438 73 0 0,31-572-601 0 0,14 170 0 0 0,-9-268-797 0 0,1 0-1 0 0,-1 1 1 0 0,-3 16-1 0 0,0-11-4932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117 112 3225 0 0,'-4'-7'91'0'0,"0"0"0"0"0,0 1 1 0 0,0-1-1 0 0,-1 1 0 0 0,0 0 1 0 0,0 0-1 0 0,0 1 0 0 0,-10-8 0 0 0,-16-18 1037 0 0,31 30-1026 0 0,-1 0 0 0 0,0 0 0 0 0,0-1 0 0 0,0 1-1 0 0,1 0 1 0 0,-1 0 0 0 0,0 0 0 0 0,0 0 0 0 0,0 0-1 0 0,-1 1 1 0 0,1-1 0 0 0,0 0 0 0 0,0 0 0 0 0,0 1-1 0 0,-1-1 1 0 0,1 1 0 0 0,0-1 0 0 0,0 1 0 0 0,-1-1-1 0 0,-1 1 1 0 0,3 0-15 0 0,-1 1 0 0 0,0-1 0 0 0,1 1 0 0 0,-1-1 0 0 0,0 1 1 0 0,1-1-1 0 0,-1 1 0 0 0,1 0 0 0 0,-1-1 0 0 0,1 1 0 0 0,-1 0 0 0 0,1-1 0 0 0,-1 1 0 0 0,1 0 0 0 0,0-1 0 0 0,-1 1 0 0 0,1 0 0 0 0,0 0 0 0 0,0 0 1 0 0,0-1-1 0 0,0 1 0 0 0,-1 0 0 0 0,1 1 0 0 0,-1 12 671 0 0,1 0 1 0 0,2 25-1 0 0,-1-31-842 0 0,5 45 422 0 0,3 0-1 0 0,2-1 0 0 0,2 0 1 0 0,3-1-1 0 0,41 93 1 0 0,-40-101-3911 0 0,-13-32-247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 85 2761 0 0,'-37'7'1444'0'0,"-1"1"0"0"0,1 2 0 0 0,0 2 1 0 0,1 2-1 0 0,-38 19 0 0 0,61-27-886 0 0,13-6-519 0 0,1 0 1 0 0,-1 0-1 0 0,0 0 1 0 0,0 0-1 0 0,0 0 0 0 0,1 0 1 0 0,-1 0-1 0 0,0 0 1 0 0,0 0-1 0 0,0 0 1 0 0,1 0-1 0 0,-1 0 0 0 0,0 0 1 0 0,0 1-1 0 0,0-1 1 0 0,0 0-1 0 0,1 0 1 0 0,-1 0-1 0 0,0 0 0 0 0,0 0 1 0 0,0 0-1 0 0,0 1 1 0 0,0-1-1 0 0,1 0 1 0 0,-1 0-1 0 0,0 0 0 0 0,0 0 1 0 0,0 1-1 0 0,0-1 1 0 0,0 0-1 0 0,0 0 1 0 0,0 0-1 0 0,0 0 0 0 0,0 1 1 0 0,0-1-1 0 0,0 0 1 0 0,0 0-1 0 0,0 0 0 0 0,0 1 1 0 0,0-1-1 0 0,0 0 1 0 0,0 0-1 0 0,0 0 1 0 0,0 1-1 0 0,0-1 0 0 0,0 0 1 0 0,0 0-1 0 0,0 0 1 0 0,0 1-1 0 0,0-1 1 0 0,0 0-1 0 0,-1 0 0 0 0,1 0 1 0 0,0 0-1 0 0,0 1 1 0 0,0-1-1 0 0,0 0 1 0 0,0 0-1 0 0,0 0 0 0 0,-1 0 1 0 0,1 0-1 0 0,0 0 1 0 0,0 1-1 0 0,0-1 1 0 0,-1 0-1 0 0,1 0 0 0 0,0 0 1 0 0,30 9 855 0 0,40 1-298 0 0,-26-10-184 0 0,-1-1-1 0 0,1-2 1 0 0,67-14 0 0 0,127-43 745 0 0,-43 9-216 0 0,117-7 191 0 0,-261 51-1220 0 0,1 3 0 0 0,-1 3-1 0 0,1 1 1 0 0,56 9-1 0 0,-98-8-269 0 0,0 1 0 0 0,0 0 1 0 0,-1 0-1 0 0,1 1 0 0 0,-1 1 0 0 0,0-1 0 0 0,0 2 0 0 0,0-1 0 0 0,0 1 0 0 0,-1 0 0 0 0,13 11 0 0 0,-10-6-1049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1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62 3681 0 0,'-3'-2'713'0'0,"11"-3"554"0"0,13-3 604 0 0,30-6 1926 0 0,68-11 0 0 0,-91 21-3767 0 0,0 2 1 0 0,0 0-1 0 0,0 2 0 0 0,36 4 1 0 0,-46-1-1673 0 0,-1 1-3392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0,'2'17'2173'0'0,"0"0"1"0"0,1 0-1 0 0,6 19 0 0 0,3 16-535 0 0,8 75-813 0 0,3 184-1 0 0,-24 131 1333 0 0,-2-177-1626 0 0,3-188-659 0 0,-9 239-1759 0 0,6-292 637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4.1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151 105 456 0 0,'-12'-1'342'0'0,"1"0"-1"0"0,0-1 0 0 0,0 0 1 0 0,0-1-1 0 0,0-1 1 0 0,0 1-1 0 0,-15-9 1 0 0,-20-7 2121 0 0,66 21 2614 0 0,22-7-4326 0 0,-36 4-462 0 0,89-7 854 0 0,1 4 0 0 0,141 11 1 0 0,-124-1-1059 0 0,137-10 1 0 0,280-35 108 0 0,-490 34-685 0 0,-31 3 206 0 0,0 0-1 0 0,1 1 1 0 0,-1 0 0 0 0,0 1-1 0 0,1 0 1 0 0,12 2 0 0 0,-19-1-867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5.1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7 137 3225 0 0,'-7'3'-334'0'0,"11"-5"940"0"0,15-7 16 0 0,0 0 0 0 0,1 2 0 0 0,0 0 0 0 0,34-6 0 0 0,97-11 1889 0 0,-89 15-1883 0 0,16-3 55 0 0,263-33 2043 0 0,-305 43-2634 0 0,-1 2 1 0 0,1 1-1 0 0,-1 1 0 0 0,0 2 1 0 0,0 2-1 0 0,51 14 1 0 0,-77-16 198 0 0,1-1 0 0 0,0-1 0 0 0,0 0 0 0 0,0 0-1 0 0,0-1 1 0 0,0 0 0 0 0,0-1 0 0 0,0 0 0 0 0,1 0 0 0 0,16-4 0 0 0,0-9 405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12 2304 0 0,'-2'-1'283'0'0,"1"0"-1"0"0,-1-1 0 0 0,0 1 1 0 0,0 0-1 0 0,0 0 0 0 0,0 1 1 0 0,0-1-1 0 0,0 0 0 0 0,0 1 0 0 0,0-1 1 0 0,0 1-1 0 0,-4-1 0 0 0,6 1-240 0 0,0 0-1 0 0,0 0 0 0 0,0 0 0 0 0,0 0 1 0 0,-1 0-1 0 0,1 0 0 0 0,0 0 0 0 0,0 0 1 0 0,0 0-1 0 0,0 0 0 0 0,-1 0 1 0 0,1 0-1 0 0,0 0 0 0 0,0 0 0 0 0,0 0 1 0 0,0 0-1 0 0,-1 0 0 0 0,1 0 1 0 0,0 0-1 0 0,0 0 0 0 0,0 0 0 0 0,0 0 1 0 0,0 0-1 0 0,-1 1 0 0 0,1-1 1 0 0,0 0-1 0 0,0 0 0 0 0,0 0 0 0 0,0 0 1 0 0,0 0-1 0 0,0 0 0 0 0,0 1 0 0 0,-1-1 1 0 0,1 0-1 0 0,0 0 0 0 0,0 0 1 0 0,0 0-1 0 0,0 0 0 0 0,0 1 0 0 0,0-1 1 0 0,0 0-1 0 0,0 0 0 0 0,0 0 1 0 0,0 0-1 0 0,0 1 0 0 0,0-1 0 0 0,0 0 1 0 0,0 0-1 0 0,0 0 0 0 0,15 14 774 0 0,1-4-520 0 0,1-2 0 0 0,0 0 0 0 0,0 0 0 0 0,0-2 0 0 0,1 0 1 0 0,0-1-1 0 0,34 5 0 0 0,1-4 647 0 0,78-1-1 0 0,-49-4-424 0 0,139 21 0 0 0,-166-18-800 0 0,-44-4 134 0 0,0 0 0 0 0,0 1 0 0 0,0 0 0 0 0,0 1 0 0 0,-1 0 0 0 0,1 0 0 0 0,-1 1 0 0 0,1 1 0 0 0,-1 0 0 0 0,12 6 0 0 0,-11 0-2658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57 456 0 0,'-4'-24'1143'0'0,"4"20"-468"0"0,-1 1 1 0 0,0-1-1 0 0,1 0 0 0 0,6-13 6556 0 0,3 38-5578 0 0,16 136 2405 0 0,-10 81-2346 0 0,-1-11-1338 0 0,6-68-75 0 0,-2-21-989 0 0,-10-46-4093 0 0,-7-78 3168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4.6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 36 3065 0 0,'3'0'48'0'0,"1"0"0"0"0,-1 0 0 0 0,1 0 0 0 0,-1-1 0 0 0,1 0 0 0 0,-1 1 0 0 0,0-1 0 0 0,1-1 0 0 0,-1 1 0 0 0,0 0 1 0 0,0-1-1 0 0,0 0 0 0 0,0 1 0 0 0,0-1 0 0 0,0 0 0 0 0,0-1 0 0 0,-1 1 0 0 0,3-3 0 0 0,-5 5 51 0 0,0-1 0 0 0,0 1 0 0 0,0 0 0 0 0,0-1 0 0 0,0 1-1 0 0,0 0 1 0 0,0-1 0 0 0,0 1 0 0 0,0 0 0 0 0,0-1 0 0 0,0 1 0 0 0,0 0 0 0 0,0-1-1 0 0,-1 1 1 0 0,1 0 0 0 0,0-1 0 0 0,0 1 0 0 0,0 0 0 0 0,-1-1 0 0 0,1 1-1 0 0,0 0 1 0 0,0 0 0 0 0,-1-1 0 0 0,1 1 0 0 0,0 0 0 0 0,0 0 0 0 0,-1 0 0 0 0,1 0-1 0 0,0-1 1 0 0,-1 1 0 0 0,1 0 0 0 0,0 0 0 0 0,-1 0 0 0 0,1 0 0 0 0,0 0 0 0 0,-1 0-1 0 0,1 0 1 0 0,0 0 0 0 0,-1 0 0 0 0,1 0 0 0 0,-1 0 0 0 0,1 0 0 0 0,0 0 0 0 0,-1 0-1 0 0,1 0 1 0 0,0 0 0 0 0,-1 0 0 0 0,-19 2 1635 0 0,-16 17-533 0 0,0 0-1 0 0,2 3 1 0 0,-44 34-1 0 0,46-32-670 0 0,9-8-103 0 0,8-6-48 0 0,-1 2 0 0 0,1-1 1 0 0,1 2-1 0 0,0 0 0 0 0,-13 16 0 0 0,26-28-396 0 0,1 0 1 0 0,0-1-1 0 0,-1 1 1 0 0,1 0-1 0 0,0-1 1 0 0,-1 1-1 0 0,1 0 1 0 0,0-1-1 0 0,0 1 1 0 0,-1 0 0 0 0,1 0-1 0 0,0-1 1 0 0,0 1-1 0 0,0 0 1 0 0,0 0-1 0 0,0-1 1 0 0,0 1-1 0 0,0 0 1 0 0,1 0-1 0 0,-1 0 1 0 0,0-1-1 0 0,0 1 1 0 0,0 0-1 0 0,1-1 1 0 0,-1 1-1 0 0,0 0 1 0 0,1-1-1 0 0,-1 1 1 0 0,1 0-1 0 0,-1-1 1 0 0,1 1-1 0 0,-1-1 1 0 0,1 1-1 0 0,-1-1 1 0 0,1 1-1 0 0,0-1 1 0 0,-1 1-1 0 0,1-1 1 0 0,0 1-1 0 0,-1-1 1 0 0,1 0-1 0 0,0 1 1 0 0,-1-1-1 0 0,1 0 1 0 0,0 0-1 0 0,0 0 1 0 0,0 1-1 0 0,48 10-989 0 0,-35-8 901 0 0,65 18-60 0 0,99 40 0 0 0,-175-60 165 0 0,-1 0 0 0 0,1 0 0 0 0,0 0 0 0 0,0 0 0 0 0,-1 1 0 0 0,1 0 0 0 0,-1-1 0 0 0,0 1 0 0 0,1 0 0 0 0,-1 0 0 0 0,0 0 0 0 0,0 1 0 0 0,2 2 0 0 0,-3-3 0 0 0,-1-1 0 0 0,1 1 0 0 0,-1-1 0 0 0,1 1 0 0 0,-1 0 0 0 0,0-1 0 0 0,0 1 0 0 0,0 0 0 0 0,0 0 0 0 0,0-1 0 0 0,0 1 0 0 0,0 0 0 0 0,0-1 0 0 0,-1 1 0 0 0,1 0 0 0 0,-1-1 0 0 0,1 1 0 0 0,-1 0 0 0 0,0-1 0 0 0,1 1 0 0 0,-1-1 0 0 0,0 0 0 0 0,0 1 0 0 0,-2 1 0 0 0,-21 28 78 0 0,-1-2 0 0 0,-35 34-1 0 0,38-44-18 0 0,2 2-1 0 0,0 1 1 0 0,1 0 0 0 0,2 1-1 0 0,-22 36 1 0 0,39-58-71 0 0,-1 0 1 0 0,1 0-1 0 0,-1 0 0 0 0,0 0 1 0 0,1 0-1 0 0,0 0 1 0 0,-1 0-1 0 0,1 0 1 0 0,0 1-1 0 0,-1-1 1 0 0,1 0-1 0 0,0 0 0 0 0,0 0 1 0 0,0 0-1 0 0,0 0 1 0 0,0 1-1 0 0,0-1 1 0 0,0 0-1 0 0,1 0 1 0 0,-1 0-1 0 0,0 0 0 0 0,1 0 1 0 0,0 2-1 0 0,0-3-23 0 0,-1 1 1 0 0,1 0-1 0 0,0 0 0 0 0,0-1 0 0 0,0 1 0 0 0,1 0 0 0 0,-1-1 0 0 0,0 1 1 0 0,0-1-1 0 0,0 1 0 0 0,0-1 0 0 0,0 0 0 0 0,1 0 0 0 0,-1 1 0 0 0,0-1 0 0 0,0 0 1 0 0,1 0-1 0 0,0 0 0 0 0,11-1-263 0 0,-1-1 0 0 0,1 0 0 0 0,18-5 0 0 0,-15 3 306 0 0,-10 3-14 0 0,-1 0-1 0 0,1 1 0 0 0,-1-1 0 0 0,1 1 0 0 0,0 1 0 0 0,10 1 0 0 0,-15-2 4 0 0,0 0-1 0 0,0 0 0 0 0,0 1 1 0 0,0-1-1 0 0,0 0 0 0 0,0 1 0 0 0,0-1 1 0 0,0 1-1 0 0,0-1 0 0 0,0 1 1 0 0,0 0-1 0 0,0-1 0 0 0,0 1 0 0 0,-1 0 1 0 0,1 0-1 0 0,0 0 0 0 0,-1 0 0 0 0,1-1 1 0 0,0 1-1 0 0,-1 0 0 0 0,1 0 1 0 0,-1 0-1 0 0,1 0 0 0 0,-1 0 0 0 0,0 0 1 0 0,1 0-1 0 0,-1 0 0 0 0,0 1 1 0 0,0-1-1 0 0,0 0 0 0 0,0 0 0 0 0,0 0 1 0 0,0 0-1 0 0,0 0 0 0 0,0 0 0 0 0,0 0 1 0 0,0 0-1 0 0,-1 0 0 0 0,1 0 1 0 0,0 0-1 0 0,-1 1 0 0 0,0 0 0 0 0,-6 15-20 0 0,-2-1 0 0 0,1 0 0 0 0,-2-1 0 0 0,0 0-1 0 0,-23 27 1 0 0,-5 8 152 0 0,30-40-169 0 0,-20 31 292 0 0,27-39-311 0 0,1-1 0 0 0,-1 1 1 0 0,0-1-1 0 0,0 1 1 0 0,1-1-1 0 0,-1 1 0 0 0,1 0 1 0 0,-1-1-1 0 0,1 1 0 0 0,-1 0 1 0 0,1 0-1 0 0,0-1 0 0 0,0 1 1 0 0,0 0-1 0 0,0-1 1 0 0,0 1-1 0 0,1 0 0 0 0,-1 0 1 0 0,0-1-1 0 0,1 1 0 0 0,-1 0 1 0 0,1-1-1 0 0,0 2 1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5.0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0 1376 0 0,'-14'6'5048'0'0,"12"-4"-4728"0"0,0 0 0 0 0,0 0 0 0 0,1 1 0 0 0,-1-1 1 0 0,1 0-1 0 0,-1 1 0 0 0,1-1 0 0 0,-2 5 0 0 0,1-2 77 0 0,1 0-1 0 0,0 0 0 0 0,-1 0 0 0 0,1 1 0 0 0,1-1 0 0 0,-1 0 1 0 0,1 8-1 0 0,4 11 808 0 0,1-1 0 0 0,1 0 0 0 0,10 26-1 0 0,7 27-137 0 0,-1 7-178 0 0,-10-42-340 0 0,-1 2-1 0 0,-3-1 1 0 0,5 61 0 0 0,-13-60-446 0 0,0-25 82 0 0,1 0-1 0 0,0 0 1 0 0,4 21 0 0 0,-3-32-634 0 0,0 0 0 0 0,0 0 0 0 0,1 0 0 0 0,0 0 0 0 0,0 0 1 0 0,7 9-1 0 0,-1 0-3981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2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3139 4 1376 0 0,'-8'-3'10824'0'0,"-169"147"-4496"0"0,177-143-6299 0 0,-1-1 0 0 0,1 0 0 0 0,-1 0 0 0 0,0 0 1 0 0,1 1-1 0 0,-1-1 0 0 0,1 0 0 0 0,-1 1 0 0 0,1-1 0 0 0,-1 1 0 0 0,1-1 0 0 0,-1 1 0 0 0,1-1 1 0 0,-1 1-1 0 0,1-1 0 0 0,0 1 0 0 0,-1-1 0 0 0,1 1 0 0 0,0-1 0 0 0,-1 1 0 0 0,1-1 1 0 0,0 1-1 0 0,0 0 0 0 0,0-1 0 0 0,-1 1 0 0 0,1 0 0 0 0,0-1 0 0 0,0 1 0 0 0,0 0 0 0 0,0-1 1 0 0,0 1-1 0 0,0-1 0 0 0,0 1 0 0 0,1 0 0 0 0,-1-1 0 0 0,0 1 0 0 0,0 0 0 0 0,19 9 389 0 0,-13-8-538 0 0,38 11 310 0 0,-38-12-148 0 0,1 0 1 0 0,-1 1 0 0 0,0 0-1 0 0,1 0 1 0 0,-1 1 0 0 0,8 4-1 0 0,-2 0-42 0 0,-1 1 0 0 0,0 0 0 0 0,-1 0 0 0 0,0 1 0 0 0,13 14 0 0 0,-21-21 0 0 0,0 0 0 0 0,0 0 0 0 0,-1 1 0 0 0,1-1 0 0 0,0 0 0 0 0,-1 1 0 0 0,0 0 0 0 0,1-1 0 0 0,-1 1 0 0 0,0 0 0 0 0,0-1 0 0 0,0 1 0 0 0,-1 0 0 0 0,1 0 0 0 0,-1 0 0 0 0,0 0 0 0 0,1-1 0 0 0,-1 1 0 0 0,-1 0 0 0 0,1 0 0 0 0,0 0 0 0 0,-1 0 0 0 0,1 0 0 0 0,-1 0 0 0 0,0-1 0 0 0,0 1 0 0 0,0 0 0 0 0,0-1 0 0 0,0 1 0 0 0,-3 3 0 0 0,-32 39-186 0 0,-69 68-1 0 0,16-19 8 0 0,89-93 174 0 0,-1-1 1 0 0,1 0-1 0 0,-1 1 0 0 0,1-1 0 0 0,0 1 0 0 0,0-1 0 0 0,-1 0 0 0 0,1 1 1 0 0,0-1-1 0 0,0 1 0 0 0,-1-1 0 0 0,1 1 0 0 0,0-1 0 0 0,0 1 0 0 0,0-1 1 0 0,0 1-1 0 0,0-1 0 0 0,0 1 0 0 0,0-1 0 0 0,0 1 0 0 0,0-1 0 0 0,0 1 0 0 0,0-1 1 0 0,0 1-1 0 0,0-1 0 0 0,0 1 0 0 0,0-1 0 0 0,0 0 0 0 0,0 1 0 0 0,1-1 1 0 0,-1 1-1 0 0,0-1 0 0 0,0 1 0 0 0,1-1 0 0 0,-1 1 0 0 0,1 0 0 0 0,21 10-306 0 0,34-1-217 0 0,-54-10 516 0 0,41 4-186 0 0,-27-3 170 0 0,0 0 0 0 0,1 1-1 0 0,-1 0 1 0 0,0 1 0 0 0,0 1 0 0 0,-1 1 0 0 0,21 8-1 0 0,-34-12-16 0 0,0 1 0 0 0,0-1-1 0 0,0 1 1 0 0,-1-1 0 0 0,1 1-1 0 0,0 0 1 0 0,-1 0 0 0 0,1 0-1 0 0,-1 0 1 0 0,0 0 0 0 0,0 0-1 0 0,0 0 1 0 0,0 0 0 0 0,0 0 0 0 0,0 1-1 0 0,0-1 1 0 0,0 0 0 0 0,-1 1-1 0 0,0-1 1 0 0,1 0 0 0 0,-1 1-1 0 0,0-1 1 0 0,0 1 0 0 0,0-1-1 0 0,0 0 1 0 0,-1 1 0 0 0,1-1-1 0 0,-1 1 1 0 0,1-1 0 0 0,-1 0 0 0 0,-1 3-1 0 0,-4 10-278 0 0,0-1 0 0 0,0-1-1 0 0,-16 25 1 0 0,12-22 263 0 0,-46 84 105 0 0,56-100-86 0 0,0 0 1 0 0,-1 0 0 0 0,1 0-1 0 0,0 0 1 0 0,0 0 0 0 0,0 1-1 0 0,0-1 1 0 0,0 0 0 0 0,0 0-1 0 0,0 0 1 0 0,0 0-1 0 0,-1 0 1 0 0,1 1 0 0 0,0-1-1 0 0,0 0 1 0 0,0 0 0 0 0,0 0-1 0 0,0 0 1 0 0,0 1 0 0 0,0-1-1 0 0,0 0 1 0 0,0 0 0 0 0,0 0-1 0 0,0 0 1 0 0,0 1 0 0 0,0-1-1 0 0,0 0 1 0 0,0 0 0 0 0,0 0-1 0 0,0 0 1 0 0,0 0 0 0 0,1 1-1 0 0,-1-1 1 0 0,0 0-1 0 0,0 0 1 0 0,0 0 0 0 0,0 0-1 0 0,0 0 1 0 0,0 1 0 0 0,0-1-1 0 0,0 0 1 0 0,1 0 0 0 0,-1 0-1 0 0,0 0 1 0 0,0 0 0 0 0,0 0-1 0 0,0 0 1 0 0,0 0 0 0 0,1 1-1 0 0,10-4-2987 0 0,10-8-1550 0 0,24-33-44 0 0,-44 49 5623 0 0,0-1 1 0 0,0 1 0 0 0,-1 0 0 0 0,0 0 0 0 0,0-1-1 0 0,-1 9 1 0 0,-2 4 1174 0 0,0 1 1 0 0,0 25-1 0 0,9 80 74 0 0,-1-20-1567 0 0,-14 174 312 0 0,2 92 1103 0 0,8-338-2057 0 0,8 125-155 0 0,-5-128 217 0 0,0 0 0 0 0,2-1-1 0 0,15 43 1 0 0,-15-50 272 0 0,-5-16-345 0 0,-1 0 1 0 0,1 0-1 0 0,0-1 0 0 0,1 1 0 0 0,-1 0 0 0 0,1 0 1 0 0,-1-1-1 0 0,1 1 0 0 0,0-1 0 0 0,0 1 1 0 0,1-1-1 0 0,-1 0 0 0 0,1 0 0 0 0,0 0 1 0 0,-1 0-1 0 0,7 4 0 0 0,-8-6-18 0 0,-1 1-11 0 0,1 0 11 0 0,-1-2-1 0 0,-7 4 22 0 0,-10 7-23 0 0,0-1 0 0 0,-1-1 0 0 0,0-1 0 0 0,-1 0 0 0 0,1-1 0 0 0,-2-2 0 0 0,1 1 0 0 0,-29 2 0 0 0,-174 9 360 0 0,123-12-264 0 0,-437 0-185 0 0,95-4 108 0 0,-81-4 8 0 0,240-15 44 0 0,-85-8 40 0 0,274 22-190 0 0,-146 12-1 0 0,30 0-266 0 0,173-13-579 0 0,22-2-4878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9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112 184 2304 0 0,'-4'-36'349'0'0,"4"25"31"0"0,0 1 1 0 0,-2-1-1 0 0,1 1 1 0 0,-1-1-1 0 0,-1 1 1 0 0,0 0 0 0 0,0 0-1 0 0,-1 0 1 0 0,0 0-1 0 0,-10-16 1 0 0,12 24-155 0 0,1 0 0 0 0,-1 1 0 0 0,0-1 0 0 0,1 1 0 0 0,-1-1 0 0 0,0 1 0 0 0,0 0 0 0 0,0 0 0 0 0,0 0 0 0 0,0 0 0 0 0,0 0 0 0 0,0 0 1 0 0,-1 1-1 0 0,1-1 0 0 0,-3 0 0 0 0,5 1-97 0 0,-1 0 1 0 0,0 0 0 0 0,0 0 0 0 0,0 0-1 0 0,0 0 1 0 0,0 0 0 0 0,0 0 0 0 0,0 1-1 0 0,0-1 1 0 0,0 0 0 0 0,1 0 0 0 0,-1 1-1 0 0,0-1 1 0 0,0 1 0 0 0,0-1 0 0 0,1 1-1 0 0,-1-1 1 0 0,0 1 0 0 0,0-1 0 0 0,1 1-1 0 0,-1 0 1 0 0,0-1 0 0 0,1 1 0 0 0,-1 0-1 0 0,1-1 1 0 0,-1 1 0 0 0,1 0-1 0 0,-1 0 1 0 0,1 0 0 0 0,0-1 0 0 0,-1 1-1 0 0,1 0 1 0 0,0 0 0 0 0,0 0 0 0 0,-1 0-1 0 0,1 0 1 0 0,0 2 0 0 0,-10 120 698 0 0,6 128 0 0 0,23 126-798 0 0,-4-125 8 0 0,7 219 162 0 0,-29-225 52 0 0,-1-42 1773 0 0,11-173-1833 0 0,-2-26-275 0 0,0 0 0 0 0,0 0 0 0 0,-1 0 0 0 0,0 0 1 0 0,0 1-1 0 0,-1 7 0 0 0,1-13 76 0 0,0 0 0 0 0,0 1 0 0 0,0-1 0 0 0,0 0 1 0 0,-1 0-1 0 0,1 0 0 0 0,0 1 0 0 0,0-1 0 0 0,0 0 0 0 0,0 1 0 0 0,0-1 1 0 0,0 0-1 0 0,0 0 0 0 0,0 1 0 0 0,0-1 0 0 0,0 0 0 0 0,0 0 0 0 0,0 1 1 0 0,0-1-1 0 0,0 0 0 0 0,0 0 0 0 0,0 1 0 0 0,0-1 0 0 0,0 0 1 0 0,1 0-1 0 0,-1 1 0 0 0,0-1 0 0 0,0 0 0 0 0,0 0 0 0 0,0 1 0 0 0,0-1 1 0 0,1 0-1 0 0,-1 0 0 0 0,0 0 0 0 0,0 0 0 0 0,0 1 0 0 0,1-1 0 0 0,-1 0 1 0 0,0 0-1 0 0,1 0 0 0 0,6-6-1719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1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38 5529 0 0,'-18'-26'3625'0'0,"10"15"744"0"0,17 26-1927 0 0,165 331-943 0 0,7 13-3280 0 0,-160-325 724 0 0,-3-2-230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5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11 5985 0 0,'-2'0'32'0'0,"0"0"0"0"0,0 0 0 0 0,1 1 0 0 0,-1-1 0 0 0,0 1 0 0 0,0 0-1 0 0,0-1 1 0 0,1 1 0 0 0,-1 0 0 0 0,0 0 0 0 0,1 0 0 0 0,-1 0 0 0 0,1 0-1 0 0,-1 0 1 0 0,1 1 0 0 0,-1-1 0 0 0,1 0 0 0 0,0 1 0 0 0,-2 1 0 0 0,1 2-57 0 0,0 0 1 0 0,0 0 0 0 0,0 1-1 0 0,0-1 1 0 0,0 9-1 0 0,1-11 56 0 0,-2 16 409 0 0,1 0-1 0 0,1 0 1 0 0,0 1 0 0 0,2-1 0 0 0,0 0 0 0 0,1 0-1 0 0,1 0 1 0 0,1 0 0 0 0,6 19 0 0 0,2 1 16 0 0,2-1 1 0 0,2-1-1 0 0,26 46 1 0 0,-34-71-434 0 0,0 0 0 0 0,0-1 1 0 0,1 0-1 0 0,1 0 0 0 0,0-1 0 0 0,0 0 1 0 0,1-1-1 0 0,0 0 0 0 0,21 12 0 0 0,-26-17-12 0 0,0 0 0 0 0,1-1-1 0 0,-1 0 1 0 0,1 0 0 0 0,0 0-1 0 0,0-1 1 0 0,0 0 0 0 0,0 0-1 0 0,0-1 1 0 0,1 0-1 0 0,-1 0 1 0 0,0-1 0 0 0,1 0-1 0 0,-1 0 1 0 0,0-1 0 0 0,0 0-1 0 0,1 0 1 0 0,-1 0 0 0 0,0-1-1 0 0,10-4 1 0 0,-13 3 63 0 0,0 1 0 0 0,0-1 0 0 0,0-1 0 0 0,-1 1 0 0 0,1 0 0 0 0,-1-1 0 0 0,0 0 0 0 0,0 0 0 0 0,0 0 0 0 0,0 0 0 0 0,-1 0 0 0 0,1 0 0 0 0,-1-1 0 0 0,0 1 1 0 0,-1-1-1 0 0,1 0 0 0 0,-1 1 0 0 0,2-8 0 0 0,0-2 296 0 0,-1-2 0 0 0,-1 1 0 0 0,0 0 1 0 0,-1-26-1 0 0,-3 17 10 0 0,0 0 0 0 0,-1 1-1 0 0,-2-1 1 0 0,0 1 0 0 0,-2 0 0 0 0,0 0 0 0 0,-1 1 0 0 0,-2 0-1 0 0,0 1 1 0 0,-23-31 0 0 0,26 39-469 0 0,-1 2-1 0 0,-1-1 1 0 0,0 1 0 0 0,-1 1 0 0 0,0 0-1 0 0,0 0 1 0 0,-1 1 0 0 0,-1 1 0 0 0,1 0-1 0 0,-1 1 1 0 0,0 0 0 0 0,-1 0-1 0 0,0 2 1 0 0,0 0 0 0 0,0 0 0 0 0,-1 2-1 0 0,1 0 1 0 0,-19-2 0 0 0,8 5-907 0 0,1 6-11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2.2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1 565 11522 0 0,'8'2'181'0'0,"-1"1"0"0"0,1 0-1 0 0,-1 0 1 0 0,1 0 0 0 0,-1 1-1 0 0,0 0 1 0 0,10 9 0 0 0,-7-7 15 0 0,204 122 107 0 0,-203-121-43 0 0,1-1-1 0 0,-1 0 1 0 0,1 0 0 0 0,1-1-1 0 0,24 6 1 0 0,-35-11-213 0 0,0 1 1 0 0,1-1-1 0 0,-1 0 1 0 0,0 0-1 0 0,1 1 1 0 0,-1-1-1 0 0,0-1 1 0 0,1 1 0 0 0,-1 0-1 0 0,0-1 1 0 0,1 1-1 0 0,-1-1 1 0 0,0 0-1 0 0,0 1 1 0 0,1-1-1 0 0,-1 0 1 0 0,0 0-1 0 0,0-1 1 0 0,0 1-1 0 0,0 0 1 0 0,0-1-1 0 0,-1 1 1 0 0,1-1-1 0 0,0 0 1 0 0,-1 1-1 0 0,1-1 1 0 0,-1 0-1 0 0,0 0 1 0 0,1 0-1 0 0,-1 0 1 0 0,0 0-1 0 0,0 0 1 0 0,0-1-1 0 0,0 1 1 0 0,-1 0-1 0 0,1 0 1 0 0,-1-1-1 0 0,1 1 1 0 0,-1 0-1 0 0,0-4 1 0 0,1-16 502 0 0,-1 0-1 0 0,-1 1 1 0 0,-1-1 0 0 0,-1 1-1 0 0,-1-1 1 0 0,-10-32 0 0 0,4 12-241 0 0,-37-224 163 0 0,24 88-4129 0 0,16 127-2942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3.9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6449 0 0,'0'0'499'0'0,"22"12"2283"0"0,-8 0-1827 0 0,-1 1 1 0 0,0 0-1 0 0,-1 1 0 0 0,0 0 0 0 0,-1 1 1 0 0,-1 0-1 0 0,0 1 0 0 0,13 29 0 0 0,2 15-5 0 0,20 72 0 0 0,-21-55-634 0 0,-8-28-648 0 0,2 7-5352 0 0,-6-25-561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6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175 200 3833 0 0,'-5'6'801'0'0,"-27"11"4519"0"0,27-54-3995 0 0,5 35-1060 0 0,-1 0 0 0 0,1-1 0 0 0,-1 1 0 0 0,1 0 0 0 0,-1-1 0 0 0,0 1 0 0 0,0 0 0 0 0,0 0 0 0 0,0-1 0 0 0,-1 1 0 0 0,1 0 0 0 0,0 0 0 0 0,-1 1 0 0 0,0-1 0 0 0,-11-9 5350 0 0,10-1-5809 0 0,3 5 499 0 0,-1 2-307 0 0,1 0 0 0 0,-1 0 0 0 0,-1 1 0 0 0,1-1 0 0 0,0 0 0 0 0,-1 1 0 0 0,0-1-1 0 0,0 1 1 0 0,-1-1 0 0 0,1 1 0 0 0,-1 0 0 0 0,0 0 0 0 0,0 0 0 0 0,0 0-1 0 0,0 1 1 0 0,-1-1 0 0 0,1 1 0 0 0,-1 0 0 0 0,0 0 0 0 0,0 0 0 0 0,-7-3-1 0 0,-29-25-14 0 0,48 41 54 0 0,0 2-1 0 0,-2-1 1 0 0,1 1-1 0 0,-1 0 0 0 0,-1 0 1 0 0,7 24-1 0 0,-1-5 55 0 0,4 4-25 0 0,1 0 0 0 0,39 59 0 0 0,55 56 87 0 0,-84-111-1472 0 0,-18-26-611 0 0,0-1 0 0 0,20 22 0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8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4 3681 0 0,'-2'-1'182'0'0,"0"0"-1"0"0,0 1 1 0 0,0-1 0 0 0,0 1 0 0 0,0 0-1 0 0,0-1 1 0 0,0 1 0 0 0,0 0 0 0 0,0 1 0 0 0,0-1-1 0 0,0 0 1 0 0,0 0 0 0 0,0 1 0 0 0,0-1-1 0 0,0 1 1 0 0,0 0 0 0 0,0-1 0 0 0,0 1-1 0 0,1 0 1 0 0,-1 0 0 0 0,-3 2 0 0 0,3-1 131 0 0,0 1 0 0 0,-1-1 0 0 0,1 1 0 0 0,0-1 0 0 0,0 1 0 0 0,0 0 0 0 0,1 0 0 0 0,-1 0 0 0 0,1 0 0 0 0,-1 0 0 0 0,1 0 0 0 0,-1 5 0 0 0,1-4-97 0 0,-1 0 1 0 0,2 0-1 0 0,-1-1 0 0 0,0 1 0 0 0,1 0 1 0 0,0 0-1 0 0,0 0 0 0 0,0 0 1 0 0,0 0-1 0 0,1 0 0 0 0,0 0 0 0 0,0-1 1 0 0,0 1-1 0 0,0 0 0 0 0,0 0 0 0 0,1-1 1 0 0,-1 1-1 0 0,1-1 0 0 0,0 1 0 0 0,0-1 1 0 0,0 0-1 0 0,1 0 0 0 0,-1 0 0 0 0,4 3 1 0 0,-2-4-116 0 0,0 1 1 0 0,0-1 0 0 0,1 0 0 0 0,-1-1-1 0 0,1 1 1 0 0,-1-1 0 0 0,1 0 0 0 0,0 0-1 0 0,-1 0 1 0 0,1-1 0 0 0,0 0 0 0 0,0 0 0 0 0,0 0-1 0 0,-1 0 1 0 0,1-1 0 0 0,0 0 0 0 0,-1 0-1 0 0,1 0 1 0 0,6-3 0 0 0,10-3-979 0 0,0-2 1 0 0,35-20-1 0 0,-44 22-195 0 0,6-3-4631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5.5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79 6449 0 0,'-1'14'2116'0'0,"1"-12"-1766"0"0,-1 1 0 0 0,1-1 1 0 0,0 0-1 0 0,0 1 0 0 0,0-1 1 0 0,0 1-1 0 0,0-1 1 0 0,1 5-1 0 0,0-6-290 0 0,-1 0 0 0 0,1 0 0 0 0,-1-1 0 0 0,1 1 0 0 0,-1 0 0 0 0,1-1 0 0 0,0 1 0 0 0,-1 0 0 0 0,1-1 0 0 0,0 1 0 0 0,0-1 0 0 0,0 1 0 0 0,-1-1 0 0 0,1 1 0 0 0,0-1 0 0 0,0 0 0 0 0,0 1 0 0 0,0-1 0 0 0,0 0 0 0 0,0 0 0 0 0,-1 0 0 0 0,1 0 0 0 0,0 0 0 0 0,0 0 0 0 0,0 0 0 0 0,0 0 0 0 0,0 0 0 0 0,0 0 0 0 0,0 0 0 0 0,1-1 0 0 0,0 1 12 0 0,-1 0 1 0 0,1 0-1 0 0,0 0 1 0 0,0 0-1 0 0,-1 0 1 0 0,1-1 0 0 0,0 1-1 0 0,0-1 1 0 0,-1 1-1 0 0,1-1 1 0 0,-1 0-1 0 0,1 1 1 0 0,0-1-1 0 0,-1 0 1 0 0,1 0 0 0 0,-1 0-1 0 0,0 0 1 0 0,1 0-1 0 0,-1-1 1 0 0,0 1-1 0 0,0 0 1 0 0,0-1 0 0 0,0 1-1 0 0,0-1 1 0 0,0 1-1 0 0,0-1 1 0 0,0 1-1 0 0,0-1 1 0 0,-1 0-1 0 0,1 1 1 0 0,-1-1 0 0 0,1 0-1 0 0,-1 1 1 0 0,0-1-1 0 0,0 0 1 0 0,0 0-1 0 0,1 1 1 0 0,-2-1 0 0 0,1 0-1 0 0,0 0 1 0 0,-1-2-1 0 0,0 0-44 0 0,0 0 1 0 0,0-1-1 0 0,-1 1 0 0 0,1 0 0 0 0,-1 0 0 0 0,0 0 0 0 0,-1 0 0 0 0,1 0 1 0 0,-1 1-1 0 0,1-1 0 0 0,-1 1 0 0 0,0-1 0 0 0,-1 1 0 0 0,1 0 0 0 0,-4-3 1 0 0,3 4-10 0 0,0 0-1 0 0,1 0 1 0 0,-1 0 0 0 0,0 1 0 0 0,0-1 0 0 0,0 1 0 0 0,0 0 0 0 0,0 0 0 0 0,-1 0 0 0 0,1 1 0 0 0,-6 0 0 0 0,7 0-91 0 0,0 0 0 0 0,1 0 0 0 0,-1 0 1 0 0,1 1-1 0 0,-1-1 0 0 0,1 1 1 0 0,0 0-1 0 0,-1-1 0 0 0,1 1 0 0 0,-1 0 1 0 0,1 1-1 0 0,0-1 0 0 0,0 0 1 0 0,0 1-1 0 0,0-1 0 0 0,0 1 1 0 0,0 0-1 0 0,0-1 0 0 0,0 1 0 0 0,-1 3 1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0 187 6449 0 0,'0'6'227'0'0,"1"0"-1"0"0,-1-1 0 0 0,1 1 0 0 0,0 0 0 0 0,1 0 1 0 0,-1-1-1 0 0,1 1 0 0 0,0-1 0 0 0,0 0 0 0 0,1 1 1 0 0,0-1-1 0 0,0 0 0 0 0,0 0 0 0 0,1-1 0 0 0,3 6 0 0 0,-4-8-95 0 0,-1 0 0 0 0,0 0 0 0 0,0 0 0 0 0,1 0 0 0 0,-1 0 0 0 0,1-1 0 0 0,0 1 0 0 0,0-1-1 0 0,-1 0 1 0 0,1 0 0 0 0,0 0 0 0 0,0 0 0 0 0,0 0 0 0 0,0 0 0 0 0,0-1 0 0 0,0 1 0 0 0,0-1-1 0 0,0 0 1 0 0,0 0 0 0 0,0 0 0 0 0,1-1 0 0 0,-1 1 0 0 0,0-1 0 0 0,0 1 0 0 0,0-1-1 0 0,-1 0 1 0 0,1 0 0 0 0,0-1 0 0 0,4-1 0 0 0,2-3 153 0 0,0 0 0 0 0,0-1-1 0 0,-1 0 1 0 0,0 0 0 0 0,0-1 0 0 0,-1 0-1 0 0,0-1 1 0 0,0 1 0 0 0,-1-1 0 0 0,0-1 0 0 0,6-12-1 0 0,-2 2 72 0 0,-1 0-1 0 0,-1-1 0 0 0,-1 0 1 0 0,7-35-1 0 0,-13 53-342 0 0,0 0 1 0 0,-1 1-1 0 0,0-1 1 0 0,1 0-1 0 0,-1 0 0 0 0,-1 0 1 0 0,1 0-1 0 0,0 1 0 0 0,0-1 1 0 0,-1 0-1 0 0,0 0 0 0 0,-1-4 1 0 0,2 7-11 0 0,-1-1 0 0 0,1 1 1 0 0,0 0-1 0 0,0 0 0 0 0,-1-1 1 0 0,1 1-1 0 0,0 0 0 0 0,0-1 1 0 0,-1 1-1 0 0,1 0 1 0 0,0 0-1 0 0,-1-1 0 0 0,1 1 1 0 0,0 0-1 0 0,-1 0 0 0 0,1 0 1 0 0,-1 0-1 0 0,1 0 0 0 0,0 0 1 0 0,-1-1-1 0 0,1 1 0 0 0,-1 0 1 0 0,1 0-1 0 0,0 0 0 0 0,-1 0 1 0 0,1 0-1 0 0,-1 0 1 0 0,1 0-1 0 0,0 1 0 0 0,-1-1 1 0 0,-1 1 6 0 0,0 0 0 0 0,0 0 1 0 0,1 0-1 0 0,-1 0 1 0 0,0 0-1 0 0,1 0 1 0 0,-1 1-1 0 0,1-1 1 0 0,0 1-1 0 0,-2 2 1 0 0,-6 7-7 0 0,0 1 1 0 0,2 0-1 0 0,-1 1 1 0 0,2 0 0 0 0,-1 0-1 0 0,2 0 1 0 0,0 1 0 0 0,1 0-1 0 0,0 0 1 0 0,1 0 0 0 0,0 1-1 0 0,1-1 1 0 0,1 0 0 0 0,0 15-1 0 0,2-23-29 0 0,1-1-1 0 0,-1 0 0 0 0,1 0 1 0 0,0 0-1 0 0,0 0 1 0 0,0-1-1 0 0,1 1 0 0 0,-1-1 1 0 0,1 1-1 0 0,0-1 1 0 0,1 0-1 0 0,-1 0 0 0 0,1 0 1 0 0,0 0-1 0 0,-1-1 1 0 0,2 0-1 0 0,-1 0 0 0 0,0 0 1 0 0,1 0-1 0 0,-1 0 1 0 0,1-1-1 0 0,0 0 0 0 0,0 0 1 0 0,0 0-1 0 0,0-1 1 0 0,0 1-1 0 0,0-1 0 0 0,0-1 1 0 0,0 1-1 0 0,1-1 0 0 0,-1 0 1 0 0,0 0-1 0 0,0 0 1 0 0,1 0-1 0 0,-1-1 0 0 0,0 0 1 0 0,9-3-1 0 0,7-6-666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8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69 3225 0 0,'0'0'-1'0'0,"-33"7"7423"0"0,44 3-5333 0 0,-6-8-1857 0 0,0 0 1 0 0,0-1-1 0 0,0 0 1 0 0,1 0-1 0 0,-1 0 1 0 0,0 0-1 0 0,1-1 1 0 0,-1 0-1 0 0,0 0 1 0 0,1 0-1 0 0,-1-1 1 0 0,0 1-1 0 0,0-1 1 0 0,1-1-1 0 0,5-1 1 0 0,-5 1-126 0 0,-1 0 1 0 0,1 1 0 0 0,-1-2-1 0 0,0 1 1 0 0,0-1-1 0 0,0 0 1 0 0,0 0 0 0 0,0 0-1 0 0,0 0 1 0 0,-1-1 0 0 0,0 0-1 0 0,0 0 1 0 0,0 0 0 0 0,4-5-1 0 0,-8 8-97 0 0,0 1 0 0 0,1-1 0 0 0,-1 0 0 0 0,0 1 0 0 0,1-1 0 0 0,-1 0 0 0 0,0 1 0 0 0,1-1-1 0 0,-1 0 1 0 0,0 0 0 0 0,0 1 0 0 0,0-1 0 0 0,0 0 0 0 0,0 0 0 0 0,0 1 0 0 0,0-1 0 0 0,0 0 0 0 0,0 0 0 0 0,0 1 0 0 0,0-1-1 0 0,-1 0 1 0 0,1 1 0 0 0,0-1 0 0 0,-1 0 0 0 0,1 1 0 0 0,0-1 0 0 0,-1 0 0 0 0,1 1 0 0 0,-1-2 0 0 0,-1 0-1 0 0,0 1 0 0 0,0 0 1 0 0,1 0-1 0 0,-1 0 1 0 0,0 0-1 0 0,0 0 0 0 0,0 0 1 0 0,0 0-1 0 0,0 0 1 0 0,-4 0-1 0 0,0 0 5 0 0,-1 0 0 0 0,0 0 0 0 0,1 0 0 0 0,-1 1 0 0 0,0 0 0 0 0,-8 1 0 0 0,7 2-23 0 0,1 0 1 0 0,-1 0-1 0 0,1 0 0 0 0,-1 1 0 0 0,1 0 1 0 0,0 1-1 0 0,1-1 0 0 0,-1 1 1 0 0,1 0-1 0 0,0 1 0 0 0,-11 12 1 0 0,9-10-148 0 0,8-7 134 0 0,-1-1 0 0 0,1 0 1 0 0,0 0-1 0 0,0 0 0 0 0,0 1 0 0 0,-1-1 0 0 0,1 0 1 0 0,0 0-1 0 0,0 1 0 0 0,0-1 0 0 0,0 0 0 0 0,0 0 1 0 0,0 0-1 0 0,-1 1 0 0 0,1-1 0 0 0,0 0 0 0 0,0 1 1 0 0,0-1-1 0 0,0 0 0 0 0,0 0 0 0 0,0 1 0 0 0,0-1 1 0 0,0 0-1 0 0,0 0 0 0 0,0 1 0 0 0,0-1 1 0 0,0 0-1 0 0,1 0 0 0 0,-1 1 0 0 0,0-1 0 0 0,0 0 1 0 0,0 0-1 0 0,0 1 0 0 0,0-1 0 0 0,0 0 0 0 0,1 0 1 0 0,-1 1-1 0 0,0-1 0 0 0,0 0 0 0 0,0 0 0 0 0,0 0 1 0 0,1 1-1 0 0,-1-1 0 0 0,0 0 0 0 0,0 0 0 0 0,1 0 1 0 0,-1 0-1 0 0,0 0 0 0 0,0 0 0 0 0,1 0 1 0 0,-1 1-1 0 0,15 3-4041 0 0,-10-4 2609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9218 0 0,'2'0'178'0'0,"-1"1"0"0"0,0-1 0 0 0,1 1 0 0 0,-1 0 0 0 0,1-1 0 0 0,-1 1 0 0 0,0 0 0 0 0,0 0 0 0 0,1 0-1 0 0,-1 0 1 0 0,0 0 0 0 0,0 0 0 0 0,0 0 0 0 0,0 1 0 0 0,0-1 0 0 0,0 0 0 0 0,0 1 0 0 0,-1-1 0 0 0,1 0 0 0 0,0 1 0 0 0,0 1 0 0 0,12 32 1694 0 0,6 49 526 0 0,-14-53-1607 0 0,19 58 0 0 0,-21-81-726 0 0,0-1 0 0 0,0 0 0 0 0,1 1 0 0 0,0-1 0 0 0,0 0 0 0 0,1-1 0 0 0,0 1 0 0 0,0-1 0 0 0,0 0 0 0 0,1 0 0 0 0,0-1 0 0 0,9 7 0 0 0,-11-9-73 0 0,0-1 1 0 0,0 0 0 0 0,1-1 0 0 0,-1 1 0 0 0,0-1-1 0 0,1 0 1 0 0,-1 0 0 0 0,1 0 0 0 0,-1 0-1 0 0,1-1 1 0 0,0 0 0 0 0,-1 0 0 0 0,1 0 0 0 0,-1-1-1 0 0,1 1 1 0 0,-1-1 0 0 0,1 0 0 0 0,-1 0-1 0 0,1-1 1 0 0,4-2 0 0 0,10-4-925 0 0,-1-1 0 0 0,-1-1 0 0 0,21-14 0 0 0,-33 20 560 0 0,7-5-1574 0 0,0 0 0 0 0,14-16-1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5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23 101 456 0 0,'-13'-38'3267'0'0,"10"27"77"0"0,1 0 0 0 0,0 0 1 0 0,-1-19-1 0 0,13 35 436 0 0,10 17-2946 0 0,-13-7-653 0 0,-1-1 0 0 0,-1 1 0 0 0,0 0 0 0 0,-1 0 0 0 0,3 18-1 0 0,6 82-48 0 0,-8-67-122 0 0,-2-14-110 0 0,24 173-1917 0 0,-22-172 557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8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7 133 3225 0 0,'-2'-8'410'0'0,"0"0"0"0"0,1 0 0 0 0,0-1 1 0 0,1 1-1 0 0,0-13 0 0 0,10-49 13269 0 0,-9 70-13580 0 0,-1 0 0 0 0,0 0 1 0 0,0 0-1 0 0,1 0 1 0 0,-1 0-1 0 0,8 12 1457 0 0,4 19-1102 0 0,16 140 375 0 0,-20-106-1778 0 0,3-1 1 0 0,21 65 0 0 0,-25-106-6284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0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3681 0 0,'2'-15'-268'0'0,"5"-16"2763"0"0,-7 31-2313 0 0,0-1 1 0 0,0 1-1 0 0,0-1 0 0 0,1 1 0 0 0,-1-1 0 0 0,0 1 0 0 0,1-1 0 0 0,-1 1 0 0 0,0-1 0 0 0,1 1 0 0 0,-1-1 0 0 0,0 1 0 0 0,1-1 0 0 0,-1 1 0 0 0,1 0 0 0 0,-1-1 0 0 0,1 1 0 0 0,-1 0 0 0 0,1 0 0 0 0,-1-1 0 0 0,1 1 0 0 0,0 0 0 0 0,-1 0 0 0 0,1 0 0 0 0,-1-1 0 0 0,1 1 0 0 0,-1 0 0 0 0,1 0 0 0 0,0 0 0 0 0,-1 0 0 0 0,1 0 0 0 0,-1 0 0 0 0,1 0 0 0 0,0 0 0 0 0,-1 1 0 0 0,1-1 0 0 0,-1 0 0 0 0,1 0 0 0 0,-1 0 0 0 0,2 1 0 0 0,3 1 192 0 0,1 0 0 0 0,-1-1 0 0 0,1 1 1 0 0,0-1-1 0 0,-1-1 0 0 0,1 1 0 0 0,0-1 0 0 0,0 0 1 0 0,0 0-1 0 0,-1-1 0 0 0,1 1 0 0 0,0-1 0 0 0,0-1 1 0 0,8-2-1 0 0,33-15-883 0 0,-4-3-4492 0 0,-22 10-791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7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3 372 2128 0 0,'-1'2'228'0'0,"0"11"1335"0"0,1-12-1396 0 0,1-1-1 0 0,-1 0 0 0 0,0 0 1 0 0,1 0-1 0 0,-1 0 0 0 0,1 0 1 0 0,-1 0-1 0 0,0 0 0 0 0,1 0 1 0 0,-1 0-1 0 0,1 0 0 0 0,-1 0 1 0 0,1 0-1 0 0,-1 0 0 0 0,0 0 1 0 0,1 0-1 0 0,3-2 1497 0 0,-4 2-1496 0 0,121-38 4612 0 0,-18 4-2267 0 0,175-32 0 0 0,-153 47-2078 0 0,214-35 235 0 0,-74 9-442 0 0,121-26 1050 0 0,-304 52-988 0 0,151-17-1 0 0,-182 33-128 0 0,0 2-1 0 0,0 2 0 0 0,1 3 0 0 0,61 11 1 0 0,-49 4-1257 0 0,-48-13-908 0 0,0-1 0 0 0,0-1 0 0 0,20 3 0 0 0,-19-9-2277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9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72 79 1840 0 0,'-36'-2'2731'0'0,"34"2"-2393"0"0,0 0 0 0 0,-1 1 0 0 0,1-1 1 0 0,0 0-1 0 0,0 0 0 0 0,-1 1 0 0 0,1 0 1 0 0,0-1-1 0 0,0 1 0 0 0,0 0 0 0 0,0 0 1 0 0,0 0-1 0 0,-3 2 0 0 0,5-2-202 0 0,-1 0-1 0 0,1 0 1 0 0,-1 1-1 0 0,1-1 1 0 0,0 0 0 0 0,0 1-1 0 0,0-1 1 0 0,0 0-1 0 0,0 1 1 0 0,0-1 0 0 0,0 0-1 0 0,0 1 1 0 0,0-1-1 0 0,1 0 1 0 0,-1 0 0 0 0,1 1-1 0 0,-1-1 1 0 0,0 0-1 0 0,1 0 1 0 0,0 0 0 0 0,-1 0-1 0 0,3 2 1 0 0,17 28 932 0 0,-17-28-855 0 0,4 6 88 0 0,0 0 0 0 0,1 0 0 0 0,0-1 1 0 0,1 0-1 0 0,0 0 0 0 0,0-1 0 0 0,1-1 1 0 0,0 1-1 0 0,0-1 0 0 0,0-1 0 0 0,14 5 1 0 0,-19-8-182 0 0,0 0 1 0 0,1-1 0 0 0,-1 0 0 0 0,0 0 0 0 0,1 0 0 0 0,-1-1 0 0 0,1 0 0 0 0,-1 0 0 0 0,1 0 0 0 0,-1-1 0 0 0,1 0 0 0 0,-1 0-1 0 0,0 0 1 0 0,0-1 0 0 0,1 1 0 0 0,-1-1 0 0 0,0-1 0 0 0,0 1 0 0 0,-1-1 0 0 0,1 1 0 0 0,0-1 0 0 0,-1-1 0 0 0,0 1 0 0 0,1-1-1 0 0,6-7 1 0 0,-8 6-34 0 0,0 1-1 0 0,0-1 0 0 0,0 0 0 0 0,-1 0 0 0 0,1 0 0 0 0,-1 0 1 0 0,0 0-1 0 0,-1 0 0 0 0,1-1 0 0 0,-1 1 0 0 0,0-1 0 0 0,0 1 1 0 0,-1-1-1 0 0,0 1 0 0 0,0-1 0 0 0,0 1 0 0 0,0-1 1 0 0,-1 1-1 0 0,0-1 0 0 0,0 1 0 0 0,-1 0 0 0 0,1-1 0 0 0,-5-6 1 0 0,4 7-152 0 0,0 0 1 0 0,-1 0-1 0 0,1 0 1 0 0,-1 0-1 0 0,-1 1 1 0 0,1-1-1 0 0,-1 1 1 0 0,1 0-1 0 0,-1 0 1 0 0,-7-5-1 0 0,7 6-298 0 0,1 1 0 0 0,-1 0 0 0 0,1 0-1 0 0,-1 1 1 0 0,1-1 0 0 0,-1 1 0 0 0,0 0-1 0 0,0 0 1 0 0,0 0 0 0 0,0 0 0 0 0,0 0-1 0 0,0 1 1 0 0,0 0 0 0 0,0 0 0 0 0,-6 1-1 0 0,-11 3-6517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5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50 5985 0 0,'-1'0'62'0'0,"0"1"0"0"0,0-1 0 0 0,1 1 0 0 0,-1-1 0 0 0,0 1 0 0 0,1 0 0 0 0,-1-1 0 0 0,1 1 0 0 0,-1 0 0 0 0,1 0-1 0 0,-1-1 1 0 0,1 1 0 0 0,0 0 0 0 0,-1 0 0 0 0,1 0 0 0 0,0-1 0 0 0,0 1 0 0 0,-1 0 0 0 0,1 0 0 0 0,0 0 0 0 0,0 0 0 0 0,0 0 0 0 0,0 0-1 0 0,0-1 1 0 0,1 3 0 0 0,0-3 97 0 0,1 1 0 0 0,0-1 0 0 0,-1 0 0 0 0,1 1 0 0 0,0-1 0 0 0,0 0-1 0 0,0 0 1 0 0,-1 0 0 0 0,1-1 0 0 0,0 1 0 0 0,0 0 0 0 0,-1-1 0 0 0,4 0-1 0 0,101-24 3486 0 0,-56 12-1815 0 0,82-11 0 0 0,8 17-561 0 0,210 16-1 0 0,-84 1-1005 0 0,-25-10-54 0 0,324 14 1749 0 0,-440-6-1618 0 0,-48-5-249 0 0,-1 4 0 0 0,128 27 1 0 0,-149-18-22 0 0,33 8-2983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8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 1696 0 0,'-5'0'265'0'0,"-13"7"5614"0"0,19-1-4702 0 0,6 20 452 0 0,-1 3-790 0 0,1 0-1 0 0,2-1 1 0 0,1 0 0 0 0,18 36 0 0 0,-24-58-755 0 0,0 1 1 0 0,0-1-1 0 0,0 0 1 0 0,1 0-1 0 0,0 0 1 0 0,0-1-1 0 0,1 1 1 0 0,0-1-1 0 0,10 7 1 0 0,-11-10-8 0 0,-1 1 0 0 0,1-1 0 0 0,0 0 0 0 0,0-1 0 0 0,0 1-1 0 0,0-1 1 0 0,0 0 0 0 0,0 0 0 0 0,0-1 0 0 0,0 1 0 0 0,0-1 0 0 0,1 0 0 0 0,-1-1 0 0 0,0 1 0 0 0,9-3 0 0 0,-7 1 93 0 0,-1 0 0 0 0,0-1 1 0 0,0 1-1 0 0,0-1 0 0 0,0-1 0 0 0,0 1 1 0 0,-1-1-1 0 0,0 0 0 0 0,1 0 1 0 0,-1-1-1 0 0,-1 0 0 0 0,1 1 0 0 0,-1-2 1 0 0,0 1-1 0 0,0 0 0 0 0,0-1 1 0 0,-1 0-1 0 0,3-6 0 0 0,-2 4-12 0 0,0 0-1 0 0,-1 0 0 0 0,0-1 0 0 0,0 0 0 0 0,-1 0 1 0 0,0 0-1 0 0,0 0 0 0 0,-1 0 0 0 0,0 0 1 0 0,-1 0-1 0 0,0 0 0 0 0,-3-16 0 0 0,2 21-189 0 0,-1-1-1 0 0,1 1 1 0 0,-1 0-1 0 0,-1-1 1 0 0,1 1-1 0 0,-1 0 0 0 0,1 1 1 0 0,-1-1-1 0 0,0 0 1 0 0,0 1-1 0 0,-1-1 1 0 0,1 1-1 0 0,-1 0 0 0 0,0 0 1 0 0,1 1-1 0 0,-1-1 1 0 0,0 1-1 0 0,-1 0 1 0 0,1 0-1 0 0,0 0 1 0 0,-1 0-1 0 0,1 1 0 0 0,-1 0 1 0 0,1 0-1 0 0,-1 0 1 0 0,0 0-1 0 0,1 1 1 0 0,-1 0-1 0 0,0 0 0 0 0,-7 1 1 0 0,-16 3-7543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5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57 920 0 0,'-29'-3'2366'0'0,"-43"2"0"0"0,44 2 424 0 0,32 0-2506 0 0,-1 0 1 0 0,1 0-1 0 0,-1 1 0 0 0,0-1 1 0 0,0 1-1 0 0,0 0 0 0 0,0 0 1 0 0,0 0-1 0 0,0 0 0 0 0,0 1 1 0 0,-1-1-1 0 0,1 1 1 0 0,-1-1-1 0 0,0 1 0 0 0,1 0 1 0 0,-1 0-1 0 0,2 4 0 0 0,-2-3-209 0 0,0 0 1 0 0,1 0-1 0 0,0 0 0 0 0,0-1 0 0 0,0 1 0 0 0,0-1 0 0 0,1 0 0 0 0,-1 0 0 0 0,1 0 1 0 0,0-1-1 0 0,0 1 0 0 0,0-1 0 0 0,0 0 0 0 0,5 2 0 0 0,-8-4-59 0 0,0 1 0 0 0,0-1 0 0 0,0 0 0 0 0,-1 0 0 0 0,1 0 0 0 0,0 0 0 0 0,0 0 0 0 0,0 0 0 0 0,0 0 0 0 0,-1 0 0 0 0,1-1 0 0 0,0 1 0 0 0,0 0 0 0 0,0 0 0 0 0,-1-1 0 0 0,1 1 0 0 0,0 0 0 0 0,0-1 0 0 0,-1 1 0 0 0,1-1 0 0 0,0 1 0 0 0,-1-1 0 0 0,1 1 0 0 0,0-1 0 0 0,-1 1 0 0 0,1-1 0 0 0,0-1 0 0 0,0 0 19 0 0,0 0 0 0 0,-1 1 0 0 0,1-1 0 0 0,-1 0 0 0 0,1 0 0 0 0,-1 0 0 0 0,0 0 0 0 0,1 0 0 0 0,-1 0 0 0 0,0 0 0 0 0,-1-3 0 0 0,1-2 70 0 0,-1 1 0 0 0,-1-1-1 0 0,1 0 1 0 0,-1 1 0 0 0,0-1 0 0 0,-3-6 0 0 0,2 9-61 0 0,1 0 1 0 0,-1 0 0 0 0,0 0-1 0 0,0 0 1 0 0,0 0-1 0 0,0 0 1 0 0,-1 1 0 0 0,1-1-1 0 0,-1 1 1 0 0,0 0-1 0 0,0 1 1 0 0,0-1-1 0 0,-1 0 1 0 0,-7-2 0 0 0,10 4-7 0 0,0 1 1 0 0,1-1 0 0 0,-1 1 0 0 0,0 0-1 0 0,0-1 1 0 0,0 1 0 0 0,0 0 0 0 0,0 0-1 0 0,1 0 1 0 0,-1 1 0 0 0,0-1 0 0 0,0 0-1 0 0,0 1 1 0 0,0-1 0 0 0,1 1-1 0 0,-4 1 1 0 0,3 0 2 0 0,0-1 0 0 0,-1 1 0 0 0,1 0 0 0 0,0 0-1 0 0,0 0 1 0 0,0 0 0 0 0,1 0 0 0 0,-1 0 0 0 0,0 1 0 0 0,1-1-1 0 0,-1 1 1 0 0,1-1 0 0 0,-2 6 0 0 0,1-5-23 0 0,1 1 1 0 0,0 0-1 0 0,0-1 1 0 0,0 1-1 0 0,0 0 1 0 0,0 0-1 0 0,1 0 1 0 0,0 0-1 0 0,0-1 1 0 0,0 1-1 0 0,0 0 1 0 0,0 0-1 0 0,1 0 1 0 0,0 0-1 0 0,0-1 1 0 0,0 1-1 0 0,0 0 1 0 0,0-1-1 0 0,3 6 1 0 0,-2-7-7 0 0,0 1-1 0 0,0-1 1 0 0,0 0-1 0 0,0 0 1 0 0,1 0 0 0 0,-1 0-1 0 0,0 0 1 0 0,1 0 0 0 0,0-1-1 0 0,-1 1 1 0 0,1-1-1 0 0,0 0 1 0 0,-1 0 0 0 0,1 0-1 0 0,0 0 1 0 0,0 0-1 0 0,0 0 1 0 0,0-1 0 0 0,0 0-1 0 0,0 1 1 0 0,0-1 0 0 0,0 0-1 0 0,0-1 1 0 0,0 1-1 0 0,4-1 1 0 0,8-2-36 0 0,0 0 0 0 0,0-1 0 0 0,0 0 1 0 0,26-13-1 0 0,-36 15 8 0 0,0 0 0 0 0,0-1 0 0 0,0 0 1 0 0,0 0-1 0 0,-1 0 0 0 0,1-1 1 0 0,-1 1-1 0 0,0-1 0 0 0,0 0 0 0 0,0 0 1 0 0,0-1-1 0 0,-1 1 0 0 0,0-1 0 0 0,0 0 1 0 0,0 0-1 0 0,3-8 0 0 0,-6 13-21 0 0,0-1-1 0 0,1 0 1 0 0,-1 1-1 0 0,0-1 1 0 0,0 0 0 0 0,0 0-1 0 0,0 1 1 0 0,0-1-1 0 0,0 0 1 0 0,0 0-1 0 0,0 1 1 0 0,0-1-1 0 0,0 0 1 0 0,0 0-1 0 0,0 1 1 0 0,-1-1-1 0 0,1 0 1 0 0,0 0-1 0 0,0 1 1 0 0,-1-1 0 0 0,1 0-1 0 0,-1 1 1 0 0,1-1-1 0 0,0 1 1 0 0,-1-1-1 0 0,1 0 1 0 0,-1 1-1 0 0,0-1 1 0 0,-1 0-45 0 0,0 0 1 0 0,1 0-1 0 0,-1 0 1 0 0,0 1-1 0 0,0-1 1 0 0,1 0-1 0 0,-1 1 1 0 0,0 0-1 0 0,0-1 1 0 0,0 1-1 0 0,-2 0 1 0 0,-3 0-314 0 0,-1 0-1 0 0,1 1 1 0 0,0 0 0 0 0,-13 3-1 0 0,9 0-514 0 0,-1 2-153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14 920 0 0,'-3'-1'658'0'0,"0"1"0"0"0,0 0-1 0 0,0 1 1 0 0,0-1 0 0 0,0 1-1 0 0,0-1 1 0 0,0 1 0 0 0,0 0-1 0 0,0 0 1 0 0,0 0 0 0 0,0 0-1 0 0,0 1 1 0 0,1-1 0 0 0,-1 1-1 0 0,1-1 1 0 0,-1 1 0 0 0,-3 4-1 0 0,4-3-430 0 0,0-1 0 0 0,0 0-1 0 0,1 1 1 0 0,0-1 0 0 0,-1 1 0 0 0,1 0-1 0 0,0 0 1 0 0,0-1 0 0 0,1 1 0 0 0,-1 0 0 0 0,1 0-1 0 0,-1 0 1 0 0,1 0 0 0 0,0-1 0 0 0,0 7-1 0 0,1-4-196 0 0,-1 0-1 0 0,1 1 1 0 0,0-1 0 0 0,1 0-1 0 0,0 1 1 0 0,-1-1-1 0 0,2 0 1 0 0,-1 0 0 0 0,0 0-1 0 0,1-1 1 0 0,0 1-1 0 0,0 0 1 0 0,1-1 0 0 0,-1 0-1 0 0,1 0 1 0 0,0 0 0 0 0,0 0-1 0 0,0-1 1 0 0,6 4-1 0 0,0-2 56 0 0,0-1 1 0 0,0 0-1 0 0,1 0 0 0 0,-1-1 0 0 0,1-1 0 0 0,0 1 0 0 0,0-2 1 0 0,0 0-1 0 0,0 0 0 0 0,0-1 0 0 0,22-2 0 0 0,0-3 340 0 0,1-1 0 0 0,53-16 0 0 0,41-20 322 0 0,-35 12-37 0 0,134-28 0 0 0,-112 40-353 0 0,122-3-1 0 0,-162 19-321 0 0,-1 3 1 0 0,131 21-1 0 0,-74-3-1780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7370 0 0,'0'0'107'0'0,"0"-1"0"0"0,0 1 0 0 0,0 0 1 0 0,0-1-1 0 0,0 1 0 0 0,0 0 1 0 0,-1-1-1 0 0,1 1 0 0 0,0 0 0 0 0,0-1 1 0 0,0 1-1 0 0,1 0 0 0 0,-1-1 0 0 0,0 1 1 0 0,0-1-1 0 0,0 1 0 0 0,0 0 1 0 0,0-1-1 0 0,0 1 0 0 0,0 0 0 0 0,1 0 1 0 0,-1-1-1 0 0,0 1 0 0 0,0 0 0 0 0,0-1 1 0 0,1 1-1 0 0,-1 0 0 0 0,0 0 1 0 0,0-1-1 0 0,1 1 0 0 0,-1 0 0 0 0,0 0 1 0 0,1-1-1 0 0,-1 1 0 0 0,0 0 1 0 0,1 0-1 0 0,-1 0 0 0 0,0 0 0 0 0,1 0 1 0 0,-1 0-1 0 0,0 0 0 0 0,1-1 0 0 0,-1 1 1 0 0,0 0-1 0 0,1 0 0 0 0,-1 0 1 0 0,0 0-1 0 0,1 0 0 0 0,-1 1 0 0 0,1-1 1 0 0,-1 0-1 0 0,0 0 0 0 0,1 0 0 0 0,-1 0 1 0 0,0 0-1 0 0,1 0 0 0 0,-1 1 1 0 0,0-1-1 0 0,0 0 0 0 0,1 0 0 0 0,2 1 1105 0 0,0 3-430 0 0,9 9-212 0 0,-1 0-1 0 0,-1 0 0 0 0,0 2 0 0 0,-1-1 1 0 0,12 25-1 0 0,31 90 383 0 0,-33-81-859 0 0,24 48-1 0 0,-40-89-73 0 0,8 12 17 0 0,0 0 0 0 0,17 22 0 0 0,-25-37-3 0 0,0 0 0 0 0,1 0-1 0 0,-1 0 1 0 0,1 0 0 0 0,0-1-1 0 0,0 1 1 0 0,1-1 0 0 0,-1 0 0 0 0,1 0-1 0 0,-1-1 1 0 0,1 1 0 0 0,0-1-1 0 0,0 0 1 0 0,10 2 0 0 0,-10-4 3 0 0,0 0-1 0 0,0 0 1 0 0,0-1 0 0 0,0 0-1 0 0,0 0 1 0 0,0 0 0 0 0,0 0 0 0 0,-1-1-1 0 0,1 0 1 0 0,0 0 0 0 0,-1 0-1 0 0,0 0 1 0 0,1-1 0 0 0,-1 0 0 0 0,0 0-1 0 0,0 0 1 0 0,-1 0 0 0 0,1 0-1 0 0,-1-1 1 0 0,1 0 0 0 0,3-5 0 0 0,8-11-285 0 0,0-1 0 0 0,20-39 0 0 0,-33 56 183 0 0,53-96-5630 0 0,-43 81-105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18 3049 0 0,'-5'2'832'0'0,"1"0"1"0"0,-1 1 0 0 0,1-1 0 0 0,0 1 0 0 0,0 0 0 0 0,0 0-1 0 0,0 0 1 0 0,0 0 0 0 0,1 1 0 0 0,-1 0 0 0 0,1 0 0 0 0,0 0-1 0 0,0 0 1 0 0,0 0 0 0 0,1 0 0 0 0,0 1 0 0 0,-1-1-1 0 0,-1 7 1 0 0,2-3-611 0 0,1-1-1 0 0,0 0 1 0 0,0 0 0 0 0,1 11-1 0 0,0-7-178 0 0,0 1-1 0 0,2-1 0 0 0,-1 0 0 0 0,1 1 1 0 0,1-1-1 0 0,0 0 0 0 0,1-1 0 0 0,0 1 1 0 0,0-1-1 0 0,1 1 0 0 0,8 11 0 0 0,-10-18-37 0 0,-1 0-1 0 0,1-1 0 0 0,0 1 1 0 0,0-1-1 0 0,0 0 1 0 0,1 0-1 0 0,-1 0 0 0 0,1 0 1 0 0,0 0-1 0 0,-1-1 0 0 0,1 0 1 0 0,1 0-1 0 0,-1 0 1 0 0,0 0-1 0 0,0 0 0 0 0,1-1 1 0 0,-1 0-1 0 0,1 0 0 0 0,-1 0 1 0 0,1-1-1 0 0,-1 1 1 0 0,1-1-1 0 0,-1 0 0 0 0,1 0 1 0 0,-1-1-1 0 0,1 1 1 0 0,0-1-1 0 0,-1 0 0 0 0,0 0 1 0 0,7-3-1 0 0,-6 2 27 0 0,0 0 0 0 0,0 0-1 0 0,0-1 1 0 0,0 0 0 0 0,0 0 0 0 0,0 0-1 0 0,-1 0 1 0 0,0-1 0 0 0,1 0 0 0 0,-1 0 0 0 0,-1 0-1 0 0,1 0 1 0 0,-1-1 0 0 0,1 1 0 0 0,-1-1-1 0 0,0 0 1 0 0,-1 0 0 0 0,4-9 0 0 0,-3 6 42 0 0,-1 0 0 0 0,0-1 0 0 0,-1 1-1 0 0,0 0 1 0 0,0 0 0 0 0,0-1 0 0 0,-1 1 0 0 0,-1 0 0 0 0,1-1 0 0 0,-2 1 0 0 0,1 0 0 0 0,-3-8 0 0 0,2 8-48 0 0,-1 0 0 0 0,0 0 0 0 0,0 0 0 0 0,-1 1 0 0 0,0-1-1 0 0,0 1 1 0 0,0 0 0 0 0,-1 0 0 0 0,0 1 0 0 0,-1 0 0 0 0,1 0 0 0 0,-8-6 0 0 0,9 9-93 0 0,-1-1 0 0 0,1 1 1 0 0,-1 0-1 0 0,0 1 0 0 0,0-1 0 0 0,0 1 1 0 0,0 0-1 0 0,0 0 0 0 0,-1 1 0 0 0,1-1 1 0 0,0 1-1 0 0,-1 0 0 0 0,1 1 0 0 0,-1 0 1 0 0,0-1-1 0 0,1 2 0 0 0,-1-1 0 0 0,-10 2 1 0 0,-4 5-1504 0 0,3 3-3281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7834 0 0,'4'25'6536'0'0,"-3"-9"-6474"0"0,1-1-1 0 0,0 1 1 0 0,8 26-1 0 0,-7-37-45 0 0,0 0-1 0 0,0 0 0 0 0,0-1 0 0 0,1 1 0 0 0,-1-1 0 0 0,1 0 1 0 0,0 0-1 0 0,0 0 0 0 0,1 0 0 0 0,-1-1 0 0 0,1 0 0 0 0,0 0 0 0 0,0 0 1 0 0,0 0-1 0 0,0-1 0 0 0,0 0 0 0 0,0 0 0 0 0,1 0 0 0 0,-1 0 1 0 0,1-1-1 0 0,-1 0 0 0 0,1 0 0 0 0,0-1 0 0 0,-1 0 0 0 0,11 0 0 0 0,-11 0 69 0 0,-1-1 0 0 0,1 1-1 0 0,-1-1 1 0 0,1 0-1 0 0,-1 0 1 0 0,1 0-1 0 0,-1-1 1 0 0,1 0-1 0 0,-1 1 1 0 0,0-2-1 0 0,0 1 1 0 0,0 0 0 0 0,0-1-1 0 0,0 0 1 0 0,-1 0-1 0 0,1 0 1 0 0,-1 0-1 0 0,0 0 1 0 0,0-1-1 0 0,0 1 1 0 0,0-1-1 0 0,0 0 1 0 0,-1 0-1 0 0,0 0 1 0 0,0 0 0 0 0,0 0-1 0 0,0-1 1 0 0,-1 1-1 0 0,1-1 1 0 0,-1 1-1 0 0,0-7 1 0 0,0 5-1 0 0,-1 1 0 0 0,-1-1 1 0 0,1 0-1 0 0,-1 1 0 0 0,0-1 1 0 0,0 0-1 0 0,-1 1 0 0 0,1-1 1 0 0,-1 1-1 0 0,-1 0 0 0 0,1 0 1 0 0,-1-1-1 0 0,0 2 0 0 0,0-1 1 0 0,0 0-1 0 0,-7-7 0 0 0,8 10-79 0 0,0 0 1 0 0,0 0-1 0 0,0 0 0 0 0,0 0 1 0 0,0 1-1 0 0,0-1 0 0 0,0 1 1 0 0,-1-1-1 0 0,1 1 0 0 0,-1 0 1 0 0,1 0-1 0 0,-1 0 0 0 0,1 0 1 0 0,-1 1-1 0 0,1-1 0 0 0,-1 1 1 0 0,0-1-1 0 0,1 1 0 0 0,-1 0 1 0 0,0 0-1 0 0,0 0 0 0 0,1 0 1 0 0,-1 1-1 0 0,0-1 0 0 0,1 1 1 0 0,-1-1-1 0 0,1 1 0 0 0,-1 0 1 0 0,1 0-1 0 0,-1 0 0 0 0,1 0 1 0 0,-1 1-1 0 0,1-1 0 0 0,0 1 1 0 0,0-1-1 0 0,-4 4 0 0 0,1 2-717 0 0,1 0-222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4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3681 0 0,'0'9'9322'0'0,"3"2"-9288"0"0,0 0 0 0 0,1 0 0 0 0,1 0 1 0 0,0-1-1 0 0,0 1 0 0 0,1-1 0 0 0,1-1 0 0 0,0 1 1 0 0,0-1-1 0 0,0 0 0 0 0,1-1 0 0 0,0 0 0 0 0,1 0 1 0 0,0-1-1 0 0,0 0 0 0 0,18 10 0 0 0,-5-8-4904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210 154 5529 0 0,'-3'0'310'0'0,"0"-1"1"0"0,0 0-1 0 0,0 1 0 0 0,0-1 1 0 0,0 1-1 0 0,0 0 0 0 0,0 0 1 0 0,0 0-1 0 0,0 1 0 0 0,0-1 0 0 0,0 1 1 0 0,0-1-1 0 0,0 1 0 0 0,-4 2 1 0 0,-40 19 2680 0 0,36-14-2695 0 0,0 0-1 0 0,0 1 1 0 0,1 0 0 0 0,0 0-1 0 0,-8 12 1 0 0,13-15-218 0 0,0 1-1 0 0,0 0 1 0 0,1-1 0 0 0,0 2 0 0 0,0-1-1 0 0,1 0 1 0 0,0 1 0 0 0,0-1-1 0 0,-3 16 1 0 0,6-20-80 0 0,0-1 0 0 0,-1 1-1 0 0,1 0 1 0 0,0 0 0 0 0,0 0 0 0 0,0 0-1 0 0,1-1 1 0 0,-1 1 0 0 0,1 0-1 0 0,0 0 1 0 0,0 0 0 0 0,-1-1 0 0 0,2 1-1 0 0,-1-1 1 0 0,0 1 0 0 0,1-1 0 0 0,-1 1-1 0 0,1-1 1 0 0,-1 1 0 0 0,1-1 0 0 0,0 0-1 0 0,0 0 1 0 0,0 0 0 0 0,0 0 0 0 0,1-1-1 0 0,-1 1 1 0 0,0 0 0 0 0,1-1 0 0 0,-1 0-1 0 0,1 1 1 0 0,0-1 0 0 0,-1 0 0 0 0,1-1-1 0 0,3 2 1 0 0,0-1-176 0 0,0 1-1 0 0,-1-1 1 0 0,1-1-1 0 0,0 1 1 0 0,0-1-1 0 0,0 0 0 0 0,0 0 1 0 0,0-1-1 0 0,-1 1 1 0 0,1-2-1 0 0,0 1 1 0 0,0 0-1 0 0,-1-1 1 0 0,1 0-1 0 0,8-5 1 0 0,-8 4-94 0 0,-1-1 0 0 0,1 0 0 0 0,-1 0 0 0 0,0-1 1 0 0,-1 1-1 0 0,1-1 0 0 0,-1 0 0 0 0,0 0 0 0 0,0-1 1 0 0,0 1-1 0 0,-1-1 0 0 0,0 0 0 0 0,4-8 0 0 0,-4 5 280 0 0,0-1 0 0 0,-1 1 0 0 0,0-1 0 0 0,-1 0 0 0 0,0 0 0 0 0,0 0 0 0 0,-1 0 0 0 0,-1-10 0 0 0,-4-14 2230 0 0,-2 0-1 0 0,-1 0 1 0 0,-24-64 0 0 0,31 96-2067 0 0,-7-16 1563 0 0,7 24-300 0 0,6 33-265 0 0,-4-35-1271 0 0,6 30 30 0 0,1-1-1 0 0,2 0 0 0 0,1 0 1 0 0,1-1-1 0 0,2 0 1 0 0,23 38-1 0 0,-19-42-716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50 149 6337 0 0,'-10'-10'680'0'0,"9"9"-808"0"0,-1 0 0 0 0,1 0 0 0 0,0 0 0 0 0,-1 0 1 0 0,1 0-1 0 0,0 0 0 0 0,0 0 0 0 0,0 0 0 0 0,0-1 1 0 0,0 1-1 0 0,0 0 0 0 0,0 0 0 0 0,0-1 1 0 0,1 1-1 0 0,-1-1 0 0 0,0 1 0 0 0,1-1 0 0 0,-1 1 1 0 0,1-1-1 0 0,-1-1 0 0 0,2 3 115 0 0,-1-1 0 0 0,0 1 0 0 0,0-1 1 0 0,0 1-1 0 0,0-1 0 0 0,0 1 0 0 0,0 0 0 0 0,0-1 0 0 0,0 1 1 0 0,-1-1-1 0 0,1 1 0 0 0,0 0 0 0 0,0-1 0 0 0,0 1 0 0 0,0-1 1 0 0,0 1-1 0 0,-1 0 0 0 0,1-1 0 0 0,0 1 0 0 0,0 0 1 0 0,-1-1-1 0 0,1 1 0 0 0,0 0 0 0 0,0-1 0 0 0,-1 1 0 0 0,1 0 1 0 0,0 0-1 0 0,-1-1 0 0 0,1 1 0 0 0,-1 0 0 0 0,1 0 0 0 0,0 0 1 0 0,-1-1-1 0 0,1 1 0 0 0,-1 0 0 0 0,1 0 0 0 0,0 0 0 0 0,-12-5 4688 0 0,13 0-4262 0 0,-2 3-280 0 0,1 1-66 0 0,0-1-1 0 0,0 1 1 0 0,0-1-1 0 0,-1 1 1 0 0,1 0 0 0 0,1-1-1 0 0,-1 1 1 0 0,0-1-1 0 0,0 1 1 0 0,0 0 0 0 0,1-1-1 0 0,-1 1 1 0 0,1 0-1 0 0,1-3 348 0 0,13 33 3680 0 0,21 41-2887 0 0,-26-49-1220 0 0,0-1 1 0 0,0 0 0 0 0,2 0 0 0 0,1-1 0 0 0,0-1 0 0 0,25 26-1 0 0,-38-43 0 0 0,1 0 0 0 0,-1-1 1 0 0,1 1-1 0 0,0 0 0 0 0,0-1 0 0 0,-1 1 0 0 0,1-1 0 0 0,0 1 0 0 0,0-1 0 0 0,0 1 0 0 0,-1-1 0 0 0,1 1 0 0 0,0-1 0 0 0,0 0 0 0 0,0 1 0 0 0,0-1 0 0 0,0 0 0 0 0,0 0 0 0 0,0 0 1 0 0,0 0-1 0 0,0 0 0 0 0,0 0 0 0 0,-1 0 0 0 0,1 0 0 0 0,0 0 0 0 0,0 0 0 0 0,1-1 0 0 0,-1 0 12 0 0,1 0 0 0 0,-1 0 0 0 0,0 0 0 0 0,0 0 0 0 0,-1 0 1 0 0,1 0-1 0 0,0-1 0 0 0,0 1 0 0 0,0 0 0 0 0,-1-1 0 0 0,1 1 0 0 0,-1 0 0 0 0,1-1 0 0 0,-1 1 0 0 0,1-3 0 0 0,1-9 112 0 0,0 1-1 0 0,-1-1 0 0 0,-1-14 0 0 0,0 23-63 0 0,-1-25 230 0 0,0 1 1 0 0,-7-31-1 0 0,6 45-239 0 0,-1 1 0 0 0,-1 0 0 0 0,0 0 0 0 0,-1 0 0 0 0,0 1 0 0 0,-11-19 0 0 0,16 30-40 0 0,-1 0 1 0 0,0-1 0 0 0,0 1 0 0 0,1 0 0 0 0,-1 0-1 0 0,0 0 1 0 0,0 0 0 0 0,0 0 0 0 0,0 0 0 0 0,0 1-1 0 0,0-1 1 0 0,-1 0 0 0 0,1 0 0 0 0,0 1 0 0 0,0-1-1 0 0,-2 0 1 0 0,2 1 23 0 0,0 0 0 0 0,0 0 0 0 0,1 0 0 0 0,-1 0 0 0 0,0 0-1 0 0,0 0 1 0 0,1 0 0 0 0,-1 0 0 0 0,0 1 0 0 0,1-1 0 0 0,-1 0 0 0 0,0 0 0 0 0,1 1 0 0 0,-1-1 0 0 0,0 0-1 0 0,1 1 1 0 0,-1-1 0 0 0,0 1 0 0 0,1-1 0 0 0,-1 1 0 0 0,0 0 0 0 0,0 1-2 0 0,-1 0 1 0 0,1 0-1 0 0,0 0 1 0 0,0 0-1 0 0,0 1 1 0 0,0-1-1 0 0,0 0 1 0 0,0 0-1 0 0,0 1 1 0 0,1-1-1 0 0,0 0 1 0 0,-1 1-1 0 0,1-1 1 0 0,0 1-1 0 0,0-1 1 0 0,1 5-1 0 0,0 1-62 0 0,1-1-1 0 0,0 1 1 0 0,1-1 0 0 0,0 1-1 0 0,0-1 1 0 0,0 0 0 0 0,1 0-1 0 0,0-1 1 0 0,6 8 0 0 0,-9-13 24 0 0,0 1 0 0 0,0-1 0 0 0,0 1 0 0 0,1-1 0 0 0,-1 1 0 0 0,0-1-1 0 0,1 0 1 0 0,-1 0 0 0 0,1 0 0 0 0,-1 0 0 0 0,1 0 0 0 0,0 0 0 0 0,-1 0 0 0 0,1-1 0 0 0,0 1 0 0 0,0 0 0 0 0,0-1 0 0 0,-1 0 0 0 0,1 1 0 0 0,0-1 0 0 0,0 0 0 0 0,0 0 0 0 0,0 0 0 0 0,0 0 0 0 0,0 0 0 0 0,-1 0 0 0 0,1-1 0 0 0,0 1 0 0 0,0-1 0 0 0,0 1 0 0 0,0-1 0 0 0,-1 0 0 0 0,1 1 0 0 0,0-1-1 0 0,-1 0 1 0 0,1 0 0 0 0,-1 0 0 0 0,1-1 0 0 0,-1 1 0 0 0,1 0 0 0 0,-1 0 0 0 0,2-3 0 0 0,-2 3-114 0 0,0 0 0 0 0,-1 0 0 0 0,1 0 0 0 0,0 1 0 0 0,0-1 0 0 0,-1 0 0 0 0,1-1-1 0 0,-1 1 1 0 0,1 0 0 0 0,-1 0 0 0 0,0 0 0 0 0,1 0 0 0 0,-1 0 0 0 0,0 0 0 0 0,0 0 0 0 0,1-1 0 0 0,-1 1-1 0 0,0 0 1 0 0,0-2 0 0 0,-2-2-949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129 188 1376 0 0,'-2'-1'42'0'0,"0"0"-1"0"0,0 1 0 0 0,0-1 1 0 0,0 0-1 0 0,0 1 0 0 0,0 0 1 0 0,0 0-1 0 0,0-1 0 0 0,0 1 1 0 0,0 0-1 0 0,0 1 0 0 0,0-1 1 0 0,0 0-1 0 0,0 1 0 0 0,0-1 1 0 0,0 1-1 0 0,-3 1 0 0 0,0 0 127 0 0,0 0-1 0 0,1 1 0 0 0,-1 0 0 0 0,1 0 0 0 0,-1 0 0 0 0,-6 8 0 0 0,5-6 201 0 0,1 1 0 0 0,0 0 0 0 0,0 0 0 0 0,0 1 0 0 0,1 0 1 0 0,0-1-1 0 0,0 1 0 0 0,1 1 0 0 0,-5 11 0 0 0,8-18-276 0 0,0-1 1 0 0,-1 1-1 0 0,1 0 1 0 0,0-1-1 0 0,0 1 1 0 0,0 0-1 0 0,0-1 1 0 0,-1 1-1 0 0,1-1 1 0 0,0 1-1 0 0,0 0 1 0 0,0-1-1 0 0,0 1 1 0 0,1 0-1 0 0,-1-1 1 0 0,0 1-1 0 0,0 0 1 0 0,0-1-1 0 0,0 1 1 0 0,1 0-1 0 0,-1-1 1 0 0,0 1-1 0 0,0-1 1 0 0,1 1-1 0 0,-1-1 1 0 0,1 1-1 0 0,-1-1 1 0 0,0 1-1 0 0,1-1 1 0 0,-1 1-1 0 0,1-1 1 0 0,-1 1-1 0 0,1-1 1 0 0,0 0-1 0 0,-1 1 1 0 0,1-1-1 0 0,-1 0 1 0 0,1 1-1 0 0,-1-1 1 0 0,1 0-1 0 0,0 0 1 0 0,-1 0-1 0 0,1 0 1 0 0,0 1-1 0 0,-1-1 1 0 0,1 0-1 0 0,0 0 1 0 0,-1 0-1 0 0,1 0 1 0 0,0-1-1 0 0,-1 1 1 0 0,1 0-1 0 0,0 0 1 0 0,-1 0-1 0 0,1 0 1 0 0,-1-1-1 0 0,1 1 1 0 0,0 0-1 0 0,-1-1 1 0 0,1 1-1 0 0,-1 0 1 0 0,1-1-1 0 0,1 0 2 0 0,0 0-1 0 0,0 0 0 0 0,0 1 1 0 0,0-1-1 0 0,-1-1 0 0 0,1 1 1 0 0,-1 0-1 0 0,1 0 0 0 0,0-1 0 0 0,-1 1 1 0 0,0 0-1 0 0,1-1 0 0 0,-1 0 1 0 0,0 1-1 0 0,0-1 0 0 0,0 0 1 0 0,0 1-1 0 0,0-1 0 0 0,0 0 1 0 0,-1 0-1 0 0,2-3 0 0 0,-2 4-80 0 0,0 0-1 0 0,0 0 1 0 0,0 0-1 0 0,0 0 1 0 0,0 0-1 0 0,0 1 1 0 0,0-1-1 0 0,-1 0 0 0 0,1 0 1 0 0,0 0-1 0 0,0 0 1 0 0,-1 0-1 0 0,1 1 1 0 0,-1-1-1 0 0,1 0 1 0 0,0 0-1 0 0,-1 0 1 0 0,0 1-1 0 0,1-1 1 0 0,-1 0-1 0 0,1 1 1 0 0,-1-1-1 0 0,0 1 1 0 0,1-1-1 0 0,-1 0 1 0 0,0 1-1 0 0,0 0 1 0 0,0-1-1 0 0,1 1 1 0 0,-1-1-1 0 0,0 1 1 0 0,0 0-1 0 0,0 0 0 0 0,0-1 1 0 0,0 1-1 0 0,1 0 1 0 0,-1 0-1 0 0,0 0 1 0 0,0 0-1 0 0,0 0 1 0 0,0 0-1 0 0,-1 1 1 0 0,0-1 33 0 0,0 0-1 0 0,1 0 1 0 0,-1-1 0 0 0,1 1 0 0 0,-1 0 0 0 0,0 0 0 0 0,1-1 0 0 0,-1 1-1 0 0,1-1 1 0 0,-1 0 0 0 0,1 1 0 0 0,-1-1 0 0 0,1 0 0 0 0,-3-2-1 0 0,34-9 2812 0 0,209-37-2857 0 0,-156 34 0 0 0,708-123 1182 0 0,-733 128-1172 0 0,-17 2-10 0 0,80-4 0 0 0,-118 12-128 0 0,-1 0 20 0 0,0-1 1 0 0,0 1-1 0 0,0 0 0 0 0,0 0 1 0 0,1 0-1 0 0,-1 1 1 0 0,0-1-1 0 0,0 0 0 0 0,0 1 1 0 0,0 0-1 0 0,0-1 1 0 0,0 1-1 0 0,0 0 0 0 0,-1 0 1 0 0,1 0-1 0 0,3 2 1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2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5065 0 0,'39'1'1435'0'0,"38"-2"962"0"0,141-34 1015 0 0,-14 2-2573 0 0,-58 19-3833 0 0,-113 11-799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11 6417 0 0,'-7'4'11691'0'0,"8"-5"-11701"0"0,17-9 492 0 0,-17 9-416 0 0,0 1 0 0 0,0-1 0 0 0,-1 1 0 0 0,1 0 0 0 0,0-1 0 0 0,0 1 0 0 0,-1 0 0 0 0,1 0 0 0 0,0 0-1 0 0,0 0 1 0 0,0-1 0 0 0,-1 1 0 0 0,1 0 0 0 0,0 0 0 0 0,0 1 0 0 0,0-1 0 0 0,0 0 0 0 0,-1 0 0 0 0,1 0 0 0 0,0 0 0 0 0,0 1 0 0 0,-1-1-1 0 0,1 0 1 0 0,1 1 0 0 0,-1 0-191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1464 0 0,'0'2'4093'0'0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0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 2761 0 0,'33'-16'3992'0'0,"-29"16"-3765"0"0,0-1-1 0 0,0 1 1 0 0,0 0-1 0 0,0 0 0 0 0,0 0 1 0 0,0 1-1 0 0,0-1 1 0 0,0 1-1 0 0,0 0 0 0 0,6 2 1 0 0,24 4 507 0 0,210 3 3320 0 0,-144-5-3499 0 0,-93-4-660 0 0,1-1 0 0 0,0 0-1 0 0,-1-1 1 0 0,1 0 0 0 0,0 0 0 0 0,-1-1-1 0 0,1 0 1 0 0,-1 0 0 0 0,1-1-1 0 0,-1 0 1 0 0,0 0 0 0 0,0 0 0 0 0,-1-1-1 0 0,11-8 1 0 0,-10-2-4475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0,'0'0'191'0'0,"26"21"6501"0"0,-22-17-6385 0 0,-1-1 1 0 0,1 0-1 0 0,0-1 0 0 0,0 1 1 0 0,0 0-1 0 0,1-1 1 0 0,-1 0-1 0 0,1 0 1 0 0,-1 0-1 0 0,1-1 1 0 0,-1 0-1 0 0,1 0 0 0 0,0 0 1 0 0,6 1-1 0 0,-34-12-8504 0 0,3-5 5508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8.5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49 6449 0 0,'-1'-2'147'0'0,"0"1"0"0"0,0 0-1 0 0,-1-1 1 0 0,1 1 0 0 0,0 0-1 0 0,0-1 1 0 0,1 0 0 0 0,-1 1-1 0 0,0-1 1 0 0,0 1 0 0 0,1-1-1 0 0,-1 0 1 0 0,1 0 0 0 0,-1-3-1 0 0,1 4 198 0 0,0 0 0 0 0,0-1-1 0 0,-1 1 1 0 0,1 0 0 0 0,0-1-1 0 0,-1 1 1 0 0,1 0 0 0 0,-1 0-1 0 0,0-1 1 0 0,1 1 0 0 0,-1 0-1 0 0,0 0 1 0 0,1 0 0 0 0,-1 0-1 0 0,0 0 1 0 0,0 0 0 0 0,-1-1-1 0 0,1 2-236 0 0,1 0-1 0 0,0 0 1 0 0,-1 0 0 0 0,1 0-1 0 0,-1 0 1 0 0,1 0 0 0 0,0 0-1 0 0,-1 0 1 0 0,1 1 0 0 0,-1-1-1 0 0,1 0 1 0 0,0 0 0 0 0,-1 0-1 0 0,1 0 1 0 0,0 1 0 0 0,-1-1-1 0 0,1 0 1 0 0,0 0 0 0 0,-1 1-1 0 0,1-1 1 0 0,0 0 0 0 0,0 0-1 0 0,-1 1 1 0 0,1-1 0 0 0,0 0-1 0 0,0 1 1 0 0,0-1 0 0 0,-1 1-1 0 0,1-1 1 0 0,0 0 0 0 0,0 1-1 0 0,0-1 1 0 0,0 0 0 0 0,0 1-1 0 0,0-1 1 0 0,0 1 0 0 0,-5 19 553 0 0,4-17-378 0 0,-5 40 176 0 0,2-1-1 0 0,3 85 1 0 0,2-92-408 0 0,6 175 54 0 0,54 321-1 0 0,-51-471-129 0 0,24 118-1155 0 0,-27-152 2 0 0,1 0-1 0 0,17 34 1 0 0,-13-38-315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2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790 171 3225 0 0,'-1'-10'531'0'0,"-1"1"0"0"0,1 0 0 0 0,-1 0-1 0 0,-1 0 1 0 0,0 0 0 0 0,0 1 0 0 0,-1-1 0 0 0,0 1 0 0 0,0-1 0 0 0,-1 1 0 0 0,0 1 0 0 0,0-1 0 0 0,-1 1 0 0 0,0 0 0 0 0,-10-10 0 0 0,11 14-247 0 0,-1-1-1 0 0,1 1 1 0 0,-1 0 0 0 0,0 1-1 0 0,0-1 1 0 0,0 1 0 0 0,0 0-1 0 0,0 0 1 0 0,0 1 0 0 0,0 0-1 0 0,0 0 1 0 0,-1 1 0 0 0,1-1-1 0 0,0 1 1 0 0,-1 1 0 0 0,1-1-1 0 0,0 1 1 0 0,-1 0 0 0 0,1 0-1 0 0,-9 4 1 0 0,-1 0 93 0 0,0 1 0 0 0,0 1 0 0 0,0 0 0 0 0,1 1-1 0 0,0 0 1 0 0,-19 15 0 0 0,6 0-186 0 0,2 2 0 0 0,0 0 0 0 0,1 2 0 0 0,2 1 0 0 0,1 0 0 0 0,1 2 0 0 0,-26 49 0 0 0,12-10-176 0 0,3 2 0 0 0,-34 109-1 0 0,40-95-2 0 0,3 1 0 0 0,4 1-1 0 0,4 0 1 0 0,-6 117-1 0 0,20-158-13 0 0,3 1 0 0 0,1 0 1 0 0,19 89-1 0 0,-13-102 2 0 0,1-1 0 0 0,1 0 1 0 0,2-1-1 0 0,2-1 1 0 0,0 0-1 0 0,22 31 1 0 0,-14-30-47 0 0,2 0 0 0 0,2-2 0 0 0,1-1 0 0 0,1-1 1 0 0,1-1-1 0 0,1-2 0 0 0,2-1 0 0 0,0-2 0 0 0,1-1 0 0 0,2-1 1 0 0,0-2-1 0 0,0-2 0 0 0,2-2 0 0 0,65 17 0 0 0,-63-21 3 0 0,1-2 0 0 0,0-2 0 0 0,0-2-1 0 0,0-2 1 0 0,0-1 0 0 0,49-7 0 0 0,-56 2 14 0 0,-1-1 0 0 0,0-2 0 0 0,0-2 0 0 0,-1-1 0 0 0,0-1 0 0 0,-1-2 0 0 0,56-31 0 0 0,-62 27 35 0 0,-1 0-1 0 0,0-1 1 0 0,-2-2 0 0 0,0 0-1 0 0,-1-2 1 0 0,-2 0 0 0 0,0-1-1 0 0,-1-1 1 0 0,19-33 0 0 0,-10 6 99 0 0,-1-1 0 0 0,-3 0 0 0 0,31-106 1 0 0,-39 96 67 0 0,-3-1 1 0 0,-3 0 0 0 0,-2-1-1 0 0,-3 0 1 0 0,-4 0 0 0 0,-1 0-1 0 0,-15-85 1 0 0,9 106-151 0 0,-1 1 0 0 0,-3 1 1 0 0,-1 0-1 0 0,-28-63 0 0 0,28 78-24 0 0,-1 0 0 0 0,-2 1-1 0 0,0 1 1 0 0,-1 1 0 0 0,-2 0 0 0 0,0 1 0 0 0,-40-36 0 0 0,40 44 1 0 0,0 1 0 0 0,-1 1 0 0 0,-1 0 0 0 0,0 2 0 0 0,0 0 0 0 0,-1 1 0 0 0,-24-6 0 0 0,17 7 0 0 0,1 1 0 0 0,-1 1 0 0 0,-1 2 0 0 0,1 1 0 0 0,-35 1 0 0 0,53 2-14 0 0,1 0 1 0 0,-1 1-1 0 0,1 1 1 0 0,-1 0-1 0 0,1 0 0 0 0,0 1 1 0 0,0 0-1 0 0,0 0 1 0 0,0 1-1 0 0,0 0 0 0 0,1 1 1 0 0,0 0-1 0 0,0 0 1 0 0,0 1-1 0 0,-9 8 1 0 0,8-5-204 0 0,1 1 0 0 0,0-1 0 0 0,1 2 0 0 0,-1-1 0 0 0,2 1 0 0 0,0 0 0 0 0,0 1 0 0 0,1-1 0 0 0,0 1 0 0 0,1 0 0 0 0,-2 13 0 0 0,-4 19-1938 0 0,1 4-4384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9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330 183 1840 0 0,'-5'-44'1306'0'0,"4"33"1079"0"0,0 0-1 0 0,0 0 1 0 0,-9-18 3559 0 0,10 29-5887 0 0,-6 10 1325 0 0,-2 11-277 0 0,-56 334 758 0 0,43-210-3134 0 0,19-136 942 0 0,-4 38-1776 0 0,6-45 1813 0 0,0 0 1 0 0,0 0-1 0 0,0 0 0 0 0,0 0 1 0 0,0-1-1 0 0,1 1 0 0 0,-1 0 1 0 0,0 0-1 0 0,1-1 0 0 0,0 1 0 0 0,-1 0 1 0 0,1-1-1 0 0,0 1 0 0 0,0 0 1 0 0,0-1-1 0 0,0 1 0 0 0,0-1 1 0 0,0 1-1 0 0,0-1 0 0 0,0 0 1 0 0,2 2-1 0 0,-2-3 243 0 0,0 0-1 0 0,0 1 1 0 0,0-1-1 0 0,-1 0 1 0 0,1 0-1 0 0,0 0 1 0 0,0 0 0 0 0,0 0-1 0 0,0 0 1 0 0,0 0-1 0 0,0 0 1 0 0,-1 0-1 0 0,1-1 1 0 0,0 1 0 0 0,0 0-1 0 0,0-1 1 0 0,0 1-1 0 0,-1 0 1 0 0,1-1 0 0 0,0 1-1 0 0,0-1 1 0 0,-1 1-1 0 0,1-1 1 0 0,0 1-1 0 0,-1-1 1 0 0,1 0 0 0 0,0 1-1 0 0,-1-1 1 0 0,1 0-1 0 0,-1 0 1 0 0,1 1 0 0 0,-1-1-1 0 0,0 0 1 0 0,1 0-1 0 0,-1 0 1 0 0,0 1-1 0 0,1-1 1 0 0,-1-1 0 0 0,13-34 113 0 0,-8 11-116 0 0,-2 0 1 0 0,0 0-1 0 0,-1-1 1 0 0,-2 1-1 0 0,0 0 1 0 0,-5-30-1 0 0,-36-149-247 0 0,22 123 123 0 0,16 67 97 0 0,2-1 1 0 0,0 1 0 0 0,0-1 0 0 0,3-19-1 0 0,-6-11 8339 0 0,3 45-8173 0 0,-11 11 3025 0 0,-10 27-2185 0 0,-20 48 0 0 0,30-56-1015 0 0,-2-1-1 0 0,-2 0 1 0 0,0-1-1 0 0,-34 43 0 0 0,37-57-193 0 0,11-13 80 0 0,3-4-25 0 0,18-25-663 0 0,-6 9 596 0 0,46-78-364 0 0,46-69-581 0 0,-102 161 1355 0 0,0 1 0 0 0,0 0 1 0 0,0 0-1 0 0,1 0 0 0 0,-1 1 1 0 0,1-1-1 0 0,0 1 1 0 0,0 0-1 0 0,0 0 0 0 0,5-3 1 0 0,-7 6-67 0 0,0-1 1 0 0,0 1 0 0 0,0-1-1 0 0,0 1 1 0 0,0 0-1 0 0,0 0 1 0 0,0 0-1 0 0,0 0 1 0 0,1 0 0 0 0,-1 0-1 0 0,0 0 1 0 0,0 1-1 0 0,0-1 1 0 0,0 1 0 0 0,-1-1-1 0 0,1 1 1 0 0,0 0-1 0 0,0 0 1 0 0,0 0-1 0 0,0 0 1 0 0,-1 0 0 0 0,1 0-1 0 0,0 1 1 0 0,-1-1-1 0 0,1 0 1 0 0,-1 1 0 0 0,2 2-1 0 0,94 105 1186 0 0,-54-58-7417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0.3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65 1840 0 0,'-2'-3'272'0'0,"0"1"-1"0"0,1-1 0 0 0,-1 0 0 0 0,1 0 1 0 0,0 0-1 0 0,-1-1 0 0 0,2 1 1 0 0,-2-5-1 0 0,1 7 165 0 0,1-1 0 0 0,-1 0 0 0 0,1 1 1 0 0,0-1-1 0 0,0 0 0 0 0,-1 0 0 0 0,1 0 0 0 0,0 1 1 0 0,1-1-1 0 0,-1 0 0 0 0,0 0 0 0 0,0 1 0 0 0,1-1 1 0 0,-1 0-1 0 0,1 0 0 0 0,1-2 0 0 0,-1 4-287 0 0,-1 0-1 0 0,1 0 0 0 0,-1 1 1 0 0,1-1-1 0 0,-1 0 0 0 0,1 1 1 0 0,-1-1-1 0 0,1 0 1 0 0,-1 1-1 0 0,1-1 0 0 0,-1 1 1 0 0,1-1-1 0 0,-1 1 0 0 0,0-1 1 0 0,1 1-1 0 0,-1-1 1 0 0,0 1-1 0 0,1-1 0 0 0,-1 1 1 0 0,0 0-1 0 0,0-1 0 0 0,0 1 1 0 0,1-1-1 0 0,-1 1 1 0 0,0 0-1 0 0,0-1 0 0 0,0 1 1 0 0,0 0-1 0 0,6 20 1176 0 0,11 97 1704 0 0,-7-38-2433 0 0,5 33-1674 0 0,-10-37-2974 0 0,-5-51-1840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3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196 123 2304 0 0,'-5'-3'314'0'0,"0"0"-1"0"0,-1 0 0 0 0,1 1 1 0 0,0 0-1 0 0,-1 0 0 0 0,0 1 1 0 0,1-1-1 0 0,-1 1 0 0 0,0 1 0 0 0,0-1 1 0 0,0 1-1 0 0,1 0 0 0 0,-1 0 1 0 0,0 0-1 0 0,0 1 0 0 0,-6 1 0 0 0,4 0-78 0 0,0 0-1 0 0,0 1 1 0 0,0 0-1 0 0,1 0 1 0 0,-1 0 0 0 0,1 1-1 0 0,0 0 1 0 0,0 1-1 0 0,0 0 1 0 0,-11 10-1 0 0,47-14 404 0 0,34-13 612 0 0,0 3 1 0 0,1 3-1 0 0,117 4 1 0 0,-107 3-558 0 0,119-15 1 0 0,73-30 192 0 0,360-25-277 0 0,-266 69-609 0 0,-65 3 0 0 0,-267-4 0 0 0,203-1 7 0 0,-180 4-13 0 0,-1 3 1 0 0,76 15 0 0 0,-81-4-24 0 0,-38-13-150 0 0,0 0 0 0 0,0 0-1 0 0,0-1 1 0 0,1 0 0 0 0,-1 0 0 0 0,0 0 0 0 0,1-1 0 0 0,-1 0 0 0 0,1-1 0 0 0,10 0 0 0 0,-9-3-1126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7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42 4145 0 0,'-1'-3'243'0'0,"1"1"-1"0"0,-1-1 1 0 0,1 0-1 0 0,-1 0 1 0 0,1 1 0 0 0,0-1-1 0 0,0 0 1 0 0,1 0 0 0 0,-1 1-1 0 0,1-4 1 0 0,4-2 3161 0 0,3 21-762 0 0,-6-8-1884 0 0,3 17 194 0 0,0 1-1 0 0,-1 0 1 0 0,-1 0 0 0 0,0 27 0 0 0,-6 103 863 0 0,0-67-1349 0 0,-3 47-548 0 0,2 93-2407 0 0,6-183-135 0 0,11 62 0 0 0,-8-78 1492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2.4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2 3225 0 0,'5'-2'11338'0'0,"-9"11"-11028"0"0,-34 109 3160 0 0,33-101-3297 0 0,2 1 0 0 0,0-1-1 0 0,1 0 1 0 0,1 1 0 0 0,1 24 0 0 0,1-39-176 0 0,-1 0-1 0 0,1 0 1 0 0,-1 0-1 0 0,1 0 1 0 0,0 0-1 0 0,0-1 1 0 0,1 1-1 0 0,-1 0 1 0 0,1-1-1 0 0,-1 1 1 0 0,1-1-1 0 0,0 1 1 0 0,0-1 0 0 0,-1 0-1 0 0,2 0 1 0 0,-1 0-1 0 0,0 0 1 0 0,0 0-1 0 0,1 0 1 0 0,-1-1-1 0 0,1 1 1 0 0,-1-1-1 0 0,1 0 1 0 0,0 0-1 0 0,0 0 1 0 0,-1 0-1 0 0,5 1 1 0 0,9 2-25 0 0,1-1 0 0 0,0-1 0 0 0,29 1 0 0 0,-13-1 13 0 0,-13-1 15 0 0,-13-1 0 0 0,0 1 0 0 0,0-1 0 0 0,0 1 0 0 0,-1 0 0 0 0,1 0 0 0 0,0 1 0 0 0,8 3 0 0 0,-15-4 0 0 0,1-1 0 0 0,-1 1 0 0 0,0-1 0 0 0,0 1 0 0 0,1 0 0 0 0,-1-1 0 0 0,0 1 0 0 0,0 0 0 0 0,0-1 0 0 0,0 1 0 0 0,1 0 0 0 0,-1-1 0 0 0,0 1 0 0 0,0 0 0 0 0,0 0 0 0 0,-1-1 0 0 0,1 1 0 0 0,0 0 0 0 0,0-1 0 0 0,0 1 0 0 0,0 0 0 0 0,-1-1 0 0 0,1 1 0 0 0,0-1 0 0 0,-1 1 0 0 0,1 0 0 0 0,0-1 0 0 0,-1 1 0 0 0,1-1 0 0 0,-1 1 0 0 0,1-1 0 0 0,-2 1 0 0 0,-18 25 0 0 0,16-22 0 0 0,-63 70 37 0 0,-26 31 71 0 0,81-90-97 0 0,1 1-1 0 0,1 0 1 0 0,0 1-1 0 0,1 0 1 0 0,-7 20-1 0 0,15-36-14 0 0,0 1 0 0 0,1 0 0 0 0,-1 0 0 0 0,1-1 0 0 0,-1 1 0 0 0,1 0 0 0 0,-1 0 0 0 0,1 0 0 0 0,0 0 0 0 0,0-1 0 0 0,0 1 0 0 0,0 0 0 0 0,0 0 0 0 0,1 0 0 0 0,-1 0 0 0 0,0 0 1 0 0,1-1-1 0 0,0 1 0 0 0,-1 0 0 0 0,1 0 0 0 0,0-1 0 0 0,0 1 0 0 0,0-1 0 0 0,0 1 0 0 0,0 0 0 0 0,0-1 0 0 0,0 0 0 0 0,0 1 0 0 0,1-1 0 0 0,-1 0 0 0 0,1 1 0 0 0,-1-1 0 0 0,1 0 0 0 0,-1 0 0 0 0,1 0 0 0 0,0-1 0 0 0,-1 1 0 0 0,1 0 0 0 0,0-1 0 0 0,0 1 0 0 0,3 0 0 0 0,7 2-39 0 0,1-1-1 0 0,0 0 0 0 0,-1-1 1 0 0,24-1-1 0 0,-25 0 33 0 0,-4 0 18 0 0,0 0 0 0 0,1 0 0 0 0,-1 1 1 0 0,0 0-1 0 0,14 4 0 0 0,-20-5-5 0 0,1 1 1 0 0,-1-1-1 0 0,0 1 1 0 0,1 0 0 0 0,-1 0-1 0 0,1-1 1 0 0,-1 1-1 0 0,0 0 1 0 0,0 1-1 0 0,1-1 1 0 0,-1 0-1 0 0,0 0 1 0 0,0 0-1 0 0,0 1 1 0 0,0-1 0 0 0,-1 0-1 0 0,1 1 1 0 0,0-1-1 0 0,0 1 1 0 0,-1-1-1 0 0,1 1 1 0 0,-1-1-1 0 0,0 1 1 0 0,1-1-1 0 0,-1 1 1 0 0,0-1-1 0 0,0 1 1 0 0,0 0 0 0 0,0-1-1 0 0,0 1 1 0 0,0 0-1 0 0,-1 2 1 0 0,-1 10-5 0 0,-1-1 0 0 0,-1 0 0 0 0,0 0 0 0 0,-1 0 0 0 0,-12 22 0 0 0,-40 58-168 0 0,6-10-982 0 0,44-63 366 0 0,7-20 729 0 0,0 1-1 0 0,0-1 1 0 0,0 0-1 0 0,1 0 1 0 0,-1 1 0 0 0,0-1-1 0 0,0 0 1 0 0,0 1 0 0 0,0-1-1 0 0,0 0 1 0 0,1 0-1 0 0,-1 1 1 0 0,0-1 0 0 0,0 0-1 0 0,0 0 1 0 0,1 0 0 0 0,-1 1-1 0 0,0-1 1 0 0,0 0-1 0 0,1 0 1 0 0,-1 0 0 0 0,0 0-1 0 0,0 0 1 0 0,1 1 0 0 0,-1-1-1 0 0,0 0 1 0 0,1 0-1 0 0,-1 0 1 0 0,0 0 0 0 0,1 0-1 0 0,-1 0 1 0 0,0 0 0 0 0,1 0-1 0 0,33-9-4635 0 0,-28 6 4108 0 0,1 1-327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3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2767 1 2304 0 0,'-1'7'14430'0'0,"-6"22"-14050"0"0,1 0-1 0 0,2 1 1 0 0,1-1-1 0 0,2 56 1 0 0,20 127 2363 0 0,-4-68-1905 0 0,-10-61-822 0 0,4-1 0 0 0,28 113 0 0 0,-23-129-63 0 0,-3 1-1 0 0,-3 0 1 0 0,-1 70 0 0 0,-5-102-50 0 0,4 27 58 0 0,20 85-1 0 0,-8-49 21 0 0,-16-91 67 0 0,0 0 0 0 0,0-1 0 0 0,1 1 0 0 0,0-1 0 0 0,5 9 0 0 0,-6-12-17 0 0,1 1 0 0 0,-1-1 0 0 0,0 1 0 0 0,0-1 0 0 0,-1 1 0 0 0,1 0 1 0 0,-1 0-1 0 0,0 0 0 0 0,0 0 0 0 0,0 0 0 0 0,-1 0 0 0 0,1 0 0 0 0,-1 0 0 0 0,0 0 0 0 0,0 0 1 0 0,0 0-1 0 0,-2 6 0 0 0,1-7-27 0 0,-1 0 1 0 0,0 1 0 0 0,0-1-1 0 0,0 0 1 0 0,0 0-1 0 0,-1 0 1 0 0,0 0-1 0 0,1-1 1 0 0,-1 1 0 0 0,0-1-1 0 0,0 0 1 0 0,0 0-1 0 0,0 0 1 0 0,-5 3-1 0 0,-53 21 89 0 0,47-21-86 0 0,-21 5 3 0 0,0-1 1 0 0,-1-2-1 0 0,1-1 0 0 0,-2-2 1 0 0,-46-1-1 0 0,3 1 0 0 0,-741 102-418 0 0,476-41 120 0 0,27-14 193 0 0,157-28-21 0 0,-251 67-1 0 0,340-69 169 0 0,-1-4 0 0 0,-122 14 0 0 0,188-31-133 0 0,-44 2 285 0 0,48-2-407 0 0,1-1 0 0 0,-1 1-1 0 0,1 0 1 0 0,-1-1 0 0 0,1 0-1 0 0,-1 1 1 0 0,1-1 0 0 0,-1 0-1 0 0,1-1 1 0 0,0 1 0 0 0,-1 0 0 0 0,1 0-1 0 0,0-1 1 0 0,0 0 0 0 0,0 1-1 0 0,-2-4 1 0 0,0 2-1413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 1 4145 0 0,'10'0'14938'0'0,"-15"48"-15256"0"0,2-17 1708 0 0,-10 338 922 0 0,15-309-2262 0 0,2 0 0 0 0,4 0 0 0 0,1-1 0 0 0,21 66 0 0 0,0-29-761 0 0,-17-55-1888 0 0,-7-24-4485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4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1 236 3681 0 0,'0'0'284'0'0,"30"-2"1976"0"0,24 6 1284 0 0,58-2 0 0 0,-24-2-2223 0 0,307-23 548 0 0,-41-1-891 0 0,455 6 1937 0 0,-736 13-2798 0 0,110-21 0 0 0,69-31-60 0 0,-248 56-54 0 0,297-62 7 0 0,-291 61-20 0 0,1 2-1 0 0,0-1 0 0 0,-1 1 0 0 0,1 1 0 0 0,0-1 0 0 0,0 2 0 0 0,-1 0 0 0 0,1 0 0 0 0,-1 1 1 0 0,0 0-1 0 0,17 8 0 0 0,-27-11-9 0 0,0 0 0 0 0,0 0 0 0 0,0 0 0 0 0,0 0 0 0 0,0 0 0 0 0,0 1 0 0 0,0-1 0 0 0,0 0 0 0 0,1 0 0 0 0,-1 0 0 0 0,0 0 0 0 0,0 0 0 0 0,0 0 0 0 0,0 0 0 0 0,0 0 0 0 0,0 0 0 0 0,0 0 0 0 0,0 0 0 0 0,1 0 0 0 0,-1 0 0 0 0,0 1 0 0 0,0-1 0 0 0,0 0 0 0 0,0 0 0 0 0,0 0-1 0 0,0 0 1 0 0,0 0 0 0 0,1 0 0 0 0,-1 0 0 0 0,0 0 0 0 0,0 0 0 0 0,0 0 0 0 0,0-1 0 0 0,0 1 0 0 0,0 0 0 0 0,0 0 0 0 0,1 0 0 0 0,-1 0 0 0 0,0 0 0 0 0,0 0 0 0 0,0 0 0 0 0,0 0 0 0 0,0 0 0 0 0,0 0 0 0 0,0 0 0 0 0,0 0 0 0 0,1 0 0 0 0,-1-1 0 0 0,0 1 0 0 0,0 0 0 0 0,0 0 0 0 0,0 0 0 0 0,0 0 0 0 0,0 0 0 0 0,0 0 0 0 0,0 0 0 0 0,0 0 0 0 0,0-1 0 0 0,0 1 0 0 0,0 0 0 0 0,0 0 0 0 0,-6-10-913 0 0,-16-10 485 0 0,22 19 442 0 0,-1 1 1 0 0,0-1 0 0 0,0 1-1 0 0,0-1 1 0 0,0 1-1 0 0,0-1 1 0 0,0 1-1 0 0,0 0 1 0 0,0 0-1 0 0,0-1 1 0 0,0 1 0 0 0,0 0-1 0 0,0 0 1 0 0,0 0-1 0 0,0 0 1 0 0,-1 0-1 0 0,1 0 1 0 0,0 0-1 0 0,0 1 1 0 0,0-1 0 0 0,0 0-1 0 0,0 0 1 0 0,0 1-1 0 0,-1 0 1 0 0,0 0 50 0 0,-1 1 1 0 0,1 0-1 0 0,0-1 1 0 0,0 1 0 0 0,1 0-1 0 0,-1 0 1 0 0,0 0-1 0 0,1 0 1 0 0,-3 5-1 0 0,0-1 84 0 0,1 0 0 0 0,0 1 0 0 0,1-1 1 0 0,0 1-1 0 0,0 0 0 0 0,-2 13 0 0 0,4-13-105 0 0,0 0 0 0 0,0 0 1 0 0,1 0-1 0 0,0 0 0 0 0,1 0 0 0 0,-1-1 1 0 0,1 1-1 0 0,1 0 0 0 0,-1-1 0 0 0,1 1 1 0 0,0-1-1 0 0,1 0 0 0 0,-1 0 0 0 0,1 0 1 0 0,0-1-1 0 0,1 1 0 0 0,-1-1 0 0 0,1 0 1 0 0,0 0-1 0 0,1 0 0 0 0,-1-1 0 0 0,1 0 1 0 0,0 0-1 0 0,0 0 0 0 0,10 4 1 0 0,-10-5 12 0 0,1 0 0 0 0,-1 0 0 0 0,1-1 0 0 0,0 0 1 0 0,0 0-1 0 0,0-1 0 0 0,0 0 0 0 0,1 0 1 0 0,-1 0-1 0 0,0-1 0 0 0,0 0 0 0 0,0 0 1 0 0,1-1-1 0 0,-1 0 0 0 0,0-1 0 0 0,0 1 1 0 0,0-1-1 0 0,0 0 0 0 0,-1-1 0 0 0,1 0 0 0 0,-1 0 1 0 0,1 0-1 0 0,-1-1 0 0 0,11-8 0 0 0,-13 8 13 0 0,0 0-1 0 0,0 0 0 0 0,0 0 1 0 0,-1 0-1 0 0,1-1 0 0 0,-1 1 1 0 0,0-1-1 0 0,0 0 0 0 0,-1 0 1 0 0,1 0-1 0 0,-1 0 0 0 0,-1-1 1 0 0,1 1-1 0 0,-1 0 0 0 0,1-1 1 0 0,-1 1-1 0 0,-1-1 0 0 0,1 0 0 0 0,-1 1 1 0 0,0-1-1 0 0,-1 0 0 0 0,1 1 1 0 0,-1-1-1 0 0,0 1 0 0 0,0-1 1 0 0,-1 1-1 0 0,0 0 0 0 0,0-1 1 0 0,0 1-1 0 0,0 0 0 0 0,-1 0 1 0 0,0 0-1 0 0,0 1 0 0 0,0-1 1 0 0,-1 1-1 0 0,1-1 0 0 0,-1 1 0 0 0,0 0 1 0 0,0 1-1 0 0,-1-1 0 0 0,1 1 1 0 0,-1-1-1 0 0,0 1 0 0 0,1 1 1 0 0,-2-1-1 0 0,1 1 0 0 0,0 0 1 0 0,0 0-1 0 0,-1 0 0 0 0,-8-1 1 0 0,10 3-53 0 0,0-1 1 0 0,0 1-1 0 0,0 0 1 0 0,0 0-1 0 0,0 0 1 0 0,0 1 0 0 0,0-1-1 0 0,0 1 1 0 0,0 0-1 0 0,0 0 1 0 0,1 1-1 0 0,-1-1 1 0 0,0 1 0 0 0,1-1-1 0 0,-1 1 1 0 0,1 1-1 0 0,-1-1 1 0 0,-5 5-1 0 0,-15 21-6508 0 0,13-9-657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6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19 295 4145 0 0,'-2'1'149'0'0,"1"0"1"0"0,-1 0-1 0 0,1 0 0 0 0,0 0 1 0 0,0 1-1 0 0,0-1 1 0 0,0 0-1 0 0,0 0 0 0 0,0 1 1 0 0,0-1-1 0 0,0 0 1 0 0,0 1-1 0 0,0-1 1 0 0,1 1-1 0 0,-1-1 0 0 0,1 1 1 0 0,-1 0-1 0 0,1-1 1 0 0,-1 4-1 0 0,1-5-89 0 0,0 1 1 0 0,0 0 0 0 0,1-1-1 0 0,-1 1 1 0 0,0 0-1 0 0,0-1 1 0 0,0 1 0 0 0,1 0-1 0 0,-1-1 1 0 0,0 1-1 0 0,1-1 1 0 0,-1 1 0 0 0,0 0-1 0 0,1-1 1 0 0,-1 1-1 0 0,1-1 1 0 0,-1 1-1 0 0,1-1 1 0 0,-1 0 0 0 0,1 1-1 0 0,-1-1 1 0 0,1 1-1 0 0,0-1 1 0 0,-1 0 0 0 0,1 1-1 0 0,0-1 1 0 0,-1 0-1 0 0,1 0 1 0 0,0 0-1 0 0,-1 1 1 0 0,1-1 0 0 0,0 0-1 0 0,-1 0 1 0 0,1 0-1 0 0,0 0 1 0 0,-1 0 0 0 0,1 0-1 0 0,0 0 1 0 0,-1-1-1 0 0,1 1 1 0 0,0 0-1 0 0,0-1 1 0 0,97-20 2539 0 0,14-2-1143 0 0,443-5 3207 0 0,-190 17-3257 0 0,-286 9-1177 0 0,109 9 0 0 0,78 25 826 0 0,-145-14-691 0 0,2-6 0 0 0,145-4 0 0 0,-122-21-359 0 0,158-35 0 0 0,-222 38 63 0 0,0 2 0 0 0,105 5 1 0 0,-150 3-74 0 0,-33 0-94 0 0,1 0 0 0 0,-1 0-1 0 0,0-1 1 0 0,1 0 0 0 0,-1 0 0 0 0,0 0 0 0 0,0 0-1 0 0,1-1 1 0 0,-1 0 0 0 0,0 0 0 0 0,0 0 0 0 0,-1 0 0 0 0,1 0-1 0 0,0-1 1 0 0,-1 0 0 0 0,0 0 0 0 0,7-6 0 0 0,-1-3-1997 0 0,0 0 0 0 0,0-1 0 0 0,12-26 0 0 0,-15 26 32 0 0,1 1-1 0 0,0 0 1 0 0,0 0-1 0 0,17-18 0 0 0,-28 33 2445 0 0,0-1-1 0 0,0 0 1 0 0,1 0-1 0 0,-2 0 1 0 0,1 0-1 0 0,0-1 0 0 0,0 0 1 0 0,0 0-1 0 0,-1 0 1 0 0,1 0-1 0 0,-8 0 0 0 0,8-1 67 0 0,1 0 0 0 0,-1 0 0 0 0,0 1 1 0 0,0 0-1 0 0,0-1 0 0 0,1 1 0 0 0,-1 1 0 0 0,0-1 0 0 0,1 0 0 0 0,-1 1 0 0 0,1 0 0 0 0,0 0 0 0 0,-1 0 0 0 0,1 0 0 0 0,0 0 0 0 0,-3 4 0 0 0,2-2-232 0 0,1 0 1 0 0,0 0-1 0 0,0 0 0 0 0,0 0 1 0 0,0 1-1 0 0,1-1 1 0 0,0 1-1 0 0,0-1 1 0 0,0 1-1 0 0,1 0 1 0 0,-2 6-1 0 0,1-4-134 0 0,1 0-1 0 0,1 1 1 0 0,-1-1-1 0 0,1 0 1 0 0,0 0-1 0 0,0 0 1 0 0,1 0-1 0 0,0 0 1 0 0,1 0 0 0 0,-1 0-1 0 0,1 0 1 0 0,1 0-1 0 0,-1-1 1 0 0,1 1-1 0 0,0-1 1 0 0,1 0-1 0 0,7 11 1 0 0,-8-13-19 0 0,-1-1-1 0 0,1 1 1 0 0,1-1-1 0 0,-1 0 1 0 0,0 0 0 0 0,1 0-1 0 0,0-1 1 0 0,-1 1 0 0 0,1-1-1 0 0,0 0 1 0 0,0 0-1 0 0,1 0 1 0 0,-1-1 0 0 0,0 0-1 0 0,1 1 1 0 0,-1-1 0 0 0,0-1-1 0 0,1 1 1 0 0,-1-1 0 0 0,1 0-1 0 0,-1 0 1 0 0,1 0-1 0 0,-1 0 1 0 0,1-1 0 0 0,4 0-1 0 0,-2-2 13 0 0,-1 1 0 0 0,1-1 0 0 0,0-1 0 0 0,-1 1-1 0 0,0-1 1 0 0,1 0 0 0 0,-1 0 0 0 0,-1-1 0 0 0,1 0 0 0 0,-1 0-1 0 0,0 0 1 0 0,0-1 0 0 0,0 0 0 0 0,6-10 0 0 0,-7 9-5 0 0,1 0 0 0 0,-1-1-1 0 0,0 0 1 0 0,-1 0 0 0 0,1-1 0 0 0,-2 1 0 0 0,1 0 0 0 0,-1-1-1 0 0,-1 0 1 0 0,1 1 0 0 0,-1-1 0 0 0,-1-15 0 0 0,0 19-20 0 0,-1-1-1 0 0,0 1 1 0 0,0 0 0 0 0,0 0 0 0 0,-1 0 0 0 0,0 0 0 0 0,0 1-1 0 0,0-1 1 0 0,-1 0 0 0 0,1 1 0 0 0,-1-1 0 0 0,0 1-1 0 0,0 0 1 0 0,-1 0 0 0 0,1 0 0 0 0,-1 1 0 0 0,0-1 0 0 0,0 1-1 0 0,0 0 1 0 0,0 0 0 0 0,-1 0 0 0 0,-7-4 0 0 0,-15-3-11 0 0,21 8-312 0 0,1 0 0 0 0,-1 0 0 0 0,1 0 0 0 0,-1-1 0 0 0,1 0 0 0 0,-9-7 1 0 0,13 7-392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1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64 1376 0 0,'-12'-6'-306'0'0,"-7"-4"2634"0"0,1 1 1 0 0,-1 0-1 0 0,-1 2 1 0 0,1 0-1 0 0,-40-8 1 0 0,58 15-2216 0 0,1 0 0 0 0,-1 0 1 0 0,1 0-1 0 0,-1 0 0 0 0,1 0 1 0 0,-1 0-1 0 0,1 0 1 0 0,-1 0-1 0 0,1 0 0 0 0,-1 0 1 0 0,1 0-1 0 0,-1 0 1 0 0,1 1-1 0 0,-1-1 0 0 0,1 0 1 0 0,-1 0-1 0 0,1 0 0 0 0,-1 1 1 0 0,1-1-1 0 0,-1 0 1 0 0,1 1-1 0 0,0-1 0 0 0,-1 0 1 0 0,1 1-1 0 0,0-1 1 0 0,-1 0-1 0 0,1 1 0 0 0,0-1 1 0 0,-1 1-1 0 0,1 0 0 0 0,0 19 1400 0 0,18 25-908 0 0,-15-39-334 0 0,163 323 1477 0 0,-118-248-2438 0 0,113 141 1 0 0,-157-217 92 0 0,20 22 238 0 0,-9-17-1714 0 0,0-9-3959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3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9 288 6449 0 0,'-2'-4'250'0'0,"1"-1"0"0"0,-1 1 0 0 0,1 0-1 0 0,0 0 1 0 0,1 0 0 0 0,-1-1-1 0 0,1 1 1 0 0,0 0 0 0 0,0-1-1 0 0,0 1 1 0 0,1 0 0 0 0,-1-1 0 0 0,1 1-1 0 0,0 0 1 0 0,0 0 0 0 0,1 0-1 0 0,-1 0 1 0 0,1 0 0 0 0,0 0 0 0 0,3-5-1 0 0,6-12 1275 0 0,2 1 1 0 0,18-25-1 0 0,-29 44-1433 0 0,10-16 671 0 0,1 1 1 0 0,27-25-1 0 0,-35 36-853 0 0,1 1-1 0 0,-1 0 0 0 0,1 0 1 0 0,0 0-1 0 0,9-3 1 0 0,-12 6-313 0 0,0 0 0 0 0,-1 0 1 0 0,1 0-1 0 0,0 0 0 0 0,0 1 0 0 0,0-1 1 0 0,0 1-1 0 0,1 0 0 0 0,-1 0 1 0 0,0 0-1 0 0,0 0 0 0 0,6 2 1 0 0,7 4-5122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5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0 225 6449 0 0,'3'-3'204'0'0,"0"1"0"0"0,0 0-1 0 0,0 0 1 0 0,-1-1 0 0 0,1 0-1 0 0,-1 1 1 0 0,1-1-1 0 0,-1 0 1 0 0,0 0 0 0 0,0 0-1 0 0,-1 0 1 0 0,1-1 0 0 0,1-3-1 0 0,4-6 256 0 0,49-69 2106 0 0,-38 59-3215 0 0,29-31 0 0 0,-38 45 628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4.7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58 5065 0 0,'-2'-1'238'0'0,"1"0"0"0"0,0 0 0 0 0,0-1 0 0 0,0 1 0 0 0,0-1 0 0 0,0 1 0 0 0,0-1 0 0 0,0 1 0 0 0,0-1 1 0 0,0 1-1 0 0,1-1 0 0 0,-1 0 0 0 0,1 1 0 0 0,-1-1 0 0 0,1 0 0 0 0,0 1 0 0 0,0-1 0 0 0,-1 0 0 0 0,1 0 0 0 0,0 1 0 0 0,1-1 0 0 0,-1 0 0 0 0,0-1 0 0 0,0 2-133 0 0,0 0 0 0 0,0 0 1 0 0,1 1-1 0 0,-1-1 0 0 0,0 0 0 0 0,0 0 0 0 0,0 1 0 0 0,0-1 0 0 0,1 0 0 0 0,-1 1 1 0 0,0-1-1 0 0,1 0 0 0 0,-1 1 0 0 0,0-1 0 0 0,1 0 0 0 0,-1 1 0 0 0,1-1 0 0 0,-1 1 1 0 0,1-1-1 0 0,-1 1 0 0 0,1-1 0 0 0,-1 1 0 0 0,1-1 0 0 0,0 1 0 0 0,-1 0 1 0 0,1-1-1 0 0,0 1 0 0 0,-1 0 0 0 0,1-1 0 0 0,0 1 0 0 0,-1 0 0 0 0,1 0 0 0 0,0 0 1 0 0,0 0-1 0 0,-1 0 0 0 0,1 0 0 0 0,0 0 0 0 0,0 0 0 0 0,-1 0 0 0 0,1 0 0 0 0,0 0 1 0 0,-1 0-1 0 0,1 0 0 0 0,0 1 0 0 0,0-1 0 0 0,-1 0 0 0 0,1 0 0 0 0,0 1 0 0 0,-1-1 1 0 0,1 0-1 0 0,-1 1 0 0 0,1-1 0 0 0,0 1 0 0 0,-1-1 0 0 0,1 1 0 0 0,-1-1 0 0 0,1 2 1 0 0,8 5 252 0 0,0 1 0 0 0,0 1 1 0 0,-1 0-1 0 0,0 0 1 0 0,-1 1-1 0 0,0-1 0 0 0,11 22 1 0 0,31 82-382 0 0,-24-53-217 0 0,-1 2-384 0 0,15 32-976 0 0,-5-38-2637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33 133 2304 0 0,'-3'2'137'0'0,"1"0"0"0"0,-1 0 0 0 0,1 0 0 0 0,0 0 0 0 0,0 1-1 0 0,0-1 1 0 0,0 0 0 0 0,0 1 0 0 0,0 0 0 0 0,1-1-1 0 0,-1 1 1 0 0,1 0 0 0 0,0 0 0 0 0,-1 0 0 0 0,1 0-1 0 0,1 0 1 0 0,-1 0 0 0 0,0 0 0 0 0,1 0 0 0 0,0 0-1 0 0,-1 0 1 0 0,1 0 0 0 0,1 0 0 0 0,-1 1 0 0 0,1 3 0 0 0,0 0 177 0 0,-1-1 0 0 0,2 1 0 0 0,-1 0 1 0 0,1-1-1 0 0,0 0 0 0 0,0 1 0 0 0,1-1 1 0 0,0 0-1 0 0,0 0 0 0 0,0 0 0 0 0,6 7 1 0 0,16 14 895 0 0,47 42 1 0 0,-58-58-1113 0 0,1 0 0 0 0,0 0 0 0 0,0-1 0 0 0,1-1 1 0 0,25 10-1 0 0,-35-17-17 0 0,0 0-1 0 0,1 0 1 0 0,-1 0 0 0 0,1-1 0 0 0,-1 0 0 0 0,1 0-1 0 0,0-1 1 0 0,-1 0 0 0 0,1 0 0 0 0,0 0 0 0 0,0-1-1 0 0,-1 0 1 0 0,1 0 0 0 0,-1-1 0 0 0,1 0 0 0 0,-1 0-1 0 0,0 0 1 0 0,0-1 0 0 0,0 0 0 0 0,0 0 0 0 0,0-1-1 0 0,0 1 1 0 0,-1-1 0 0 0,0-1 0 0 0,5-4 0 0 0,-4 3 161 0 0,0-1 1 0 0,-1 0 0 0 0,0 0-1 0 0,0 0 1 0 0,-1 0 0 0 0,0-1 0 0 0,0 0-1 0 0,-1 0 1 0 0,0 0 0 0 0,0 0-1 0 0,-1-1 1 0 0,0 1 0 0 0,0 0-1 0 0,-1-1 1 0 0,0 0 0 0 0,-1 1-1 0 0,0-1 1 0 0,0 0 0 0 0,-2-8 0 0 0,-4-10 3 0 0,0 1 1 0 0,-2-1 0 0 0,-2 1 0 0 0,0 1 0 0 0,-1 0 0 0 0,-2 0 0 0 0,-20-29 0 0 0,24 33-4359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3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0 196 4609 0 0,'15'-1'10069'0'0,"1"13"-9211"0"0,0-1 0 0 0,1 0 1 0 0,0-1-1 0 0,1-1 0 0 0,19 7 0 0 0,-32-14-830 0 0,-1-1 0 0 0,0 0-1 0 0,0 0 1 0 0,1-1 0 0 0,-1 1 0 0 0,0-1-1 0 0,1 0 1 0 0,-1 0 0 0 0,1 0 0 0 0,-1 0-1 0 0,0-1 1 0 0,1 0 0 0 0,4-1-1 0 0,-5 0-29 0 0,-1 0-1 0 0,0 1 1 0 0,0-1-1 0 0,0 0 1 0 0,-1-1-1 0 0,1 1 1 0 0,0 0-1 0 0,-1-1 0 0 0,0 0 1 0 0,1 1-1 0 0,-1-1 1 0 0,0 0-1 0 0,0 0 1 0 0,-1 0-1 0 0,1 0 1 0 0,0-1-1 0 0,-1 1 0 0 0,0 0 1 0 0,1-5-1 0 0,0 1 24 0 0,-1 0 0 0 0,0 0 0 0 0,0 0 0 0 0,0 0 0 0 0,-1-1 1 0 0,0 1-1 0 0,-1 0 0 0 0,1 0 0 0 0,-2 0 0 0 0,1 0 0 0 0,-1 0 0 0 0,0 0 0 0 0,0 0 0 0 0,0 0 0 0 0,-1 1 0 0 0,0-1 0 0 0,-1 1 0 0 0,0 0 0 0 0,-5-8 0 0 0,5 9-155 0 0,0 0 1 0 0,0 0-1 0 0,-1 0 1 0 0,1 1-1 0 0,-1-1 1 0 0,0 1-1 0 0,0 0 0 0 0,-1 1 1 0 0,1-1-1 0 0,-1 1 1 0 0,0 0-1 0 0,0 1 1 0 0,0-1-1 0 0,0 1 0 0 0,0 0 1 0 0,0 1-1 0 0,-1 0 1 0 0,1 0-1 0 0,0 0 1 0 0,-1 0-1 0 0,-10 1 0 0 0,0 3-6278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6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1 259 6449 0 0,'27'-4'2613'0'0,"-25"3"-2399"0"0,0 0-1 0 0,0 1 1 0 0,-1-1-1 0 0,1 1 1 0 0,0-1-1 0 0,0 1 1 0 0,0 0-1 0 0,0 0 1 0 0,-1 0 0 0 0,1 0-1 0 0,0 0 1 0 0,0 0-1 0 0,0 0 1 0 0,0 1-1 0 0,-1-1 1 0 0,1 1-1 0 0,0-1 1 0 0,0 1-1 0 0,-1 0 1 0 0,1-1 0 0 0,0 1-1 0 0,2 2 1 0 0,17 16 857 0 0,-20-19-1018 0 0,0 1 0 0 0,0-1-1 0 0,-1 1 1 0 0,1-1 0 0 0,0 1-1 0 0,-1-1 1 0 0,1 1 0 0 0,0 0-1 0 0,-1-1 1 0 0,1 1-1 0 0,-1 0 1 0 0,0 0 0 0 0,1-1-1 0 0,-1 1 1 0 0,1 0 0 0 0,-1 0-1 0 0,0 0 1 0 0,0-1 0 0 0,1 1-1 0 0,-1 0 1 0 0,0 0 0 0 0,0 0-1 0 0,0 0 1 0 0,0 0 0 0 0,0 0-1 0 0,0-1 1 0 0,0 2 0 0 0,-1-1 59 0 0,0-1 0 0 0,1 0 0 0 0,-1 0 0 0 0,0 0 1 0 0,1 0-1 0 0,-1 0 0 0 0,1 0 0 0 0,-1 0 1 0 0,0 0-1 0 0,1 0 0 0 0,-1 0 0 0 0,0-1 0 0 0,1 1 1 0 0,-1 0-1 0 0,1 0 0 0 0,-1 0 0 0 0,1-1 0 0 0,-1 1 1 0 0,1 0-1 0 0,-1-1 0 0 0,0 1 0 0 0,1 0 1 0 0,0-1-1 0 0,-1 1 0 0 0,1-1 0 0 0,-1 1 0 0 0,1-1 1 0 0,-1 1-1 0 0,1-1 0 0 0,-1 0 0 0 0,-13-18 910 0 0,5 2-918 0 0,0 0 0 0 0,2-1 0 0 0,0 0 0 0 0,1 0 0 0 0,0 0 0 0 0,2-1 0 0 0,0 0 0 0 0,1 0 0 0 0,1 0 0 0 0,1 0 0 0 0,1-24-1 0 0,1 15-629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17 124 9218 0 0,'0'0'117'0'0,"-1"0"1"0"0,1 0-1 0 0,-1 0 1 0 0,0 0-1 0 0,1 0 1 0 0,-1 0-1 0 0,1 0 0 0 0,-1 0 1 0 0,0 0-1 0 0,1 0 1 0 0,-1 0-1 0 0,1 0 1 0 0,-1 0-1 0 0,1-1 0 0 0,-1 1 1 0 0,1 0-1 0 0,-1 0 1 0 0,1-1-1 0 0,-1 1 1 0 0,1 0-1 0 0,-1-1 0 0 0,1 1 1 0 0,-1-1-1 0 0,1 1 1 0 0,-1-1-1 0 0,1 1 1 0 0,0 0-1 0 0,-1-1 0 0 0,1 1 1 0 0,0-1-1 0 0,0 0 1 0 0,-1 1-1 0 0,1-1 1 0 0,0 1-1 0 0,0-1 0 0 0,0 1 1 0 0,-1-2-1 0 0,2 0 113 0 0,-1-1 0 0 0,0 1 0 0 0,1-1 0 0 0,0 1 0 0 0,-1 0 0 0 0,1 0 0 0 0,0-1 0 0 0,0 1 0 0 0,0 0 0 0 0,2-2 0 0 0,3-5-114 0 0,0 0 0 0 0,0 1 0 0 0,1 0 0 0 0,9-8 0 0 0,-13 13-378 0 0,1-1 1 0 0,0 1-1 0 0,0 0 0 0 0,1 0 0 0 0,-1 1 0 0 0,1-1 0 0 0,-1 1 0 0 0,1 0 1 0 0,0 0-1 0 0,0 0 0 0 0,0 1 0 0 0,0-1 0 0 0,0 1 0 0 0,0 1 0 0 0,0-1 0 0 0,7 1 1 0 0,0 2 261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9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0 142 5529 0 0,'4'2'240'0'0,"-3"-2"56"0"0,3-2-232 0 0,-2 1-64 0 0,1-1 0 0 0,-1-2 0 0 0,3 1 152 0 0,2-4 16 0 0,4-5 8 0 0,3-4 0 0 0,1-2-584 0 0,-1 1-112 0 0,0-1-24 0 0,-3 3-8 0 0,-6 1 424 0 0,-3 0 128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7.2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66 5529 0 0,'5'-7'350'0'0,"0"1"-1"0"0,1-1 1 0 0,0 1-1 0 0,0 1 1 0 0,0-1-1 0 0,0 1 1 0 0,1 0 0 0 0,12-7-1 0 0,-17 11-265 0 0,0 0-1 0 0,1 0 1 0 0,-1 0-1 0 0,0 1 0 0 0,1-1 1 0 0,-1 1-1 0 0,0-1 1 0 0,1 1-1 0 0,-1 0 1 0 0,0 0-1 0 0,1 0 1 0 0,-1 0-1 0 0,1 0 1 0 0,-1 0-1 0 0,0 1 1 0 0,1 0-1 0 0,-1-1 1 0 0,0 1-1 0 0,1 0 1 0 0,-1 0-1 0 0,0 0 0 0 0,0 0 1 0 0,0 0-1 0 0,0 1 1 0 0,0-1-1 0 0,0 0 1 0 0,0 1-1 0 0,-1 0 1 0 0,1-1-1 0 0,0 1 1 0 0,-1 0-1 0 0,1 0 1 0 0,1 4-1 0 0,5 8 130 0 0,0 0-1 0 0,-1 1 1 0 0,0 0-1 0 0,-1 1 1 0 0,-1-1 0 0 0,4 23-1 0 0,-2-13 981 0 0,13 35 0 0 0,-20-59-1163 0 0,1-1 1 0 0,-1 1-1 0 0,0-1 0 0 0,0 1 0 0 0,1-1 0 0 0,-1 1 0 0 0,0-1 0 0 0,1 0 1 0 0,-1 1-1 0 0,0-1 0 0 0,1 1 0 0 0,-1-1 0 0 0,1 0 0 0 0,-1 1 0 0 0,1-1 1 0 0,-1 0-1 0 0,1 0 0 0 0,-1 1 0 0 0,1-1 0 0 0,-1 0 0 0 0,1 0 0 0 0,-1 0 1 0 0,1 1-1 0 0,-1-1 0 0 0,1 0 0 0 0,0 0 0 0 0,-1 0 0 0 0,1 0 1 0 0,-1 0-1 0 0,1 0 0 0 0,-1 0 0 0 0,1-1 0 0 0,-1 1 0 0 0,1 0 0 0 0,-1 0 1 0 0,1 0-1 0 0,0 0 0 0 0,-1-1 0 0 0,1 1 0 0 0,-1 0 0 0 0,0 0 0 0 0,1-1 1 0 0,-1 1-1 0 0,1 0 0 0 0,-1-1 0 0 0,1 1 0 0 0,-1-1 0 0 0,0 1 0 0 0,1-1 1 0 0,-1 1-1 0 0,0 0 0 0 0,1-1 0 0 0,-1 1 0 0 0,0-2 0 0 0,25-32 1869 0 0,-21 28-1775 0 0,22-35-1459 0 0,-13 19-5020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8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125 136 920 0 0,'-110'-119'11467'0'0,"98"107"-8569"0"0,9 8-1269 0 0,7 7-1082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 11522 0 0,'0'0'80'0'0,"0"0"0"0"0,0-1 0 0 0,0 1-1 0 0,2-5 2154 0 0,-2 5-2154 0 0,1 0 1 0 0,-1 0 0 0 0,0 0 0 0 0,0 0-1 0 0,0-1 1 0 0,1 1 0 0 0,-1 0 0 0 0,0 0-1 0 0,0 0 1 0 0,0 0 0 0 0,1 0-1 0 0,-1 0 1 0 0,0 0 0 0 0,0 0 0 0 0,0 0-1 0 0,1 0 1 0 0,-1 0 0 0 0,0 0 0 0 0,1 1-1 0 0,11 12 2716 0 0,49 112-1099 0 0,44 134 1 0 0,-70-168-1540 0 0,116 280-1843 0 0,-133-323-1377 0 0,-15-30-3303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1 216 3225 0 0,'31'-67'3781'0'0,"-22"47"-2516"0"0,0 0 1 0 0,20-32 0 0 0,-26 47-1007 0 0,0 1 0 0 0,0 0 0 0 0,1 0 0 0 0,-1 0 0 0 0,1 0 0 0 0,0 0 0 0 0,0 1 0 0 0,1-1 0 0 0,-1 1 0 0 0,1 0 0 0 0,-1 1 0 0 0,1-1 0 0 0,0 1 0 0 0,0 0 0 0 0,10-2 0 0 0,-14 3-185 0 0,1 1 0 0 0,0-1 0 0 0,-1 1 0 0 0,1 0 0 0 0,0 0 0 0 0,0 0-1 0 0,-1 0 1 0 0,1 0 0 0 0,0 1 0 0 0,-1-1 0 0 0,1 0 0 0 0,0 1 0 0 0,-1-1 0 0 0,1 1 0 0 0,0-1-1 0 0,-1 1 1 0 0,1 0 0 0 0,-1 0 0 0 0,1 0 0 0 0,-1 0 0 0 0,3 2 0 0 0,-2-1-1 0 0,0 1-1 0 0,0-1 1 0 0,0 1 0 0 0,0 0 0 0 0,-1 0 0 0 0,1 0 0 0 0,-1 0 0 0 0,0 0-1 0 0,0 0 1 0 0,1 6 0 0 0,1 4 29 0 0,-2 0-1 0 0,0 1 0 0 0,0-1 1 0 0,-3 22-1 0 0,-18 111 23 0 0,-1 24 1723 0 0,21-168-1761 0 0,-1 0 0 0 0,1 0-1 0 0,0 0 1 0 0,0 0 0 0 0,0 1 0 0 0,0-1-1 0 0,1 0 1 0 0,-1 0 0 0 0,0 0-1 0 0,1 0 1 0 0,0 0 0 0 0,-1 0 0 0 0,1 0-1 0 0,0 0 1 0 0,0 0 0 0 0,0 0-1 0 0,0 0 1 0 0,0 0 0 0 0,1-1 0 0 0,-1 1-1 0 0,1 0 1 0 0,-1-1 0 0 0,1 1-1 0 0,-1-1 1 0 0,4 2 0 0 0,-1-1-50 0 0,-1-1-1 0 0,1 0 1 0 0,0 0 0 0 0,0 0-1 0 0,0-1 1 0 0,0 1 0 0 0,0-1 0 0 0,0 0-1 0 0,0 0 1 0 0,0-1 0 0 0,0 1-1 0 0,0-1 1 0 0,5-1 0 0 0,11-3-335 0 0,-10 2-330 0 0,-1 1-1 0 0,1 0 1 0 0,-1 1 0 0 0,1 0-1 0 0,0 0 1 0 0,-1 1 0 0 0,14 1 0 0 0,-7 3-5745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63 6913 0 0,'-11'-22'549'0'0,"0"0"1818"0"0,-2 3 3381 0 0,12 21-5381 0 0,1 0-1 0 0,-1 0 1 0 0,1-1 0 0 0,0 1 0 0 0,0 0 0 0 0,-1 0 0 0 0,1 0 0 0 0,1 0-1 0 0,-1-1 1 0 0,0 4 0 0 0,7 25 248 0 0,2 0-1 0 0,0-1 1 0 0,2 0-1 0 0,28 53 1 0 0,-5-23-753 0 0,49 64 0 0 0,-79-118-160 0 0,8 11-694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1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41 346 3681 0 0,'-5'-6'908'0'0,"0"0"-1"0"0,0-1 1 0 0,1 1 0 0 0,0-1 0 0 0,0 0-1 0 0,1 0 1 0 0,0 0 0 0 0,-4-13 0 0 0,7 19-754 0 0,1 1 0 0 0,-1-1 0 0 0,1 1 0 0 0,-1-1 0 0 0,1 1 0 0 0,0 0 0 0 0,-1-1 0 0 0,1 1 0 0 0,-1 0 0 0 0,1-1 0 0 0,0 1 1 0 0,-1 0-1 0 0,1 0 0 0 0,0 0 0 0 0,-1-1 0 0 0,1 1 0 0 0,0 0 0 0 0,-1 0 0 0 0,1 0 0 0 0,0 0 0 0 0,-1 0 0 0 0,1 0 0 0 0,0 1 0 0 0,-1-1 1 0 0,2 0-1 0 0,22 3 948 0 0,-23-3-891 0 0,18 4 451 0 0,0 1 0 0 0,0 1 0 0 0,0 1-1 0 0,0 0 1 0 0,25 16 0 0 0,-27-14-567 0 0,0 0 1 0 0,1-2-1 0 0,0 1 1 0 0,1-2-1 0 0,27 6 1 0 0,-41-12-72 0 0,1 1 1 0 0,0-1 0 0 0,-1 1-1 0 0,1-2 1 0 0,0 1-1 0 0,0-1 1 0 0,-1 1-1 0 0,1-1 1 0 0,-1-1-1 0 0,8-2 1 0 0,-11 3 3 0 0,0 0 1 0 0,-1 0 0 0 0,1 0-1 0 0,0 0 1 0 0,0 0-1 0 0,-1 0 1 0 0,1-1 0 0 0,-1 1-1 0 0,1-1 1 0 0,-1 1-1 0 0,0-1 1 0 0,0 1 0 0 0,1-1-1 0 0,-1 0 1 0 0,0 0 0 0 0,-1 1-1 0 0,1-1 1 0 0,0 0-1 0 0,0 0 1 0 0,-1 0 0 0 0,1 0-1 0 0,-1 0 1 0 0,0 0 0 0 0,1 0-1 0 0,-1 0 1 0 0,0 0-1 0 0,0 0 1 0 0,0 0 0 0 0,-1 0-1 0 0,1 0 1 0 0,-1-3 0 0 0,-7-24 61 0 0,-1 1 1 0 0,-1 1 0 0 0,-1 0-1 0 0,-1 0 1 0 0,-22-33 0 0 0,-2-7-155 0 0,10 21-2880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4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0 2761 0 0,'-4'11'325'0'0,"1"-1"1"0"0,1 1 0 0 0,0-1-1 0 0,1 1 1 0 0,0 0 0 0 0,0-1-1 0 0,1 1 1 0 0,0 0 0 0 0,1 0-1 0 0,0 0 1 0 0,4 10 0 0 0,-4-13-54 0 0,1-1 0 0 0,0 1 1 0 0,0-1-1 0 0,1 1 1 0 0,0-1-1 0 0,1 0 0 0 0,-1 0 1 0 0,1 0-1 0 0,1-1 0 0 0,-1 1 1 0 0,1-1-1 0 0,0 0 0 0 0,0-1 1 0 0,1 1-1 0 0,11 8 0 0 0,-12-12-91 0 0,-1 1-1 0 0,0-1 0 0 0,1-1 1 0 0,-1 1-1 0 0,1-1 0 0 0,0 0 1 0 0,-1 0-1 0 0,1 0 0 0 0,0 0 1 0 0,0-1-1 0 0,0 0 0 0 0,-1 0 1 0 0,1 0-1 0 0,0-1 0 0 0,0 0 1 0 0,-1 0-1 0 0,1 0 0 0 0,0 0 1 0 0,-1-1-1 0 0,1 1 0 0 0,-1-1 1 0 0,1 0-1 0 0,-1-1 0 0 0,0 1 1 0 0,0-1-1 0 0,4-3 0 0 0,-4 3-114 0 0,0 0-1 0 0,-1 0 0 0 0,0 0 0 0 0,0-1 1 0 0,0 1-1 0 0,0-1 0 0 0,0 1 1 0 0,-1-1-1 0 0,0 0 0 0 0,1 0 1 0 0,-2 0-1 0 0,1-1 0 0 0,0 1 1 0 0,-1 0-1 0 0,0-1 0 0 0,0 1 0 0 0,0-1 1 0 0,0 1-1 0 0,-1-1 0 0 0,1 1 1 0 0,-1-1-1 0 0,-1 1 0 0 0,1-1 1 0 0,-1 1-1 0 0,1-1 0 0 0,-1 1 0 0 0,-3-8 1 0 0,1 5-147 0 0,1 0 0 0 0,-2 1 0 0 0,1 0 0 0 0,-1-1 0 0 0,0 1 0 0 0,0 1 0 0 0,-1-1 0 0 0,1 1 0 0 0,-1-1 1 0 0,-1 1-1 0 0,1 1 0 0 0,-1-1 0 0 0,0 1 0 0 0,0 0 0 0 0,0 0 0 0 0,0 1 0 0 0,-1-1 0 0 0,-12-3 0 0 0,0 3-5751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6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0 156 8290 0 0,'10'-2'714'0'0,"1"1"0"0"0,-1 0 0 0 0,1 1-1 0 0,-1 0 1 0 0,0 1 0 0 0,1 0 0 0 0,14 4 0 0 0,-20-4-587 0 0,-1 0-1 0 0,0 1 1 0 0,0-1-1 0 0,0 1 1 0 0,1 0-1 0 0,-2 0 1 0 0,1 0-1 0 0,0 1 1 0 0,0-1-1 0 0,-1 1 1 0 0,1 0-1 0 0,-1 0 1 0 0,0 0-1 0 0,0 0 1 0 0,0 1-1 0 0,0-1 1 0 0,-1 1-1 0 0,0 0 1 0 0,4 8 0 0 0,-16-26 3799 0 0,-17-28-2369 0 0,23 29-1778 0 0,0 0 0 0 0,1 0-1 0 0,0 0 1 0 0,0-1-1 0 0,2 1 1 0 0,0-1 0 0 0,0 1-1 0 0,2-17 1 0 0,1 3-6999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28 6849 0 0,'14'-11'609'0'0,"-7"4"-481"0"0,0 1-128 0 0,-2 2 0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2.0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6913 0 0,'0'1'99'0'0,"0"1"0"0"0,-1 0 0 0 0,1-1-1 0 0,0 1 1 0 0,0 0 0 0 0,0 0 0 0 0,0-1-1 0 0,1 1 1 0 0,-1 0 0 0 0,0-1-1 0 0,1 1 1 0 0,-1 0 0 0 0,1-1 0 0 0,0 1-1 0 0,-1 0 1 0 0,1-1 0 0 0,2 3 0 0 0,-2-3 105 0 0,0 0 1 0 0,0-1 0 0 0,0 1-1 0 0,0-1 1 0 0,0 1 0 0 0,1-1-1 0 0,-1 1 1 0 0,0-1 0 0 0,0 0-1 0 0,1 1 1 0 0,-1-1 0 0 0,0 0-1 0 0,1 0 1 0 0,-1 0 0 0 0,0 0 0 0 0,0 0-1 0 0,1 0 1 0 0,-1 0 0 0 0,0-1-1 0 0,1 1 1 0 0,-1 0 0 0 0,0-1-1 0 0,0 1 1 0 0,0-1 0 0 0,2 0-1 0 0,3-3 47 0 0,0 0 0 0 0,0 1 0 0 0,0-2 0 0 0,-1 1 0 0 0,0-1 0 0 0,1 0-1 0 0,-2 0 1 0 0,1 0 0 0 0,-1-1 0 0 0,0 1 0 0 0,0-1 0 0 0,0 0 0 0 0,3-9-1 0 0,-1 5-1696 0 0,0 0-1 0 0,1 1 0 0 0,11-14 0 0 0,-6 12-568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1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19 164 3225 0 0,'0'0'173'0'0,"-1"1"0"0"0,0-1-1 0 0,1 0 1 0 0,-1 0 0 0 0,0 0 0 0 0,1 0 0 0 0,-1 0 0 0 0,0 0 0 0 0,1 0 0 0 0,-1-1 0 0 0,0 1 0 0 0,1 0 0 0 0,-1 0 0 0 0,1 0 0 0 0,-1-1 0 0 0,0 1-1 0 0,1 0 1 0 0,-1-1 0 0 0,1 1 0 0 0,-1-1 0 0 0,1 1 0 0 0,-1 0 0 0 0,1-1 0 0 0,-1 1 0 0 0,1-1 0 0 0,-1 1 0 0 0,1-1 0 0 0,0 0 0 0 0,-1 1 0 0 0,1-1-1 0 0,0 1 1 0 0,-1-1 0 0 0,1 0 0 0 0,0 1 0 0 0,0-2 0 0 0,0 0 165 0 0,0 0-1 0 0,0-1 1 0 0,1 1-1 0 0,-1 0 0 0 0,1 0 1 0 0,-1-1-1 0 0,1 1 1 0 0,0 0-1 0 0,0 0 1 0 0,2-4-1 0 0,5-6 802 0 0,0 0-1 0 0,14-16 0 0 0,-15 20-973 0 0,-1 1 0 0 0,1 1 0 0 0,0-1 0 0 0,1 1 0 0 0,0 1 0 0 0,0-1 0 0 0,0 1 0 0 0,0 0 0 0 0,17-6 0 0 0,-21 10-111 0 0,0 0 0 0 0,0 0 1 0 0,0 0-1 0 0,0 0 1 0 0,0 1-1 0 0,0 0 1 0 0,0-1-1 0 0,0 1 1 0 0,0 1-1 0 0,0-1 1 0 0,1 1-1 0 0,-1-1 1 0 0,0 1-1 0 0,0 0 1 0 0,-1 1-1 0 0,1-1 0 0 0,0 1 1 0 0,0 0-1 0 0,-1 0 1 0 0,1 0-1 0 0,-1 0 1 0 0,1 0-1 0 0,-1 1 1 0 0,6 5-1 0 0,0 2-69 0 0,0 1 1 0 0,-1 0-1 0 0,-1 0 0 0 0,0 0 1 0 0,0 1-1 0 0,-1 0 0 0 0,0 1 1 0 0,-1-1-1 0 0,-1 1 0 0 0,4 14 1 0 0,2 21-105 0 0,7 72 0 0 0,-10-56 86 0 0,-6-59 25 0 0,2 18-1418 0 0,0-1-1 0 0,2 1 1 0 0,10 28 0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2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1 3681 0 0,'-2'5'328'0'0,"2"-2"-264"0"0,-5 11 5721 0 0,2-8-4569 0 0,-1-1-63 0 0,1 0-17 0 0,-3 0 0 0 0,3 1-1536 0 0,-2-3-304 0 0,-1 1-64 0 0,-1-4-16 0 0,-1-6 656 0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0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75 165 5529 0 0,'-14'-23'1281'0'0,"-14"-34"0"0"0,-4-27 7012 0 0,39 122-4197 0 0,-3 32-3068 0 0,-3-31-606 0 0,3 26-167 0 0,57 541 253 0 0,-43-500-488 0 0,14 66-922 0 0,-31-170 739 0 0,1 5-1360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28 224 6449 0 0,'-4'-6'424'0'0,"1"0"0"0"0,-1 0-1 0 0,1-1 1 0 0,1 1 0 0 0,-1-1 0 0 0,1 0-1 0 0,0 0 1 0 0,1 0 0 0 0,-1 0-1 0 0,1 0 1 0 0,1 0 0 0 0,0 0-1 0 0,0 0 1 0 0,0 0 0 0 0,1 0 0 0 0,-1 0-1 0 0,2 0 1 0 0,-1 0 0 0 0,3-7-1 0 0,-3 10-369 0 0,1-1 0 0 0,-1 1 0 0 0,0 0 0 0 0,1 0 0 0 0,0 0-1 0 0,0 0 1 0 0,0 0 0 0 0,1 1 0 0 0,-1-1 0 0 0,1 1 0 0 0,0-1-1 0 0,0 1 1 0 0,0 0 0 0 0,0 0 0 0 0,0 0 0 0 0,1 1 0 0 0,-1-1-1 0 0,1 1 1 0 0,0 0 0 0 0,0 0 0 0 0,0 0 0 0 0,0 0 0 0 0,0 1 0 0 0,0 0-1 0 0,0 0 1 0 0,1 0 0 0 0,-1 0 0 0 0,0 0 0 0 0,1 1 0 0 0,-1 0-1 0 0,9 0 1 0 0,-1 3 61 0 0,-1-1 0 0 0,1 1 0 0 0,-1 1-1 0 0,0 0 1 0 0,0 1 0 0 0,0 0 0 0 0,-1 0-1 0 0,1 1 1 0 0,-1 1 0 0 0,-1-1 0 0 0,1 2-1 0 0,-1-1 1 0 0,12 14 0 0 0,-13-13-68 0 0,-1 1 1 0 0,-1-1-1 0 0,1 1 1 0 0,-2 0-1 0 0,1 0 1 0 0,-1 1-1 0 0,0-1 1 0 0,-1 1-1 0 0,0 0 0 0 0,-1 0 1 0 0,0 1-1 0 0,-1-1 1 0 0,0 1-1 0 0,0 0 1 0 0,0 10-1 0 0,-3 1 191 0 0,0-1 0 0 0,-2 0 0 0 0,0 1-1 0 0,-1-1 1 0 0,-2-1 0 0 0,0 1 0 0 0,-1-1 0 0 0,-1 0 0 0 0,0 0 0 0 0,-2-1-1 0 0,0-1 1 0 0,-1 1 0 0 0,-1-2 0 0 0,-1 1 0 0 0,-1-2 0 0 0,-21 22 0 0 0,35-38-223 0 0,-1 0 0 0 0,0 1 1 0 0,0-1-1 0 0,1 0 1 0 0,-1 1-1 0 0,1-1 1 0 0,-1 1-1 0 0,0-1 1 0 0,1 1-1 0 0,-1-1 0 0 0,1 1 1 0 0,-1-1-1 0 0,1 1 1 0 0,-1 0-1 0 0,1-1 1 0 0,-1 1-1 0 0,1 0 1 0 0,0-1-1 0 0,0 1 0 0 0,-1 0 1 0 0,1 0-1 0 0,0-1 1 0 0,0 1-1 0 0,0 0 1 0 0,-1 0-1 0 0,1-1 1 0 0,0 1-1 0 0,0 0 0 0 0,0 1 1 0 0,23 3 246 0 0,-9-3-277 0 0,133 13 156 0 0,-97-12-1128 0 0,85 16 1 0 0,-74-2-1858 0 0,-2 6-3806 0 0,-38-13 4068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5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 40 6913 0 0,'-1'-2'-49'0'0,"-24"-24"1788"0"0,24 25-1340 0 0,0 0 1 0 0,0 0-1 0 0,0 0 0 0 0,-1 0 0 0 0,1 0 0 0 0,0 0 0 0 0,-1 0 0 0 0,1 1 0 0 0,0-1 0 0 0,-1 0 0 0 0,1 1 0 0 0,-1-1 0 0 0,1 1 0 0 0,-1 0 0 0 0,0-1 0 0 0,1 1 0 0 0,-1 0 0 0 0,-2 0 0 0 0,3 1-265 0 0,1-1 1 0 0,-1 0-1 0 0,1 1 1 0 0,-1-1-1 0 0,1 1 1 0 0,-1-1-1 0 0,1 1 1 0 0,0-1-1 0 0,-1 1 1 0 0,1 0-1 0 0,0-1 1 0 0,-1 1-1 0 0,1-1 1 0 0,0 1-1 0 0,0 0 1 0 0,0-1-1 0 0,-1 1 1 0 0,1 0-1 0 0,0-1 1 0 0,0 1-1 0 0,0 0 1 0 0,0-1-1 0 0,0 2 1 0 0,1 22 776 0 0,-1-17-591 0 0,-1 119 997 0 0,2 129-892 0 0,1-216-663 0 0,1-1 0 0 0,14 62 1 0 0,6-27-3711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8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17 188 6913 0 0,'-4'-11'138'0'0,"2"3"-17"0"0,-1 0 0 0 0,1 0 1 0 0,0-1-1 0 0,-1-13 1 0 0,3 20 114 0 0,0 0-1 0 0,0 0 1 0 0,0 0 0 0 0,0 0 0 0 0,0 0 0 0 0,0 0 0 0 0,0 0 0 0 0,1 0 0 0 0,-1 1 0 0 0,1-1 0 0 0,-1 0-1 0 0,1 0 1 0 0,0 0 0 0 0,-1 0 0 0 0,1 1 0 0 0,0-1 0 0 0,0 0 0 0 0,1 1 0 0 0,-1-1 0 0 0,0 1 0 0 0,0-1 0 0 0,1 1-1 0 0,-1 0 1 0 0,3-3 0 0 0,-1 4 44 0 0,-1 0-1 0 0,0-1 1 0 0,0 1 0 0 0,1 0-1 0 0,-1 0 1 0 0,0 0 0 0 0,0 1-1 0 0,1-1 1 0 0,-1 0-1 0 0,0 1 1 0 0,0 0 0 0 0,0-1-1 0 0,0 1 1 0 0,0 0 0 0 0,0 0-1 0 0,0 0 1 0 0,0 0-1 0 0,0 0 1 0 0,0 1 0 0 0,0-1-1 0 0,1 2 1 0 0,24 20 284 0 0,-1 1 1 0 0,40 48-1 0 0,-46-48-513 0 0,2 0 1 0 0,1-1-1 0 0,34 26 0 0 0,-56-48-23 0 0,1 0 1 0 0,-1 0-1 0 0,1 1 1 0 0,0-1 0 0 0,0 0-1 0 0,-1-1 1 0 0,1 1 0 0 0,0 0-1 0 0,0 0 1 0 0,0-1-1 0 0,0 1 1 0 0,0-1 0 0 0,0 1-1 0 0,0-1 1 0 0,0 0-1 0 0,0 0 1 0 0,0 0 0 0 0,0 0-1 0 0,2-1 1 0 0,-3 0-5 0 0,1 1 0 0 0,-1-1 1 0 0,0 0-1 0 0,0 0 0 0 0,0 0 0 0 0,0 0 0 0 0,0 0 0 0 0,0 0 1 0 0,0 0-1 0 0,0-1 0 0 0,0 1 0 0 0,-1 0 0 0 0,1 0 1 0 0,0-1-1 0 0,-1 1 0 0 0,1 0 0 0 0,-1-1 0 0 0,0 1 1 0 0,1-1-1 0 0,-1 1 0 0 0,0-1 0 0 0,0 1 0 0 0,0 0 1 0 0,0-1-1 0 0,0 1 0 0 0,0-3 0 0 0,-6-91 329 0 0,3 74-825 0 0,1 0 1 0 0,0 0-1 0 0,2-1 0 0 0,1 1 1 0 0,1 0-1 0 0,8-39 1 0 0,-3 38-6752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1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77 4145 0 0,'0'0'191'0'0,"-1"29"4210"0"0,2-11-3724 0 0,2 1 1 0 0,0-1 0 0 0,1 1 0 0 0,1-1 0 0 0,8 19 0 0 0,-10-28-384 0 0,1-1 0 0 0,0 1 0 0 0,1-1 0 0 0,0 0 0 0 0,0 0 0 0 0,1 0 0 0 0,-1-1 0 0 0,2 1 0 0 0,-1-1 0 0 0,1-1-1 0 0,14 12 1 0 0,-19-17-225 0 0,-1-1-1 0 0,0 1 0 0 0,1 0 0 0 0,-1 0 1 0 0,0-1-1 0 0,1 1 0 0 0,-1 0 0 0 0,1-1 0 0 0,-1 0 1 0 0,1 1-1 0 0,-1-1 0 0 0,1 0 0 0 0,-1 0 0 0 0,1 1 1 0 0,0-1-1 0 0,-1-1 0 0 0,1 1 0 0 0,-1 0 0 0 0,1 0 1 0 0,-1 0-1 0 0,1-1 0 0 0,-1 1 0 0 0,1-1 0 0 0,-1 1 1 0 0,2-2-1 0 0,0 0 17 0 0,-1 0 0 0 0,1 0 0 0 0,-1-1 0 0 0,0 1 0 0 0,0-1 0 0 0,0 1 0 0 0,0-1 0 0 0,0 1 0 0 0,0-1 0 0 0,-1 0 0 0 0,3-5 0 0 0,-1-2 29 0 0,1-1 0 0 0,-1 1 1 0 0,-1-1-1 0 0,0 1 0 0 0,-1-1 0 0 0,1-17 0 0 0,-3 10-176 0 0,-1-1-1 0 0,-1 0 1 0 0,-1 1-1 0 0,0-1 1 0 0,-2 1-1 0 0,0 1 0 0 0,-1-1 1 0 0,-1 1-1 0 0,-12-21 1 0 0,6 23-2395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4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1 126 10594 0 0,'11'13'199'0'0,"0"-1"0"0"0,1-1 0 0 0,1 0 0 0 0,0 0 0 0 0,1-1 0 0 0,23 12 0 0 0,-28-16 335 0 0,14 8 13 0 0,16 11 643 0 0,-16-6 3195 0 0,-28-25-3967 0 0,0-1 0 0 0,-1 0 0 0 0,2-1 0 0 0,-1 1 1 0 0,1-1-1 0 0,1 0 0 0 0,-1 0 0 0 0,1 0 1 0 0,1 0-1 0 0,-1 0 0 0 0,1-1 0 0 0,1 1 0 0 0,-2-16 1 0 0,3 13-732 0 0,0-1 0 0 0,0 1 1 0 0,1 0-1 0 0,3-16 1 0 0,-2 18-586 0 0,0 1 1 0 0,1 1 0 0 0,-1-1 0 0 0,2 0 0 0 0,-1 1-1 0 0,7-10 1 0 0,4-3-6267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8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36 8754 0 0,'-4'-1'6107'0'0,"24"-19"-4810"0"0,-17 18-1586 0 0,0 0 0 0 0,0 0 1 0 0,0 1-1 0 0,1-1 0 0 0,-1 1 0 0 0,0 0 0 0 0,1 0 1 0 0,-1 0-1 0 0,1 0 0 0 0,0 1 0 0 0,-1-1 0 0 0,1 1 1 0 0,-1 0-1 0 0,1 0 0 0 0,4 1 0 0 0,5 1-1086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3.0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56 7370 0 0,'-1'0'33'0'0,"1"0"0"0"0,0 0 0 0 0,0 0 0 0 0,-1 1 0 0 0,1-1 0 0 0,0 0 0 0 0,0 0 0 0 0,0 0 0 0 0,-1 1 0 0 0,1-1 0 0 0,0 0 0 0 0,0 0 0 0 0,0 1 0 0 0,0-1 0 0 0,0 0 0 0 0,-1 0 0 0 0,1 1 0 0 0,0-1 0 0 0,0 0 0 0 0,0 0 0 0 0,0 1 0 0 0,0-1 0 0 0,0 0 0 0 0,0 0 0 0 0,0 1 0 0 0,0-1 0 0 0,0 0 0 0 0,0 1 0 0 0,0-1 0 0 0,0 0 0 0 0,0 0 0 0 0,0 1 0 0 0,1-1 0 0 0,-1 0 0 0 0,0 0 0 0 0,0 1 0 0 0,0-1 0 0 0,0 0 0 0 0,0 0 0 0 0,1 1 1 0 0,-1-1-1 0 0,0 0 0 0 0,0 0 0 0 0,0 0 0 0 0,0 1 0 0 0,1-1 0 0 0,15-5 2274 0 0,-13 4-2198 0 0,46-23 1079 0 0,15-6-4624 0 0,-43 23 3044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11 124 3681 0 0,'-5'-62'4081'0'0,"0"0"3619"0"0,14 121-2536 0 0,-1 5-3734 0 0,13 76-1271 0 0,146 560 159 0 0,-164-688-455 0 0,-2-8-70 0 0,0 1 0 0 0,1-1 0 0 0,-1 0 0 0 0,1 1 0 0 0,0-1-1 0 0,0 0 1 0 0,0 0 0 0 0,5 7 0 0 0,-1-41-6557 0 0,-7 13 6711 0 0,-2 0 53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30 156 5065 0 0,'-4'-5'618'0'0,"0"-1"-1"0"0,1 0 1 0 0,-1 1 0 0 0,1-1-1 0 0,0 0 1 0 0,1-1-1 0 0,-4-8 1 0 0,6 13-347 0 0,0-1 0 0 0,-1 1 0 0 0,1-1 0 0 0,0 0 1 0 0,1 1-1 0 0,-1-1 0 0 0,0 1 0 0 0,1 0 0 0 0,-1-1 0 0 0,1 1 0 0 0,0-1 0 0 0,0 1 1 0 0,0 0-1 0 0,0-1 0 0 0,0 1 0 0 0,0 0 0 0 0,1 0 0 0 0,-1 0 0 0 0,1 0 0 0 0,0 0 1 0 0,-1 0-1 0 0,1 0 0 0 0,2-1 0 0 0,2-2-78 0 0,-1 1 0 0 0,0 0 0 0 0,1 0 1 0 0,0 0-1 0 0,0 0 0 0 0,0 1 0 0 0,0 0 0 0 0,1 1 0 0 0,-1-1 1 0 0,1 1-1 0 0,0 1 0 0 0,-1-1 0 0 0,1 1 0 0 0,8-1 0 0 0,-9 2-122 0 0,-1 1 0 0 0,0-1 0 0 0,1 1 0 0 0,-1-1 0 0 0,1 2 0 0 0,-1-1 0 0 0,0 0 0 0 0,0 1 0 0 0,0 0 0 0 0,0 1 0 0 0,0-1 0 0 0,0 1 0 0 0,0 0 0 0 0,-1 0 0 0 0,1 0 0 0 0,-1 0 0 0 0,0 1 0 0 0,5 5 0 0 0,-2-1-69 0 0,-1 1 1 0 0,1-1-1 0 0,-1 1 0 0 0,-1 1 0 0 0,1-1 1 0 0,-2 1-1 0 0,1 0 0 0 0,-1 0 0 0 0,-1 0 0 0 0,4 17 1 0 0,-5-11-100 0 0,0 1 1 0 0,-1-1-1 0 0,0 1 0 0 0,-1-1 1 0 0,-1 1-1 0 0,-4 19 1 0 0,-7 15 181 0 0,-2-1 1 0 0,-2 0-1 0 0,-29 62 0 0 0,38-95 185 0 0,-1 0 466 0 0,-20 31 0 0 0,-5 11 81 0 0,33-58-816 0 0,-1 0 0 0 0,1-1 0 0 0,0 1 0 0 0,-1-1 0 0 0,1 1 0 0 0,0 0 1 0 0,0-1-1 0 0,0 1 0 0 0,0 0 0 0 0,0 0 0 0 0,0-1 0 0 0,0 1 1 0 0,0 0-1 0 0,0-1 0 0 0,0 1 0 0 0,0 0 0 0 0,0-1 0 0 0,0 1 0 0 0,0 0 1 0 0,1-1-1 0 0,-1 1 0 0 0,0 0 0 0 0,1-1 0 0 0,-1 1 0 0 0,0-1 0 0 0,1 1 1 0 0,-1-1-1 0 0,1 2 0 0 0,1-1 3 0 0,-1 0 0 0 0,1 0 0 0 0,-1 0 0 0 0,1-1 0 0 0,0 1 0 0 0,-1 0 0 0 0,1-1-1 0 0,0 1 1 0 0,-1-1 0 0 0,1 1 0 0 0,2-1 0 0 0,3 1 8 0 0,1-1 1 0 0,0 0-1 0 0,-1 0 0 0 0,11-2 0 0 0,30-9-756 0 0,1-2 0 0 0,-2-3 0 0 0,56-25 1 0 0,-70 26-6556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0 169 5065 0 0,'2'-3'609'0'0,"0"0"-1"0"0,1 1 1 0 0,-1-1-1 0 0,0 1 1 0 0,1 0-1 0 0,0-1 1 0 0,-1 1 0 0 0,1 0-1 0 0,0 0 1 0 0,0 1-1 0 0,5-3 1 0 0,-1 0 327 0 0,100-60 7056 0 0,-81 51-7721 0 0,0 1 1 0 0,1 1-1 0 0,0 1 0 0 0,42-9 1 0 0,-17 13-1478 0 0,-31 7-5188 0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0 4609 0 0,'-3'2'232'0'0,"0"0"-1"0"0,0 0 1 0 0,0 1-1 0 0,0-1 1 0 0,0 1-1 0 0,1 0 1 0 0,-1 0-1 0 0,1 0 1 0 0,0 0-1 0 0,0 0 1 0 0,0 0 0 0 0,0 0-1 0 0,0 1 1 0 0,1-1-1 0 0,-1 1 1 0 0,1-1-1 0 0,0 1 1 0 0,0 0-1 0 0,0 0 1 0 0,1-1 0 0 0,-1 1-1 0 0,1 0 1 0 0,0 5-1 0 0,0 32 2735 0 0,1 0 1 0 0,12 71-1 0 0,-1-7-1068 0 0,-8-49-1570 0 0,0 11-587 0 0,2 0-1 0 0,3 0 1 0 0,27 95 0 0 0,-27-133-7016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 8290 0 0,'4'-7'-177'0'0,"19"-24"8542"0"0,-23 30-8235 0 0,1 1 0 0 0,-1 0 0 0 0,0 0 0 0 0,1 0 0 0 0,-1 0 0 0 0,0 0 0 0 0,1 0 0 0 0,-1 0 0 0 0,0 0 0 0 0,1 0 0 0 0,-1 0 0 0 0,0 0 0 0 0,1 0 0 0 0,-1 0 0 0 0,0 0 0 0 0,1 0 0 0 0,-1 0 0 0 0,5 17 1471 0 0,0 70 171 0 0,-4-34-1418 0 0,12 72 1 0 0,-9-109-374 0 0,-1 1 0 0 0,2 0 1 0 0,0-1-1 0 0,1 0 0 0 0,1 0 1 0 0,1 0-1 0 0,0-1 0 0 0,13 19 1 0 0,-20-33 6 0 0,-1 1 1 0 0,1-1-1 0 0,0 0 1 0 0,0-1-1 0 0,-1 1 1 0 0,1 0 0 0 0,0 0-1 0 0,0 0 1 0 0,0 0-1 0 0,0-1 1 0 0,0 1 0 0 0,0 0-1 0 0,0-1 1 0 0,0 1-1 0 0,0-1 1 0 0,0 1-1 0 0,0-1 1 0 0,0 1 0 0 0,1-1-1 0 0,-1 0 1 0 0,0 1-1 0 0,0-1 1 0 0,0 0 0 0 0,2 0-1 0 0,-1-1-24 0 0,-1 1-1 0 0,1-1 1 0 0,-1 0-1 0 0,1 1 1 0 0,-1-1-1 0 0,1 0 1 0 0,-1 0-1 0 0,0 0 1 0 0,1 0 0 0 0,-1 0-1 0 0,0-1 1 0 0,0 1-1 0 0,0 0 1 0 0,0 0-1 0 0,1-3 1 0 0,5-8-234 0 0,-1 0-1 0 0,0 0 1 0 0,6-21 0 0 0,-7 21 196 0 0,8-29 223 0 0,-10 31-67 0 0,-1 1 0 0 0,2-1 0 0 0,-1 1 0 0 0,1 0 0 0 0,0 0 0 0 0,1 0 0 0 0,0 0 0 0 0,1 1 0 0 0,12-15 0 0 0,-17 22-64 0 0,1-1 1 0 0,-1 1 0 0 0,1 0-1 0 0,0 0 1 0 0,0 0 0 0 0,0 0 0 0 0,0 0-1 0 0,0 1 1 0 0,0-1 0 0 0,0 1-1 0 0,0-1 1 0 0,0 1 0 0 0,0 0-1 0 0,0-1 1 0 0,0 1 0 0 0,0 0 0 0 0,0 0-1 0 0,0 1 1 0 0,0-1 0 0 0,0 0-1 0 0,0 1 1 0 0,0-1 0 0 0,0 1-1 0 0,0 0 1 0 0,0-1 0 0 0,0 1 0 0 0,0 0-1 0 0,0 0 1 0 0,-1 0 0 0 0,3 3-1 0 0,7 3 164 0 0,-1 2 0 0 0,0 0 0 0 0,16 18 0 0 0,-7-7-65 0 0,-15-16-341 0 0,0 0 0 0 0,0-1 0 0 0,1 1-1 0 0,-1-1 1 0 0,1 0 0 0 0,-1 0 0 0 0,1 0 0 0 0,0-1 0 0 0,0 1 0 0 0,0-1 0 0 0,1-1-1 0 0,-1 1 1 0 0,0-1 0 0 0,1 1 0 0 0,-1-2 0 0 0,1 1 0 0 0,6 0 0 0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0,'11'29'8332'0'0,"-10"-28"-8090"0"0,-1-1 1 0 0,1 0-1 0 0,0 0 0 0 0,-1 1 1 0 0,1-1-1 0 0,-1 0 0 0 0,1 0 1 0 0,0 0-1 0 0,17-4 1633 0 0,3-6-8035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7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65 920 0 0,'-1'2'473'0'0,"0"-1"1"0"0,0 1-1 0 0,0 0 0 0 0,0-1 1 0 0,1 1-1 0 0,-1 0 0 0 0,0 0 0 0 0,1 0 1 0 0,-1-1-1 0 0,1 1 0 0 0,0 0 1 0 0,-1 0-1 0 0,1 0 0 0 0,0 0 0 0 0,7 9 4156 0 0,-7-11-4495 0 0,15-9 1563 0 0,20-26-934 0 0,10-8-3797 0 0,-27 28 1740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6.4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110 344 5985 0 0,'-6'-3'719'0'0,"0"0"-1"0"0,0 0 1 0 0,0 0-1 0 0,1-1 1 0 0,-1 0-1 0 0,1 0 1 0 0,-1 0-1 0 0,1-1 1 0 0,-4-5 0 0 0,3 4-346 0 0,1 1 1 0 0,1-1 0 0 0,-1 0 0 0 0,1-1 0 0 0,0 1-1 0 0,1 0 1 0 0,0-1 0 0 0,0 0 0 0 0,0 0 0 0 0,0 0-1 0 0,1 0 1 0 0,1 0 0 0 0,-3-13 0 0 0,5 13-211 0 0,0 1 0 0 0,1-1-1 0 0,0 1 1 0 0,0-1 0 0 0,0 1 0 0 0,1 0 0 0 0,-1 0 0 0 0,1 0-1 0 0,1 0 1 0 0,-1 1 0 0 0,1-1 0 0 0,0 1 0 0 0,1 0 0 0 0,-1 0-1 0 0,6-5 1 0 0,6-5-7 0 0,1 0 0 0 0,1 1 0 0 0,22-14 0 0 0,-34 24-141 0 0,-1 1 0 0 0,0 0 1 0 0,1 0-1 0 0,0 1 1 0 0,-1-1-1 0 0,1 1 1 0 0,0 0-1 0 0,0 1 1 0 0,11-2-1 0 0,-15 3-14 0 0,0 0-1 0 0,0 0 1 0 0,1 1-1 0 0,-1-1 1 0 0,0 1-1 0 0,0-1 1 0 0,0 1 0 0 0,0 0-1 0 0,0 0 1 0 0,0-1-1 0 0,0 2 1 0 0,0-1-1 0 0,-1 0 1 0 0,1 0 0 0 0,0 0-1 0 0,0 1 1 0 0,-1-1-1 0 0,1 1 1 0 0,-1-1-1 0 0,0 1 1 0 0,1 0-1 0 0,-1 0 1 0 0,0 0 0 0 0,0-1-1 0 0,0 1 1 0 0,0 0-1 0 0,0 0 1 0 0,-1 0-1 0 0,1 0 1 0 0,0 5 0 0 0,4 11-101 0 0,-1 0 0 0 0,-1 1 1 0 0,0-1-1 0 0,-1 35 0 0 0,-10 78-748 0 0,3-87 507 0 0,3 0 0 0 0,2 45 0 0 0,1-75 342 0 0,1 0 0 0 0,0 0 0 0 0,1-1 0 0 0,1 1-1 0 0,0-1 1 0 0,1 0 0 0 0,0 1 0 0 0,1-2 0 0 0,0 1-1 0 0,12 17 1 0 0,-15-27-9 0 0,-1 1-1 0 0,1-1 1 0 0,0 0-1 0 0,0 0 1 0 0,0 0-1 0 0,0 0 1 0 0,1 0-1 0 0,-1-1 0 0 0,1 1 1 0 0,-1-1-1 0 0,1 0 1 0 0,6 2-1 0 0,-8-3 29 0 0,1-1 0 0 0,-1 1-1 0 0,0-1 1 0 0,0 0 0 0 0,0 0 0 0 0,1 1-1 0 0,-1-2 1 0 0,0 1 0 0 0,0 0-1 0 0,1 0 1 0 0,-1-1 0 0 0,0 1-1 0 0,0-1 1 0 0,0 0 0 0 0,0 0 0 0 0,0 1-1 0 0,0-1 1 0 0,0 0 0 0 0,0-1-1 0 0,0 1 1 0 0,0 0 0 0 0,-1-1-1 0 0,1 1 1 0 0,0-1 0 0 0,2-2 0 0 0,-1 0 114 0 0,0 0 0 0 0,0 0 0 0 0,0 0 0 0 0,-1 0 0 0 0,1 0 1 0 0,-1 0-1 0 0,0-1 0 0 0,0 1 0 0 0,0-1 0 0 0,-1 1 0 0 0,0-1 1 0 0,0 0-1 0 0,0 0 0 0 0,0 0 0 0 0,0-9 0 0 0,-2 7-44 0 0,0-1 1 0 0,0 0-1 0 0,-1 0 0 0 0,0 0 0 0 0,0 1 1 0 0,0-1-1 0 0,-1 1 0 0 0,0 0 0 0 0,-5-8 1 0 0,-1 1-47 0 0,0 0 1 0 0,-1 1 0 0 0,0 0 0 0 0,-1 1 0 0 0,0 0 0 0 0,-1 1 0 0 0,0 0 0 0 0,-1 1 0 0 0,-14-9 0 0 0,1 5-92 0 0,0 0 0 0 0,-32-10 0 0 0,10 6-6403 0 0,19 9-749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7.9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77 212 5985 0 0,'-8'-14'107'0'0,"6"10"558"0"0,1 1 0 0 0,-1-1-1 0 0,0 1 1 0 0,-1 0 0 0 0,1 0 0 0 0,0 0-1 0 0,-1 0 1 0 0,0 0 0 0 0,0 0-1 0 0,0 1 1 0 0,0 0 0 0 0,0-1-1 0 0,-5-2 1 0 0,7 5-573 0 0,1 0 0 0 0,-1 0 1 0 0,0 0-1 0 0,1 0 0 0 0,-1 1 0 0 0,0-1 0 0 0,1 0 1 0 0,-1 0-1 0 0,0 0 0 0 0,0 0 0 0 0,1 1 0 0 0,-1-1 0 0 0,1 0 1 0 0,-1 1-1 0 0,0-1 0 0 0,1 1 0 0 0,-1-1 0 0 0,1 0 1 0 0,-1 1-1 0 0,1-1 0 0 0,-1 1 0 0 0,1-1 0 0 0,-1 1 1 0 0,1 0-1 0 0,-1-1 0 0 0,1 1 0 0 0,0-1 0 0 0,-1 1 1 0 0,1 0-1 0 0,0-1 0 0 0,0 1 0 0 0,0 0 0 0 0,-1-1 1 0 0,1 1-1 0 0,0 0 0 0 0,0 0 0 0 0,-5 28 852 0 0,5-28-911 0 0,-4 54 504 0 0,2 0 1 0 0,3 0 0 0 0,13 97 0 0 0,-10-134-535 0 0,0 0 1 0 0,0 0 0 0 0,2 0-1 0 0,0 0 1 0 0,13 23-1 0 0,-16-35-3 0 0,0 1 0 0 0,1-1 0 0 0,0 0 0 0 0,0-1 0 0 0,1 1 0 0 0,0-1 0 0 0,0 0 0 0 0,0 0 0 0 0,0 0-1 0 0,1 0 1 0 0,0-1 0 0 0,0 0 0 0 0,0-1 0 0 0,0 1 0 0 0,0-1 0 0 0,1 0 0 0 0,7 2 0 0 0,-12-5 8 0 0,1 1 1 0 0,-1 0 0 0 0,1-1 0 0 0,0 0-1 0 0,-1 1 1 0 0,1-1 0 0 0,0 0 0 0 0,0 0-1 0 0,-1-1 1 0 0,1 1 0 0 0,0-1-1 0 0,-1 1 1 0 0,1-1 0 0 0,-1 0 0 0 0,1 0-1 0 0,-1 0 1 0 0,1 0 0 0 0,-1 0 0 0 0,1-1-1 0 0,-1 1 1 0 0,0-1 0 0 0,0 0-1 0 0,0 1 1 0 0,0-1 0 0 0,0 0 0 0 0,0 0-1 0 0,0 0 1 0 0,-1 0 0 0 0,1-1 0 0 0,-1 1-1 0 0,0 0 1 0 0,1-1 0 0 0,-1 1 0 0 0,0-1-1 0 0,0 1 1 0 0,0-5 0 0 0,2-2 29 0 0,-1-1 0 0 0,0 1-1 0 0,0-1 1 0 0,-1 0 0 0 0,0 0 0 0 0,-1 0 0 0 0,0 0 0 0 0,-3-17 0 0 0,-7-11 7 0 0,-1 0 0 0 0,-1 1 0 0 0,-3 0 0 0 0,-1 1 0 0 0,-28-48 0 0 0,37 71-43 0 0,5 9-2 0 0,-1 0 0 0 0,1 0 0 0 0,0 0 0 0 0,1-1 0 0 0,-1 1 0 0 0,1-1 0 0 0,0 1 0 0 0,0-1 0 0 0,0 0 0 0 0,1 1 0 0 0,-1-1 0 0 0,1 0 0 0 0,0 1 0 0 0,1-1 0 0 0,-1 0 0 0 0,1 1 0 0 0,0-1 0 0 0,0 0 0 0 0,0 1 0 0 0,1-1 0 0 0,0 1 0 0 0,0 0 0 0 0,0-1 0 0 0,0 1 0 0 0,0 0 0 0 0,1 0 0 0 0,0 1 0 0 0,0-1 0 0 0,0 0 0 0 0,0 1 0 0 0,1 0 0 0 0,-1 0 0 0 0,1 0 0 0 0,0 0 0 0 0,0 0 0 0 0,0 1 0 0 0,0 0 0 0 0,7-3 0 0 0,5-3-18 0 0,1 1 0 0 0,0 1 0 0 0,1 1 0 0 0,-1 0 0 0 0,1 2 0 0 0,0 0 0 0 0,0 0 0 0 0,27 1 0 0 0,-39 2 9 0 0,0 0 0 0 0,0 1 1 0 0,0-1-1 0 0,-1 1 0 0 0,1 0 0 0 0,0 1 1 0 0,0-1-1 0 0,-1 1 0 0 0,1 0 1 0 0,-1 1-1 0 0,0-1 0 0 0,0 1 0 0 0,0 0 1 0 0,0 0-1 0 0,0 1 0 0 0,0 0 0 0 0,-1-1 1 0 0,0 1-1 0 0,1 1 0 0 0,-2-1 0 0 0,1 1 1 0 0,0-1-1 0 0,-1 1 0 0 0,0 0 0 0 0,0 1 1 0 0,-1-1-1 0 0,1 0 0 0 0,-1 1 1 0 0,3 10-1 0 0,-1 7-250 0 0,-1 0 0 0 0,-1 1 1 0 0,-2-1-1 0 0,0 0 0 0 0,-4 35 1 0 0,1-34 82 0 0,1 0-1 0 0,2 0 1 0 0,1 1 0 0 0,6 46 0 0 0,-6-65 173 0 0,1 0 0 0 0,0-1 0 0 0,0 1-1 0 0,0 0 1 0 0,0-1 0 0 0,1 1 0 0 0,0-1-1 0 0,0 0 1 0 0,0 0 0 0 0,1 0 0 0 0,0-1 0 0 0,0 1-1 0 0,0-1 1 0 0,0 0 0 0 0,9 6 0 0 0,-10-7 39 0 0,1-1 0 0 0,0 0 0 0 0,0-1 0 0 0,1 1 0 0 0,-1-1 1 0 0,0 0-1 0 0,0 0 0 0 0,1 0 0 0 0,-1 0 0 0 0,1-1 1 0 0,-1 0-1 0 0,1 0 0 0 0,-1 0 0 0 0,0 0 0 0 0,1-1 0 0 0,-1 0 1 0 0,0 0-1 0 0,1 0 0 0 0,-1 0 0 0 0,0-1 0 0 0,7-3 0 0 0,-4 3 2 0 0,-1-2 0 0 0,1 1 0 0 0,-1-1 0 0 0,0 0-1 0 0,0 0 1 0 0,-1-1 0 0 0,1 0 0 0 0,-1 0-1 0 0,0 0 1 0 0,0 0 0 0 0,-1-1 0 0 0,1 0-1 0 0,6-12 1 0 0,-7 9 62 0 0,-1 0 0 0 0,0 0 1 0 0,0 0-1 0 0,-1 0 0 0 0,0 0 0 0 0,0-1 0 0 0,-1 1 0 0 0,-1-1 0 0 0,0-13 0 0 0,-4-13 200 0 0,-1 1-1 0 0,-3 0 1 0 0,0 0-1 0 0,-20-50 1 0 0,24 75-295 0 0,-2-7-15 0 0,0 1 1 0 0,-2 0-1 0 0,1 0 0 0 0,-2 1 1 0 0,0 0-1 0 0,-17-20 0 0 0,19 26-211 0 0,-1 1-1 0 0,-1 0 1 0 0,1 0-1 0 0,-1 1 1 0 0,-1 0-1 0 0,1 0 1 0 0,-1 1-1 0 0,0 0 1 0 0,-1 1-1 0 0,-18-7 1 0 0,11 6-7461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8.6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0 403 2304 0 0,'13'3'1366'0'0,"-1"1"0"0"0,0 0-1 0 0,0 1 1 0 0,0 0-1 0 0,-1 0 1 0 0,0 1 0 0 0,0 1-1 0 0,0 0 1 0 0,-1 1-1 0 0,0 0 1 0 0,-1 0-1 0 0,11 11 1 0 0,15 29 1539 0 0,-10 7-3369 0 0,-23-48 498 0 0,1-1-1 0 0,0 0 1 0 0,0 1 0 0 0,1-1 0 0 0,0-1-1 0 0,0 1 1 0 0,5 6 0 0 0,-8-11-27 0 0,0 1 0 0 0,0-1 0 0 0,1 0 0 0 0,-1 0 1 0 0,0 1-1 0 0,0-1 0 0 0,1 0 0 0 0,-1 0 1 0 0,1 0-1 0 0,-1-1 0 0 0,1 1 0 0 0,-1 0 1 0 0,1 0-1 0 0,-1-1 0 0 0,1 1 0 0 0,0-1 1 0 0,-1 1-1 0 0,1-1 0 0 0,0 0 0 0 0,-1 0 1 0 0,1 0-1 0 0,0 0 0 0 0,0 0 0 0 0,-1 0 1 0 0,1 0-1 0 0,0-1 0 0 0,-1 1 0 0 0,1 0 0 0 0,0-1 1 0 0,-1 0-1 0 0,1 1 0 0 0,0-1 0 0 0,-1 0 1 0 0,3-1-1 0 0,-3 1-5 0 0,1-1 0 0 0,-1 1 0 0 0,0 0 1 0 0,0 0-1 0 0,0-1 0 0 0,0 1 0 0 0,0-1 0 0 0,0 1 1 0 0,0-1-1 0 0,0 1 0 0 0,-1-1 0 0 0,1 0 0 0 0,-1 1 0 0 0,1-1 1 0 0,-1 0-1 0 0,0 0 0 0 0,1 1 0 0 0,-1-1 0 0 0,0 0 1 0 0,0 1-1 0 0,0-1 0 0 0,0 0 0 0 0,-1 0 0 0 0,1 1 0 0 0,0-1 1 0 0,-1 0-1 0 0,1 0 0 0 0,-1 1 0 0 0,0-1 0 0 0,-1-1 1 0 0,1 0 0 0 0,1 1 0 0 0,-1-1 0 0 0,0 1 0 0 0,1-1 0 0 0,-1 0 0 0 0,1 1 0 0 0,0-1 0 0 0,0 1 0 0 0,0-1 0 0 0,0 0 0 0 0,1-4 0 0 0,10-16 71 0 0,-9 19-56 0 0,0 1-1 0 0,0-1 1 0 0,-1 0 0 0 0,1-1 0 0 0,-1 1-1 0 0,0 0 1 0 0,1-5 0 0 0,10-133-33 0 0,2-17 89 0 0,-10 131 92 0 0,2-1 0 0 0,0 1 0 0 0,17-41 0 0 0,-21 65-163 0 0,-1 0 1 0 0,1 1-1 0 0,1-1 1 0 0,-1 1-1 0 0,0 0 1 0 0,1-1-1 0 0,0 1 0 0 0,0 0 1 0 0,0 1-1 0 0,0-1 1 0 0,0 1-1 0 0,0-1 1 0 0,1 1-1 0 0,-1 0 1 0 0,1 0-1 0 0,0 0 1 0 0,0 1-1 0 0,-1-1 0 0 0,1 1 1 0 0,0 0-1 0 0,0 0 1 0 0,0 0-1 0 0,0 0 1 0 0,1 1-1 0 0,-1 0 1 0 0,0 0-1 0 0,6 1 0 0 0,-5-1 1 0 0,0 0-1 0 0,0 1 0 0 0,0 0 1 0 0,0 0-1 0 0,0 0 0 0 0,0 1 1 0 0,-1 0-1 0 0,1 0 0 0 0,0 0 1 0 0,-1 0-1 0 0,0 1 1 0 0,1 0-1 0 0,-1 0 0 0 0,0 0 1 0 0,-1 0-1 0 0,1 0 0 0 0,0 1 1 0 0,-1 0-1 0 0,0 0 0 0 0,0 0 1 0 0,0 0-1 0 0,3 5 0 0 0,1 12-15 0 0,0 0-1 0 0,-1 1 0 0 0,6 43 1 0 0,-7-37-22 0 0,13 47 0 0 0,-15-66 31 0 0,0-1-1 0 0,0 1 1 0 0,1-1 0 0 0,1 0-1 0 0,-1 0 1 0 0,1-1-1 0 0,1 1 1 0 0,-1-1 0 0 0,11 10-1 0 0,-13-15 9 0 0,-1 0 0 0 0,1 1 0 0 0,0-1 0 0 0,0 0 1 0 0,0 0-1 0 0,1-1 0 0 0,-1 1 0 0 0,0-1 0 0 0,1 1 0 0 0,-1-1 0 0 0,1 0 0 0 0,-1 0 0 0 0,1-1 0 0 0,0 1 0 0 0,-1-1 1 0 0,1 0-1 0 0,-1 0 0 0 0,1 0 0 0 0,0 0 0 0 0,-1-1 0 0 0,1 1 0 0 0,0-1 0 0 0,-1 0 0 0 0,1 0 0 0 0,-1 0 0 0 0,0-1 0 0 0,1 1 1 0 0,-1-1-1 0 0,0 0 0 0 0,6-3 0 0 0,8-7 36 0 0,-1-1 0 0 0,-1-1 0 0 0,0 0 0 0 0,18-21 0 0 0,-12 13-30 0 0,18-18-999 0 0,2 1 0 0 0,2 3 0 0 0,53-35 0 0 0,-52 41-6476 0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4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36 112 5529 0 0,'-8'-44'930'0'0,"6"35"217"0"0,1-1-1 0 0,-2 0 0 0 0,1 1 0 0 0,-8-18 1 0 0,10 27-1106 0 0,0 0 1 0 0,0 0-1 0 0,0 0 0 0 0,0 0 1 0 0,0-1-1 0 0,0 1 1 0 0,0 0-1 0 0,0 0 1 0 0,0 0-1 0 0,0 0 1 0 0,-1 0-1 0 0,1-1 1 0 0,0 1-1 0 0,0 0 1 0 0,0 0-1 0 0,0 0 1 0 0,0 0-1 0 0,0 0 0 0 0,-1 0 1 0 0,1 0-1 0 0,0-1 1 0 0,0 1-1 0 0,0 0 1 0 0,0 0-1 0 0,0 0 1 0 0,-1 0-1 0 0,1 0 1 0 0,0 0-1 0 0,0 0 1 0 0,0 0-1 0 0,0 0 1 0 0,-1 0-1 0 0,1 0 1 0 0,0 0-1 0 0,0 0 0 0 0,0 0 1 0 0,0 0-1 0 0,-1 0 1 0 0,1 0-1 0 0,0 0 1 0 0,0 0-1 0 0,0 0 1 0 0,0 1-1 0 0,-1-1 1 0 0,1 0-1 0 0,0 0 1 0 0,0 0-1 0 0,0 0 1 0 0,0 0-1 0 0,0 0 0 0 0,0 0 1 0 0,-1 0-1 0 0,1 1 1 0 0,0-1-1 0 0,0 0 1 0 0,0 0-1 0 0,0 0 1 0 0,0 0-1 0 0,0 1 1 0 0,-2 17 4531 0 0,6 16-4213 0 0,-1 42 0 0 0,3 33 152 0 0,21 277-374 0 0,-28 2 128 0 0,2 66-85 0 0,5-276 555 0 0,-28 296 0 0 0,20-465-671 0 0,2-1 1 0 0,0 1-1 0 0,0-1 1 0 0,1 10-1 0 0,-1-16-172 0 0,0-1-1 0 0,0 1 1 0 0,1 0-1 0 0,-1-1 1 0 0,0 1-1 0 0,1 0 1 0 0,-1-1-1 0 0,1 1 0 0 0,-1-1 1 0 0,1 1-1 0 0,0-1 1 0 0,0 1-1 0 0,0-1 1 0 0,0 0-1 0 0,0 1 1 0 0,0-1-1 0 0,0 0 1 0 0,0 0-1 0 0,1 0 1 0 0,-1 0-1 0 0,0 0 1 0 0,1 0-1 0 0,-1 0 1 0 0,0 0-1 0 0,1 0 1 0 0,-1 0-1 0 0,4 0 1 0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14 7226 0 0,'-7'-2'164'0'0,"0"0"0"0"0,0 0 1 0 0,0 1-1 0 0,0 0 0 0 0,0 0 1 0 0,0 0-1 0 0,0 1 0 0 0,0 0 1 0 0,-10 2-1 0 0,3-1 129 0 0,-10 0 741 0 0,0 1-1 0 0,0 1 1 0 0,1 1-1 0 0,-1 1 1 0 0,1 1-1 0 0,-26 10 1 0 0,49-16-925 0 0,0 0 0 0 0,0 0 1 0 0,-1 0-1 0 0,1 0 0 0 0,-5 3 1859 0 0,5-3-1859 0 0,0 0 1 0 0,0 1-1 0 0,0-1 0 0 0,0 0 1 0 0,0 0-1 0 0,-1 1 0 0 0,1-1 0 0 0,0 0 1 0 0,0 1-1 0 0,0-1 0 0 0,18 2 2051 0 0,205-22-1370 0 0,82-3-839 0 0,-160 18 102 0 0,111 1 59 0 0,-187 6-83 0 0,117 19 0 0 0,-154-18-1764 0 0,-29-3 1345 0 0,-1 0 0 0 0,0 0 0 0 0,0-1 0 0 0,0 1 0 0 0,0-1 0 0 0,0 1 0 0 0,1-1 0 0 0,-1 0 0 0 0,0 0 0 0 0,-1 0 0 0 0,1 0 0 0 0,3-2 0 0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5.6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0 5065 0 0,'-10'0'-154'0'0,"-5"1"4672"0"0,30 0-1306 0 0,42 4-368 0 0,75 8 1363 0 0,-100-8-4155 0 0,-1 1-1 0 0,36 13 1 0 0,-35 0-3674 0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6.0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0 2761 0 0,'-1'0'403'0'0,"-1"0"0"0"0,0 1 0 0 0,0-1 0 0 0,0 0 0 0 0,0 1 0 0 0,0-1 0 0 0,1 1 0 0 0,-1 0 0 0 0,0 0 0 0 0,0-1 1 0 0,1 1-1 0 0,-1 0 0 0 0,0 0 0 0 0,1 1 0 0 0,-1-1 0 0 0,1 0 0 0 0,0 0 0 0 0,-1 1 0 0 0,1-1 0 0 0,0 1 0 0 0,0-1 1 0 0,0 1-1 0 0,0 0 0 0 0,0-1 0 0 0,0 1 0 0 0,0 0 0 0 0,1-1 0 0 0,-1 1 0 0 0,1 0 0 0 0,-1 0 0 0 0,0 2 0 0 0,-1 8 617 0 0,1 0-1 0 0,0 0 0 0 0,1 23 1 0 0,0-20-978 0 0,13 323 2242 0 0,-3-131-1849 0 0,3 81-142 0 0,72 410 0 0 0,-28-302-1503 0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7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34 177 1376 0 0,'-33'16'18466'0'0,"35"-12"-18353"0"0,12 18 79 0 0,-13-22-175 0 0,24-1 1161 0 0,45-8-1 0 0,8-1-978 0 0,426-33-120 0 0,238-30 41 0 0,209 12-48 0 0,-811 53 32 0 0,189 14 0 0 0,-318-5-103 0 0,178 8 11 0 0,-158-10 80 0 0,0 0-1 0 0,-1-3 1 0 0,0 0-1 0 0,35-10 1 0 0,-57 11-153 0 0,1 0-116 0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8.4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57 3225 0 0,'0'-14'445'0'0,"1"10"-180"0"0,-1-1 1 0 0,0 0 0 0 0,-5-23 11550 0 0,2 32-11354 0 0,-4 9 51 0 0,-1 0-1 0 0,2 0 1 0 0,0 1 0 0 0,0 1 0 0 0,2-1 0 0 0,-1 0-1 0 0,-2 24 1 0 0,-10 114 91 0 0,15-120-436 0 0,-7 138 76 0 0,20 241 0 0 0,-9-321-88 0 0,-11 112 0 0 0,-1 2 94 0 0,14-183 231 0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1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3681 0 0,'5'0'7478'0'0,"12"1"-3406"0"0,115 0-628 0 0,-86-4-2786 0 0,78 0 257 0 0,-111 4-862 0 0,0 0 0 0 0,0 1 0 0 0,0 1 0 0 0,0 0 0 0 0,-1 0 0 0 0,1 1 0 0 0,14 7 0 0 0,-12 0-163 0 0,-15 0 61 0 0,-3-9 50 0 0,1 0-1 0 0,0 0 1 0 0,-1 0-1 0 0,0 0 1 0 0,1 0-1 0 0,-1 0 1 0 0,-4 2-1 0 0,-1 1 7 0 0,-40 22 63 0 0,15-8 149 0 0,-53 38 0 0 0,76-50-190 0 0,2 1 1 0 0,-1 0-1 0 0,1 0 0 0 0,0 1 0 0 0,1 0 1 0 0,0 0-1 0 0,0 1 0 0 0,1 0 0 0 0,-10 21 1 0 0,15-29-40 0 0,1-1 1 0 0,-1 1 0 0 0,0 0 0 0 0,1 0 0 0 0,-1 0 0 0 0,1 0 0 0 0,0-1 0 0 0,-1 1 0 0 0,1 0 0 0 0,0 0 0 0 0,0 0 0 0 0,0 0 0 0 0,1 0 0 0 0,-1 0 0 0 0,0-1-1 0 0,1 4 1 0 0,0-4-11 0 0,0 0-1 0 0,0 0 0 0 0,-1 0 0 0 0,1 0 0 0 0,0 0 0 0 0,0 0 1 0 0,0 0-1 0 0,0 0 0 0 0,0 0 0 0 0,0 0 0 0 0,0 0 0 0 0,0-1 1 0 0,1 1-1 0 0,-1 0 0 0 0,0-1 0 0 0,0 1 0 0 0,3 0 0 0 0,6 1-126 0 0,0-1-1 0 0,0 0 0 0 0,0-1 0 0 0,0 0 0 0 0,14-1 0 0 0,18 1-124 0 0,-41 0 272 0 0,1 0-1 0 0,0 0 1 0 0,-1 1-1 0 0,1-1 0 0 0,0 0 1 0 0,-1 1-1 0 0,1 0 1 0 0,-1-1-1 0 0,1 1 1 0 0,-1 0-1 0 0,1 0 1 0 0,-1 0-1 0 0,1 0 0 0 0,-1 0 1 0 0,0 0-1 0 0,0 0 1 0 0,0 0-1 0 0,1 0 1 0 0,-1 1-1 0 0,0-1 1 0 0,0 0-1 0 0,-1 1 0 0 0,2 1 1 0 0,-1-1-2 0 0,-1 1 0 0 0,0-1 1 0 0,1 0-1 0 0,-1 1 0 0 0,0-1 0 0 0,-1 0 0 0 0,1 0 1 0 0,0 1-1 0 0,0-1 0 0 0,-1 0 0 0 0,0 1 1 0 0,1-1-1 0 0,-1 0 0 0 0,-2 3 0 0 0,-2 6 0 0 0,-1 0-1 0 0,-1-1 0 0 0,0 0 1 0 0,-1-1-1 0 0,-8 10 0 0 0,-42 33-163 0 0,-4 6-52 0 0,62-58 217 0 0,-1 0-1 0 0,1 1 1 0 0,-1-1-1 0 0,1 1 1 0 0,-1-1 0 0 0,1 0-1 0 0,-1 1 1 0 0,1-1-1 0 0,0 1 1 0 0,-1-1 0 0 0,1 1-1 0 0,0-1 1 0 0,-1 1-1 0 0,1 0 1 0 0,0-1 0 0 0,0 1-1 0 0,0-1 1 0 0,-1 1-1 0 0,1 0 1 0 0,0-1 0 0 0,0 1-1 0 0,0-1 1 0 0,0 1-1 0 0,0 0 1 0 0,0-1-1 0 0,0 1 1 0 0,0-1 0 0 0,0 1-1 0 0,1 0 1 0 0,-1-1-1 0 0,0 1 1 0 0,0-1 0 0 0,0 1-1 0 0,1-1 1 0 0,-1 1-1 0 0,0-1 1 0 0,1 1 0 0 0,-1-1-1 0 0,1 2 1 0 0,1-1-12 0 0,0 0 1 0 0,1 0-1 0 0,-1 0 1 0 0,0 0-1 0 0,1 0 1 0 0,-1 0-1 0 0,1-1 1 0 0,-1 1-1 0 0,1-1 1 0 0,3 1-1 0 0,64-2-314 0 0,-28-4-1187 0 0,-31 2 797 0 0,1 2 0 0 0,-1-1 0 0 0,1 2 0 0 0,0-1 0 0 0,12 3 0 0 0,-10 5-2873 0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1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0 3681 0 0,'-11'9'11855'0'0,"10"-8"-11316"0"0,-7 22 2312 0 0,0 24-2275 0 0,8-46-276 0 0,-28 397 2484 0 0,28-394-2778 0 0,-2 37 66 0 0,2-1-1 0 0,1 1 0 0 0,3 0 1 0 0,12 62-1 0 0,-16-102-57 0 0,1 1 1 0 0,-1-1 0 0 0,0 1-1 0 0,1-1 1 0 0,-1 1-1 0 0,0-1 1 0 0,1 1-1 0 0,0-1 1 0 0,-1 0-1 0 0,1 1 1 0 0,0-1 0 0 0,0 0-1 0 0,0 0 1 0 0,0 1-1 0 0,0-1 1 0 0,0 0-1 0 0,0 0 1 0 0,0 0-1 0 0,0 0 1 0 0,0 0-1 0 0,1-1 1 0 0,1 2 0 0 0,14 2-5747 0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3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1 4737 0 0,'-18'6'9941'0'0,"17"-4"-9356"0"0,-10 18 3226 0 0,1 33-4374 0 0,8-34 1731 0 0,-7 66-666 0 0,3 2 0 0 0,4-1 0 0 0,10 88 0 0 0,-1 39 88 0 0,-7-210-621 0 0,1 3-782 0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3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310 1 1376 0 0,'-2'39'21904'0'0,"-8"-29"-24941"0"0,-35 15 3479 0 0,2 2-1 0 0,1 1 1 0 0,2 3 0 0 0,-45 42-1 0 0,72-62-419 0 0,9-8-5 0 0,0 0 1 0 0,1 0-1 0 0,-1 1 0 0 0,1-1 1 0 0,0 1-1 0 0,-5 6 0 0 0,39-2 58 0 0,-17-6-75 0 0,14-1 0 0 0,-1 3 0 0 0,1 0 0 0 0,50 15 0 0 0,-67-15 0 0 0,9 3 0 0 0,1 0 0 0 0,32 19 0 0 0,-47-23 0 0 0,0 1 0 0 0,-1 0 0 0 0,1 0 0 0 0,-1 1 0 0 0,0 0 0 0 0,0 0 0 0 0,-1 0 0 0 0,1 0 0 0 0,-1 0 0 0 0,0 1 0 0 0,-1 0 0 0 0,6 12 0 0 0,-7-15 0 0 0,-1 0 0 0 0,-1 0 0 0 0,1-1 0 0 0,0 1 0 0 0,-1 0 0 0 0,1 0 0 0 0,-1 0 0 0 0,0 0 0 0 0,0 0 0 0 0,0 0 0 0 0,-1 0 0 0 0,1 0 0 0 0,-1 0 0 0 0,1 0 0 0 0,-1 0 0 0 0,0 0 0 0 0,0-1 0 0 0,0 1 0 0 0,0 0 0 0 0,-1-1 0 0 0,1 1 0 0 0,-3 2 0 0 0,-4 5 0 0 0,0-1 0 0 0,0 0 0 0 0,-1 0 0 0 0,-12 8 0 0 0,-18 20 0 0 0,39-36 0 0 0,-1-1 1 0 0,1 0 0 0 0,0 1-1 0 0,-1-1 1 0 0,1 0 0 0 0,0 1-1 0 0,-1-1 1 0 0,1 1 0 0 0,0-1-1 0 0,-1 1 1 0 0,1-1-1 0 0,0 1 1 0 0,0-1 0 0 0,-1 1-1 0 0,1-1 1 0 0,0 1 0 0 0,0-1-1 0 0,0 1 1 0 0,0-1-1 0 0,0 1 1 0 0,0 0 0 0 0,0-1-1 0 0,0 1 1 0 0,0-1 0 0 0,0 1-1 0 0,0-1 1 0 0,0 1-1 0 0,0-1 1 0 0,0 1 0 0 0,1-1-1 0 0,-1 1 1 0 0,0-1 0 0 0,0 1-1 0 0,1 0 1 0 0,0 0-10 0 0,0-1 0 0 0,0 1 1 0 0,1-1-1 0 0,-1 1 0 0 0,0-1 0 0 0,1 1 0 0 0,-1-1 1 0 0,0 0-1 0 0,1 1 0 0 0,-1-1 0 0 0,0 0 0 0 0,1 0 1 0 0,1 0-1 0 0,3 0-83 0 0,1-1 1 0 0,-1 1 0 0 0,1-1-1 0 0,-1-1 1 0 0,8-2-1 0 0,-7 1-68 0 0,-2 0 130 0 0,-1 1 0 0 0,1 0 0 0 0,-1 0 1 0 0,1 0-1 0 0,0 0 0 0 0,0 1 0 0 0,0-1 1 0 0,0 1-1 0 0,0 1 0 0 0,0-1 1 0 0,0 1-1 0 0,0 0 0 0 0,0 0 0 0 0,7 1 1 0 0,-11-1 29 0 0,0 1 0 0 0,0 0 0 0 0,0-1 0 0 0,-1 1 0 0 0,1 0 0 0 0,0 0 0 0 0,-1 0 0 0 0,1 0 0 0 0,-1-1 0 0 0,1 1 0 0 0,-1 0 0 0 0,1 0 0 0 0,-1 0 0 0 0,1 0 0 0 0,-1 0 0 0 0,0 0 0 0 0,0 0 0 0 0,0 0 0 0 0,1 0 0 0 0,-1 0 0 0 0,0 0 0 0 0,0 1 0 0 0,0-1 0 0 0,-1 0 0 0 0,1 0 0 0 0,0 0 0 0 0,0 0 0 0 0,-1 1 0 0 0,-8 33 0 0 0,8-30 0 0 0,-10 24-214 0 0,-1 0 1 0 0,-20 34 0 0 0,-8 16-868 0 0,40-76 738 0 0,-1-1-1 0 0,1 1 0 0 0,-1-1 1 0 0,1 1-1 0 0,0-1 1 0 0,0 1-1 0 0,0-1 1 0 0,0 1-1 0 0,0-1 0 0 0,1 0 1 0 0,-1 1-1 0 0,1-1 1 0 0,0 1-1 0 0,-1-1 1 0 0,3 4-1 0 0,-3-6 247 0 0,0 1 1 0 0,1 0-1 0 0,-1-1 1 0 0,0 1-1 0 0,1 0 0 0 0,-1-1 1 0 0,1 1-1 0 0,-1-1 1 0 0,1 1-1 0 0,-1-1 1 0 0,1 1-1 0 0,-1-1 0 0 0,1 1 1 0 0,-1-1-1 0 0,1 0 1 0 0,0 1-1 0 0,-1-1 0 0 0,1 0 1 0 0,0 1-1 0 0,-1-1 1 0 0,1 0-1 0 0,0 0 0 0 0,-1 1 1 0 0,1-1-1 0 0,0 0 1 0 0,0 0-1 0 0,-1 0 0 0 0,1 0 1 0 0,0 0-1 0 0,-1 0 1 0 0,1 0-1 0 0,0 0 0 0 0,0-1 1 0 0,-1 1-1 0 0,1 0 1 0 0,0 0-1 0 0,-1-1 1 0 0,1 1-1 0 0,0 0 0 0 0,-1-1 1 0 0,1 1-1 0 0,0 0 1 0 0,-1-1-1 0 0,1 1 0 0 0,-1-1 1 0 0,1 1-1 0 0,-1-1 1 0 0,1 1-1 0 0,-1-1 0 0 0,1 0 1 0 0,-1 1-1 0 0,0-1 1 0 0,1 1-1 0 0,-1-1 0 0 0,0-1 1 0 0,4-20 8690 0 0,-4 27-7727 0 0,15 127 545 0 0,33 133 1 0 0,-30-180-1024 0 0,8 76 241 0 0,8 275 0 0 0,-15-207-2222 0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4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59 331 920 0 0,'-15'7'1030'0'0,"-7"5"5769"0"0,0 0-1521 0 0,47-16 1035 0 0,25 1-4882 0 0,-23 5-1258 0 0,36 5 0 0 0,-45-4-229 0 0,0 0 0 0 0,1-2 0 0 0,-1 0 0 0 0,0-1 0 0 0,26-3 0 0 0,42-13 159 0 0,-20 3 241 0 0,97-6 1 0 0,-30 13-212 0 0,169-29 1 0 0,135-28 507 0 0,-217 36-520 0 0,146 6-1 0 0,-353 20-156 0 0,64-4 303 0 0,149-30 0 0 0,-6-1 345 0 0,-185 33-552 0 0,0 1 0 0 0,0 2 1 0 0,1 1-1 0 0,43 8 0 0 0,-61-6-92 0 0,-1 0-1 0 0,1-1 0 0 0,32-1 1 0 0,-45-1 13 0 0,0-1 1 0 0,0 0 0 0 0,0 0-1 0 0,0 0 1 0 0,0 0-1 0 0,0-1 1 0 0,-1 0 0 0 0,1 0-1 0 0,0 0 1 0 0,-1-1 0 0 0,1 1-1 0 0,-1-1 1 0 0,0 0-1 0 0,0 0 1 0 0,0-1 0 0 0,-1 1-1 0 0,7-8 1 0 0,9-14-1487 0 0,-7 7-4428 0 0,0 1-1483 0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7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6687 1 3225 0 0,'-4'0'1160'0'0,"0"1"0"0"0,0 0 0 0 0,0 0 1 0 0,1 1-1 0 0,-1-1 0 0 0,0 1 0 0 0,-6 4 1645 0 0,10 9 2063 0 0,-2-3-4430 0 0,-3 25 57 0 0,1 0-1 0 0,1 0 0 0 0,2 0 1 0 0,2 0-1 0 0,6 43 0 0 0,9 4-399 0 0,52 309-8 0 0,-42-214-87 0 0,73 262 0 0 0,36 158 531 0 0,-82-331-38 0 0,-42-207-416 0 0,5 108 0 0 0,-14 63 256 0 0,-3-133-126 0 0,2-75-176 0 0,2 0 1 0 0,10 43 0 0 0,-7-39-3 0 0,4 40 1 0 0,-9-59-116 0 0,-2 17-802 0 0,1-25 861 0 0,0 0-1 0 0,0-1 1 0 0,-1 1 0 0 0,1 0-1 0 0,0-1 1 0 0,-1 1 0 0 0,1 0-1 0 0,-1-1 1 0 0,1 1 0 0 0,-1-1-1 0 0,1 1 1 0 0,-1-1 0 0 0,0 1-1 0 0,1-1 1 0 0,-1 1 0 0 0,1-1-1 0 0,-1 1 1 0 0,0-1 0 0 0,1 0-1 0 0,-1 1 1 0 0,0-1 0 0 0,0 0-1 0 0,1 0 1 0 0,-1 0 0 0 0,0 0-1 0 0,0 1 1 0 0,1-1 0 0 0,-1 0-1 0 0,0 0 1 0 0,-1-1 0 0 0,-6-2-1202 0 0,5 1 1262 0 0,-1 0 1 0 0,1 0-1 0 0,-1 1 1 0 0,0-1-1 0 0,1 1 1 0 0,-1 0-1 0 0,0 0 1 0 0,0 1-1 0 0,1-1 1 0 0,-8 0-1 0 0,-16 5 125 0 0,0 1-1 0 0,1 1 0 0 0,-1 1 1 0 0,-34 15-1 0 0,35-11-53 0 0,0-2 0 0 0,-1-2-1 0 0,0 0 1 0 0,-37 4 0 0 0,18-8-229 0 0,-162 19 521 0 0,-39 14-509 0 0,194-32 162 0 0,0-2-1 0 0,-91-8 1 0 0,109 3-56 0 0,-1 1 0 0 0,1 2 0 0 0,0 2 0 0 0,-1 1 0 0 0,1 2 0 0 0,1 1 0 0 0,-55 16 0 0 0,38-6-73 0 0,-111 29 131 0 0,133-39-30 0 0,0-1 0 0 0,0-2 1 0 0,-53 0-1 0 0,24-3-59 0 0,-104 15 0 0 0,115-8 37 0 0,0-2 0 0 0,0-2 0 0 0,-82-6 0 0 0,95-1 34 0 0,-147-13-137 0 0,147 16 92 0 0,0 2-1 0 0,0 0 0 0 0,-46 10 1 0 0,-2 1 46 0 0,-100 1 1 0 0,93-8-31 0 0,-38 4-4 0 0,-217 10 0 0 0,-33 19-11 0 0,261-26-6 0 0,0-5-1 0 0,-165-12 0 0 0,-40 6 18 0 0,-45-3 0 0 0,-601-30 0 0 0,455 14-59 0 0,401 10 54 0 0,3 5-14 0 0,60 3-3 0 0,-96-13-1 0 0,102 1-1885 0 0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7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23 920 0 0,'-4'-23'11077'0'0,"-2"51"-9693"0"0,2 0 1 0 0,-2 30-1 0 0,5 119 66 0 0,2-117-914 0 0,1 204 303 0 0,15 342 960 0 0,-4-501-1270 0 0,4-1 1 0 0,47 152-1 0 0,-60-243-2163 0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8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33 11522 0 0,'-4'-33'8653'0'0,"22"74"-7331"0"0,15 47 1 0 0,-1 0-1163 0 0,22 43 64 0 0,57 146-39 0 0,-97-239-307 0 0,32 62 1 0 0,-34-79-1543 0 0,1-1 1 0 0,17 22 0 0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8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2 112 9674 0 0,'-1'-12'3611'0'0,"9"43"289"0"0,-7-24-4313 0 0,11 41 1232 0 0,2-1 1 0 0,36 82 0 0 0,-44-115-816 0 0,1-1-1 0 0,0 0 0 0 0,1-1 0 0 0,0 0 0 0 0,1 0 1 0 0,1 0-1 0 0,0-2 0 0 0,0 1 0 0 0,1-1 0 0 0,0 0 1 0 0,1-1-1 0 0,0-1 0 0 0,23 13 0 0 0,-32-19 13 0 0,0-1-1 0 0,1 1 1 0 0,0-1 0 0 0,-1 0-1 0 0,1 0 1 0 0,0 0-1 0 0,-1-1 1 0 0,1 1-1 0 0,0-1 1 0 0,0 0 0 0 0,0 0-1 0 0,-1 0 1 0 0,1-1-1 0 0,0 1 1 0 0,0-1 0 0 0,-1 0-1 0 0,1 0 1 0 0,0 0-1 0 0,-1 0 1 0 0,1-1 0 0 0,4-2-1 0 0,-5 1 58 0 0,1 1 0 0 0,-1-1 0 0 0,0 0 0 0 0,0 0 0 0 0,0 0-1 0 0,-1-1 1 0 0,1 1 0 0 0,-1-1 0 0 0,1 1 0 0 0,-1-1 0 0 0,-1 0 0 0 0,1 0-1 0 0,0 0 1 0 0,-1 0 0 0 0,0 0 0 0 0,0 0 0 0 0,0-1 0 0 0,0 1 0 0 0,0-6 0 0 0,-1-6 95 0 0,-1-1 0 0 0,0 1 1 0 0,-1-1-1 0 0,-1 1 0 0 0,0 0 1 0 0,-1 0-1 0 0,-1 0 1 0 0,0 0-1 0 0,-13-24 0 0 0,1 6-50 0 0,-2 1 0 0 0,-1 1 0 0 0,-27-33 0 0 0,41 56-171 0 0,-1 1 1 0 0,-1 0 0 0 0,0 0-1 0 0,0 1 1 0 0,0 0 0 0 0,-1 0-1 0 0,0 1 1 0 0,-1 0 0 0 0,1 0-1 0 0,-1 1 1 0 0,0 1-1 0 0,0-1 1 0 0,-1 2 0 0 0,1-1-1 0 0,-16-1 1 0 0,17 4-657 0 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9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75 104 456 0 0,'-34'-12'822'0'0,"28"11"-165"0"0,-1-1-1 0 0,1 0 1 0 0,-15-10 6902 0 0,31 15-5633 0 0,14 6-1176 0 0,-7 1-351 0 0,-2 2 0 0 0,1 0 0 0 0,-2 0 0 0 0,1 2 0 0 0,18 22 0 0 0,32 30 528 0 0,4-12 1465 0 0,-104-92 1122 0 0,27 28-3434 0 0,0-1-1 0 0,0 1 1 0 0,1-2-1 0 0,-6-14 1 0 0,7 14-272 0 0,0-1 0 0 0,1 0 0 0 0,1-1 0 0 0,0 1 1 0 0,1-1-1 0 0,0 0 0 0 0,1 0 0 0 0,1 0 0 0 0,0 0 1 0 0,2-24-1 0 0,3 16-7371 0 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0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9674 0 0,'0'0'5151'0'0,"7"13"-1305"0"0,38 76-2013 0 0,43 120 1 0 0,31 65-1452 0 0,-100-243-943 0 0,0-1 1 0 0,2 0 0 0 0,42 43 0 0 0,-47-55-6812 0 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1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69 5985 0 0,'-8'-8'-401'0'0,"-19"-19"3593"0"0,25 26-2545 0 0,1-1 0 0 0,-1 0 0 0 0,1 0 0 0 0,0 1 0 0 0,-1-1 0 0 0,1 0 0 0 0,0 0 0 0 0,0 0 0 0 0,1 0 1 0 0,-1 0-1 0 0,0 0 0 0 0,0-4 0 0 0,1 6-575 0 0,0 0 1 0 0,0 0-1 0 0,0-1 1 0 0,0 1-1 0 0,0 0 1 0 0,0 0-1 0 0,0-1 1 0 0,0 1-1 0 0,1 0 1 0 0,-1 0-1 0 0,0 0 1 0 0,0-1-1 0 0,0 1 1 0 0,0 0-1 0 0,0 0 1 0 0,1 0-1 0 0,-1-1 1 0 0,0 1-1 0 0,0 0 1 0 0,0 0-1 0 0,1 0 1 0 0,-1 0-1 0 0,0-1 1 0 0,0 1-1 0 0,0 0 1 0 0,1 0-1 0 0,-1 0 1 0 0,0 0-1 0 0,0 0 1 0 0,1 0-1 0 0,-1 0 1 0 0,0 0-1 0 0,0 0 1 0 0,1 0-1 0 0,-1 0 1 0 0,0 0-1 0 0,0 0 1 0 0,1 0-1 0 0,15 3 1336 0 0,11 9-524 0 0,-18-6-772 0 0,0 1-1 0 0,-1 0 0 0 0,0 0 0 0 0,0 0 0 0 0,-1 1 0 0 0,0 1 0 0 0,11 15 0 0 0,36 73 729 0 0,-23-38-895 0 0,-6-17-701 0 0,2-2 1 0 0,64 74-1 0 0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1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170 268 3225 0 0,'7'-124'1413'0'0,"-8"101"53"0"0,0 0-1 0 0,-2 0 0 0 0,-6-29 1 0 0,9 51-1340 0 0,0-1 0 0 0,0 1 1 0 0,0 0-1 0 0,-1 0 0 0 0,1 0 1 0 0,0 0-1 0 0,-1 0 0 0 0,1 0 1 0 0,-1 0-1 0 0,1 0 0 0 0,-1 0 1 0 0,0 0-1 0 0,1 0 0 0 0,-1 0 1 0 0,0 0-1 0 0,0 1 0 0 0,1-1 1 0 0,-1 0-1 0 0,0 0 0 0 0,0 1 1 0 0,0-1-1 0 0,-1 0 0 0 0,1 1-35 0 0,0 0-1 0 0,0 0 0 0 0,0 0 0 0 0,0 0 1 0 0,0 0-1 0 0,0 0 0 0 0,0 1 1 0 0,0-1-1 0 0,1 0 0 0 0,-1 1 1 0 0,0-1-1 0 0,0 0 0 0 0,0 1 1 0 0,0-1-1 0 0,1 1 0 0 0,-1 0 0 0 0,0-1 1 0 0,0 1-1 0 0,1-1 0 0 0,-2 2 1 0 0,-3 4 172 0 0,0 0 1 0 0,1 1-1 0 0,-1-1 1 0 0,-5 14 0 0 0,-15 33-120 0 0,2 0 0 0 0,-25 95 0 0 0,47-146-66 0 0,0 0-1 0 0,1 0 1 0 0,-1 1 0 0 0,1-1 0 0 0,-1 0 0 0 0,1 0 0 0 0,0 0 0 0 0,0 1-1 0 0,0-1 1 0 0,0 0 0 0 0,0 0 0 0 0,0 1 0 0 0,1-1 0 0 0,-1 0 0 0 0,1 0-1 0 0,0 0 1 0 0,0 0 0 0 0,-1 0 0 0 0,1 0 0 0 0,1 0 0 0 0,-1 0 0 0 0,0 0-1 0 0,0 0 1 0 0,1 0 0 0 0,1 2 0 0 0,0-3 17 0 0,-1 0 0 0 0,0 0 0 0 0,1 0 0 0 0,-1-1 0 0 0,1 1 0 0 0,-1 0 0 0 0,1-1 0 0 0,-1 0 0 0 0,1 1 0 0 0,-1-1 0 0 0,1 0 0 0 0,-1-1 0 0 0,1 1 0 0 0,-1 0 0 0 0,1-1 0 0 0,-1 1 0 0 0,1-1 0 0 0,-1 0 0 0 0,0 0 0 0 0,1 0 0 0 0,-1 0 0 0 0,4-2 0 0 0,66-40 697 0 0,-57 33-863 0 0,0 1-1 0 0,1 0 0 0 0,0 0 0 0 0,0 2 0 0 0,1 0 0 0 0,0 1 0 0 0,17-4 0 0 0,23 3-2819 0 0,-28 5-3925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2.3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1 960 3225 0 0,'13'-10'6370'0'0,"-12"8"-5972"0"0,10-18-192 0 0,-8-8 7095 0 0,24 13-3214 0 0,-15 8-3944 0 0,-9 5-26 0 0,-1 0-1 0 0,1 1 1 0 0,-1-1-1 0 0,1 1 1 0 0,-1 0-1 0 0,1-1 1 0 0,-1 1-1 0 0,1 0 1 0 0,0 1-1 0 0,0-1 1 0 0,0 1-1 0 0,4-1 1 0 0,8 4-172 0 0,-14-3 57 0 0,-1 1 0 0 0,1-1 0 0 0,0 0 0 0 0,-1 1 0 0 0,1-1 1 0 0,-1 0-1 0 0,1 0 0 0 0,0 0 0 0 0,-1 0 0 0 0,1 0 0 0 0,-1 0 1 0 0,1 0-1 0 0,0 0 0 0 0,-1 0 0 0 0,1 0 0 0 0,0 0 0 0 0,-1 0 1 0 0,1 0-1 0 0,1-1 0 0 0,1 0 24 0 0,0 0-1 0 0,-1-1 1 0 0,1 0 0 0 0,0 1-1 0 0,-1-1 1 0 0,1 0 0 0 0,-1-1-1 0 0,1 1 1 0 0,-1 0 0 0 0,2-4 0 0 0,-1 3 7 0 0,0 0 0 0 0,0 0 1 0 0,1 0-1 0 0,-1 0 0 0 0,1 0 1 0 0,7-4-1 0 0,3 1-44 0 0,1 0 1 0 0,28-6-1 0 0,-32 10 4 0 0,1-1 0 0 0,-1 0 0 0 0,0-1 1 0 0,0-1-1 0 0,0 0 0 0 0,15-8 0 0 0,-26 12 7 0 0,1 1 0 0 0,-1-1 0 0 0,0 1 0 0 0,1-1 0 0 0,-1 1 0 0 0,1-1 0 0 0,-1 1 0 0 0,0-1 0 0 0,0 1 0 0 0,1-1 0 0 0,-1 0 1 0 0,0 1-1 0 0,0-1 0 0 0,1 1 0 0 0,-1-1 0 0 0,0 0 0 0 0,0 1 0 0 0,0-1 0 0 0,0 1 0 0 0,0-1 0 0 0,0 0 0 0 0,0 1 0 0 0,0-1 0 0 0,0 0 0 0 0,-1 1 0 0 0,1-1 0 0 0,0 1 0 0 0,0-1 0 0 0,0 0 0 0 0,-1 1 0 0 0,1-1 0 0 0,0 1 0 0 0,-1-1 0 0 0,1 1 0 0 0,0-1 0 0 0,-1 1 1 0 0,1-1-1 0 0,-1 1 0 0 0,1-1 0 0 0,-1 1 0 0 0,1 0 0 0 0,-1-1 0 0 0,1 1 0 0 0,-1 0 0 0 0,1-1 0 0 0,-1 1 0 0 0,0 0 0 0 0,-33-21-29 0 0,28 18 3 0 0,-10-6 21 0 0,1 0 1 0 0,0 0-1 0 0,-25-22 1 0 0,35 27 9 0 0,1-1 1 0 0,0 0-1 0 0,0 0 0 0 0,0 0 1 0 0,0 0-1 0 0,1-1 1 0 0,0 1-1 0 0,0-1 1 0 0,1 0-1 0 0,-1 0 1 0 0,1 0-1 0 0,1 0 1 0 0,-1 0-1 0 0,0-9 1 0 0,0-3-5 0 0,1 1 1 0 0,1-1-1 0 0,1 0 0 0 0,0 1 1 0 0,1-1-1 0 0,8-28 1 0 0,-9 39-3 0 0,1 1 1 0 0,0 0 0 0 0,0-1-1 0 0,0 1 1 0 0,1 0-1 0 0,0 0 1 0 0,0 1 0 0 0,1-1-1 0 0,-1 0 1 0 0,1 1 0 0 0,1 0-1 0 0,-1 0 1 0 0,1 0 0 0 0,-1 1-1 0 0,1 0 1 0 0,1-1 0 0 0,-1 2-1 0 0,1-1 1 0 0,-1 1 0 0 0,12-6-1 0 0,-13 8 22 0 0,0 1 0 0 0,0-1 0 0 0,0 1 0 0 0,0 0 0 0 0,0 0 0 0 0,0 0 0 0 0,-1 0-1 0 0,1 1 1 0 0,0 0 0 0 0,0 0 0 0 0,0 0 0 0 0,-1 0 0 0 0,1 0 0 0 0,0 1 0 0 0,-1-1 0 0 0,1 1-1 0 0,4 4 1 0 0,8 4-153 0 0,-1 2 0 0 0,20 18-1 0 0,-6-5-7 0 0,-19-17 98 0 0,0 0-1 0 0,0-1 1 0 0,1 0 0 0 0,1-1-1 0 0,15 7 1 0 0,-25-12 53 0 0,1 0-1 0 0,0 0 1 0 0,0-1 0 0 0,0 1 0 0 0,-1 0-1 0 0,1-1 1 0 0,0 0 0 0 0,0 0 0 0 0,0 0-1 0 0,0 0 1 0 0,0 0 0 0 0,0 0 0 0 0,0-1-1 0 0,0 0 1 0 0,0 1 0 0 0,-1-1-1 0 0,1 0 1 0 0,0 0 0 0 0,-1-1 0 0 0,1 1-1 0 0,0 0 1 0 0,-1-1 0 0 0,0 0 0 0 0,1 1-1 0 0,-1-1 1 0 0,0 0 0 0 0,0 0 0 0 0,0-1-1 0 0,2-1 1 0 0,16-27 69 0 0,-1 0 1 0 0,-2-1-1 0 0,-1-1 0 0 0,17-52 1 0 0,-28 73-83 0 0,3-12-144 0 0,-1 6-290 0 0,-1-1-1 0 0,2 1 0 0 0,1 0 1 0 0,0 1-1 0 0,1 0 1 0 0,19-24-1 0 0,-10 23-7099 0 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7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2618 3225 0 0,'0'0'240'0'0,"0"1"-271"0"0,-10 16-2269 0 0,-19 7 7217 0 0,28-36-3819 0 0,2-13-199 0 0,6-35 312 0 0,-3 0 1 0 0,-8-119-1 0 0,2 140-690 0 0,-23-352 2306 0 0,-5-301-1918 0 0,33 323-541 0 0,-3 281-82 0 0,6-91 1116 0 0,-4 158-1274 0 0,2 1 0 0 0,0-1 0 0 0,1 1 1 0 0,1 0-1 0 0,1 0 0 0 0,16-30 0 0 0,-18 41-124 0 0,0 0 1 0 0,1 0-1 0 0,0 0 0 0 0,1 1 1 0 0,-1 0-1 0 0,2 0 0 0 0,-1 1 1 0 0,1 0-1 0 0,0 0 0 0 0,0 1 1 0 0,18-10-1 0 0,-13 10 2 0 0,-1 1 0 0 0,2 0-1 0 0,-1 1 1 0 0,0 0 0 0 0,1 1 0 0 0,-1 1 0 0 0,1 0-1 0 0,22 0 1 0 0,148 0-10 0 0,-72 3 19 0 0,206-25 1 0 0,-171-4-3 0 0,180-60 0 0 0,-264 70 1 0 0,1 3 0 0 0,97-10 1 0 0,133 5-26 0 0,-237 17 78 0 0,596 22-174 0 0,-202 4 46 0 0,-172-37 144 0 0,4 0 2 0 0,-245 15-85 0 0,477-2 0 0 0,-46-35 0 0 0,-362 25 0 0 0,106 9 32 0 0,-41 3 39 0 0,-89-2-145 0 0,-84 2 42 0 0,0-1-1 0 0,0 0 1 0 0,0 1-1 0 0,0-1 1 0 0,1 1-1 0 0,-1-1 1 0 0,0 1-1 0 0,0-1 1 0 0,0 1-1 0 0,1 0 1 0 0,-1-1-1 0 0,0 1 1 0 0,1 0-1 0 0,-1-1 1 0 0,1 1-1 0 0,-1 0 1 0 0,1 0-1 0 0,-1 0 1 0 0,1 0-1 0 0,-1 0 1 0 0,1 0-1 0 0,0-1 1 0 0,0 1-1 0 0,-1 0 1 0 0,1 0-1 0 0,0 0 1 0 0,0 0-1 0 0,0 0 1 0 0,0 0-1 0 0,0 1 1 0 0,0 32 746 0 0,1 12-736 0 0,-2 0 0 0 0,-1 1-1 0 0,-12 57 1 0 0,2-19-192 0 0,11-71 183 0 0,-3 18-134 0 0,1 1 0 0 0,2 38 0 0 0,3-49-96 0 0,0 1 1 0 0,2-1 0 0 0,0-1-1 0 0,1 1 1 0 0,13 33 0 0 0,-17-51 229 0 0,0 0 1 0 0,0 0 0 0 0,-1 0-1 0 0,0 0 1 0 0,0 0 0 0 0,0 0-1 0 0,0 1 1 0 0,-1-1-1 0 0,1 0 1 0 0,-1 0 0 0 0,0 0-1 0 0,0 0 1 0 0,-3 5-1 0 0,2-4 76 0 0,0-1 0 0 0,1 1-1 0 0,0 0 1 0 0,0-1-1 0 0,0 1 1 0 0,1 0-1 0 0,-1 0 1 0 0,1-1-1 0 0,1 7 1 0 0,-1-11-110 0 0,0 1 0 0 0,1 0 0 0 0,-1 0 1 0 0,1-1-1 0 0,-1 1 0 0 0,0 0 0 0 0,1-1 0 0 0,-1 1 0 0 0,1-1 1 0 0,0 1-1 0 0,-1-1 0 0 0,1 1 0 0 0,-1-1 0 0 0,1 1 0 0 0,0-1 1 0 0,-1 1-1 0 0,2-1 0 0 0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0.2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3738 20 2761 0 0,'-4'-18'3165'0'0,"4"18"-3086"0"0,0 0 0 0 0,0 0 0 0 0,-1-1 0 0 0,1 1 0 0 0,0 0 1 0 0,0 0-1 0 0,-1 0 0 0 0,1 0 0 0 0,0 0 0 0 0,0 0 0 0 0,-1 0 0 0 0,1 0 0 0 0,0-1 1 0 0,-1 1-1 0 0,1 0 0 0 0,0 0 0 0 0,0 0 0 0 0,-1 0 0 0 0,1 1 0 0 0,0-1 0 0 0,0 0 1 0 0,-1 0-1 0 0,1 0 0 0 0,0 0 0 0 0,-1 0 0 0 0,1 0 0 0 0,0 0 0 0 0,0 0 0 0 0,0 1 1 0 0,-1-1-1 0 0,1 0 0 0 0,0 0 0 0 0,0 0 0 0 0,-1 1 0 0 0,0 0 91 0 0,0 0-1 0 0,-1 1 1 0 0,1-1 0 0 0,0 1-1 0 0,0 0 1 0 0,0-1-1 0 0,0 1 1 0 0,1 0 0 0 0,-1 0-1 0 0,0-1 1 0 0,1 1-1 0 0,-1 0 1 0 0,1 0 0 0 0,0 0-1 0 0,-1 0 1 0 0,1 2-1 0 0,0 1 23 0 0,-1 93 1701 0 0,23 179 1 0 0,-12-233-1562 0 0,-9-41-281 0 0,0 0 1 0 0,0 0 0 0 0,0-1-1 0 0,1 1 1 0 0,-1 0-1 0 0,1-1 1 0 0,0 1 0 0 0,-1 0-1 0 0,1-1 1 0 0,0 0-1 0 0,0 0 1 0 0,4 3 0 0 0,-4-8-38 0 0,0-1 0 0 0,0 1 1 0 0,0-1-1 0 0,0 1 0 0 0,-1-1 1 0 0,0 0-1 0 0,1 0 1 0 0,0-5-1 0 0,0 5 45 0 0,0 0 0 0 0,1 0 0 0 0,-1 0 1 0 0,1 0-1 0 0,0 1 0 0 0,0-1 0 0 0,0 1 0 0 0,1 0 0 0 0,-1 0 1 0 0,1 0-1 0 0,0 0 0 0 0,7-4 0 0 0,-3 3-19 0 0,0 0 0 0 0,0 1 0 0 0,0 0-1 0 0,1 0 1 0 0,10-2 0 0 0,216-25 563 0 0,-153 20-646 0 0,0 4-1 0 0,1 4 1 0 0,94 10 0 0 0,-6-2 48 0 0,63-12-30 0 0,-127 1 5 0 0,141 10 1 0 0,-106 9 51 0 0,162-6 0 0 0,159-36 160 0 0,-421 25-175 0 0,199-8 30 0 0,-239 11-58 0 0,0 0 0 0 0,1 0 0 0 0,-1 0 0 0 0,0 0 0 0 0,0 1 0 0 0,0-1 0 0 0,1 1 0 0 0,-1-1 0 0 0,0 1 0 0 0,0 0 0 0 0,0-1 0 0 0,0 1 0 0 0,0 0 0 0 0,0 0 0 0 0,0 1 0 0 0,0-1 0 0 0,-1 0 0 0 0,1 1 0 0 0,0-1 0 0 0,-1 1 0 0 0,1-1 0 0 0,-1 1 0 0 0,1 0 0 0 0,-1 0 0 0 0,0 0 0 0 0,0-1 0 0 0,0 1 0 0 0,2 4 0 0 0,6 11-41 0 0,0-12 77 0 0,-8-5 2 0 0,-1 0 0 0 0,1 0 1 0 0,0 1-1 0 0,-1-1 0 0 0,1 0 0 0 0,-1 0 0 0 0,1 1 1 0 0,-1-1-1 0 0,1 0 0 0 0,0 1 0 0 0,-1-1 1 0 0,1 1-1 0 0,-1-1 0 0 0,0 1 0 0 0,1-1 0 0 0,-1 1 1 0 0,1-1-1 0 0,-1 1 0 0 0,0-1 0 0 0,1 1 1 0 0,-1-1-1 0 0,1 2 0 0 0,1 30 664 0 0,0 33 0 0 0,3 47-23 0 0,117 572-435 0 0,-20-137-83 0 0,-55-148-102 0 0,-28-208-32 0 0,27 407 251 0 0,-39-481-246 0 0,13 79 146 0 0,-9-112 29 0 0,1 144 1 0 0,-14-183-131 0 0,2 0 0 0 0,3 0 1 0 0,1 0-1 0 0,2 0 0 0 0,2 0 1 0 0,28 85-1 0 0,-19-87-67 0 0,-8-22 127 0 0,0 1 0 0 0,-2 0 1 0 0,6 27-1 0 0,-7-26-150 0 0,-5-20 38 0 0,0 0-1 0 0,0 1 1 0 0,0-1-1 0 0,-1 0 1 0 0,1 1-1 0 0,-1-1 1 0 0,0 6-1 0 0,0-7-4 0 0,-1-1-1 0 0,1 1 1 0 0,-1-1-1 0 0,0 1 1 0 0,1-1-1 0 0,-1 0 1 0 0,0 1 0 0 0,0-1-1 0 0,0 0 1 0 0,0 1-1 0 0,0-1 1 0 0,0 0-1 0 0,0 0 1 0 0,0 0 0 0 0,0 0-1 0 0,-1 0 1 0 0,1 0-1 0 0,0-1 1 0 0,-1 1-1 0 0,-2 1 1 0 0,-121 69 180 0 0,-604 219-434 0 0,410-185 258 0 0,252-88-14 0 0,0-2 1 0 0,-128 9-1 0 0,80-16-94 0 0,1 5 1 0 0,-155 37 0 0 0,136-21 51 0 0,-209 19-1 0 0,-101 15 75 0 0,35-12 52 0 0,32-7-145 0 0,-67 58 65 0 0,352-78 5 0 0,-1-4-1 0 0,-1-4 1 0 0,-1-5 0 0 0,-102 0 0 0 0,-20-23 20 0 0,151 5-48 0 0,-123 3 0 0 0,113 10 38 0 0,-140 5-11 0 0,175-12-21 0 0,-1-1 1 0 0,1-2-1 0 0,-53-12 0 0 0,-168-29 71 0 0,17 4-100 0 0,134 15 71 0 0,-67-14-46 0 0,139 34 29 0 0,0 1 0 0 0,-66 1-1 0 0,-77 19-10 0 0,100-7-32 0 0,46-5 53 0 0,-41 9 1 0 0,61-8-72 0 0,-18 2-85 0 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1.0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70 162 3225 0 0,'-2'-1'239'0'0,"1"1"0"0"0,0 0 1 0 0,0 0-1 0 0,0 1 0 0 0,0-1 0 0 0,0 0 1 0 0,0 0-1 0 0,-1 0 0 0 0,1 1 1 0 0,0-1-1 0 0,0 1 0 0 0,0-1 0 0 0,0 1 1 0 0,0-1-1 0 0,0 1 0 0 0,0-1 1 0 0,0 1-1 0 0,1 0 0 0 0,-1 0 0 0 0,0-1 1 0 0,0 1-1 0 0,0 0 0 0 0,1 0 1 0 0,-1 0-1 0 0,1 0 0 0 0,-1 0 0 0 0,0 0 1 0 0,1 0-1 0 0,0 0 0 0 0,-1 0 1 0 0,1 0-1 0 0,0 0 0 0 0,-1 0 0 0 0,1 0 1 0 0,0 1-1 0 0,0-1 0 0 0,0 0 1 0 0,0 0-1 0 0,0 0 0 0 0,0 0 0 0 0,0 0 1 0 0,1 2-1 0 0,0 7 208 0 0,1-1 1 0 0,1 0-1 0 0,-1 0 1 0 0,6 10-1 0 0,-4-6-44 0 0,-1-4-254 0 0,75 210 1412 0 0,-63-184-1520 0 0,1-1-1 0 0,2-1 1 0 0,2 0 0 0 0,26 33 0 0 0,-11-24-38 0 0,-33-42-113 0 0,-2-6 26 0 0,-4-7-13 0 0,-8-12 62 0 0,-2 0 0 0 0,-1 1-1 0 0,-24-31 1 0 0,-20-31 605 0 0,-79-154 1589 0 0,128 224-1897 0 0,6 7 1258 0 0,11 9-1493 0 0,0-1-1 0 0,0 1 0 0 0,0-1 1 0 0,-1 0-1 0 0,1 0 1 0 0,0-1-1 0 0,-1 0 1 0 0,1 0-1 0 0,-1-1 1 0 0,0 0-1 0 0,7-4 1 0 0,7-2 46 0 0,28-7 89 0 0,74-16 1 0 0,-80 23 20 0 0,-1-2 0 0 0,71-29-1 0 0,-98 34-107 0 0,1-1 0 0 0,-1-1 0 0 0,-1 0 0 0 0,1-1 0 0 0,-1-1-1 0 0,-1 0 1 0 0,12-12 0 0 0,-8 8-1681 0 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2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43 289 9218 0 0,'-12'-26'2276'0'0,"10"19"-1505"0"0,-1 0 0 0 0,0 0-1 0 0,-1 0 1 0 0,1 1 0 0 0,-2-1-1 0 0,-5-8 1 0 0,26 54 1088 0 0,92 117-1427 0 0,153 172 0 0 0,-253-318-343 0 0,0-1 0 0 0,1 1-1 0 0,0-1 1 0 0,1-1 0 0 0,0 1 0 0 0,0-2-1 0 0,0 0 1 0 0,1 0 0 0 0,0-1 0 0 0,16 7-1 0 0,-27-13-74 0 0,1 0 0 0 0,0 0 0 0 0,0 0-1 0 0,0 0 1 0 0,-1 0 0 0 0,1 0 0 0 0,0 0-1 0 0,0 0 1 0 0,-1 0 0 0 0,1 0-1 0 0,0-1 1 0 0,0 1 0 0 0,-1 0 0 0 0,1-1-1 0 0,0 1 1 0 0,-1 0 0 0 0,1-1 0 0 0,0 1-1 0 0,-1-1 1 0 0,1 1 0 0 0,0-1-1 0 0,-1 1 1 0 0,1-1 0 0 0,-1 1 0 0 0,1-1-1 0 0,-1 0 1 0 0,0 1 0 0 0,1-1 0 0 0,-1 0-1 0 0,1 1 1 0 0,-1-1 0 0 0,0 0-1 0 0,0 0 1 0 0,1 1 0 0 0,-1-1 0 0 0,0 0-1 0 0,0 0 1 0 0,0 1 0 0 0,0-2 0 0 0,5-38 374 0 0,-5 34-305 0 0,3-186 488 0 0,3-29-18 0 0,-2 157-659 0 0,8-65-767 0 0,-10 116 634 0 0,1-1 1 0 0,1 1-1 0 0,0-1 1 0 0,1 1-1 0 0,0 0 1 0 0,0 1-1 0 0,9-13 1 0 0,1 4-4705 0 0,3 5-1478 0 0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5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4 112 5873 0 0,'-4'18'7421'0'0,"7"-23"-6064"0"0,8-9-336 0 0,0-1 0 0 0,1 1 0 0 0,22-20 0 0 0,9 5-2138 0 0,-36 26-204 0 0,1 0 1 0 0,-1 0-1 0 0,1 1 1 0 0,14-4 0 0 0,-6 4-3447 0 0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7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85 3681 0 0,'4'-4'328'0'0,"1"2"-264"0"0,0 2-64 0 0,-1-1 0 0 0,1-1 472 0 0,0 0 72 0 0,6-3 24 0 0,6-2 0 0 0,6 0-352 0 0,-1-2-72 0 0,1 0-16 0 0,-2 2 0 0 0,-3 1-128 0 0,-1-1 0 0 0,-1 0 0 0 0,-2-2 0 0 0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9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10 6913 0 0,'-1'0'209'0'0,"0"-1"-1"0"0,0 0 1 0 0,0 0-1 0 0,0 0 0 0 0,0 1 1 0 0,0-1-1 0 0,-1 0 0 0 0,1 1 1 0 0,0-1-1 0 0,0 1 0 0 0,0-1 1 0 0,-1 1-1 0 0,1 0 0 0 0,0-1 1 0 0,0 1-1 0 0,-1 0 0 0 0,1 0 1 0 0,0 0-1 0 0,-1 0 0 0 0,1 0 1 0 0,0 0-1 0 0,0 0 0 0 0,-1 1 1 0 0,1-1-1 0 0,0 0 0 0 0,-1 1 1 0 0,1-1-1 0 0,0 1 0 0 0,0-1 1 0 0,0 1-1 0 0,0 0 0 0 0,0 0 1 0 0,0-1-1 0 0,-2 2 1 0 0,2 0 7 0 0,0 0 0 0 0,0 0 1 0 0,0 0-1 0 0,0 0 1 0 0,0 0-1 0 0,1 0 0 0 0,-1 1 1 0 0,1-1-1 0 0,-1 0 1 0 0,1 0-1 0 0,0 0 0 0 0,0 1 1 0 0,0-1-1 0 0,0 0 1 0 0,0 0-1 0 0,0 1 0 0 0,1-1 1 0 0,0 3-1 0 0,56 184 2189 0 0,-31-74-2228 0 0,-14-54-818 0 0,2 1 1 0 0,3-2 0 0 0,34 79-1 0 0,-47-129 28 0 0,1 0 0 0 0,0 0 0 0 0,1 0-1 0 0,0-1 1 0 0,1 0 0 0 0,0 0 0 0 0,0-1 0 0 0,1 0-1 0 0,9 8 1 0 0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7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96 5065 0 0,'-17'-15'37'0'0,"13"10"1171"0"0,1 1-1 0 0,-1-1 1 0 0,1 1-1 0 0,0-1 1 0 0,-3-7-1 0 0,6 10-896 0 0,-1 1 1 0 0,1 0-1 0 0,-1-1 0 0 0,1 1 0 0 0,-1 0 0 0 0,1-1 0 0 0,0 1 0 0 0,-1-1 0 0 0,1 1 1 0 0,0-1-1 0 0,0 1 0 0 0,0-1 0 0 0,0 1 0 0 0,1-1 0 0 0,-1 1 0 0 0,0-1 1 0 0,1 1-1 0 0,-1 0 0 0 0,1-1 0 0 0,-1 1 0 0 0,2-2 0 0 0,-1 2-353 0 0,0 0 0 0 0,0 0 0 0 0,0 0 0 0 0,0 0 0 0 0,0 0 0 0 0,1 0 0 0 0,-1 0-1 0 0,0 0 1 0 0,1 1 0 0 0,-1-1 0 0 0,1 1 0 0 0,-1-1 0 0 0,1 1 0 0 0,-1-1 0 0 0,3 1 0 0 0,-1 0-197 0 0,0 0 1 0 0,0 0 0 0 0,-1 0 0 0 0,1 0 0 0 0,0 0 0 0 0,0 1-1 0 0,-1 0 1 0 0,1-1 0 0 0,-1 1 0 0 0,1 0 0 0 0,4 2 0 0 0,6 7-5501 0 0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7.3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0 135 5065 0 0,'9'-1'2314'0'0,"14"-12"-792"0"0,24-18 331 0 0,54-41-4581 0 0,-80 55 2416 0 0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8.2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81 79 6913 0 0,'-13'-25'1123'0'0,"12"21"-726"0"0,-1 0 1 0 0,1 0-1 0 0,-1 0 0 0 0,0 0 0 0 0,-1 1 0 0 0,1-1 0 0 0,-1 1 0 0 0,1-1 0 0 0,-1 1 0 0 0,0 0 1 0 0,0 0-1 0 0,-8-5 0 0 0,11 7-320 0 0,0 1 1 0 0,-1 0-1 0 0,1 0 1 0 0,-1-1 0 0 0,1 1-1 0 0,-1 0 1 0 0,1 0-1 0 0,-1 0 1 0 0,1 0-1 0 0,-1 0 1 0 0,1 0-1 0 0,-1 0 1 0 0,1 0-1 0 0,-1 0 1 0 0,1 0 0 0 0,-1 0-1 0 0,1 0 1 0 0,-1 0-1 0 0,1 0 1 0 0,-1 0-1 0 0,1 0 1 0 0,-1 0-1 0 0,1 1 1 0 0,-1-1-1 0 0,1 0 1 0 0,0 0-1 0 0,-1 1 1 0 0,1-1 0 0 0,-1 0-1 0 0,1 0 1 0 0,-1 1-1 0 0,-8 18 1319 0 0,4 22 17 0 0,6-23-1125 0 0,2-1 0 0 0,0 1-1 0 0,1-1 1 0 0,1 1 0 0 0,13 28-1 0 0,45 82 606 0 0,-45-94-756 0 0,42 68 176 0 0,0 1-1145 0 0,-27-32-4141 0 0,-30-61 828 0 0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8.6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3 318 6449 0 0,'-1'-13'383'0'0,"0"0"-1"0"0,0 0 0 0 0,1 1 0 0 0,1-1 1 0 0,0 0-1 0 0,1 0 0 0 0,4-13 0 0 0,-1 3 1066 0 0,2 0 0 0 0,19-41 0 0 0,-21 54-873 0 0,1 0 0 0 0,0 1 0 0 0,0 0 0 0 0,12-13 0 0 0,-16 19-465 0 0,0 0 0 0 0,1 1 0 0 0,-1-1 0 0 0,1 1 0 0 0,0 0 0 0 0,-1 0 0 0 0,1 0 0 0 0,0 0 0 0 0,0 0 0 0 0,0 1 0 0 0,0-1 0 0 0,1 1 0 0 0,-1 0 0 0 0,0 0 0 0 0,1 0 0 0 0,-1 1 0 0 0,0-1 0 0 0,6 0 0 0 0,-8 2-90 0 0,1-1 0 0 0,0 1 0 0 0,0 0 0 0 0,-1-1 0 0 0,1 1 0 0 0,0 0 1 0 0,-1 0-1 0 0,1 0 0 0 0,-1 0 0 0 0,1 0 0 0 0,-1 1 0 0 0,1-1 0 0 0,-1 0 0 0 0,0 1 0 0 0,0-1 0 0 0,0 1 0 0 0,0-1 0 0 0,0 1 0 0 0,0-1 0 0 0,0 1 1 0 0,0 0-1 0 0,0-1 0 0 0,-1 1 0 0 0,1 0 0 0 0,-1 0 0 0 0,0 0 0 0 0,1 0 0 0 0,-1 2 0 0 0,2 8-69 0 0,-1 0-1 0 0,0 0 1 0 0,-2 13-1 0 0,1-23 51 0 0,-4 52-436 0 0,-3-1-1 0 0,-22 86 0 0 0,2-9 108 0 0,25-124 428 0 0,1 0 0 0 0,1 0 0 0 0,-1 0-1 0 0,1 0 1 0 0,1 11 0 0 0,0-16-54 0 0,-1 0-1 0 0,0 0 1 0 0,0 0 0 0 0,1 0 0 0 0,-1 1-1 0 0,0-1 1 0 0,1 0 0 0 0,-1 0 0 0 0,1 0-1 0 0,0 0 1 0 0,-1 0 0 0 0,1 0 0 0 0,0 0-1 0 0,-1-1 1 0 0,1 1 0 0 0,0 0 0 0 0,0 0-1 0 0,0 0 1 0 0,0-1 0 0 0,0 1 0 0 0,0 0-1 0 0,0-1 1 0 0,0 1 0 0 0,0-1 0 0 0,0 1-1 0 0,0-1 1 0 0,0 0 0 0 0,0 0 0 0 0,1 1-1 0 0,-1-1 1 0 0,0 0 0 0 0,0 0 0 0 0,0 0-1 0 0,0 0 1 0 0,0 0 0 0 0,2 0 0 0 0,29-6 341 0 0,-1-1 1 0 0,-1-1 0 0 0,0-2 0 0 0,0 0-1 0 0,36-20 1 0 0,30-10-106 0 0,-84 35-403 0 0,37-10 91 0 0,-47 14-127 0 0,1 1 1 0 0,-1-1 0 0 0,0 1 0 0 0,1 0 0 0 0,-1-1-1 0 0,0 1 1 0 0,1 1 0 0 0,-1-1 0 0 0,1 0-1 0 0,-1 1 1 0 0,0-1 0 0 0,0 1 0 0 0,1-1 0 0 0,-1 1-1 0 0,0 0 1 0 0,0 0 0 0 0,4 2 0 0 0,1 8-2737 0 0,-7-4 1406 0 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0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42 10594 0 0,'-12'-25'434'0'0,"10"12"-905"0"0,2 13 529 0 0,0 0 0 0 0,0-1 0 0 0,1 1 1 0 0,-1 0-1 0 0,0 0 0 0 0,0-1 0 0 0,1 1 0 0 0,-1 0 0 0 0,0 0 1 0 0,0 0-1 0 0,1-1 0 0 0,-1 1 0 0 0,0 0 0 0 0,1 0 0 0 0,-1 0 1 0 0,0 0-1 0 0,1 0 0 0 0,-1 0 0 0 0,0 0 0 0 0,0 0 1 0 0,1 0-1 0 0,-1 0 0 0 0,0 0 0 0 0,1 0 0 0 0,-1 0 0 0 0,0 0 1 0 0,1 0-1 0 0,-1 0 0 0 0,0 0 0 0 0,1 0 0 0 0,-1 0 0 0 0,0 0 1 0 0,1 0-1 0 0,-1 1 0 0 0,0-1 0 0 0,1 0 0 0 0,0 1 113 0 0,1 0-1 0 0,-1 0 1 0 0,1 0-1 0 0,-1 0 0 0 0,1 1 1 0 0,-1-1-1 0 0,0 0 0 0 0,1 1 1 0 0,-1-1-1 0 0,0 1 1 0 0,0-1-1 0 0,0 1 0 0 0,0-1 1 0 0,1 4-1 0 0,11 29 738 0 0,-9-24-521 0 0,147 482 3101 0 0,-104-268-3379 0 0,-35-128-4357 0 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35 197 6449 0 0,'-3'-3'154'0'0,"0"0"0"0"0,0 0 1 0 0,1 0-1 0 0,-1 0 0 0 0,1 0 0 0 0,-1-1 0 0 0,1 1 0 0 0,0-1 0 0 0,0 0 0 0 0,0 1 0 0 0,1-1 0 0 0,0 0 0 0 0,-1 0 0 0 0,1 0 0 0 0,1 0 0 0 0,-1 0 0 0 0,0 0 0 0 0,1 0 0 0 0,0-1 0 0 0,0 1 1 0 0,0 0-1 0 0,1 0 0 0 0,-1 0 0 0 0,1 0 0 0 0,0 0 0 0 0,0 0 0 0 0,0 0 0 0 0,1 0 0 0 0,0 0 0 0 0,2-3 0 0 0,-2 1 154 0 0,1 1 0 0 0,0 1 0 0 0,1-1 0 0 0,-1 0 0 0 0,1 1 0 0 0,0-1 0 0 0,0 1 1 0 0,0 0-1 0 0,1 1 0 0 0,0-1 0 0 0,-1 1 0 0 0,1 0 0 0 0,0 0 0 0 0,1 0 0 0 0,-1 1 0 0 0,0 0 0 0 0,1 0 0 0 0,-1 0 0 0 0,9-1 0 0 0,-4 1-344 0 0,0 1 0 0 0,0 0-1 0 0,1 0 1 0 0,-1 1-1 0 0,0 1 1 0 0,0-1 0 0 0,0 2-1 0 0,0 0 1 0 0,0 0 0 0 0,13 5-1 0 0,-2 1-1210 0 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3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10 137 7370 0 0,'-3'4'-67'0'0,"-4"11"2899"0"0,15-17-1098 0 0,-1-2-994 0 0,0 0-1 0 0,-1-1 0 0 0,0 0 1 0 0,0 0-1 0 0,6-6 0 0 0,30-36-154 0 0,14-12-4571 0 0,-39 46 2492 0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6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16 7834 0 0,'-2'5'219'0'0,"0"4"2426"0"0,16-13 1140 0 0,13-7-2573 0 0,-20 8-2239 0 0,0 0 1 0 0,0 1-1 0 0,0 0 0 0 0,13-1 0 0 0,-18 2 742 0 0,0 1 1 0 0,0 0-1 0 0,0 0 0 0 0,0 0 1 0 0,0 0-1 0 0,-1 0 0 0 0,1 1 1 0 0,0-1-1 0 0,0 0 0 0 0,0 1 1 0 0,0 0-1 0 0,0-1 0 0 0,0 1 1 0 0,-1 0-1 0 0,1 0 0 0 0,0 0 0 0 0,-1 0 1 0 0,1 0-1 0 0,-1 0 0 0 0,3 2 1 0 0,-3-1 263 0 0,0 0 1 0 0,1 0-1 0 0,-1 0 0 0 0,0 1 1 0 0,0-1-1 0 0,0 0 1 0 0,-1 0-1 0 0,1 1 0 0 0,0-1 1 0 0,-1 0-1 0 0,0 1 0 0 0,1-1 1 0 0,-1 3-1 0 0,-2 28-43 0 0,-1-16 11 0 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7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0 124 3225 0 0,'0'0'31'0'0,"0"0"1"0"0,1 0-1 0 0,-1 0 0 0 0,0 0 1 0 0,0 0-1 0 0,0 0 1 0 0,1 0-1 0 0,-1 0 1 0 0,0 0-1 0 0,0 0 0 0 0,0 0 1 0 0,1 0-1 0 0,-1 0 1 0 0,0 0-1 0 0,0 0 1 0 0,0 0-1 0 0,0 0 0 0 0,1 0 1 0 0,-1 0-1 0 0,0 0 1 0 0,0 0-1 0 0,0 0 1 0 0,1 0-1 0 0,-1 1 0 0 0,0-1 1 0 0,0 0-1 0 0,0 0 1 0 0,0 0-1 0 0,0 0 1 0 0,1 0-1 0 0,-1 0 1 0 0,0 1-1 0 0,0-1 0 0 0,0 0 1 0 0,0 0-1 0 0,0 0 1 0 0,0 0-1 0 0,0 1 1 0 0,0-1-1 0 0,0 0 0 0 0,0 0 1 0 0,1 0-1 0 0,-1 1 1 0 0,0-1-1 0 0,0 0 1 0 0,0 0-1 0 0,0 0 0 0 0,0 1 1 0 0,0-1-1 0 0,0 0 1 0 0,-1 0-1 0 0,1 0 1 0 0,0 1-1 0 0,0-1 0 0 0,0 0 1 0 0,0 0-1 0 0,0 0 1 0 0,0 0-1 0 0,0 1 1 0 0,0-1-1 0 0,0 0 0 0 0,0 0 1 0 0,-1 0-1 0 0,1 0 1 0 0,0 0-1 0 0,0 1 1 0 0,25-13 2091 0 0,29-24 46 0 0,37-32-1858 0 0,-74 52-299 0 0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1.11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44 411 5985 0 0,'-34'-111'5935'0'0,"25"84"-1481"0"0,17 37-738 0 0,13 8-2747 0 0,-1-2-649 0 0,107 129 264 0 0,-86-95-327 0 0,2-2-1 0 0,54 48 1 0 0,-90-90-233 0 0,1 0 0 0 0,-1-1 0 0 0,1 0 0 0 0,0 0 0 0 0,0-1 0 0 0,16 7 0 0 0,-22-10-18 0 0,0 0 0 0 0,0-1 0 0 0,0 1 0 0 0,0-1 0 0 0,0 0 0 0 0,1 0 0 0 0,-1 0 0 0 0,0 0 0 0 0,0 0 0 0 0,0 0 1 0 0,0 0-1 0 0,0-1 0 0 0,0 1 0 0 0,0-1 0 0 0,0 1 0 0 0,0-1 0 0 0,0 0 0 0 0,0 0 0 0 0,-1 1 0 0 0,1-2 0 0 0,0 1 0 0 0,0 0 0 0 0,-1 0 0 0 0,1 0 0 0 0,-1-1 0 0 0,1 1 0 0 0,-1-1 0 0 0,1 1 1 0 0,-1-1-1 0 0,0 0 0 0 0,0 0 0 0 0,0 1 0 0 0,0-1 0 0 0,0 0 0 0 0,0 0 0 0 0,0-3 0 0 0,4-14 97 0 0,0 0-1 0 0,-1 0 1 0 0,-2 0-1 0 0,0-1 1 0 0,-1 0-1 0 0,0 1 1 0 0,-5-30 0 0 0,3-22 68 0 0,1 32-260 0 0,3 1 0 0 0,1 0 0 0 0,2 0-1 0 0,1 0 1 0 0,2 1 0 0 0,2 0 0 0 0,1 1 0 0 0,18-36-1 0 0,-29 69-60 0 0,0 0 0 0 0,0 1 0 0 0,0-1-1 0 0,1 1 1 0 0,0-1 0 0 0,-1 1 0 0 0,1-1-1 0 0,0 1 1 0 0,0 0 0 0 0,0 0 0 0 0,0 0-1 0 0,1 0 1 0 0,-1 1 0 0 0,5-4 0 0 0,3 4-1419 0 0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1.4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15 210 10594 0 0,'0'0'31'0'0,"-1"0"-1"0"0,0 0 1 0 0,1 0-1 0 0,-1 0 1 0 0,0-1-1 0 0,0 1 0 0 0,1 0 1 0 0,-1-1-1 0 0,1 1 1 0 0,-1 0-1 0 0,0-1 1 0 0,1 1-1 0 0,-1-1 1 0 0,1 1-1 0 0,-1-1 1 0 0,1 1-1 0 0,-1-1 1 0 0,1 1-1 0 0,-1-1 1 0 0,1 0-1 0 0,0 1 0 0 0,-1-1 1 0 0,1 0-1 0 0,0 1 1 0 0,-1-1-1 0 0,1 0 1 0 0,0 1-1 0 0,0-1 1 0 0,0 0-1 0 0,0 0 1 0 0,-1 1-1 0 0,1-1 1 0 0,0 0-1 0 0,0 0 0 0 0,1 1 1 0 0,-1-2-1 0 0,1-1 57 0 0,0 0-1 0 0,0 1 1 0 0,1-1-1 0 0,-1 0 1 0 0,1 1-1 0 0,0-1 1 0 0,0 1-1 0 0,0-1 1 0 0,3-2-1 0 0,8-8 880 0 0,1 2 0 0 0,19-14-1 0 0,-12 13 42 0 0,-1 0-1 0 0,1 2 0 0 0,1 0 0 0 0,0 1 1 0 0,45-11-1 0 0,120-12-321 0 0,-108 26-2173 0 0,-52 6 38 0 0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1.7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40 0 10138 0 0,'-27'31'1428'0'0,"25"-28"-968"0"0,0 1 0 0 0,0-1 0 0 0,1 1 1 0 0,0 0-1 0 0,-1 0 0 0 0,1 0 1 0 0,1 0-1 0 0,-1 0 0 0 0,1 0 0 0 0,-1 0 1 0 0,1 0-1 0 0,0 0 0 0 0,0 0 0 0 0,1 0 1 0 0,0 0-1 0 0,-1 0 0 0 0,1 0 1 0 0,0 0-1 0 0,3 7 0 0 0,60 143 2259 0 0,-12-32-2131 0 0,-18-20-1204 0 0,26 123-1 0 0,-53-197-1032 0 0,0-12-2795 0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0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1 264 1376 0 0,'5'-65'1265'0'0,"-3"49"-110"0"0,1 0 0 0 0,1 0 0 0 0,0 1 0 0 0,1 0 0 0 0,1 0 0 0 0,0 0 0 0 0,15-25 0 0 0,-17 36-806 0 0,-1 0 1 0 0,1-1-1 0 0,0 2 0 0 0,0-1 0 0 0,0 0 0 0 0,1 1 1 0 0,-1-1-1 0 0,1 1 0 0 0,0 1 0 0 0,0-1 1 0 0,0 1-1 0 0,0-1 0 0 0,1 2 0 0 0,6-3 0 0 0,-10 4-305 0 0,0-1 0 0 0,0 1 0 0 0,0 0 0 0 0,0-1-1 0 0,0 1 1 0 0,0 0 0 0 0,0 0 0 0 0,0 1-1 0 0,0-1 1 0 0,0 0 0 0 0,0 1 0 0 0,-1-1-1 0 0,1 1 1 0 0,0-1 0 0 0,0 1 0 0 0,0 0-1 0 0,0 0 1 0 0,-1 0 0 0 0,1 0 0 0 0,-1 0 0 0 0,1 0-1 0 0,0 1 1 0 0,-1-1 0 0 0,0 0 0 0 0,1 1-1 0 0,-1-1 1 0 0,0 1 0 0 0,0 0 0 0 0,0-1-1 0 0,0 1 1 0 0,0 0 0 0 0,0 0 0 0 0,0-1-1 0 0,-1 1 1 0 0,1 0 0 0 0,0 0 0 0 0,-1 0 0 0 0,0 0-1 0 0,1 0 1 0 0,-1 0 0 0 0,0 0 0 0 0,0 3-1 0 0,1 33 168 0 0,-2 0 0 0 0,-1 0 0 0 0,-8 39 0 0 0,4-27 800 0 0,-1 50 0 0 0,7-99-978 0 0,0 1 0 0 0,0-1 0 0 0,0 0 0 0 0,0 1 0 0 0,0-1 0 0 0,0 0 0 0 0,0 1 0 0 0,1-1 0 0 0,-1 0-1 0 0,1 1 1 0 0,-1-1 0 0 0,1 0 0 0 0,-1 1 0 0 0,1-1 0 0 0,0 0 0 0 0,-1 0 0 0 0,1 0 0 0 0,0 0 0 0 0,0 0-1 0 0,0 0 1 0 0,0 0 0 0 0,0 0 0 0 0,0 0 0 0 0,0 0 0 0 0,0 0 0 0 0,2 1 0 0 0,0-2-11 0 0,0 1 1 0 0,-1 0 0 0 0,1-1-1 0 0,0 0 1 0 0,0 0 0 0 0,-1 1-1 0 0,1-2 1 0 0,0 1 0 0 0,0 0-1 0 0,0 0 1 0 0,-1-1 0 0 0,5-1-1 0 0,6-2-61 0 0,0-1 0 0 0,0 0 0 0 0,0-1-1 0 0,14-10 1 0 0,54-38-3083 0 0,-57 37 2034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2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 17 4609 0 0,'-44'41'12958'0'0,"66"-57"-11180"0"0,-22 15-1783 0 0,8-5-88 0 0,0-1 0 0 0,0 1 0 0 0,16-8 0 0 0,-21 13-580 0 0,1-1-1 0 0,-1 1 1 0 0,0 0 0 0 0,0 0-1 0 0,1 1 1 0 0,-1-1 0 0 0,0 1-1 0 0,1-1 1 0 0,5 1 0 0 0,3 2-4609 0 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4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1 129 3225 0 0,'0'1'41'0'0,"0"-1"1"0"0,0 0-1 0 0,0 0 1 0 0,0 0-1 0 0,-1 1 1 0 0,1-1-1 0 0,0 0 1 0 0,0 0 0 0 0,0 0-1 0 0,0 1 1 0 0,0-1-1 0 0,0 0 1 0 0,0 0-1 0 0,0 1 1 0 0,0-1-1 0 0,0 0 1 0 0,0 0-1 0 0,0 0 1 0 0,0 1 0 0 0,0-1-1 0 0,0 0 1 0 0,0 0-1 0 0,0 1 1 0 0,1-1-1 0 0,-1 0 1 0 0,0 0-1 0 0,0 0 1 0 0,0 1-1 0 0,0-1 1 0 0,0 0-1 0 0,0 0 1 0 0,1 0 0 0 0,-1 0-1 0 0,0 1 1 0 0,0-1-1 0 0,0 0 1 0 0,0 0-1 0 0,1 0 1 0 0,-1 0-1 0 0,0 0 1 0 0,0 0-1 0 0,0 0 1 0 0,1 0 0 0 0,-1 1-1 0 0,0-1 1 0 0,0 0-1 0 0,1 0 1 0 0,-1 0-1 0 0,16-4 2092 0 0,17-11 1046 0 0,10-10-1828 0 0,71-55 1 0 0,-95 66-1352 0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9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39 46 5985 0 0,'-38'-45'8601'0'0,"43"57"-5004"0"0,3 19-2615 0 0,-6-21-513 0 0,38 251 2311 0 0,-30-174-2647 0 0,24 102 0 0 0,12-26-2794 0 0,-33-121 1670 0 0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3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0 202 1376 0 0,'4'-59'-471'0'0,"5"-31"6250"0"0,-4 37-1157 0 0,-8 70 576 0 0,-8 64-2627 0 0,10-50-2289 0 0,2 1 1 0 0,1-1 0 0 0,10 53 0 0 0,-10-72-279 0 0,1-1-1 0 0,0 0 1 0 0,1 0 0 0 0,0 0 0 0 0,0 0 0 0 0,1 0 0 0 0,1-1 0 0 0,0 0 0 0 0,0 0 0 0 0,1-1 0 0 0,0 0 0 0 0,1 0-1 0 0,11 10 1 0 0,-17-17 18 0 0,0 0 0 0 0,1 0 0 0 0,-1-1 0 0 0,0 1 0 0 0,1-1 0 0 0,0 0 0 0 0,-1 0 0 0 0,1 0 0 0 0,-1 0 0 0 0,1 0 0 0 0,0 0 0 0 0,0-1 0 0 0,0 1 0 0 0,-1-1 0 0 0,1 0 0 0 0,0 0 0 0 0,0 0 0 0 0,0 0 0 0 0,3-1 0 0 0,-3 0 0 0 0,-1 1 1 0 0,0-1 0 0 0,0-1-1 0 0,0 1 1 0 0,1 0 0 0 0,-1 0 0 0 0,0-1-1 0 0,-1 1 1 0 0,1-1 0 0 0,0 0-1 0 0,0 0 1 0 0,-1 1 0 0 0,1-1-1 0 0,-1 0 1 0 0,1 0 0 0 0,-1-1 0 0 0,0 1-1 0 0,0 0 1 0 0,0 0 0 0 0,0 0-1 0 0,0-1 1 0 0,-1 1 0 0 0,1-3 0 0 0,4-16 42 0 0,-1 1 0 0 0,-2-1 0 0 0,0 0 0 0 0,-1 0 0 0 0,-1 0 0 0 0,-1 0 0 0 0,-4-22 0 0 0,3 30-31 0 0,0 0-1 0 0,-1 0 1 0 0,0 0 0 0 0,-1 0 0 0 0,-1 1 0 0 0,0 0 0 0 0,-1-1-1 0 0,0 2 1 0 0,-1-1 0 0 0,0 1 0 0 0,-1 0 0 0 0,-10-11 0 0 0,13 17-369 0 0,-1 0 0 0 0,0 0 0 0 0,0 1 0 0 0,-10-5 0 0 0,15 8 255 0 0,0 0 1 0 0,-1 0-1 0 0,1 0 1 0 0,0 1-1 0 0,-1-1 0 0 0,1 0 1 0 0,0 1-1 0 0,-1-1 0 0 0,1 1 1 0 0,-1 0-1 0 0,1-1 1 0 0,0 1-1 0 0,-1 0 0 0 0,1 0 1 0 0,-1 0-1 0 0,1 0 0 0 0,-1 0 1 0 0,1 0-1 0 0,-1 1 0 0 0,1-1 1 0 0,-1 0-1 0 0,1 1 1 0 0,-1-1-1 0 0,1 1 0 0 0,0-1 1 0 0,-1 1-1 0 0,1 0 0 0 0,0 0 1 0 0,-2 0-1 0 0,2 5-1363 0 0,2 0-12 0 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3.6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0 179 4145 0 0,'21'12'12124'0'0,"54"73"-7409"0"0,-53-58-4373 0 0,1 0 0 0 0,1-1 1 0 0,49 39-1 0 0,-72-64-290 0 0,1 0-1 0 0,-1 1 1 0 0,1-1 0 0 0,0 0 0 0 0,-1 0-1 0 0,1-1 1 0 0,0 1 0 0 0,0 0 0 0 0,0 0-1 0 0,0-1 1 0 0,0 1 0 0 0,0-1 0 0 0,0 0 0 0 0,0 1-1 0 0,-1-1 1 0 0,1 0 0 0 0,0 0 0 0 0,4-1-1 0 0,-4 0-28 0 0,-1 1-1 0 0,1-1 0 0 0,0 0 0 0 0,-1 0 0 0 0,0 0 1 0 0,1 0-1 0 0,-1 0 0 0 0,1 0 0 0 0,-1-1 0 0 0,0 1 1 0 0,0 0-1 0 0,0-1 0 0 0,0 1 0 0 0,0-1 0 0 0,0 1 1 0 0,0-1-1 0 0,0-1 0 0 0,4-9 34 0 0,-2-1 0 0 0,1 1 1 0 0,-2-1-1 0 0,3-23 0 0 0,-3 17 155 0 0,4-28-103 0 0,-1 9-41 0 0,14-59 0 0 0,-17 87-246 0 0,1 1-1 0 0,0 1 0 0 0,0-1 1 0 0,1 0-1 0 0,0 1 0 0 0,1 0 1 0 0,0 0-1 0 0,0 0 0 0 0,1 1 0 0 0,-1-1 1 0 0,14-11-1 0 0,-5 8-833 0 0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4.1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89 260 3225 0 0,'-5'-1'166'0'0,"1"1"0"0"0,-1 0 0 0 0,0 0 1 0 0,1 1-1 0 0,-1-1 0 0 0,1 1 0 0 0,-1 0 1 0 0,1 0-1 0 0,0 0 0 0 0,-1 1 0 0 0,1 0 1 0 0,0 0-1 0 0,0 0 0 0 0,0 0 0 0 0,0 0 0 0 0,0 1 1 0 0,1 0-1 0 0,-1 0 0 0 0,-4 5 0 0 0,8-8-117 0 0,0 0 1 0 0,0 1-1 0 0,0-1 0 0 0,0 0 0 0 0,0 1 0 0 0,0-1 0 0 0,0 0 0 0 0,0 0 0 0 0,0 1 0 0 0,0-1 0 0 0,0 0 0 0 0,1 1 0 0 0,-1-1 0 0 0,0 0 0 0 0,0 1 0 0 0,0-1 0 0 0,0 0 0 0 0,1 0 0 0 0,-1 1 0 0 0,0-1 1 0 0,0 0-1 0 0,1 0 0 0 0,-1 1 0 0 0,0-1 0 0 0,0 0 0 0 0,1 0 0 0 0,-1 0 0 0 0,0 1 0 0 0,0-1 0 0 0,1 0 0 0 0,-1 0 0 0 0,0 0 0 0 0,1 0 0 0 0,-1 0 0 0 0,0 0 0 0 0,1 0 0 0 0,-1 0 0 0 0,0 0 1 0 0,1 0-1 0 0,-1 0 0 0 0,0 0 0 0 0,1 0 0 0 0,-1 0 0 0 0,0 0 0 0 0,1 0 0 0 0,-1 0 0 0 0,0 0 0 0 0,1 0 0 0 0,-1-1 0 0 0,20 1 1603 0 0,-19 0-1540 0 0,21-2 1512 0 0,0-1 0 0 0,28-8 0 0 0,90-37 1445 0 0,-59 19-1961 0 0,202-49 1027 0 0,-56 17-1547 0 0,-27 9-411 0 0,-166 46-1143 0 0,-1 2 0 0 0,1 1 1 0 0,0 1-1 0 0,36 3 0 0 0,-38 3-5646 0 0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4.9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27 13187 0 0,'3'-13'9'0'0,"1"0"4475"0"0,2 30-1404 0 0,29 244-831 0 0,-26-161-2364 0 0,28 116 1 0 0,-19-148-708 0 0,-4-23-4958 0 0,-4-10-1172 0 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5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 11058 0 0,'0'-3'6435'0'0,"0"7"-5348"0"0,2 109 38 0 0,3 38 922 0 0,-2-129-1832 0 0,0 1 1 0 0,1-1-1 0 0,2 0 0 0 0,12 36 1 0 0,-5-26-342 0 0,-9-18-67 0 0,1-1-1 0 0,0 1 0 0 0,1-1 1 0 0,1 0-1 0 0,0 0 0 0 0,1-1 1 0 0,0 0-1 0 0,14 15 0 0 0,-14-21-1945 0 0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5.5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92 31 1376 0 0,'-2'-31'13056'0'0,"-5"40"-11111"0"0,-2 5-963 0 0,1 1 1 0 0,1 0 0 0 0,-7 23-1 0 0,1 5-721 0 0,-8 47-1 0 0,18-73-155 0 0,0-1 0 0 0,1 1 0 0 0,0 0-1 0 0,2 0 1 0 0,1 28 0 0 0,0-42-60 0 0,-1 1 0 0 0,1-1 0 0 0,-1 0-1 0 0,1 1 1 0 0,0-1 0 0 0,0 0 0 0 0,0 0 0 0 0,1 0 0 0 0,-1 0 0 0 0,1 0 0 0 0,0 0 0 0 0,0 0 0 0 0,0-1 0 0 0,0 1 0 0 0,0 0-1 0 0,1-1 1 0 0,-1 0 0 0 0,1 0 0 0 0,-1 1 0 0 0,1-2 0 0 0,0 1 0 0 0,0 0 0 0 0,0 0 0 0 0,0-1 0 0 0,0 0 0 0 0,0 0 0 0 0,0 1 0 0 0,1-2-1 0 0,-1 1 1 0 0,0 0 0 0 0,1-1 0 0 0,-1 1 0 0 0,0-1 0 0 0,6-1 0 0 0,9 0 27 0 0,0-2 1 0 0,-1-1-1 0 0,1 0 0 0 0,-1-1 1 0 0,0 0-1 0 0,0-2 0 0 0,-1 0 1 0 0,25-15-1 0 0,-12 8-226 0 0,38-15 0 0 0,-33 18-1569 0 0,42-8 0 0 0,-57 16-5520 0 0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6.7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31 2304 0 0,'0'2'235'0'0,"0"-1"-1"0"0,1 0 1 0 0,-1 1-1 0 0,1-1 0 0 0,-1 0 1 0 0,1 1-1 0 0,0-1 0 0 0,0 0 1 0 0,-1 0-1 0 0,1 0 1 0 0,0 0-1 0 0,0 1 0 0 0,0-1 1 0 0,0-1-1 0 0,0 1 0 0 0,0 0 1 0 0,1 0-1 0 0,-1 0 1 0 0,0 0-1 0 0,0-1 0 0 0,1 1 1 0 0,-1-1-1 0 0,0 1 0 0 0,1-1 1 0 0,-1 1-1 0 0,0-1 1 0 0,1 0-1 0 0,-1 0 0 0 0,3 1 1 0 0,1 0 645 0 0,1-1 0 0 0,0 1 1 0 0,0-1-1 0 0,-1 0 0 0 0,12-1 1 0 0,-10-1-40 0 0,0-1-1 0 0,0 0 1 0 0,0 0 0 0 0,0 0 0 0 0,-1-1 0 0 0,11-7-1 0 0,-13 8-805 0 0,1-1-1 0 0,0 1 1 0 0,0 0-1 0 0,0 0 1 0 0,1 1-1 0 0,-1-1 0 0 0,1 1 1 0 0,-1 0-1 0 0,1 1 1 0 0,0-1-1 0 0,7 0 0 0 0,-11 3-510 0 0,0-1 0 0 0,1 0-1 0 0,-1 1 1 0 0,0-1 0 0 0,0 1-1 0 0,1-1 1 0 0,-1 1 0 0 0,0 0-1 0 0,0 0 1 0 0,2 2 0 0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6.90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11058 0 0,'1'1'272'0'0,"0"0"0"0"0,0 0 0 0 0,0 0 0 0 0,0-1 0 0 0,1 1 0 0 0,-1 0 0 0 0,0-1 0 0 0,0 1 0 0 0,1-1-1 0 0,-1 1 1 0 0,0-1 0 0 0,1 1 0 0 0,-1-1 0 0 0,1 0 0 0 0,-1 0 0 0 0,0 0 0 0 0,1 0 0 0 0,-1 0 0 0 0,1 0 0 0 0,1 0-1 0 0,40 2 3595 0 0,-31-3-3359 0 0,19 2-3236 0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1.5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1 9218 0 0,'-41'23'7805'0'0,"41"-23"-7534"0"0,-1 1-1 0 0,1 0 1 0 0,0-1 0 0 0,0 1 0 0 0,0-1 0 0 0,0 1-1 0 0,-1 0 1 0 0,1 0 0 0 0,0-1 0 0 0,1 2 0 0 0,6 31-7534 0 0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2.3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1 147 5065 0 0,'15'-50'2817'0'0,"3"-10"-202"0"0,-22 24 9883 0 0,4 36-12387 0 0,-2 7-92 0 0,1 0 0 0 0,-1-1 0 0 0,1 1 0 0 0,0 0 0 0 0,1 0 1 0 0,-1 0-1 0 0,2 0 0 0 0,0 12 0 0 0,15 66 19 0 0,-7-37-34 0 0,11 91-41 0 0,12 65 182 0 0,-25-168-774 0 0,3 0 0 0 0,1-1 0 0 0,23 53 0 0 0,-29-79-856 0 0,0 1 0 0 0,1-1 1 0 0,11 15-1 0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2.7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1 157 3681 0 0,'0'-23'875'0'0,"2"0"0"0"0,5-26 0 0 0,11-12 11519 0 0,-18 61-12300 0 0,3 13 1660 0 0,0 19-1049 0 0,-17 351 559 0 0,13-328-1268 0 0,0-6-38 0 0,2 1 0 0 0,2-1 0 0 0,11 62 0 0 0,-13-107-122 0 0,0 0-1 0 0,0 1 1 0 0,1-1 0 0 0,0 0 0 0 0,0 0 0 0 0,0 0 0 0 0,0 0 0 0 0,0-1-1 0 0,1 1 1 0 0,-1 0 0 0 0,7 5 0 0 0,-9-9-21 0 0,1 1 0 0 0,0 0 0 0 0,0-1 0 0 0,0 1 0 0 0,-1-1 0 0 0,1 1 0 0 0,0-1 0 0 0,0 0 0 0 0,0 1 0 0 0,0-1 0 0 0,0 0 0 0 0,0 0 0 0 0,0 1 0 0 0,0-1-1 0 0,0 0 1 0 0,0 0 0 0 0,0 0 0 0 0,0 0 0 0 0,0 0 0 0 0,0 0 0 0 0,1-1 0 0 0,0 0-203 0 0,0 0 0 0 0,-1 0 0 0 0,1 0-1 0 0,0 0 1 0 0,-1 0 0 0 0,1 0 0 0 0,-1-1 0 0 0,0 1-1 0 0,1 0 1 0 0,-1-1 0 0 0,0 1 0 0 0,0-1-1 0 0,0 0 1 0 0,0 1 0 0 0,1-3 0 0 0,23-49-5425 0 0,-17 33 5614 0 0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3.0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52 1984 0 0,'-4'-1'254'0'0,"1"-1"0"0"0,-1 0-1 0 0,1 0 1 0 0,0 0 0 0 0,0 0-1 0 0,-1 0 1 0 0,-2-4 0 0 0,5 5-74 0 0,0 1 0 0 0,1-1 0 0 0,-1 0 0 0 0,0 1 0 0 0,0-1 0 0 0,1 0 0 0 0,-1 0 0 0 0,0 0 0 0 0,1 0 0 0 0,-1 0 0 0 0,1 1 0 0 0,-1-1 0 0 0,1 0 0 0 0,0 0 0 0 0,-1 0 1 0 0,1 0-1 0 0,0-1 0 0 0,0 1 0 0 0,-1 0 0 0 0,1 0 0 0 0,0 0 0 0 0,0 0 0 0 0,0 0 0 0 0,0 0 0 0 0,0 0 0 0 0,1 0 0 0 0,-1 0 0 0 0,0 0 0 0 0,0 0 0 0 0,2-2 0 0 0,-2 3-61 0 0,1-1 0 0 0,-1 1 0 0 0,1 0 0 0 0,-1 0 0 0 0,1 0 1 0 0,-1 0-1 0 0,1-1 0 0 0,-1 1 0 0 0,1 0 0 0 0,0 0 0 0 0,-1 0 0 0 0,1 0 0 0 0,-1 0 0 0 0,1 0 0 0 0,-1 1 0 0 0,1-1 0 0 0,0 0 0 0 0,-1 0 0 0 0,1 0 0 0 0,-1 0 0 0 0,1 1 0 0 0,-1-1 0 0 0,1 0 0 0 0,-1 0 0 0 0,1 1 0 0 0,-1-1 0 0 0,1 1 0 0 0,16 10 1035 0 0,-16-10-1017 0 0,71 53 3126 0 0,93 64-65 0 0,-109-85-2632 0 0,-22-13-93 0 0,61 46 0 0 0,-85-57-644 0 0,0-1-1 0 0,-1 2 0 0 0,0-1 0 0 0,-1 1 1 0 0,0 1-1 0 0,-1-1 0 0 0,0 1 0 0 0,0 1 1 0 0,9 22-1 0 0,12 39-5980 0 0,-24-60 703 0 0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3.2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34 186 10594 0 0,'-6'3'-93'0'0,"-17"5"2156"0"0,18-14-48 0 0,8-10 228 0 0,0 8-1746 0 0,0 0 0 0 0,0 0-1 0 0,1 1 1 0 0,1-1-1 0 0,-1 1 1 0 0,1 0 0 0 0,0 0-1 0 0,1 1 1 0 0,-1 0 0 0 0,8-6-1 0 0,3-3-705 0 0,1 1-1 0 0,32-20 1 0 0,-23 19-5018 0 0,5 2-1825 0 0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08.3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100 148 456 0 0,'-64'-135'8019'0'0,"63"134"-7820"0"0,1 0-1 0 0,0 1 1 0 0,0-1-1 0 0,0 1 0 0 0,-1-1 1 0 0,1 0-1 0 0,0 1 1 0 0,-1-1-1 0 0,1 1 1 0 0,0-1-1 0 0,-1 1 1 0 0,1-1-1 0 0,-1 1 0 0 0,1-1 1 0 0,-1 1-1 0 0,1-1 1 0 0,-1 1-1 0 0,1-1 1 0 0,-1 1-1 0 0,1 0 1 0 0,-1-1-1 0 0,1 1 1 0 0,-1 0-1 0 0,0 0 0 0 0,1 0 1 0 0,-2-1-1 0 0,2 2-83 0 0,-1-1 1 0 0,0 1-1 0 0,1-1 0 0 0,-1 1 0 0 0,1-1 0 0 0,-1 1 0 0 0,1 0 0 0 0,-1-1 0 0 0,1 1 1 0 0,0 0-1 0 0,-1-1 0 0 0,1 1 0 0 0,0 0 0 0 0,-1 0 0 0 0,1-1 0 0 0,0 1 0 0 0,0 0 0 0 0,0 0 1 0 0,-6 47 365 0 0,5-42-223 0 0,-4 43 227 0 0,2 1 0 0 0,2 0 0 0 0,3 0 0 0 0,9 68 0 0 0,-7-100-419 0 0,1 0-1 0 0,1-1 0 0 0,1 1 0 0 0,0-1 0 0 0,1-1 0 0 0,19 30 0 0 0,-20-37-26 0 0,0 1 0 0 0,0-1 0 0 0,1 0 0 0 0,0-1 0 0 0,0 0 0 0 0,1 0 0 0 0,0-1 0 0 0,1 0-1 0 0,-1 0 1 0 0,1-1 0 0 0,21 9 0 0 0,-28-14-24 0 0,1 0-1 0 0,-1 0 0 0 0,1 0 1 0 0,0-1-1 0 0,-1 1 1 0 0,1-1-1 0 0,0 0 0 0 0,0 0 1 0 0,-1 0-1 0 0,1-1 0 0 0,0 1 1 0 0,-1-1-1 0 0,1 0 0 0 0,-1 0 1 0 0,1 0-1 0 0,-1 0 1 0 0,1-1-1 0 0,-1 1 0 0 0,0-1 1 0 0,0 0-1 0 0,1 0 0 0 0,-1 0 1 0 0,-1-1-1 0 0,1 1 1 0 0,0-1-1 0 0,-1 1 0 0 0,1-1 1 0 0,-1 0-1 0 0,0 0 0 0 0,4-5 1 0 0,5-10 47 0 0,-1 0 1 0 0,-1-1-1 0 0,0 0 1 0 0,7-23-1 0 0,-11 27-18 0 0,-1 5 20 0 0,-1-1-1 0 0,0 1 1 0 0,-1-1 0 0 0,0 1 0 0 0,-1-1-1 0 0,0 0 1 0 0,0 0 0 0 0,-1 1 0 0 0,-1-1-1 0 0,0 0 1 0 0,0 0 0 0 0,-1 1 0 0 0,-1-1-1 0 0,1 1 1 0 0,-2 0 0 0 0,1-1 0 0 0,-2 1-1 0 0,1 1 1 0 0,-8-13 0 0 0,2 5 22 0 0,0 1 1 0 0,-1 0-1 0 0,0 1 1 0 0,-21-22-1 0 0,26 31-84 0 0,-1 0 0 0 0,1 0-1 0 0,-1 0 1 0 0,-1 1 0 0 0,1 0 0 0 0,-1 1-1 0 0,1-1 1 0 0,-1 1 0 0 0,-1 1-1 0 0,1 0 1 0 0,0 0 0 0 0,-10-2-1 0 0,0 4 13 0 0,18 1-96 0 0,-1 0 0 0 0,1 0 0 0 0,0 0-1 0 0,0 0 1 0 0,0 0 0 0 0,-1 0 0 0 0,1-1-1 0 0,0 1 1 0 0,0 0 0 0 0,-1 0 0 0 0,1 0-1 0 0,0 0 1 0 0,0 0 0 0 0,-1 0 0 0 0,1 0-1 0 0,0 1 1 0 0,0-1 0 0 0,-1 0 0 0 0,1 0-1 0 0,0 0 1 0 0,0 0 0 0 0,-1 0-1 0 0,1 0 1 0 0,0 0 0 0 0,0 0 0 0 0,0 1-1 0 0,-1-1 1 0 0,1 0 0 0 0,-1 1-494 0 0,1-1 494 0 0,0 1 0 0 0,0-1-1 0 0,0 0 1 0 0,0 0 0 0 0,0 1 0 0 0,-1-1-1 0 0,1 0 1 0 0,0 0 0 0 0,0 1-1 0 0,0-1 1 0 0,0 0 0 0 0,0 0 0 0 0,0 1-1 0 0,0-1 1 0 0,0 0 0 0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08.7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123 147 3225 0 0,'-7'-15'117'0'0,"0"0"1"0"0,-1 1 0 0 0,-1 0-1 0 0,-17-21 1 0 0,-15-8 15136 0 0,45 54-12689 0 0,1 7-3606 0 0,-7 5 1099 0 0,2-23-52 0 0,0 0 1 0 0,0-1 0 0 0,0 1 0 0 0,0 0-1 0 0,-1-1 1 0 0,1 1 0 0 0,0 0-1 0 0,0 0 1 0 0,0-1 0 0 0,0 1-1 0 0,-1 0 1 0 0,1 0 0 0 0,0 0 0 0 0,0-1-1 0 0,-1 1 1 0 0,1 0 0 0 0,0 0-1 0 0,0 0 1 0 0,-1-1 0 0 0,1 1-1 0 0,0 0 1 0 0,0 0 0 0 0,-1 0 0 0 0,1 0-1 0 0,0 0 1 0 0,-1 0 0 0 0,1 0-1 0 0,0 0 1 0 0,0 0 0 0 0,-1 0-1 0 0,1 0 1 0 0,0 0 0 0 0,-1 0 0 0 0,1 0-1 0 0,0 0 1 0 0,0 0 0 0 0,-1 0-1 0 0,1 0 1 0 0,0 0 0 0 0,-1 0 0 0 0,1 0-1 0 0,0 1 1 0 0,0-1 0 0 0,-1 0-1 0 0,1 0 1 0 0,0 0 0 0 0,0 0-1 0 0,-1 1 1 0 0,1-1 0 0 0,0 0 0 0 0,0 0-1 0 0,0 1 1 0 0,-1-1 0 0 0,1 0-1 0 0,0 0 1 0 0,0 1 0 0 0,0-1-1 0 0,0 0 1 0 0,0 0 0 0 0,0 1 0 0 0,0-1-1 0 0,-1 0 1 0 0,1 1 0 0 0,0-1-1 0 0,0 0 1 0 0,0 1 0 0 0,0-1-1 0 0,0 1 1 0 0,-2-6-52 0 0,-1 0-1 0 0,1-1 0 0 0,0 1 1 0 0,0 0-1 0 0,0-1 1 0 0,1 1-1 0 0,0-1 0 0 0,0 1 1 0 0,0-1-1 0 0,1-6 1 0 0,0 12-27 0 0,1 0 0 0 0,-1 0 0 0 0,0 0 0 0 0,1 0 0 0 0,-1 0 0 0 0,0 0 0 0 0,1 1 1 0 0,-1-1-1 0 0,0 0 0 0 0,1 0 0 0 0,-1 0 0 0 0,0 0 0 0 0,1 0 0 0 0,-1 1 0 0 0,0-1 0 0 0,1 0 0 0 0,-1 0 0 0 0,0 0 1 0 0,0 1-1 0 0,1-1 0 0 0,-1 0 0 0 0,0 0 0 0 0,0 1 0 0 0,1-1 0 0 0,-1 0 0 0 0,0 1 0 0 0,0-1 0 0 0,0 0 1 0 0,0 1-1 0 0,0-1 0 0 0,1 0 0 0 0,-1 1 0 0 0,0 0-102 0 0,6 8-1405 0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3.9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90 236 6913 0 0,'-16'-52'2248'0'0,"-56"-131"8669"0"0,70 200-9796 0 0,5 27-930 0 0,23 336 332 0 0,-7-69-215 0 0,-7-157-284 0 0,44 347 128 0 0,-49-470-1216 0 0,-2 1-1 0 0,-1-1 1 0 0,-2 1 0 0 0,0-1 0 0 0,-6 46-1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4.3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201 528 5985 0 0,'-55'-15'1349'0'0,"-69"-33"8886"0"0,102 36-5597 0 0,30 25-3697 0 0,39 66-713 0 0,-22-35-198 0 0,1-1 0 0 0,63 77 0 0 0,-80-111-30 0 0,-1 1 0 0 0,2-2 0 0 0,-1 1 0 0 0,1-1 0 0 0,0 0 0 0 0,1-1 0 0 0,0 0 0 0 0,0-1 0 0 0,0 0 0 0 0,1-1 0 0 0,0 0 0 0 0,0-1 0 0 0,0-1 0 0 0,0 1 0 0 0,1-2 0 0 0,21 2 0 0 0,-26-4 30 0 0,0-1 0 0 0,1 0-1 0 0,-1 0 1 0 0,0-1-1 0 0,0 0 1 0 0,-1 0 0 0 0,1-1-1 0 0,0 0 1 0 0,-1 0-1 0 0,1-1 1 0 0,-1 0 0 0 0,0 0-1 0 0,-1-1 1 0 0,1 0-1 0 0,-1 0 1 0 0,0-1 0 0 0,0 0-1 0 0,0 0 1 0 0,7-11-1 0 0,7-10 166 0 0,-2-1 0 0 0,0-1 0 0 0,18-43-1 0 0,61-179 451 0 0,-57 137-594 0 0,40-125-869 0 0,-74 226 243 0 0,-5 13 497 0 0,-1 0 0 0 0,0-1 0 0 0,0 1 0 0 0,0 0 0 0 0,0 0 0 0 0,1 0 0 0 0,-1-1-1 0 0,0 1 1 0 0,0 0 0 0 0,0 0 0 0 0,1 0 0 0 0,-1 0 0 0 0,0 0 0 0 0,0-1 0 0 0,0 1 0 0 0,1 0 0 0 0,-1 0 0 0 0,0 0-1 0 0,0 0 1 0 0,1 0 0 0 0,-1 0 0 0 0,0 0 0 0 0,1 0 0 0 0,-1 0 0 0 0,0 0 0 0 0,0 0 0 0 0,1 0 0 0 0,-1 0 0 0 0,0 0-1 0 0,0 0 1 0 0,1 0 0 0 0,-1 0 0 0 0,0 1 0 0 0,0-1 0 0 0,0 0 0 0 0,1 0 0 0 0,-1 0 0 0 0,0 0 0 0 0,0 0-1 0 0,1 0 1 0 0,-1 1 0 0 0,0-1 0 0 0,0 0 0 0 0,0 0 0 0 0,0 0 0 0 0,1 1 0 0 0,-1-1 0 0 0,0 0 0 0 0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4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88 270 5065 0 0,'-74'-251'12060'0'0,"65"233"-9058"0"0,4 29-888 0 0,5 39-835 0 0,0-47-1433 0 0,47 444 475 0 0,-16-212-243 0 0,-28-210-81 0 0,27 194-218 0 0,-23-180 134 0 0,2-2 1 0 0,2 1 0 0 0,25 57 0 0 0,-35-94 36 0 0,2 8-1337 0 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5.1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64 3225 0 0,'-22'-26'113'0'0,"2"-11"15173"0"0,49 41-14231 0 0,3 5-774 0 0,1 2 0 0 0,-2 0 0 0 0,0 3 1 0 0,0 0-1 0 0,47 31 0 0 0,-58-31-1292 0 0,0 2 1 0 0,0 0-1 0 0,-2 1 0 0 0,32 37 1 0 0,-25-22-676 0 0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5.2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90 6913 0 0,'-8'5'209'0'0,"-22"-1"6700"0"0,31-5-6762 0 0,10-12 1044 0 0,-1 5-1021 0 0,0 0 0 0 0,0 1 0 0 0,0 0 0 0 0,1 0 1 0 0,15-6-1 0 0,-9 7-1859 0 0,0 0 0 0 0,0 0 0 0 0,0 2 0 0 0,1 0 0 0 0,29-2 0 0 0,-16 4 794 0 0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5.9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59 21 3225 0 0,'-15'-9'4186'0'0,"14"8"-3622"0"0,-1 0 0 0 0,1 0 0 0 0,-1 0 1 0 0,1 0-1 0 0,-1 0 0 0 0,1 0 0 0 0,-1 0 1 0 0,0 1-1 0 0,1-1 0 0 0,-1 0 0 0 0,0 1 1 0 0,1 0-1 0 0,-1-1 0 0 0,0 1 1 0 0,0 0-1 0 0,1 0 0 0 0,-1 0 0 0 0,0 0 1 0 0,0 0-1 0 0,-2 1 0 0 0,3 0-450 0 0,1 0 0 0 0,-1 0 0 0 0,0 1 1 0 0,1-1-1 0 0,-1 0 0 0 0,1 1 0 0 0,-1-1 0 0 0,1 0 0 0 0,0 1 0 0 0,-1-1 0 0 0,1 0 1 0 0,0 1-1 0 0,0-1 0 0 0,0 1 0 0 0,0-1 0 0 0,0 0 0 0 0,1 3 0 0 0,3 29 505 0 0,-3-29-451 0 0,5 30 153 0 0,30 156 625 0 0,-27-151-974 0 0,3 0 1 0 0,30 67-1 0 0,8 25-372 0 0,-66-166-1689 0 0,-15-46 1 0 0,13 23 2661 0 0,3-1 1 0 0,3-1 0 0 0,-6-67 0 0 0,18 119-451 0 0,0-1 0 0 0,0 1 0 0 0,0-1 0 0 0,1 1 0 0 0,1-1 0 0 0,0 1 1 0 0,0 0-1 0 0,5-15 0 0 0,-5 19-95 0 0,-1 1 1 0 0,1-1 0 0 0,-1 1 0 0 0,1 0 0 0 0,0 0 0 0 0,0 0 0 0 0,1 0-1 0 0,-1 0 1 0 0,1 0 0 0 0,-1 1 0 0 0,1-1 0 0 0,0 1 0 0 0,0-1 0 0 0,0 1-1 0 0,0 0 1 0 0,0 0 0 0 0,1 1 0 0 0,-1-1 0 0 0,0 1 0 0 0,1-1-1 0 0,0 1 1 0 0,5-1 0 0 0,-7 2-15 0 0,0 0 0 0 0,0 0 0 0 0,1 1-1 0 0,-1-1 1 0 0,0 1 0 0 0,0-1 0 0 0,0 1 0 0 0,0 0 0 0 0,1 0-1 0 0,-1 0 1 0 0,0 0 0 0 0,0 0 0 0 0,-1 0 0 0 0,1 0 0 0 0,3 3-1 0 0,27 28-16 0 0,-18-18 53 0 0,15 14 21 0 0,-3-2-15 0 0,54 42 0 0 0,-72-63-33 0 0,1 1 0 0 0,-1-1 0 0 0,1-1 0 0 0,0 1 0 0 0,0-1 0 0 0,0-1 0 0 0,0 0 0 0 0,1 0 0 0 0,-1-1 0 0 0,1 0 0 0 0,19 1 0 0 0,-28-3-16 0 0,0 0 0 0 0,0-1 0 0 0,0 1 0 0 0,0 0 0 0 0,0-1 0 0 0,-1 1-1 0 0,1 0 1 0 0,0-1 0 0 0,0 1 0 0 0,0-1 0 0 0,-1 1 0 0 0,1-1 0 0 0,0 0 0 0 0,0 1 0 0 0,-1-1 0 0 0,1 0 0 0 0,-1 1 0 0 0,1-1-1 0 0,0 0 1 0 0,-1 0 0 0 0,0 1 0 0 0,1-1 0 0 0,-1 0 0 0 0,1 0 0 0 0,-1 0 0 0 0,0 0 0 0 0,0 0 0 0 0,1 0 0 0 0,-1 0-1 0 0,0 0 1 0 0,0 1 0 0 0,0-1 0 0 0,0-2 0 0 0,-1-41-182 0 0,0 28 166 0 0,5-65-1012 0 0,4 47-5764 0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6.4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48 131 3225 0 0,'-5'-6'-85'0'0,"-11"-15"2983"0"0,15 20-2319 0 0,-1-1-1 0 0,1 1 0 0 0,-1 0 0 0 0,1 0 0 0 0,-1 0 1 0 0,0-1-1 0 0,1 2 0 0 0,-1-1 0 0 0,0 0 0 0 0,-3-1 1 0 0,5 2-485 0 0,0 0 1 0 0,-1 0 0 0 0,1 1 0 0 0,0-1 0 0 0,-1 0-1 0 0,1 0 1 0 0,0 0 0 0 0,0 1 0 0 0,-1-1-1 0 0,1 0 1 0 0,0 0 0 0 0,0 1 0 0 0,-1-1-1 0 0,1 0 1 0 0,0 0 0 0 0,0 1 0 0 0,0-1 0 0 0,0 0-1 0 0,-1 1 1 0 0,1-1 0 0 0,0 0 0 0 0,0 1-1 0 0,0-1 1 0 0,0 0 0 0 0,0 1 0 0 0,0-1 0 0 0,0 0-1 0 0,0 1 1 0 0,0-1 0 0 0,0 0 0 0 0,0 1-1 0 0,0-1 1 0 0,0 0 0 0 0,0 1 0 0 0,0-1-1 0 0,0 0 1 0 0,0 1 0 0 0,1-1 0 0 0,-1 0 0 0 0,0 0-1 0 0,0 1 1 0 0,0-1 0 0 0,1 1 0 0 0,5 20 742 0 0,-5-18-594 0 0,6 17 119 0 0,0 0 1 0 0,2 0-1 0 0,0-1 1 0 0,1-1-1 0 0,1 1 1 0 0,21 26-1 0 0,-27-38-295 0 0,-1-2-1 0 0,2 1 1 0 0,-1 0 0 0 0,0-1-1 0 0,1 0 1 0 0,0 0 0 0 0,0-1-1 0 0,1 1 1 0 0,-1-1 0 0 0,1-1-1 0 0,0 1 1 0 0,0-1 0 0 0,0-1-1 0 0,0 1 1 0 0,1-1 0 0 0,-1 0-1 0 0,1-1 1 0 0,-1 0 0 0 0,1 0-1 0 0,0 0 1 0 0,12-2 0 0 0,-18 1-47 0 0,0 0 0 0 0,0-1 0 0 0,0 1 0 0 0,0-1 0 0 0,0 0 0 0 0,0 1 0 0 0,0-1 0 0 0,0 0 0 0 0,-1 0 0 0 0,1 0 1 0 0,0 0-1 0 0,-1-1 0 0 0,1 1 0 0 0,0 0 0 0 0,-1-1 0 0 0,0 1 0 0 0,1-1 0 0 0,-1 1 0 0 0,0-1 0 0 0,0 0 0 0 0,0 1 0 0 0,0-1 1 0 0,0 0-1 0 0,0 0 0 0 0,0 0 0 0 0,-1 0 0 0 0,1 0 0 0 0,-1 0 0 0 0,1 0 0 0 0,-1 0 0 0 0,0 0 0 0 0,0 0 0 0 0,0 0 0 0 0,0 0 0 0 0,0 0 1 0 0,0 0-1 0 0,-1 0 0 0 0,0-3 0 0 0,-2-9 33 0 0,0-1 1 0 0,-1 1-1 0 0,0 0 1 0 0,-8-15-1 0 0,10 25-23 0 0,-11-23-13 0 0,-1 0 0 0 0,-1 2 0 0 0,-2 0-1 0 0,0 0 1 0 0,-29-29 0 0 0,26 34-35 0 0,19 19-113 0 0,1 1 0 0 0,0-1 0 0 0,-1 0 0 0 0,1 1 0 0 0,-1-1 0 0 0,1 1 0 0 0,-1-1 0 0 0,1 1 0 0 0,-1-1 0 0 0,0 1 0 0 0,1-1 0 0 0,-1 1 0 0 0,0 0 0 0 0,1-1 0 0 0,-1 1 0 0 0,0 0 0 0 0,1 0 0 0 0,-1-1 0 0 0,0 1 1 0 0,0 0-1 0 0,1 0 0 0 0,-1 0 0 0 0,0 0 0 0 0,0 0 0 0 0,1 0 0 0 0,-1 0 0 0 0,0 0 0 0 0,0 0 0 0 0,1 0 0 0 0,-2 1 0 0 0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6.7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0 161 6913 0 0,'6'-10'8020'0'0,"11"15"-7301"0"0,-1 2 0 0 0,1 0 0 0 0,-1 1 0 0 0,0 1 0 0 0,23 17 0 0 0,-33-22-544 0 0,0 1 0 0 0,0 0 0 0 0,0 0 0 0 0,-1 0-1 0 0,0 1 1 0 0,0 0 0 0 0,0 0 0 0 0,-1 0 0 0 0,0 0 0 0 0,0 1-1 0 0,0 0 1 0 0,-1 0 0 0 0,0 0 0 0 0,0 0 0 0 0,-1 0 0 0 0,2 12-1 0 0,-3-18-134 0 0,-1-1-1 0 0,0 1 1 0 0,0-1-1 0 0,1 1 0 0 0,-1 0 1 0 0,0 0-1 0 0,0-1 0 0 0,0 1 1 0 0,0 0-1 0 0,0-1 0 0 0,0 1 1 0 0,0 0-1 0 0,0-1 1 0 0,0 1-1 0 0,0 0 0 0 0,0-1 1 0 0,-1 1-1 0 0,1 0 0 0 0,0-1 1 0 0,0 1-1 0 0,-1 0 1 0 0,1-1-1 0 0,-1 2 0 0 0,-7-16 398 0 0,-8-29-181 0 0,9 18-275 0 0,1-1 0 0 0,-5-51 0 0 0,11 64-213 0 0,-1 0-1 0 0,2 0 0 0 0,0 0 0 0 0,0 0 0 0 0,1 1 0 0 0,1-1 0 0 0,0 0 1 0 0,6-12-1 0 0,4-7-1060 0 0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7.04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77 3681 0 0,'2'-7'8108'0'0,"10"-23"-3879"0"0,2 11-1917 0 0,-12 16-2609 0 0,0 1 0 0 0,0 0 1 0 0,0 0-1 0 0,0 1 0 0 0,0-1 0 0 0,1 0 0 0 0,-1 1 0 0 0,1 0 0 0 0,3-2 0 0 0,-6 2 114 0 0,1 1 0 0 0,0 0 0 0 0,0 0 0 0 0,0 0 0 0 0,0-1 0 0 0,-1 1-1 0 0,1 0 1 0 0,0 0 0 0 0,0 0 0 0 0,0 0 0 0 0,0 1 0 0 0,0-1 0 0 0,-1 0 0 0 0,1 0-1 0 0,0 0 1 0 0,0 1 0 0 0,0-1 0 0 0,-1 0 0 0 0,1 1 0 0 0,0-1 0 0 0,0 0-1 0 0,0 2 1 0 0,1-1 58 0 0,-1 1 0 0 0,0 0-1 0 0,1-1 1 0 0,-1 1-1 0 0,0 0 1 0 0,0 0 0 0 0,0 0-1 0 0,0-1 1 0 0,-1 1 0 0 0,1 0-1 0 0,-1 0 1 0 0,1 0-1 0 0,0 4 1 0 0,0 9 140 0 0,0 0 58 0 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7.1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39 5065 0 0,'9'6'4680'0'0,"-8"-6"-4368"0"0,0 0 0 0 0,7-1 3432 0 0,-6 0-3432 0 0,30-12 3143 0 0,-9 4-4229 0 0,58-5-1648 0 0,-60 8 2349 0 0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7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99 0 10594 0 0,'0'5'4537'0'0,"0"22"2809"0"0,-6 64-6557 0 0,6-91-780 0 0,0 1 0 0 0,0 0 0 0 0,0-1-1 0 0,0 1 1 0 0,-1-1 0 0 0,1 1 0 0 0,0 0-1 0 0,0-1 1 0 0,-1 1 0 0 0,1-1 0 0 0,0 1 0 0 0,-1-1-1 0 0,1 1 1 0 0,0-1 0 0 0,-1 1 0 0 0,1-1-1 0 0,-1 1 1 0 0,1-1 0 0 0,-1 1 0 0 0,1-1-1 0 0,-1 0 1 0 0,1 1 0 0 0,-1-1 0 0 0,1 0-1 0 0,-1 1 1 0 0,0-1 0 0 0,1 0 0 0 0,-1 0 0 0 0,-1 0-1 0 0,-21-4 124 0 0,-24-23-449 0 0,44 24 182 0 0,-1 1-564 0 0,2-1-206 0 0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8.1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18 3225 0 0,'-1'-1'533'0'0,"0"-1"1"0"0,-1 1 0 0 0,1-1-1 0 0,-1 1 1 0 0,1 0 0 0 0,-1-1-1 0 0,0 1 1 0 0,1 0 0 0 0,-1 0-1 0 0,0 0 1 0 0,0 0 0 0 0,0 1-1 0 0,0-1 1 0 0,-2 0 0 0 0,3 1-352 0 0,0 1 1 0 0,-1-1 0 0 0,1 1-1 0 0,0-1 1 0 0,0 1 0 0 0,0-1 0 0 0,0 1-1 0 0,0 0 1 0 0,0 0 0 0 0,0-1-1 0 0,0 1 1 0 0,0 0 0 0 0,0 0-1 0 0,0 0 1 0 0,1 0 0 0 0,-1 0-1 0 0,0 0 1 0 0,1 0 0 0 0,-1 1-1 0 0,0-1 1 0 0,1 0 0 0 0,0 0-1 0 0,-1 0 1 0 0,1 1 0 0 0,-1 1-1 0 0,-5 18 368 0 0,0 0 0 0 0,1 1-1 0 0,1-1 1 0 0,1 1 0 0 0,1 0-1 0 0,2 34 1 0 0,1-19-484 0 0,3 0 1 0 0,1 0-1 0 0,10 38 0 0 0,-10-58-33 0 0,0 0-1 0 0,1 0 0 0 0,1 0 0 0 0,1-1 1 0 0,0 0-1 0 0,16 21 0 0 0,-20-31 27 0 0,0 0-1 0 0,0 0 1 0 0,1 0-1 0 0,0-1 0 0 0,0 0 1 0 0,1 0-1 0 0,-1-1 1 0 0,1 1-1 0 0,0-1 1 0 0,0 0-1 0 0,1-1 1 0 0,-1 1-1 0 0,1-1 0 0 0,0-1 1 0 0,0 1-1 0 0,0-1 1 0 0,0 0-1 0 0,11 1 1 0 0,-14-3-29 0 0,-1 0 0 0 0,1 0 0 0 0,0 0 0 0 0,0-1 0 0 0,-1 0 0 0 0,1 1 0 0 0,0-1 1 0 0,-1 0-1 0 0,1-1 0 0 0,-1 1 0 0 0,1-1 0 0 0,-1 0 0 0 0,1 1 0 0 0,-1-1 0 0 0,0-1 1 0 0,4-3-1 0 0,-2 1 19 0 0,0 0 0 0 0,-1 0 1 0 0,1-1-1 0 0,-1 1 1 0 0,-1-1-1 0 0,1 0 0 0 0,-1 0 1 0 0,4-12-1 0 0,-2 5 11 0 0,-1 0 0 0 0,-1 0 0 0 0,0-1 0 0 0,-1 1 0 0 0,0-1 0 0 0,-2 0 0 0 0,1 0 0 0 0,-3-24 0 0 0,-5-2 1 0 0,-2 1 1 0 0,-1 0 0 0 0,-2 0-1 0 0,-2 1 1 0 0,-34-65-1 0 0,45 97-333 0 0,0 1 0 0 0,0-1-1 0 0,-1 1 1 0 0,0 0 0 0 0,0 0 0 0 0,0 0-1 0 0,-1 0 1 0 0,0 1 0 0 0,0-1-1 0 0,-8-5 1 0 0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8.5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6913 0 0,'1'6'5605'0'0,"1"11"-2932"0"0,0 97 3378 0 0,5 56-4190 0 0,0 48-1795 0 0,-7-207-104 0 0,9 158 154 0 0,-7-146-429 0 0,2 1 0 0 0,0-1 0 0 0,2-1 1 0 0,0 1-1 0 0,12 24 0 0 0,-9-29-1718 0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8.8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 5185 0 0,'0'-1'55'0'0,"1"0"0"0"0,-1 0 0 0 0,0 0-1 0 0,0 0 1 0 0,0 0 0 0 0,1 0 0 0 0,-1 0 0 0 0,0 1 0 0 0,1-1 0 0 0,-1 0-1 0 0,1 0 1 0 0,-1 0 0 0 0,1 0 0 0 0,-1 1 0 0 0,1-1 0 0 0,-1 0 0 0 0,1 1-1 0 0,0-1 1 0 0,0 0 0 0 0,-1 1 0 0 0,2-1 0 0 0,-1 1 102 0 0,-1 0-1 0 0,1 0 1 0 0,0 0 0 0 0,0 0 0 0 0,-1 1-1 0 0,1-1 1 0 0,0 0 0 0 0,-1 0 0 0 0,1 1-1 0 0,0-1 1 0 0,-1 1 0 0 0,1-1 0 0 0,-1 0-1 0 0,1 1 1 0 0,0-1 0 0 0,-1 1 0 0 0,1 0-1 0 0,-1-1 1 0 0,1 1 0 0 0,-1-1 0 0 0,0 1-1 0 0,1 0 1 0 0,-1-1 0 0 0,0 1 0 0 0,1 0-1 0 0,-1-1 1 0 0,0 2 0 0 0,8 17 1047 0 0,0-1 1 0 0,-2 2-1 0 0,-1-1 1 0 0,0 0-1 0 0,3 36 0 0 0,0 100 361 0 0,-8-35-1291 0 0,-28 222 0 0 0,23-321-730 0 0,1 0-573 0 0,2-6-3007 0 0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9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47 70 2817 0 0,'-15'-16'-68'0'0,"-9"-10"3799"0"0,23 24-3094 0 0,0 1 0 0 0,0-1 1 0 0,0 1-1 0 0,0-1 1 0 0,1 0-1 0 0,-1 1 0 0 0,0-1 1 0 0,1 0-1 0 0,-1 0 1 0 0,4-8 2540 0 0,-3 10-3081 0 0,0 0 1 0 0,0 0 0 0 0,1 0 0 0 0,-1 0-1 0 0,0 0 1 0 0,0 0 0 0 0,1 0 0 0 0,-1 0-1 0 0,0 0 1 0 0,0 0 0 0 0,1 0-1 0 0,-1 0 1 0 0,0 0 0 0 0,0 0 0 0 0,1 0-1 0 0,-1 0 1 0 0,2 1 782 0 0,-2-1-783 0 0,17 12 1684 0 0,96 126-1085 0 0,32 34 585 0 0,-127-154-1183 0 0,1 0-1 0 0,1-2 0 0 0,0 0 0 0 0,2-1 1 0 0,-1-1-1 0 0,41 19 0 0 0,-57-31-237 0 0,0 0-1 0 0,1 0 1 0 0,-1 0 0 0 0,0 0 0 0 0,1-1-1 0 0,-1 0 1 0 0,1 0 0 0 0,0-1 0 0 0,-1 1-1 0 0,1-1 1 0 0,11-2 0 0 0,-17 2 80 0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9.3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22 128 5529 0 0,'-21'12'4189'0'0,"32"-19"-1834"0"0,11-5-1230 0 0,1 1 0 0 0,37-11 0 0 0,-41 16-1642 0 0,-1-1 0 0 0,0 0-1 0 0,0-2 1 0 0,-1 0 0 0 0,27-18 0 0 0,-19 5 487 0 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0.3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6454 0 11979 0 0,'3'1'295'0'0,"0"1"0"0"0,-1-1 1 0 0,1 0-1 0 0,0 1 0 0 0,-1 0 1 0 0,1 0-1 0 0,-1 0 0 0 0,0 0 1 0 0,0 0-1 0 0,1 0 0 0 0,-1 0 1 0 0,-1 1-1 0 0,1-1 0 0 0,0 1 1 0 0,-1-1-1 0 0,1 1 0 0 0,-1 0 1 0 0,0 0-1 0 0,0-1 0 0 0,0 1 1 0 0,0 0-1 0 0,0 0 0 0 0,-1 0 1 0 0,1 0-1 0 0,-1 6 0 0 0,1 6-1 0 0,-1 0 0 0 0,-1 0 0 0 0,-5 28-1 0 0,6-38-165 0 0,-25 136 549 0 0,6-44-269 0 0,-7 132 0 0 0,25-85-284 0 0,7-1 0 0 0,6 0 0 0 0,6 0 0 0 0,6-2 0 0 0,79 255 0 0 0,-63-284-16 0 0,6-1 0 0 0,4-3 0 0 0,76 122 0 0 0,-124-227-99 0 0,0 1-1 0 0,0 0 1 0 0,0-1-1 0 0,0 1 1 0 0,-1 0-1 0 0,1 0 1 0 0,-1 0-1 0 0,0 0 1 0 0,0 0-1 0 0,0 1 1 0 0,-1-1-1 0 0,0 0 1 0 0,1 0 0 0 0,-2 8-1 0 0,0-10-2 0 0,0 1 0 0 0,0 0 0 0 0,-1 0-1 0 0,1-1 1 0 0,0 1 0 0 0,-1 0 0 0 0,0-1 0 0 0,0 0-1 0 0,0 1 1 0 0,0-1 0 0 0,0 0 0 0 0,0 0 0 0 0,-1 0 0 0 0,1 0-1 0 0,0 0 1 0 0,-1-1 0 0 0,0 1 0 0 0,1-1 0 0 0,-1 0-1 0 0,0 0 1 0 0,-4 2 0 0 0,-26 10-12 0 0,-138 51-157 0 0,135-53 105 0 0,-1-1-1 0 0,-70 8 1 0 0,-290 12-486 0 0,-252 31-288 0 0,-45 31 752 0 0,270-59-208 0 0,159-15-107 0 0,138-8 373 0 0,-644 61-68 0 0,379-6-1889 0 0,212-31 837 0 0,-244 15-1 0 0,266-43 1321 0 0,-437 29 340 0 0,393-9 448 0 0,-114 11 685 0 0,-226 6-1148 0 0,499-38-723 0 0,0-3 0 0 0,0-1 0 0 0,0-2 0 0 0,-44-7 0 0 0,51 0-6855 0 0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0.6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298 271 9218 0 0,'-11'-30'1137'0'0,"-1"1"0"0"0,-1 1-1 0 0,-2 0 1 0 0,-34-48 0 0 0,42 67-718 0 0,-33-37 2325 0 0,37 44-2517 0 0,1-1 0 0 0,-1 1-1 0 0,0 0 1 0 0,0 0 0 0 0,0 0-1 0 0,0 0 1 0 0,0 1-1 0 0,0-1 1 0 0,0 1 0 0 0,0 0-1 0 0,-1 0 1 0 0,1 0-1 0 0,-1 0 1 0 0,-5 0 0 0 0,7 1-162 0 0,0 0 1 0 0,0 1-1 0 0,-1 0 1 0 0,1-1 0 0 0,0 1-1 0 0,0 0 1 0 0,0 0 0 0 0,0 0-1 0 0,0 1 1 0 0,0-1 0 0 0,0 0-1 0 0,0 1 1 0 0,1-1-1 0 0,-1 1 1 0 0,0-1 0 0 0,1 1-1 0 0,-1 0 1 0 0,1 0 0 0 0,0 0-1 0 0,-1 0 1 0 0,1 0-1 0 0,-1 3 1 0 0,-3 5-36 0 0,1 1 0 0 0,0-1-1 0 0,-4 14 1 0 0,-3 27 16 0 0,1 0 1 0 0,-4 98 0 0 0,13 106-35 0 0,1-253-12 0 0,6 155-35 0 0,44 263 1 0 0,-19-290-595 0 0,-1-47-5282 0 0,-4-25-1235 0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1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47 1325 920 0 0,'-4'0'-598'0'0,"0"0"1039"0"0,0 0 1 0 0,-1 0-1 0 0,1 0 0 0 0,-1-1 1 0 0,1 0-1 0 0,-5-1 0 0 0,8 2-302 0 0,1 0 0 0 0,-1 0 0 0 0,1-1 0 0 0,0 1 0 0 0,-1 0 0 0 0,1 0 0 0 0,-2-2 557 0 0,2 2-557 0 0,0 0 0 0 0,-1-1 0 0 0,1 1 0 0 0,0 0 0 0 0,0-1 0 0 0,0 1 0 0 0,-1-1 0 0 0,1 1 0 0 0,0 0 0 0 0,0-1 0 0 0,0 1 0 0 0,0-1 0 0 0,0 1 0 0 0,0 0 0 0 0,0-1 0 0 0,0-1 69 0 0,0 1 1 0 0,1-1-1 0 0,-1 1 1 0 0,1 0 0 0 0,-1-1-1 0 0,1 1 1 0 0,0 0-1 0 0,0 0 1 0 0,-1-1 0 0 0,1 1-1 0 0,0 0 1 0 0,2-2-1 0 0,4-3-32 0 0,0-1-1 0 0,1 2 1 0 0,-1-1-1 0 0,1 1 1 0 0,0 0-1 0 0,1 1 1 0 0,-1 0-1 0 0,1 0 1 0 0,0 1-1 0 0,0 0 1 0 0,9-2-1 0 0,18-3-175 0 0,53-4-1 0 0,-79 11 52 0 0,209-21-49 0 0,6 0 5 0 0,225-50 0 0 0,369-86-79 0 0,-568 128 79 0 0,657-92 1026 0 0,-812 106-818 0 0,431-82 1812 0 0,-409 73-1517 0 0,449-107 1866 0 0,-78 19-1203 0 0,-108 27-801 0 0,466-77-42 0 0,-652 132 678 0 0,250-71 0 0 0,-394 87-2618 0 0,-31 8-5751 0 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2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 71 17972 0 0,'-4'-5'82'0'0,"0"-1"0"0"0,0 0 0 0 0,1 0 0 0 0,0-1 0 0 0,0 1-1 0 0,0-1 1 0 0,1 1 0 0 0,-3-13 0 0 0,8 17 11 0 0,3 7-54 0 0,4 9 89 0 0,1 21 84 0 0,-1-1-1 0 0,-2 1 1 0 0,-2 1-1 0 0,5 70 1 0 0,-4-29-8 0 0,22 126-170 0 0,10-1 0 0 0,104 321-1 0 0,-74-301-31 0 0,-9 2-1 0 0,39 304 0 0 0,-92-469-24 0 0,-5-31-304 0 0,1-1-1 0 0,1 1 1 0 0,15 48 0 0 0,-18-74 267 0 0,-1-1-10 0 0,0 0-1 0 0,1 0 1 0 0,-1 0 0 0 0,1 0 0 0 0,-1 0 0 0 0,1 0-1 0 0,-1 0 1 0 0,1 0 0 0 0,0 0 0 0 0,-1 0-1 0 0,1 0 1 0 0,0 0 0 0 0,0 0 0 0 0,1 1 0 0 0,2-3-649 0 0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4.5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1074 9218 0 0,'5'-7'223'0'0,"1"0"0"0"0,0 0 0 0 0,1 1 0 0 0,0 0 0 0 0,0 0 0 0 0,0 0 0 0 0,0 1 0 0 0,1 0 0 0 0,16-7 1 0 0,-1-1 235 0 0,25-15 184 0 0,1 3 0 0 0,1 1 0 0 0,1 3 0 0 0,97-27 0 0 0,-71 31-298 0 0,0 3 0 0 0,143-8 0 0 0,339 14 1720 0 0,-193 6-1020 0 0,715-55 318 0 0,-513-3-964 0 0,-391 39-307 0 0,194-39 98 0 0,-113 15 104 0 0,344-59 314 0 0,338-44-97 0 0,258 29-187 0 0,-651 65-168 0 0,212-17 97 0 0,-144 34 86 0 0,-207 30-55 0 0,-329 7-242 0 0,31 5 8 0 0,134 24 1 0 0,-3-1-6 0 0,-167-24 53 0 0,118-11 0 0 0,74-25 229 0 0,-76 8-228 0 0,-121 21-202 0 0,0 2 0 0 0,95 12 0 0 0,-34-2-31 0 0,358 41-266 0 0,-397-39 373 0 0,-68-8 64 0 0,0 1 0 0 0,-1 1 0 0 0,0 1 0 0 0,0 0 0 0 0,0 2 0 0 0,37 19 1 0 0,-47-20-17 0 0,0 1 1 0 0,0 0-1 0 0,-1 1 0 0 0,0 0 1 0 0,0 1-1 0 0,-1 0 1 0 0,0 0-1 0 0,-1 1 1 0 0,0 0-1 0 0,-1 1 1 0 0,-1 0-1 0 0,8 16 1 0 0,21 54 95 0 0,30 110-1 0 0,-9-22-56 0 0,17 29 32 0 0,84 368 0 0 0,-115-199 40 0 0,-34-242 147 0 0,29 144 0 0 0,-16-187-254 0 0,6 25 192 0 0,-26-95-149 0 0,0 0-1 0 0,-1 0 1 0 0,0 0-1 0 0,-1 0 1 0 0,-1 0-1 0 0,-2 16 1 0 0,2-25-61 0 0,-1 1 1 0 0,1-1 0 0 0,-1 0 0 0 0,0-1 0 0 0,0 1 0 0 0,0 0 0 0 0,0 0-1 0 0,-1-1 1 0 0,1 0 0 0 0,-1 1 0 0 0,0-1 0 0 0,0 0 0 0 0,0 0-1 0 0,-1-1 1 0 0,1 1 0 0 0,-1 0 0 0 0,1-1 0 0 0,-1 0 0 0 0,0 0 0 0 0,0 0-1 0 0,0-1 1 0 0,-7 3 0 0 0,-10 2 41 0 0,-1-1-1 0 0,0 0 1 0 0,-26 1-1 0 0,22-3-34 0 0,-56 8-33 0 0,-537 49-477 0 0,-354-11 361 0 0,479-27 121 0 0,267-16 106 0 0,-364 6-154 0 0,-197 9-91 0 0,310-12 351 0 0,-136 11-461 0 0,47 25 199 0 0,-208 21-391 0 0,491-47 498 0 0,-25 3 11 0 0,-326 33 176 0 0,445-43 15 0 0,-194 7-598 0 0,-303 32-8 0 0,229 28 261 0 0,337-59 165 0 0,-220 5-1 0 0,81-9 249 0 0,74 0-608 0 0,-436 59 1398 0 0,581-66-1036 0 0,-63 9-443 0 0,93-17 241 0 0,0 0-1 0 0,0-1 0 0 0,0 0 0 0 0,0-1 0 0 0,0-1 1 0 0,0 1-1 0 0,-13-5 0 0 0,5-1-339 0 0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6.6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54 10594 0 0,'0'-4'613'0'0,"-1"0"-1"0"0,0 0 0 0 0,0-1 1 0 0,0 1-1 0 0,0 0 0 0 0,-1 1 1 0 0,1-1-1 0 0,-1 0 0 0 0,0 0 1 0 0,0 1-1 0 0,-1-1 0 0 0,-2-3 1 0 0,5 8-553 0 0,-1-1 1 0 0,1 0-1 0 0,-1 0 0 0 0,1 0 1 0 0,0 1-1 0 0,-1-1 1 0 0,1 0-1 0 0,-1 0 1 0 0,1 1-1 0 0,0-1 1 0 0,-1 0-1 0 0,1 1 1 0 0,0-1-1 0 0,0 0 0 0 0,-1 1 1 0 0,1-1-1 0 0,0 0 1 0 0,0 1-1 0 0,0-1 1 0 0,-1 1-1 0 0,1-1 1 0 0,0 0-1 0 0,0 1 0 0 0,0-1 1 0 0,0 1-1 0 0,0-1 1 0 0,0 1-1 0 0,0-1 1 0 0,0 1-1 0 0,0-1 1 0 0,0 0-1 0 0,0 1 1 0 0,0-1-1 0 0,0 1 0 0 0,0-1 1 0 0,1 1-1 0 0,-2 21 239 0 0,19 554 1129 0 0,-14-153-877 0 0,0-41-903 0 0,-13-319 384 0 0,6-47-5137 0 0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7.1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45 295 2304 0 0,'-6'-127'2127'0'0,"3"103"3"0"0,-1 1-1 0 0,-2-1 0 0 0,-10-29 0 0 0,11 20 2568 0 0,9 23-2124 0 0,-4 10-2537 0 0,1 0 0 0 0,-1 0 0 0 0,1 0 0 0 0,0 0 0 0 0,-1 0 0 0 0,1 0 0 0 0,-1 0 0 0 0,1 1 0 0 0,0-1 0 0 0,-1 0 0 0 0,1 0 1 0 0,-1 1-1 0 0,1-1 0 0 0,-1 0 0 0 0,1 1 0 0 0,-1-1 0 0 0,1 0 0 0 0,-1 1 0 0 0,1-1 0 0 0,-1 1 0 0 0,0-1 0 0 0,1 1 0 0 0,0 0 0 0 0,-1 0 148 0 0,4 3-6 0 0,19 22 25 0 0,-1 1 1 0 0,-1 2-1 0 0,32 56 1 0 0,-48-76-203 0 0,-1 0 0 0 0,0 0 0 0 0,-1 1 0 0 0,0-1 1 0 0,0 1-1 0 0,-1-1 0 0 0,0 1 0 0 0,-1 0 0 0 0,0 0 0 0 0,0 0 1 0 0,-1 0-1 0 0,-1 0 0 0 0,1 0 0 0 0,-2 0 0 0 0,1-1 0 0 0,-1 1 1 0 0,-1 0-1 0 0,0-1 0 0 0,-4 10 0 0 0,-4 5 20 0 0,-1-1 1 0 0,-1 0-1 0 0,0 0 0 0 0,-2-2 1 0 0,-1 0-1 0 0,0-1 0 0 0,-33 31 1 0 0,49-51-22 0 0,-9 8 38 0 0,9-8-36 0 0,0 0-1 0 0,0 0 1 0 0,0 0-1 0 0,0 0 1 0 0,0 0-1 0 0,1 0 0 0 0,-1 0 1 0 0,0 0-1 0 0,0 0 1 0 0,0 0-1 0 0,0 0 1 0 0,0 0-1 0 0,1 0 0 0 0,-1 0 1 0 0,0 0-1 0 0,0 0 1 0 0,0 0-1 0 0,0 0 1 0 0,0 1-1 0 0,0-1 0 0 0,1 0 1 0 0,-1 0-1 0 0,0 0 1 0 0,0 0-1 0 0,0 0 1 0 0,0 0-1 0 0,0 0 1 0 0,0 0-1 0 0,0 1 0 0 0,0-1 1 0 0,0 0-1 0 0,0 0 1 0 0,1 0-1 0 0,-1 0 1 0 0,0 0-1 0 0,0 1 0 0 0,0-1 1 0 0,0 0-1 0 0,0 0 1 0 0,0 0-1 0 0,0 0 1 0 0,0 0-1 0 0,0 1 0 0 0,0-1 1 0 0,0 0-1 0 0,0 0 1 0 0,0 0-1 0 0,0 0 1 0 0,0 0-1 0 0,-1 1 0 0 0,1-1 1 0 0,0 0-1 0 0,0 0 1 0 0,0 0-1 0 0,0 0 1 0 0,0 0-1 0 0,0 0 1 0 0,0 1-1 0 0,0-1 0 0 0,0 0 1 0 0,-1 0 264 0 0,6 0-159 0 0,77-7 86 0 0,-60 4-88 0 0,1 1 1 0 0,-1 0 0 0 0,1 2-1 0 0,23 2 1 0 0,-17 5-147 0 0,0 0 0 0 0,-1 2 0 0 0,0 1 0 0 0,39 19 0 0 0,11 5-2971 0 0,-55-25-4401 0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7.6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1 372 3225 0 0,'-1'2'363'0'0,"1"-1"0"0"0,0 0 0 0 0,0 0 0 0 0,0 1 0 0 0,0-1 0 0 0,0 0 0 0 0,1 0 0 0 0,-1 1 0 0 0,0-1 0 0 0,1 0 0 0 0,-1 0 0 0 0,0 0 0 0 0,1 1 0 0 0,0-1 0 0 0,-1 0 0 0 0,1 0 0 0 0,-1 0 0 0 0,1 0 0 0 0,0 0 0 0 0,0 0 1 0 0,0 0-1 0 0,1 1 0 0 0,-1-2-109 0 0,0 0 1 0 0,0 1 0 0 0,0-1 0 0 0,0 0 0 0 0,0 0 0 0 0,1 0 0 0 0,-1 0 0 0 0,0 0 0 0 0,0 0-1 0 0,0 0 1 0 0,0 0 0 0 0,1 0 0 0 0,-1 0 0 0 0,0 0 0 0 0,0-1 0 0 0,0 1 0 0 0,0-1 0 0 0,2 0-1 0 0,4-3 296 0 0,0 0 0 0 0,0 0 0 0 0,-1-1 0 0 0,0 0-1 0 0,7-6 1 0 0,10-10-158 0 0,-1-2 0 0 0,-1-1 0 0 0,-1-1 1 0 0,-1 0-1 0 0,-1-1 0 0 0,27-55 0 0 0,-42 73-393 0 0,-1 0 1 0 0,1 1-1 0 0,-2-1 1 0 0,1 0-1 0 0,-1-1 1 0 0,0 1-1 0 0,-1-16 1 0 0,0 22 0 0 0,0-1 0 0 0,0 1-1 0 0,0 0 1 0 0,0-1 0 0 0,-1 1 0 0 0,1-1 0 0 0,-1 1 0 0 0,1 0 0 0 0,-1-1 0 0 0,0 1-1 0 0,0 0 1 0 0,0 0 0 0 0,0-1 0 0 0,0 1 0 0 0,-1 0 0 0 0,1 0 0 0 0,-1 0-1 0 0,1 1 1 0 0,-1-1 0 0 0,0 0 0 0 0,0 0 0 0 0,0 1 0 0 0,0-1 0 0 0,0 1 0 0 0,0 0-1 0 0,0 0 1 0 0,0 0 0 0 0,0 0 0 0 0,-1 0 0 0 0,-2-1 0 0 0,1 2-10 0 0,1 0 1 0 0,-1 1 0 0 0,1-1-1 0 0,-1 1 1 0 0,1 0 0 0 0,-1 0-1 0 0,1 0 1 0 0,0 0-1 0 0,-1 1 1 0 0,1-1 0 0 0,0 1-1 0 0,0 0 1 0 0,0 0 0 0 0,0 0-1 0 0,-5 5 1 0 0,-39 39-217 0 0,42-40 140 0 0,0 1 0 0 0,0-1 1 0 0,0 1-1 0 0,1 1 0 0 0,0-1 1 0 0,1 1-1 0 0,-1-1 1 0 0,2 1-1 0 0,-1 0 0 0 0,1 0 1 0 0,0 0-1 0 0,0 0 0 0 0,0 12 1 0 0,2-8 118 0 0,0-1-1 0 0,1 0 1 0 0,0 0 0 0 0,1 1 0 0 0,0-1 0 0 0,1 0 0 0 0,0-1 0 0 0,0 1 0 0 0,8 14 0 0 0,-6-13 36 0 0,2 0 0 0 0,-1-1 0 0 0,2 0 0 0 0,-1 0 1 0 0,2 0-1 0 0,-1-1 0 0 0,1 0 0 0 0,1-1 1 0 0,0 0-1 0 0,0 0 0 0 0,1-1 0 0 0,0-1 1 0 0,0 0-1 0 0,1 0 0 0 0,0-1 0 0 0,0 0 1 0 0,18 5-1 0 0,-13-8-252 0 0,0 0 0 0 0,0-1 0 0 0,0-1 0 0 0,0 0 0 0 0,0-1 1 0 0,29-5-1 0 0,-19 1-1144 0 0,0-2 0 0 0,0 0 1 0 0,35-15-1 0 0,-31 8-336 0 0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7.8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 0 3225 0 0,'-18'11'15906'0'0,"16"-1"-18055"0"0,-1 11 2976 0 0,1 2-1 0 0,1-1 1 0 0,0 0-1 0 0,4 27 1 0 0,17 86-409 0 0,-12-89-204 0 0,4 34-83 0 0,-3-16-87 0 0,3 0-1 0 0,2-1 0 0 0,28 78 0 0 0,-14-84-566 0 0,-26-54 43 0 0,0 1 0 0 0,0 0 0 0 0,0-1 0 0 0,1 0 0 0 0,0 1 0 0 0,-1-1 0 0 0,1 0 0 0 0,0-1 0 0 0,1 1-1 0 0,-1 0 1 0 0,0-1 0 0 0,6 3 0 0 0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8.1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52 431 2288 0 0,'-7'-32'-201'0'0,"-26"-122"1987"0"0,28 121 1140 0 0,1 1 0 0 0,1-57 0 0 0,3 85-2696 0 0,1 0 1 0 0,-1 0-1 0 0,1 0 1 0 0,-1 1-1 0 0,1-1 1 0 0,0 0 0 0 0,1 0-1 0 0,-1 1 1 0 0,1-1-1 0 0,0 0 1 0 0,-1 1-1 0 0,1 0 1 0 0,1-1-1 0 0,-1 1 1 0 0,1 0-1 0 0,-1 0 1 0 0,1 0 0 0 0,0 1-1 0 0,0-1 1 0 0,0 1-1 0 0,0-1 1 0 0,0 1-1 0 0,1 0 1 0 0,-1 0-1 0 0,1 1 1 0 0,-1-1 0 0 0,1 1-1 0 0,0-1 1 0 0,-1 1-1 0 0,5-1 1 0 0,-3 2-169 0 0,-1-1 1 0 0,1 1 0 0 0,-1 0-1 0 0,0 0 1 0 0,1 0 0 0 0,-1 0-1 0 0,1 1 1 0 0,-1 0 0 0 0,1 0-1 0 0,-1 0 1 0 0,0 0 0 0 0,0 1-1 0 0,0-1 1 0 0,0 1 0 0 0,0 0-1 0 0,0 1 1 0 0,0-1 0 0 0,0 1 0 0 0,-1-1-1 0 0,0 1 1 0 0,1 0 0 0 0,-1 1-1 0 0,0-1 1 0 0,0 0 0 0 0,-1 1-1 0 0,5 5 1 0 0,1 10-45 0 0,0-1 0 0 0,0 1 1 0 0,-2 1-1 0 0,-1-1 0 0 0,0 1 0 0 0,-1 0 1 0 0,-1 0-1 0 0,-1 0 0 0 0,-1 1 0 0 0,-1-1 1 0 0,-1 0-1 0 0,0 0 0 0 0,-2 1 0 0 0,0-1 1 0 0,-1-1-1 0 0,-1 1 0 0 0,-1 0 0 0 0,-15 32 1 0 0,18-46-1 0 0,0-1 1 0 0,-1 1 0 0 0,1-1 0 0 0,-1 0-1 0 0,-1 0 1 0 0,1-1 0 0 0,0 1 0 0 0,-6 3-1 0 0,8-6-143 0 0,-1-1 0 0 0,1 1 0 0 0,0 0 0 0 0,-1-1 0 0 0,1 0 0 0 0,-1 0-1 0 0,1 1 1 0 0,-1-1 0 0 0,0-1 0 0 0,1 1 0 0 0,-1 0 0 0 0,0-1 0 0 0,0 1-1 0 0,1-1 1 0 0,-1 0 0 0 0,0 0 0 0 0,0 0 0 0 0,1 0 0 0 0,-1-1 0 0 0,-4 0-1 0 0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8.4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48 3225 0 0,'13'-27'3494'0'0,"-13"25"-2983"0"0,1 1 0 0 0,-1-1 0 0 0,1 1 0 0 0,6-7 3067 0 0,-6 7-3066 0 0,0 0-1 0 0,1 0 0 0 0,-1 0 0 0 0,0 0 0 0 0,1 1 0 0 0,1-2 0 0 0,1 15 3361 0 0,-6 20-2578 0 0,2-30-1081 0 0,-2 34-18 0 0,1 0-1 0 0,3 0 1 0 0,1 0 0 0 0,14 68-1 0 0,-3-50 46 0 0,3 0-1 0 0,34 76 0 0 0,-23-68-1333 0 0,15 34-4551 0 0,-32-70-1339 0 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8.8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207 198 2737 0 0,'3'-12'487'0'0,"0"1"1"0"0,-2-1 0 0 0,1 0 0 0 0,-1 0 0 0 0,-1 0-1 0 0,0 0 1 0 0,-1 0 0 0 0,-1 0 0 0 0,1 1 0 0 0,-2-1-1 0 0,0 0 1 0 0,-4-11 0 0 0,6 21-274 0 0,0 0 0 0 0,1 0 0 0 0,-1 0 0 0 0,0 0-1 0 0,0 0 1 0 0,-1 0 0 0 0,1 0 0 0 0,0 1 0 0 0,-1-1 0 0 0,1 0 0 0 0,-1 1 0 0 0,1-1 0 0 0,-1 1 0 0 0,0 0-1 0 0,0 0 1 0 0,1-1 0 0 0,-1 1 0 0 0,-4-1 0 0 0,4 2-42 0 0,0-1 1 0 0,0 1-1 0 0,0 0 0 0 0,0 0 0 0 0,0 0 1 0 0,0 1-1 0 0,1-1 0 0 0,-1 0 0 0 0,0 1 1 0 0,0-1-1 0 0,0 1 0 0 0,0 0 1 0 0,1-1-1 0 0,-1 1 0 0 0,0 0 0 0 0,1 0 1 0 0,-3 2-1 0 0,-3 3 127 0 0,0 0 0 0 0,0 1 0 0 0,0 0 0 0 0,1 0 0 0 0,0 1 0 0 0,0 0 0 0 0,-5 10 0 0 0,-3 7-171 0 0,1 0 0 0 0,1 2 0 0 0,-12 38 0 0 0,20-54-156 0 0,1 0-1 0 0,1 0 1 0 0,0 0-1 0 0,0 1 0 0 0,1-1 1 0 0,0 1-1 0 0,1-1 0 0 0,0 1 1 0 0,1-1-1 0 0,1 0 1 0 0,4 18-1 0 0,-5-24-1 0 0,0-1 0 0 0,1 0 0 0 0,0 0 0 0 0,0 0 0 0 0,0 0 0 0 0,0 0 0 0 0,0-1 0 0 0,1 1 0 0 0,0-1 0 0 0,0 1 0 0 0,0-1 0 0 0,0 0 0 0 0,0 0 0 0 0,1 0 1 0 0,-1-1-1 0 0,1 1 0 0 0,0-1 0 0 0,0 0 0 0 0,-1 0 0 0 0,2 0 0 0 0,-1 0 0 0 0,0-1 0 0 0,0 0 0 0 0,7 2 0 0 0,-5-3-115 0 0,0 0 0 0 0,0 0 1 0 0,0 0-1 0 0,0-1 0 0 0,0 1 1 0 0,0-1-1 0 0,0-1 0 0 0,-1 1 0 0 0,1-1 1 0 0,0 0-1 0 0,-1-1 0 0 0,1 1 1 0 0,-1-1-1 0 0,0 0 0 0 0,0 0 0 0 0,0-1 1 0 0,7-6-1 0 0,-2 1-92 0 0,0-2-1 0 0,0 1 1 0 0,-1-1 0 0 0,-1-1 0 0 0,1 1 0 0 0,6-15-1 0 0,31-77 998 0 0,-30 66 181 0 0,-16 34-714 0 0,1 0 0 0 0,0 1-1 0 0,1-1 1 0 0,-1 1 0 0 0,0-1 0 0 0,1 1 0 0 0,0-1 0 0 0,-1 1-1 0 0,1 0 1 0 0,0 0 0 0 0,3-3 0 0 0,-4 5-164 0 0,-1 0-1 0 0,0 0 1 0 0,1 0-1 0 0,-1 0 1 0 0,0-1-1 0 0,1 1 1 0 0,-1 0 0 0 0,1 0-1 0 0,-1 0 1 0 0,0 0-1 0 0,1 0 1 0 0,-1 0 0 0 0,0 0-1 0 0,1 0 1 0 0,-1 0-1 0 0,0 1 1 0 0,1-1-1 0 0,-1 0 1 0 0,1 0 0 0 0,-1 0-1 0 0,0 0 1 0 0,1 0-1 0 0,-1 1 1 0 0,0-1-1 0 0,0 0 1 0 0,1 0 0 0 0,-1 1-1 0 0,0-1 1 0 0,1 0-1 0 0,9 20 676 0 0,5 28-229 0 0,-4-13-336 0 0,20 44 1 0 0,-26-67-523 0 0,2 0 1 0 0,-1-1-1 0 0,2 0 1 0 0,-1 0-1 0 0,1-1 1 0 0,1 0-1 0 0,14 13 1 0 0,-1-5-1791 0 0,1-1-4071 0 0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9.1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13 4609 0 0,'-2'-1'238'0'0,"0"-1"0"0"0,0 1 0 0 0,0 0 0 0 0,0 0-1 0 0,-1 0 1 0 0,1 0 0 0 0,0 0 0 0 0,0 0 0 0 0,-1 0 0 0 0,1 1 0 0 0,0-1 0 0 0,-1 1-1 0 0,1 0 1 0 0,-1-1 0 0 0,1 1 0 0 0,0 0 0 0 0,-1 1 0 0 0,1-1 0 0 0,-5 1 0 0 0,3 1 147 0 0,0-1 0 0 0,0 1 0 0 0,0 0 1 0 0,0 0-1 0 0,1 0 0 0 0,-1 1 0 0 0,1-1 1 0 0,0 1-1 0 0,-1 0 0 0 0,-3 5 0 0 0,-3 3 391 0 0,1 1-1 0 0,1 1 0 0 0,0 0 0 0 0,1 0 1 0 0,-9 20-1 0 0,11-20-608 0 0,0 1 0 0 0,0-1 0 0 0,1 1 0 0 0,1 0 0 0 0,1 0 0 0 0,0 1 0 0 0,0-1 0 0 0,1 0 0 0 0,2 22 0 0 0,0-30-116 0 0,0 0-1 0 0,0 0 0 0 0,1-1 1 0 0,-1 1-1 0 0,1 0 1 0 0,0-1-1 0 0,1 1 0 0 0,0-1 1 0 0,0 0-1 0 0,0 0 1 0 0,0 0-1 0 0,1 0 0 0 0,-1 0 1 0 0,1-1-1 0 0,1 1 1 0 0,-1-1-1 0 0,0 0 0 0 0,1-1 1 0 0,0 1-1 0 0,0-1 1 0 0,0 0-1 0 0,0 0 0 0 0,1 0 1 0 0,-1-1-1 0 0,8 2 1 0 0,-4-1-145 0 0,-1-1 1 0 0,1 0-1 0 0,0 0 1 0 0,0-1 0 0 0,0 0-1 0 0,0-1 1 0 0,1 0 0 0 0,-1-1-1 0 0,0 0 1 0 0,0 0 0 0 0,0 0-1 0 0,0-1 1 0 0,-1-1 0 0 0,1 0-1 0 0,-1 0 1 0 0,11-5 0 0 0,7-4-1057 0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9.4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71 331 1824 0 0,'1'2'88'0'0,"-1"-1"0"0"0,1 1 0 0 0,-1 0 0 0 0,1-1 0 0 0,0 1 0 0 0,-1 0 0 0 0,1-1-1 0 0,0 1 1 0 0,0-1 0 0 0,0 0 0 0 0,1 1 0 0 0,-1-1 0 0 0,0 0 0 0 0,0 0 0 0 0,1 1-1 0 0,-1-1 1 0 0,1 0 0 0 0,-1 0 0 0 0,1-1 0 0 0,-1 1 0 0 0,1 0 0 0 0,-1 0 0 0 0,1-1-1 0 0,0 1 1 0 0,-1-1 0 0 0,1 1 0 0 0,0-1 0 0 0,0 0 0 0 0,-1 0 0 0 0,1 0 0 0 0,0 0-1 0 0,0 0 1 0 0,0 0 0 0 0,-1 0 0 0 0,1-1 0 0 0,3 0 0 0 0,0 0 353 0 0,0 0 0 0 0,0 0 0 0 0,0 0 0 0 0,-1-1 0 0 0,1 0 0 0 0,0 0 1 0 0,-1 0-1 0 0,1-1 0 0 0,-1 1 0 0 0,0-1 0 0 0,0 0 0 0 0,6-6 0 0 0,-4 1-68 0 0,-1 0 0 0 0,0 0 0 0 0,-1 0 0 0 0,0-1 0 0 0,0 1 0 0 0,-1-1 0 0 0,0 0 0 0 0,0 0-1 0 0,-1 0 1 0 0,-1 0 0 0 0,1-1 0 0 0,-1 1 0 0 0,-1-19 0 0 0,0 17-181 0 0,-1 0 0 0 0,0-1-1 0 0,0 1 1 0 0,-1 0 0 0 0,-1 0-1 0 0,0 0 1 0 0,-1 0 0 0 0,0 0 0 0 0,0 1-1 0 0,-1-1 1 0 0,-8-11 0 0 0,11 19-138 0 0,0-1 0 0 0,-1 1 0 0 0,1 0 0 0 0,-1 0 0 0 0,0 0-1 0 0,0 1 1 0 0,0-1 0 0 0,0 1 0 0 0,0-1 0 0 0,-1 1 0 0 0,1 0 0 0 0,-1 0 0 0 0,1 1 0 0 0,-1-1 0 0 0,0 1 0 0 0,0-1 0 0 0,1 1 0 0 0,-1 1-1 0 0,0-1 1 0 0,0 0 0 0 0,0 1 0 0 0,-7 0 0 0 0,7 1-8 0 0,-1 0-1 0 0,1 0 1 0 0,0 0-1 0 0,0 0 1 0 0,0 1-1 0 0,0 0 0 0 0,1 0 1 0 0,-1 0-1 0 0,0 0 1 0 0,1 1-1 0 0,0-1 1 0 0,-1 1-1 0 0,1 0 1 0 0,0 0-1 0 0,0 0 1 0 0,1 0-1 0 0,-1 0 1 0 0,0 1-1 0 0,1 0 0 0 0,0-1 1 0 0,-2 6-1 0 0,-2 4-50 0 0,1 0-1 0 0,0 0 0 0 0,1 0 0 0 0,0 0 0 0 0,1 1 1 0 0,1 0-1 0 0,0 0 0 0 0,1-1 0 0 0,1 1 0 0 0,0 0 0 0 0,0 0 1 0 0,2 0-1 0 0,4 22 0 0 0,-3-24 0 0 0,0-1 1 0 0,0 0-1 0 0,2 0 0 0 0,-1 0 0 0 0,1-1 1 0 0,1 0-1 0 0,0 0 0 0 0,0 0 1 0 0,1 0-1 0 0,0-1 0 0 0,1 0 0 0 0,0-1 1 0 0,0 0-1 0 0,1 0 0 0 0,0-1 0 0 0,16 11 1 0 0,-8-9-50 0 0,1 0 1 0 0,0-1-1 0 0,0-1 1 0 0,0-1-1 0 0,1 0 1 0 0,37 5-1 0 0,-17-7-1152 0 0,0-2 0 0 0,57-3 1 0 0,-43-2-4840 0 0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0.0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90 7834 0 0,'8'-65'5969'0'0,"-5"41"-389"0"0,-2 30-3040 0 0,2 101-2130 0 0,-13 141 0 0 0,2 82-175 0 0,11-288-239 0 0,3-1 1 0 0,1-1-1 0 0,2 1 0 0 0,1-1 0 0 0,32 75 1 0 0,-24-76-1289 0 0,29 47 0 0 0,-36-68-6077 0 0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0.4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 6913 0 0,'0'0'529'0'0,"2"29"-728"0"0,-1-8 792 0 0,0 1 0 0 0,2-1 0 0 0,0 0 1 0 0,1 1-1 0 0,2-2 0 0 0,7 23 0 0 0,-9-33-456 0 0,0 0-1 0 0,0-1 1 0 0,1 1-1 0 0,0-1 1 0 0,1 0-1 0 0,-1 0 1 0 0,2-1-1 0 0,0 0 1 0 0,0 0-1 0 0,0 0 1 0 0,1-1-1 0 0,0 0 1 0 0,0 0-1 0 0,13 7 1 0 0,-17-12-37 0 0,0 0 1 0 0,0-1 0 0 0,0 1-1 0 0,1-1 1 0 0,-1 0-1 0 0,0 0 1 0 0,1 0-1 0 0,-1 0 1 0 0,1-1 0 0 0,-1 0-1 0 0,1 0 1 0 0,-1 0-1 0 0,1 0 1 0 0,-1-1-1 0 0,1 0 1 0 0,-1 0 0 0 0,1 0-1 0 0,-1-1 1 0 0,0 1-1 0 0,0-1 1 0 0,1 0-1 0 0,-1 0 1 0 0,-1 0 0 0 0,1-1-1 0 0,0 1 1 0 0,0-1-1 0 0,-1 0 1 0 0,0 0-1 0 0,1 0 1 0 0,4-7 0 0 0,-3 3 69 0 0,1 0 1 0 0,-2 0 0 0 0,1 0 0 0 0,-1-1 0 0 0,0 0-1 0 0,0 1 1 0 0,-1-1 0 0 0,0-1 0 0 0,-1 1 0 0 0,1 0-1 0 0,-2-1 1 0 0,1 1 0 0 0,-1-1 0 0 0,0 1 0 0 0,-1-13-1 0 0,-2 10-72 0 0,0 1 0 0 0,0 0 0 0 0,-1 0-1 0 0,0 1 1 0 0,0-1 0 0 0,-1 0-1 0 0,-1 1 1 0 0,1 0 0 0 0,-2 0 0 0 0,1 1-1 0 0,-1-1 1 0 0,-10-10 0 0 0,13 15-92 0 0,-1 0 0 0 0,0 1 1 0 0,0-1-1 0 0,0 1 0 0 0,0 0 0 0 0,0 0 1 0 0,-1 0-1 0 0,1 0 0 0 0,-1 1 1 0 0,0 0-1 0 0,0 0 0 0 0,0 0 0 0 0,0 0 1 0 0,0 1-1 0 0,0 0 0 0 0,0 0 1 0 0,-1 0-1 0 0,1 1 0 0 0,0 0 0 0 0,0 0 1 0 0,-1 0-1 0 0,1 0 0 0 0,0 1 1 0 0,0 0-1 0 0,-10 3 0 0 0,13-3-96 0 0,-1 0 0 0 0,1 0 0 0 0,-1 0 0 0 0,1 0 0 0 0,-1 1 0 0 0,1-1 0 0 0,0 1 0 0 0,0 0 1 0 0,-1-1-1 0 0,1 1 0 0 0,0 0 0 0 0,1 0 0 0 0,-1 0 0 0 0,0 1 0 0 0,1-1 0 0 0,-1 0 0 0 0,1 1 0 0 0,0-1 0 0 0,-3 6 0 0 0,4-2 70 0 0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0.8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246 30 3225 0 0,'-2'-2'59'0'0,"1"0"0"0"0,0 0 0 0 0,-1 0 0 0 0,1 0 0 0 0,-1 1 0 0 0,1-1 0 0 0,-1 0 0 0 0,0 0 0 0 0,0 1 0 0 0,0 0 0 0 0,0-1 0 0 0,0 1 0 0 0,0 0 0 0 0,0 0 0 0 0,-1 0 0 0 0,1 0 1 0 0,0 0-1 0 0,-1 0 0 0 0,-3 0 0 0 0,1 1 234 0 0,0 0-1 0 0,-1 0 1 0 0,1 0 0 0 0,-1 1 0 0 0,1 0 0 0 0,0 0-1 0 0,-11 3 1 0 0,7 0 136 0 0,1 0 0 0 0,-1 1-1 0 0,1-1 1 0 0,0 1 0 0 0,0 1 0 0 0,0 0-1 0 0,1 0 1 0 0,0 1 0 0 0,0-1 0 0 0,1 1-1 0 0,0 1 1 0 0,0-1 0 0 0,0 1 0 0 0,1 0-1 0 0,0 1 1 0 0,-6 16 0 0 0,6-15-288 0 0,1 0 0 0 0,0 0 1 0 0,1 1-1 0 0,0-1 0 0 0,0 1 0 0 0,1 0 1 0 0,1 0-1 0 0,0 0 0 0 0,0 0 0 0 0,1 0 1 0 0,1 0-1 0 0,0 0 0 0 0,0 0 0 0 0,5 15 0 0 0,-4-20-148 0 0,0-1 0 0 0,0 1 0 0 0,0-1 0 0 0,1 0 0 0 0,0 0-1 0 0,0 0 1 0 0,1-1 0 0 0,-1 1 0 0 0,1-1 0 0 0,0 1-1 0 0,0-1 1 0 0,0 0 0 0 0,1-1 0 0 0,-1 1 0 0 0,1-1-1 0 0,0 0 1 0 0,0 0 0 0 0,0-1 0 0 0,8 4 0 0 0,-9-5-68 0 0,0 0 1 0 0,1 0 0 0 0,-1 0 0 0 0,0-1 0 0 0,1 0-1 0 0,-1 0 1 0 0,1 0 0 0 0,-1 0 0 0 0,0 0-1 0 0,1-1 1 0 0,-1 0 0 0 0,0 0 0 0 0,1 0-1 0 0,-1-1 1 0 0,0 1 0 0 0,0-1 0 0 0,0 0 0 0 0,0 0-1 0 0,0 0 1 0 0,-1-1 0 0 0,1 1 0 0 0,-1-1-1 0 0,0 0 1 0 0,1 0 0 0 0,3-6 0 0 0,3-4 246 0 0,0-1-1 0 0,-1-1 1 0 0,-1 0 0 0 0,0 0 0 0 0,-1 0 0 0 0,-1-1 0 0 0,-1 0 0 0 0,0 0-1 0 0,4-22 1 0 0,-2 10 1251 0 0,19-51-1 0 0,-26 79-1387 0 0,0 0 0 0 0,0-1-1 0 0,0 1 1 0 0,0 0 0 0 0,0 0-1 0 0,0 0 1 0 0,0-1 0 0 0,0 1-1 0 0,1 0 1 0 0,-1 0 0 0 0,0 0-1 0 0,0-1 1 0 0,0 1-1 0 0,0 0 1 0 0,0 0 0 0 0,0 0-1 0 0,0 0 1 0 0,0-1 0 0 0,1 1-1 0 0,-1 0 1 0 0,0 0 0 0 0,0 0-1 0 0,0 0 1 0 0,0 0 0 0 0,1-1-1 0 0,-1 1 1 0 0,0 0 0 0 0,0 0-1 0 0,0 0 1 0 0,0 0 0 0 0,1 0-1 0 0,-1 0 1 0 0,0 0 0 0 0,0 0-1 0 0,0 0 1 0 0,1 0 0 0 0,-1 0-1 0 0,0 0 1 0 0,0 0 0 0 0,1 0-1 0 0,-1 0 1 0 0,0 0-1 0 0,0 0 1 0 0,0 0 0 0 0,1 0-1 0 0,-1 0 1 0 0,0 0 0 0 0,0 0-1 0 0,6 13 816 0 0,1 17-256 0 0,-4-14-593 0 0,0-1 1 0 0,1 0-1 0 0,1 0 0 0 0,0 0 0 0 0,1-1 0 0 0,1 0 0 0 0,11 19 0 0 0,-12-24-1020 0 0,0-1 0 0 0,0 0-1 0 0,1 0 1 0 0,0 0 0 0 0,1-1-1 0 0,-1 0 1 0 0,14 8 0 0 0,3-1-4877 0 0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1.3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263 450 3225 0 0,'-23'21'2645'0'0,"-30"21"1"0"0,-13 12-50 0 0,52-42-2304 0 0,1 2 1 0 0,1 0 0 0 0,0 0 0 0 0,1 1 0 0 0,0 0-1 0 0,2 1 1 0 0,0 0 0 0 0,-9 23 0 0 0,16-35-229 0 0,0 1 0 0 0,0 0 0 0 0,1-1 0 0 0,0 1 0 0 0,0 0 0 0 0,0 0 0 0 0,0 0 0 0 0,1 0 0 0 0,0 0 0 0 0,0 0 0 0 0,0 0 0 0 0,1-1 0 0 0,0 1 0 0 0,0 0 0 0 0,0 0 0 0 0,0 0 0 0 0,1-1 0 0 0,0 1 0 0 0,0 0 0 0 0,0-1 0 0 0,0 0 0 0 0,1 1 0 0 0,-1-1 0 0 0,1 0 0 0 0,0 0 0 0 0,1-1 0 0 0,-1 1 0 0 0,1-1 0 0 0,-1 1 0 0 0,1-1 0 0 0,0 0 0 0 0,0-1 0 0 0,1 1 0 0 0,-1-1 0 0 0,7 3 0 0 0,-7-3 16 0 0,0 0-1 0 0,-1 0 0 0 0,1 0 0 0 0,0-1 0 0 0,0 0 1 0 0,1 0-1 0 0,-1 0 0 0 0,0 0 0 0 0,0-1 0 0 0,0 0 1 0 0,1 0-1 0 0,-1 0 0 0 0,0 0 0 0 0,0 0 0 0 0,1-1 1 0 0,-1 0-1 0 0,0 0 0 0 0,5-2 0 0 0,-4 1-77 0 0,0-1-1 0 0,0 0 0 0 0,0 0 1 0 0,0-1-1 0 0,-1 1 1 0 0,1-1-1 0 0,-1 0 0 0 0,0 0 1 0 0,0-1-1 0 0,-1 1 1 0 0,7-10-1 0 0,-1-2-98 0 0,-1 0 0 0 0,-1 0 0 0 0,-1 0 1 0 0,0-1-1 0 0,-1 0 0 0 0,0 0 0 0 0,3-31 0 0 0,-4-14 332 0 0,-1-1 0 0 0,-8-65 0 0 0,-22-123 1475 0 0,24 223-1417 0 0,-8-43 453 0 0,10 65-589 0 0,0 1 0 0 0,0 0 1 0 0,-1 0-1 0 0,0 0 1 0 0,0 0-1 0 0,-1 0 1 0 0,1 0-1 0 0,-1 1 0 0 0,0-1 1 0 0,-4-5-1 0 0,6 10-139 0 0,1 0 0 0 0,0 0 0 0 0,0 0 0 0 0,0-1 0 0 0,0 1-1 0 0,-1 0 1 0 0,1 0 0 0 0,0 0 0 0 0,0-1 0 0 0,0 1 0 0 0,-1 0-1 0 0,1 0 1 0 0,0 0 0 0 0,0 0 0 0 0,-1 0 0 0 0,1 0 0 0 0,0 0-1 0 0,0-1 1 0 0,-1 1 0 0 0,1 0 0 0 0,0 0 0 0 0,0 0-1 0 0,-1 0 1 0 0,1 0 0 0 0,0 0 0 0 0,0 0 0 0 0,-1 0 0 0 0,1 0-1 0 0,0 1 1 0 0,0-1 0 0 0,-1 0 0 0 0,1 0 0 0 0,0 0 0 0 0,0 0-1 0 0,-1 0 1 0 0,1 0 0 0 0,0 0 0 0 0,0 1 0 0 0,-1-1 0 0 0,1 0-1 0 0,-6 14 316 0 0,2 21-118 0 0,4-33-169 0 0,-2 52-29 0 0,3 1 0 0 0,2-1 0 0 0,3 0 1 0 0,2 0-1 0 0,2-1 0 0 0,3 0 0 0 0,1-1 1 0 0,4 0-1 0 0,1-1 0 0 0,2-2 0 0 0,3 0 0 0 0,52 81 1 0 0,-27-59-3392 0 0,-33-48 166 0 0,15 25-4076 0 0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109 48 5065 0 0,'0'-1'179'0'0,"-1"-1"1"0"0,1 1-1 0 0,0 0 1 0 0,-1-1-1 0 0,1 1 1 0 0,-1 0-1 0 0,0 0 0 0 0,1 0 1 0 0,-1 0-1 0 0,0-1 1 0 0,0 1-1 0 0,0 0 0 0 0,0 0 1 0 0,1 0-1 0 0,-1 0 1 0 0,-1 1-1 0 0,1-1 1 0 0,0 0-1 0 0,0 0 0 0 0,0 1 1 0 0,0-1-1 0 0,-1 1 1 0 0,1-1-1 0 0,0 1 0 0 0,0-1 1 0 0,-1 1-1 0 0,1 0 1 0 0,0-1-1 0 0,-1 1 1 0 0,1 0-1 0 0,0 0 0 0 0,-1 0 1 0 0,1 0-1 0 0,0 0 1 0 0,-1 0-1 0 0,1 1 0 0 0,0-1 1 0 0,-1 0-1 0 0,1 1 1 0 0,0-1-1 0 0,-1 1 1 0 0,1-1-1 0 0,0 1 0 0 0,0 0 1 0 0,0 0-1 0 0,-2 1 1 0 0,-2 1 81 0 0,1 0 1 0 0,0 1-1 0 0,0 0 1 0 0,0 0-1 0 0,1 0 1 0 0,-1 0-1 0 0,1 1 1 0 0,0-1-1 0 0,0 1 1 0 0,-3 8-1 0 0,2-2-155 0 0,1 0 0 0 0,1 0 0 0 0,0 0 0 0 0,0 1 0 0 0,1-1 0 0 0,1 0 0 0 0,0 1 0 0 0,0-1 0 0 0,1 1 0 0 0,0-1 0 0 0,1 0-1 0 0,1 0 1 0 0,0 0 0 0 0,0 0 0 0 0,9 18 0 0 0,-9-22-39 0 0,0 1 0 0 0,1-1 0 0 0,0 0 1 0 0,1 0-1 0 0,0 0 0 0 0,0 0 0 0 0,0-1 0 0 0,1 0 0 0 0,-1 0 0 0 0,2 0 0 0 0,-1-1 0 0 0,1 0 0 0 0,-1 0 0 0 0,1-1 0 0 0,1 0 1 0 0,-1 0-1 0 0,0 0 0 0 0,1-1 0 0 0,0 0 0 0 0,0-1 0 0 0,0 0 0 0 0,9 1 0 0 0,-13-2-65 0 0,-1-1 0 0 0,1 1-1 0 0,0-1 1 0 0,0 0-1 0 0,-1-1 1 0 0,1 1 0 0 0,0-1-1 0 0,-1 1 1 0 0,1-1 0 0 0,-1 0-1 0 0,1-1 1 0 0,-1 1 0 0 0,1-1-1 0 0,-1 1 1 0 0,0-1 0 0 0,0 0-1 0 0,0 0 1 0 0,5-4 0 0 0,-5 2 4 0 0,1 0 0 0 0,-1 0 0 0 0,0-1 0 0 0,0 1 0 0 0,0-1 0 0 0,-1 0 0 0 0,1 0 0 0 0,-1 0 0 0 0,0 0 0 0 0,-1 0 0 0 0,2-7 0 0 0,1-11 21 0 0,-2 1 1 0 0,-1 0-1 0 0,0-1 0 0 0,-5-38 0 0 0,4 59-15 0 0,0 1 0 0 0,-1-1 0 0 0,1 0 0 0 0,0 1 0 0 0,0-1 0 0 0,1 0 0 0 0,-1 1 0 0 0,0-1 0 0 0,0 1 0 0 0,1-1 0 0 0,-1 0 0 0 0,2-1 0 0 0,-2 3-6 0 0,0-1 0 0 0,0 1 0 0 0,1 0-1 0 0,-1 0 1 0 0,0 0 0 0 0,0-1 0 0 0,1 1 0 0 0,-1 0 0 0 0,0 0 0 0 0,1 0 0 0 0,-1 0 0 0 0,0 0 0 0 0,1 0 0 0 0,-1 0 0 0 0,0 0 0 0 0,1 0 0 0 0,-1 0 0 0 0,0 0 0 0 0,1 0 0 0 0,-1 0-1 0 0,0 0 1 0 0,1 0 0 0 0,-1 0 0 0 0,0 0 0 0 0,1 0 0 0 0,-1 0 0 0 0,0 0 0 0 0,0 0 0 0 0,1 1 0 0 0,-1-1 0 0 0,0 0 0 0 0,1 0 0 0 0,-1 0 0 0 0,0 0 0 0 0,1 1 0 0 0,30 32 289 0 0,-20-19-352 0 0,5 2 218 0 0,1 0 0 0 0,1 0 0 0 0,0-2 0 0 0,1 0 0 0 0,29 15-1 0 0,-35-22-133 0 0,0-1 0 0 0,0 0 0 0 0,0-1-1 0 0,1-1 1 0 0,-1 0 0 0 0,1-1-1 0 0,0 0 1 0 0,1-1 0 0 0,-1-1 0 0 0,16 0-1 0 0,-26-1-7 0 0,0 0 1 0 0,-1-1-1 0 0,1 1 0 0 0,0-1 0 0 0,-1 0 0 0 0,1 0 0 0 0,0-1 1 0 0,-1 1-1 0 0,1-1 0 0 0,-1 1 0 0 0,0-1 0 0 0,1 0 0 0 0,-1 0 1 0 0,0-1-1 0 0,0 1 0 0 0,4-5 0 0 0,-3 2 26 0 0,0-1 0 0 0,0 1 0 0 0,-1 0 0 0 0,0-1 0 0 0,0 0 0 0 0,0 0 0 0 0,-1 0 1 0 0,0 0-1 0 0,2-8 0 0 0,-1-1 8 0 0,-1-1 0 0 0,0 0 1 0 0,-1 0-1 0 0,0 0 0 0 0,-2 0 1 0 0,0 1-1 0 0,-4-21 0 0 0,5 29-132 0 0,-1 1 0 0 0,0 0-1 0 0,-1 0 1 0 0,0 0 0 0 0,0 0-1 0 0,0 0 1 0 0,0 0 0 0 0,-1 1-1 0 0,0-1 1 0 0,-1 1 0 0 0,1 0 0 0 0,-1 0-1 0 0,0 0 1 0 0,-6-6 0 0 0,3 7-906 0 0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3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 6305 0 0,'3'-1'247'0'0,"0"0"0"0"0,1 1 0 0 0,-1-1 1 0 0,0 1-1 0 0,1-1 0 0 0,-1 1 0 0 0,0 0 0 0 0,1 1 0 0 0,-1-1 0 0 0,0 0 0 0 0,0 1 0 0 0,5 1 0 0 0,-6-1 27 0 0,0 0-1 0 0,-1 0 1 0 0,1 0 0 0 0,0 1-1 0 0,0-1 1 0 0,-1 0 0 0 0,1 1 0 0 0,-1 0-1 0 0,1-1 1 0 0,-1 1 0 0 0,0 0-1 0 0,1-1 1 0 0,-1 1 0 0 0,0 0-1 0 0,0 0 1 0 0,0 0 0 0 0,-1 0 0 0 0,1 0-1 0 0,0 0 1 0 0,0 3 0 0 0,3 19 528 0 0,0 0 1 0 0,-1 1 0 0 0,-2-1 0 0 0,-1 27 0 0 0,-1-31-1376 0 0,1 1 1 0 0,0 0 0 0 0,2-1-1 0 0,1 1 1 0 0,0-1 0 0 0,11 33 0 0 0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5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43 12443 0 0,'3'-6'246'0'0,"-3"3"-173"0"0,1 1 0 0 0,0-1 0 0 0,0 1 1 0 0,0-1-1 0 0,1 1 0 0 0,-1 0 0 0 0,0-1 0 0 0,1 1 1 0 0,-1 0-1 0 0,1 0 0 0 0,0 0 0 0 0,0 0 1 0 0,0 1-1 0 0,4-4 0 0 0,-5 5-39 0 0,-1 0 0 0 0,1 0 0 0 0,0 0 0 0 0,0 0 0 0 0,0 0 0 0 0,-1 0 0 0 0,1 0 0 0 0,0 0 0 0 0,0 0 0 0 0,0 1 0 0 0,-1-1 0 0 0,1 0 0 0 0,0 0 1 0 0,0 1-1 0 0,-1-1 0 0 0,1 1 0 0 0,0-1 0 0 0,-1 0 0 0 0,1 1 0 0 0,0-1 0 0 0,-1 1 0 0 0,1 0 0 0 0,-1-1 0 0 0,1 1 0 0 0,-1-1 0 0 0,1 1 0 0 0,-1 0 0 0 0,1 0 0 0 0,-1-1 0 0 0,0 1 0 0 0,1 0 0 0 0,-1 0 0 0 0,0-1 0 0 0,0 1 0 0 0,1 0 0 0 0,-1 0 0 0 0,0-1 0 0 0,0 1 1 0 0,0 0-1 0 0,0 2 0 0 0,2 32 194 0 0,-3-12-332 0 0,0-14-373 0 0,0 0 1 0 0,0 0-1 0 0,1 0 1 0 0,0 0-1 0 0,1 0 1 0 0,0 0-1 0 0,1 0 0 0 0,0-1 1 0 0,0 1-1 0 0,5 13 1 0 0,2-9 429 0 0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8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4 10594 0 0,'0'0'46'0'0,"0"-1"0"0"0,0 1-1 0 0,0 0 1 0 0,0 0 0 0 0,0 0-1 0 0,0 0 1 0 0,0-1 0 0 0,0 1 0 0 0,-1 0-1 0 0,1 0 1 0 0,0 0 0 0 0,0 0-1 0 0,0 0 1 0 0,0-1 0 0 0,0 1 0 0 0,0 0-1 0 0,-1 0 1 0 0,1 0 0 0 0,0 0-1 0 0,0 0 1 0 0,0 0 0 0 0,0 0-1 0 0,-1-1 1 0 0,1 1 0 0 0,0 0 0 0 0,0 0-1 0 0,0 0 1 0 0,0 0 0 0 0,-1 0-1 0 0,1 0 1 0 0,0 0 0 0 0,0 0-1 0 0,0 0 1 0 0,0 0 0 0 0,-1 0 0 0 0,1 0-1 0 0,0 0 1 0 0,0 0 0 0 0,0 0-1 0 0,-1 0 1 0 0,1 0 0 0 0,0 1-1 0 0,0-1 1 0 0,0 0 0 0 0,0 0 0 0 0,-1 0-1 0 0,1 0 1 0 0,0 0 0 0 0,0 0-1 0 0,0 0 1 0 0,0 0 0 0 0,0 1 0 0 0,0-1-1 0 0,-1 0 1 0 0,1 0 0 0 0,0 0-1 0 0,0 0 1 0 0,0 1 0 0 0,0-1-1 0 0,0 0 1 0 0,0 0 0 0 0,0 0 0 0 0,0 0-1 0 0,0 1 1 0 0,0-1 0 0 0,0 0-1 0 0,0 0 1 0 0,-3 25 2529 0 0,6 48 771 0 0,-2-57-2831 0 0,5 138 1682 0 0,-4-52-2016 0 0,4 0-1 0 0,31 159 1 0 0,-8-158-1193 0 0,-4-36-6902 0 0,-16-50 1877 0 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3.2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90 352 6913 0 0,'-7'-2'267'0'0,"0"0"0"0"0,-1 1 0 0 0,1 0 0 0 0,-1 1 0 0 0,1 0 0 0 0,0 0 0 0 0,-1 0 0 0 0,1 1 0 0 0,-1 0 0 0 0,-7 3 0 0 0,48-3 1582 0 0,-12-6-1415 0 0,1 0 1 0 0,-1-2 0 0 0,0 0 0 0 0,21-11-1 0 0,80-44 711 0 0,-107 53-1029 0 0,33-19-17 0 0,-2-2-1 0 0,-2-2 1 0 0,0-2 0 0 0,64-66 0 0 0,-107 99-42 0 0,0-1-1 0 0,0 1 0 0 0,1 0 0 0 0,-1-1 1 0 0,1 1-1 0 0,-1 0 0 0 0,1 0 0 0 0,-1 0 1 0 0,1 0-1 0 0,-1 0 0 0 0,1 1 0 0 0,0-1 1 0 0,0 0-1 0 0,2 0 0 0 0,-3 2-10 0 0,0-1 1 0 0,-1 0-1 0 0,1 1 0 0 0,0 0 0 0 0,-1-1 0 0 0,1 1 0 0 0,0-1 0 0 0,-1 1 1 0 0,1 0-1 0 0,-1 0 0 0 0,1-1 0 0 0,-1 1 0 0 0,1 0 0 0 0,-1 0 0 0 0,1-1 1 0 0,-1 1-1 0 0,0 0 0 0 0,1 0 0 0 0,-1 0 0 0 0,0 0 0 0 0,0 0 0 0 0,0 0 1 0 0,0-1-1 0 0,0 1 0 0 0,0 0 0 0 0,0 0 0 0 0,0 0 0 0 0,0 0 0 0 0,0 0 1 0 0,0 0-1 0 0,-1 1 0 0 0,0 59 890 0 0,0-25-594 0 0,0 0 1 0 0,3 0 0 0 0,10 61-1 0 0,-10-86-355 0 0,1-1-1 0 0,1 0 1 0 0,-1 1-1 0 0,1-1 1 0 0,1-1-1 0 0,0 1 1 0 0,0 0-1 0 0,1-1 0 0 0,1 0 1 0 0,-1-1-1 0 0,1 0 1 0 0,1 0-1 0 0,-1 0 1 0 0,1-1-1 0 0,1 0 1 0 0,15 11-1 0 0,-22-17-66 0 0,1 1-1 0 0,-1-1 1 0 0,1 0 0 0 0,0 1-1 0 0,-1-1 1 0 0,1-1-1 0 0,0 1 1 0 0,-1 0 0 0 0,1-1-1 0 0,0 1 1 0 0,0-1-1 0 0,0 0 1 0 0,-1 0 0 0 0,1 0-1 0 0,0 0 1 0 0,0 0-1 0 0,0-1 1 0 0,4-1 0 0 0,-2 1 22 0 0,-1-1 1 0 0,1-1 0 0 0,-1 1 0 0 0,0-1 0 0 0,0 1-1 0 0,0-1 1 0 0,0 0 0 0 0,0-1 0 0 0,-1 1-1 0 0,4-5 1 0 0,6-9 105 0 0,0 0 0 0 0,-2-1 0 0 0,19-38 0 0 0,-26 48 1 0 0,5-12 76 0 0,-7 14 56 0 0,1-1 1 0 0,0 0-1 0 0,1 1 0 0 0,-1 0 1 0 0,1 0-1 0 0,0 0 1 0 0,9-9-1 0 0,-12 14-121 0 0,-1 1 0 0 0,1 0-1 0 0,0 0 1 0 0,0 0 0 0 0,-1 0 0 0 0,1 0-1 0 0,0 0 1 0 0,0 0 0 0 0,-1 0 0 0 0,1 0-1 0 0,0 0 1 0 0,0 1 0 0 0,-1-1 0 0 0,1 0-1 0 0,0 0 1 0 0,0 1 0 0 0,-1-1-1 0 0,1 1 1 0 0,0-1 0 0 0,-1 0 0 0 0,1 1-1 0 0,-1-1 1 0 0,1 1 0 0 0,-1-1 0 0 0,1 1-1 0 0,-1 0 1 0 0,1-1 0 0 0,-1 1 0 0 0,1-1-1 0 0,-1 1 1 0 0,0 0 0 0 0,1 0 0 0 0,-1-1-1 0 0,0 1 1 0 0,1 0 0 0 0,-1-1-1 0 0,0 2 1 0 0,13 29 405 0 0,7 37-42 0 0,-16-46-459 0 0,2 0-1 0 0,1-1 1 0 0,0 0 0 0 0,2-1 0 0 0,0 0-1 0 0,1 0 1 0 0,1-1 0 0 0,15 20-1 0 0,-6-15-1690 0 0,0-1-5762 0 0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3.8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287 50 6913 0 0,'-2'-4'468'0'0,"0"0"-1"0"0,-1 0 0 0 0,0 0 0 0 0,0 0 1 0 0,0 0-1 0 0,0 1 0 0 0,0-1 0 0 0,-1 1 0 0 0,1 0 1 0 0,-6-3-1 0 0,7 4-230 0 0,0 2 1 0 0,-1-1-1 0 0,1 0 1 0 0,-1 0-1 0 0,1 1 1 0 0,-1-1 0 0 0,1 1-1 0 0,-1 0 1 0 0,1-1-1 0 0,-1 1 1 0 0,0 1-1 0 0,1-1 1 0 0,-1 0-1 0 0,1 1 1 0 0,-1-1-1 0 0,1 1 1 0 0,-1 0-1 0 0,1-1 1 0 0,0 1-1 0 0,-1 0 1 0 0,-1 2-1 0 0,-9 4 12 0 0,1 1-1 0 0,0 0 1 0 0,1 0 0 0 0,0 1-1 0 0,0 1 1 0 0,1 0-1 0 0,0 0 1 0 0,-9 13-1 0 0,6-5-203 0 0,1-1 0 0 0,0 2 0 0 0,1 0 0 0 0,-13 32 0 0 0,21-45-45 0 0,1 0 0 0 0,1-1 0 0 0,-1 1 1 0 0,1 0-1 0 0,0 0 0 0 0,0 0 0 0 0,0 0 0 0 0,1 0 0 0 0,0 0 0 0 0,0 0 0 0 0,1 0 0 0 0,0 0 0 0 0,2 10 0 0 0,-1-12 0 0 0,-1 0-1 0 0,1-1 0 0 0,0 1 1 0 0,0-1-1 0 0,0 0 0 0 0,1 0 1 0 0,-1 0-1 0 0,1 0 0 0 0,-1 0 1 0 0,1 0-1 0 0,0 0 0 0 0,0-1 1 0 0,0 0-1 0 0,1 1 0 0 0,-1-1 1 0 0,1 0-1 0 0,-1-1 1 0 0,1 1-1 0 0,-1-1 0 0 0,1 1 1 0 0,7 0-1 0 0,-4 0-35 0 0,1-1 0 0 0,-1 0 0 0 0,0 0-1 0 0,1-1 1 0 0,-1 0 0 0 0,1 0 0 0 0,-1-1 0 0 0,0 0 0 0 0,1 0 0 0 0,-1-1 0 0 0,0 0 0 0 0,8-3-1 0 0,-4 0-58 0 0,0 0 0 0 0,-1-1 0 0 0,0 0 0 0 0,0 0 0 0 0,0-1 0 0 0,-1-1 0 0 0,11-9 0 0 0,-9 5 197 0 0,0 0 0 0 0,0 0-1 0 0,-2-1 1 0 0,1 0-1 0 0,-2-1 1 0 0,0 0-1 0 0,0-1 1 0 0,-1 1 0 0 0,-1-1-1 0 0,-1-1 1 0 0,6-21-1 0 0,-11 35-96 0 0,1-4 260 0 0,0 1-1 0 0,0 0 1 0 0,0 0-1 0 0,1 0 1 0 0,-1 0-1 0 0,6-9 1 0 0,-7 14-219 0 0,0-1-1 0 0,1 1 1 0 0,-1-1 0 0 0,1 1-1 0 0,-1-1 1 0 0,1 1 0 0 0,-1-1-1 0 0,1 1 1 0 0,-1 0 0 0 0,1-1-1 0 0,-1 1 1 0 0,1 0-1 0 0,0-1 1 0 0,-1 1 0 0 0,1 0-1 0 0,-1 0 1 0 0,1-1 0 0 0,0 1-1 0 0,-1 0 1 0 0,1 0 0 0 0,0 0-1 0 0,-1 0 1 0 0,2 0 0 0 0,0 1-25 0 0,0-1 1 0 0,-1 1 0 0 0,1-1-1 0 0,0 1 1 0 0,0 0 0 0 0,-1 0-1 0 0,1 0 1 0 0,-1 0 0 0 0,1 0-1 0 0,-1 0 1 0 0,1 0 0 0 0,1 2-1 0 0,19 20 152 0 0,-1 1 0 0 0,21 29 0 0 0,-26-30-154 0 0,2-1-1 0 0,0-1 1 0 0,34 29 0 0 0,-36-37-428 0 0,2-1 0 0 0,0-1 0 0 0,0-1 1 0 0,1-1-1 0 0,0 0 0 0 0,0-2 0 0 0,27 8 1 0 0,-5-5-6983 0 0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4.7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318 24 10594 0 0,'0'-1'50'0'0,"-1"-1"0"0"0,0 1-1 0 0,1 0 1 0 0,-1-1 0 0 0,0 1 0 0 0,0 0-1 0 0,1 0 1 0 0,-1 0 0 0 0,0-1 0 0 0,0 1-1 0 0,-1 0 1 0 0,1 0 0 0 0,0 0 0 0 0,0 1-1 0 0,0-1 1 0 0,-1 0 0 0 0,1 0-1 0 0,0 1 1 0 0,-1-1 0 0 0,1 0 0 0 0,-1 1-1 0 0,1 0 1 0 0,0-1 0 0 0,-1 1 0 0 0,1 0-1 0 0,-1 0 1 0 0,1 0 0 0 0,-1 0 0 0 0,1 0-1 0 0,-1 0 1 0 0,1 0 0 0 0,-1 0-1 0 0,1 0 1 0 0,-1 1 0 0 0,-2 0 0 0 0,-1 1 48 0 0,0-1 0 0 0,1 1 1 0 0,-1 0-1 0 0,1 0 1 0 0,-1 1-1 0 0,1-1 0 0 0,0 1 1 0 0,0 0-1 0 0,0 0 0 0 0,-4 5 1 0 0,-16 23 176 0 0,1 1 1 0 0,1 2-1 0 0,2 0 1 0 0,-19 46-1 0 0,21-45-198 0 0,2-2 6 0 0,1 1 1 0 0,-13 46 0 0 0,24-67-82 0 0,1 0 1 0 0,0 0-1 0 0,1 0 0 0 0,0 0 1 0 0,1 1-1 0 0,1-1 0 0 0,0 1 1 0 0,1-1-1 0 0,4 22 0 0 0,-4-32-49 0 0,0 1-1 0 0,1 0 0 0 0,-1 0 0 0 0,1-1 1 0 0,0 1-1 0 0,0-1 0 0 0,0 1 0 0 0,0-1 1 0 0,0 0-1 0 0,1 0 0 0 0,0 0 0 0 0,0 0 1 0 0,-1 0-1 0 0,2-1 0 0 0,-1 1 1 0 0,0-1-1 0 0,0 0 0 0 0,1 0 0 0 0,-1 0 1 0 0,1 0-1 0 0,0-1 0 0 0,-1 0 0 0 0,1 1 1 0 0,0-1-1 0 0,0 0 0 0 0,0-1 1 0 0,7 1-1 0 0,9 0-254 0 0,0 0-1 0 0,0-2 1 0 0,0 0 0 0 0,26-6 0 0 0,-23 4 253 0 0,-17 2 4 0 0,10-2 131 0 0,0 1 0 0 0,0 1 0 0 0,1 0 0 0 0,-1 1 0 0 0,25 4 0 0 0,-38-4-93 0 0,1 1 0 0 0,-1 0 0 0 0,0 0 0 0 0,0 0 0 0 0,0 0 0 0 0,0 1 1 0 0,0-1-1 0 0,0 1 0 0 0,0-1 0 0 0,-1 1 0 0 0,1 0 0 0 0,-1 0 0 0 0,1 0 0 0 0,-1 1 0 0 0,0-1 0 0 0,1 1 0 0 0,-1-1 1 0 0,-1 1-1 0 0,1 0 0 0 0,0-1 0 0 0,-1 1 0 0 0,1 0 0 0 0,-1 0 0 0 0,0 0 0 0 0,0 0 0 0 0,0 1 0 0 0,0-1 0 0 0,-1 0 0 0 0,1 0 1 0 0,-1 1-1 0 0,0-1 0 0 0,0 0 0 0 0,0 0 0 0 0,0 5 0 0 0,-3 13 166 0 0,0 0 1 0 0,-1 0-1 0 0,-1 0 0 0 0,-1-1 1 0 0,0 0-1 0 0,-2 0 0 0 0,0 0 1 0 0,-2-1-1 0 0,0 0 0 0 0,-1-1 1 0 0,0 0-1 0 0,-2-1 0 0 0,0 0 1 0 0,-16 15-1 0 0,26-29 56 0 0,1-1 1 0 0,0 0-1 0 0,-1 0 1 0 0,1 0 0 0 0,-1 0-1 0 0,1-1 1 0 0,-1 1-1 0 0,0 0 1 0 0,0-1-1 0 0,0 0 1 0 0,0 0-1 0 0,-4 1 1 0 0,7-2-220 0 0,-1 0 0 0 0,1 0 0 0 0,0-1 0 0 0,0 1-1 0 0,0 0 1 0 0,0 0 0 0 0,0-1 0 0 0,0 1 0 0 0,-1 0 0 0 0,1 0 0 0 0,0-1 0 0 0,0 1 0 0 0,0 0 0 0 0,0-1 0 0 0,0 1 0 0 0,0 0 0 0 0,0 0 0 0 0,0-1 0 0 0,0 1 0 0 0,0 0 0 0 0,0 0-1 0 0,0-1 1 0 0,1 1 0 0 0,-1 0 0 0 0,0-1 0 0 0,0 1 0 0 0,0 0 0 0 0,0 0 0 0 0,0-1 0 0 0,0 1 0 0 0,1 0 0 0 0,-1 0 0 0 0,0 0 0 0 0,0-1 0 0 0,0 1 0 0 0,1 0 0 0 0,-1 0-1 0 0,0 0 1 0 0,0 0 0 0 0,0-1 0 0 0,1 1 0 0 0,-1 0 0 0 0,0 0 0 0 0,0 0 0 0 0,1 0 0 0 0,-1 0 0 0 0,0 0 0 0 0,1 0 0 0 0,11-9-1164 0 0,0 3-2840 0 0,1 0-1303 0 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5.2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7 1376 0 0,'8'-6'11177'0'0,"-8"7"-10983"0"0,5 35 2034 0 0,2 75 1 0 0,-1-2-829 0 0,18 56-339 0 0,-19-138-1018 0 0,2 0 0 0 0,2 0-1 0 0,21 50 1 0 0,-28-75-23 0 0,-1 1 1 0 0,0 0-1 0 0,1-1 0 0 0,0 1 0 0 0,-1-1 0 0 0,1 0 0 0 0,0 1 0 0 0,0-1 1 0 0,0 0-1 0 0,0 0 0 0 0,1 0 0 0 0,-1 0 0 0 0,1-1 0 0 0,-1 1 0 0 0,1-1 1 0 0,2 2-1 0 0,-4-3-2 0 0,0 0 0 0 0,0 1 0 0 0,0-1 0 0 0,0 0 1 0 0,0 0-1 0 0,0 0 0 0 0,0 0 0 0 0,0 0 0 0 0,0 0 0 0 0,0-1 0 0 0,0 1 1 0 0,0 0-1 0 0,0 0 0 0 0,-1-1 0 0 0,1 1 0 0 0,0-1 0 0 0,0 1 1 0 0,0 0-1 0 0,1-2 0 0 0,0 0-6 0 0,0 0 0 0 0,-1 1 0 0 0,1-1-1 0 0,-1 0 1 0 0,0 0 0 0 0,1 0 0 0 0,-1 0 0 0 0,0 0 0 0 0,0-1 0 0 0,0 1 0 0 0,0-3-1 0 0,13-36-50 0 0,2-11 295 0 0,3 1 0 0 0,42-85 0 0 0,-59 134-216 0 0,-1 0 0 0 0,0-1 1 0 0,1 1-1 0 0,-1 0 0 0 0,1 0 1 0 0,0 0-1 0 0,0 0 1 0 0,0 0-1 0 0,0 0 0 0 0,0 1 1 0 0,0-1-1 0 0,4-1 0 0 0,-6 3-19 0 0,1-1-1 0 0,-1 1 0 0 0,1 0 0 0 0,-1 0 0 0 0,1 0 1 0 0,0 0-1 0 0,-1 0 0 0 0,1 0 0 0 0,-1 0 0 0 0,1 0 1 0 0,-1 0-1 0 0,1 0 0 0 0,0 0 0 0 0,-1 0 0 0 0,1 1 0 0 0,-1-1 1 0 0,1 0-1 0 0,-1 0 0 0 0,1 1 0 0 0,-1-1 0 0 0,1 0 1 0 0,-1 0-1 0 0,1 1 0 0 0,0 1-4 0 0,1-1 1 0 0,-1 0-1 0 0,0 1 1 0 0,0-1-1 0 0,0 1 1 0 0,-1-1-1 0 0,1 1 1 0 0,0 0-1 0 0,-1-1 1 0 0,1 1-1 0 0,0 2 0 0 0,7 30 308 0 0,3 37-1 0 0,-6-38-303 0 0,10 41-1 0 0,-11-62-332 0 0,0-1 0 0 0,0 0 0 0 0,1 0 0 0 0,0 0 0 0 0,1-1 0 0 0,0 0 0 0 0,11 13-1 0 0,-2-5-4800 0 0,1-1-1634 0 0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5.6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35 103 6913 0 0,'-3'-13'10024'0'0,"-4"33"-9445"0"0,1 0 0 0 0,0 0 0 0 0,2 1 0 0 0,-4 37 0 0 0,8-52-578 0 0,0 1 1 0 0,0-1 0 0 0,1 0-1 0 0,0 1 1 0 0,0-1 0 0 0,0 0-1 0 0,1 0 1 0 0,0 0 0 0 0,0 0-1 0 0,0 0 1 0 0,1 0 0 0 0,0-1-1 0 0,0 1 1 0 0,1-1 0 0 0,-1 0-1 0 0,1 0 1 0 0,0 0 0 0 0,1 0-1 0 0,-1-1 1 0 0,1 1 0 0 0,6 3-1 0 0,-3-2 48 0 0,1-1 0 0 0,0 0 1 0 0,0 0-1 0 0,1-1 0 0 0,-1-1 0 0 0,1 1 0 0 0,0-2 0 0 0,0 1 0 0 0,0-1 0 0 0,0-1 0 0 0,0 0 1 0 0,0 0-1 0 0,1-1 0 0 0,-1 0 0 0 0,0-1 0 0 0,0 0 0 0 0,13-3 0 0 0,-17 3-14 0 0,-1-1 0 0 0,1 0 0 0 0,-1 1-1 0 0,1-2 1 0 0,-1 1 0 0 0,0-1 0 0 0,0 0 0 0 0,0 0 0 0 0,0 0-1 0 0,0 0 1 0 0,-1-1 0 0 0,0 0 0 0 0,0 0 0 0 0,0 0-1 0 0,0-1 1 0 0,0 1 0 0 0,-1-1 0 0 0,0 0 0 0 0,0 0-1 0 0,0 0 1 0 0,-1 0 0 0 0,1-1 0 0 0,-1 1 0 0 0,0-1-1 0 0,-1 1 1 0 0,0-1 0 0 0,0 0 0 0 0,0 1 0 0 0,0-1-1 0 0,-1 0 1 0 0,0-9 0 0 0,-2-1-132 0 0,0 1 1 0 0,-1 0-1 0 0,0-1 0 0 0,-1 1 1 0 0,-1 1-1 0 0,-1-1 0 0 0,0 1 1 0 0,0 0-1 0 0,-2 0 0 0 0,0 0 0 0 0,0 1 1 0 0,-1 1-1 0 0,-1-1 0 0 0,0 2 1 0 0,-13-13-1 0 0,9 14-4900 0 0,-2 5-1595 0 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5.9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0 111 1376 0 0,'2'0'203'0'0,"1"0"-1"0"0,-1 0 1 0 0,0 1-1 0 0,1-1 1 0 0,-1 1-1 0 0,0 0 1 0 0,0-1 0 0 0,0 1-1 0 0,0 0 1 0 0,0 0-1 0 0,0 1 1 0 0,0-1-1 0 0,0 0 1 0 0,0 1-1 0 0,0-1 1 0 0,-1 1-1 0 0,1-1 1 0 0,0 1-1 0 0,1 3 1 0 0,3 4 1223 0 0,0 0 0 0 0,-1 0 0 0 0,5 12 0 0 0,0 0-845 0 0,9 20 1618 0 0,-13-26-934 0 0,0-1-1 0 0,2-1 1 0 0,10 17-1 0 0,-20-36-650 0 0,0 0-1 0 0,1 0 1 0 0,-1 0 0 0 0,1 0-1 0 0,1 0 1 0 0,-1 0-1 0 0,1-9 1 0 0,0-1-609 0 0,0 0 0 0 0,4-25 0 0 0,-1 28-129 0 0,0 0 1 0 0,1 0-1 0 0,0 1 1 0 0,1-1-1 0 0,0 1 0 0 0,1 1 1 0 0,0-1-1 0 0,1 1 0 0 0,0 0 1 0 0,1 0-1 0 0,0 1 0 0 0,1 0 1 0 0,14-13-1 0 0,-1 13-3346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6.2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26 4465 0 0,'15'-25'11459'0'0,"-7"40"-9268"0"0,2 13-265 0 0,11 39-1 0 0,9 83-791 0 0,-11-46-846 0 0,96 287-707 0 0,-79-280-2696 0 0,-28-85-4128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6.4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1 111 9674 0 0,'30'-9'2989'0'0,"-21"7"-2445"0"0,113-27 5430 0 0,63-18-2937 0 0,-153 38-4042 0 0,0 2-3983 0 0,-32 7 4965 0 0,30-7-6929 0 0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7.5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43 4609 0 0,'1'-2'305'0'0,"1"0"-1"0"0,-1 0 1 0 0,1 1-1 0 0,-1-1 1 0 0,1 1-1 0 0,0-1 1 0 0,-1 1-1 0 0,1-1 1 0 0,0 1-1 0 0,0 0 1 0 0,0 0-1 0 0,0 0 1 0 0,0 0-1 0 0,1 1 1 0 0,-1-1-1 0 0,0 0 1 0 0,0 1-1 0 0,0-1 1 0 0,1 1-1 0 0,3 0 1 0 0,3 0 1477 0 0,1 1 1 0 0,-1 0-1 0 0,17 4 0 0 0,-13-2 288 0 0,-6-2-1066 0 0,-5-1-569 0 0,-8-4 84 0 0,5 4-273 0 0,0-4-187 0 0,-5-14-48 0 0,3 14-11 0 0,2 4-12 0 0,1 0 1 0 0,-1 1-1 0 0,1-1 0 0 0,-1 0 1 0 0,1 1-1 0 0,-1-1 0 0 0,1 1 1 0 0,-1-1-1 0 0,1 1 1 0 0,0-1-1 0 0,-1 1 0 0 0,1-1 1 0 0,0 1-1 0 0,-1-1 0 0 0,1 1 1 0 0,0 0-1 0 0,0-1 1 0 0,-1 1-1 0 0,1-1 0 0 0,0 1 1 0 0,0 0-1 0 0,0-1 0 0 0,0 1 1 0 0,0 0-1 0 0,0-1 1 0 0,0 1-1 0 0,0-1 0 0 0,0 1 1 0 0,0 0-1 0 0,0-1 1 0 0,1 2-1 0 0,-1 0-95 0 0,0-1 20 0 0,4 2-233 0 0,-1-1 128 0 0,-2-1 96 0 0,0 0 0 0 0,0 1 0 0 0,0-1 0 0 0,0 0-1 0 0,0 0 1 0 0,0-1 0 0 0,1 1 0 0 0,-1 0 0 0 0,0 0 0 0 0,1-1 0 0 0,-1 1 0 0 0,1 0 0 0 0,-1-1 0 0 0,1 1 0 0 0,-1-1 0 0 0,1 0 0 0 0,2 1 0 0 0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3:00:03.1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21 302 2761 0 0,'-9'1'221'0'0,"-3"1"-306"0"0,20-1 915 0 0,-5-4-588 0 0,1-3-132 0 0,-3 5-27 0 0,0-1-1 0 0,0 1 0 0 0,1-1 1 0 0,-1 1-1 0 0,0 0 0 0 0,1-1 1 0 0,-1 1-1 0 0,1 0 0 0 0,-1 0 1 0 0,3-1-1 0 0,12-6 771 0 0,0 2-1 0 0,0 0 1 0 0,0 1-1 0 0,1 0 1 0 0,0 2-1 0 0,0 0 1 0 0,30-2-1 0 0,157-26 1584 0 0,-110 13-1730 0 0,334-46 662 0 0,-333 53-1047 0 0,0 4 0 0 0,126 7-1 0 0,-114 2 385 0 0,154-16 0 0 0,-171 1-598 0 0,0 5 1 0 0,128 3-1 0 0,161 10 560 0 0,324-48 15 0 0,-587 26-658 0 0,-89 11-24 0 0,-1 1 0 0 0,1 2-1 0 0,1 1 1 0 0,33 1-1 0 0,-46 5 133 0 0,-12 3 3 0 0,-4-5-114 0 0,0 0-1 0 0,0-1 1 0 0,0 1-1 0 0,0-1 1 0 0,-1 1-1 0 0,1-1 1 0 0,0 1-1 0 0,-1-1 1 0 0,1 0-1 0 0,-1 1 1 0 0,-2 0-1 0 0,-8 6 28 0 0,0 0 0 0 0,-21 8-1 0 0,25-14-67 0 0,-8 4-205 0 0,16-6 212 0 0,-1 0 0 0 0,1 0 0 0 0,0 1 0 0 0,0-1 0 0 0,0 0 1 0 0,-1 0-1 0 0,1 0 0 0 0,0 0 0 0 0,0 0 0 0 0,0 1 0 0 0,0-1 1 0 0,-1 0-1 0 0,1 0 0 0 0,0 0 0 0 0,0 1 0 0 0,0-1 0 0 0,0 0 0 0 0,0 0 1 0 0,0 0-1 0 0,-1 1 0 0 0,1-1 0 0 0,0 0 0 0 0,0 0 0 0 0,0 1 1 0 0,0-1-1 0 0,0 0 0 0 0,0 0 0 0 0,0 1 0 0 0,0-1 0 0 0,0 0 0 0 0,0 0 1 0 0,0 0-1 0 0,0 1 0 0 0,0-1 0 0 0,0 0 0 0 0,1 0 0 0 0,-1 1 0 0 0,0-1 1 0 0,0 0-1 0 0,0 0 0 0 0,0 0 0 0 0,0 1 0 0 0,0-1 0 0 0,1 0 1 0 0,-1 0-1 0 0,0 0 0 0 0,0 1 0 0 0,0-1 0 0 0,1 0 0 0 0,-1 0-29 0 0,-3 4-236 0 0,0-1 131 0 0,1-1 0 0 0,-1 0 0 0 0,1 0 1 0 0,-1 0-1 0 0,0-1 0 0 0,0 1 0 0 0,0 0 0 0 0,0-1 0 0 0,0 0 0 0 0,-1 0 0 0 0,1 0 0 0 0,0 0 0 0 0,0 0 0 0 0,-1-1 0 0 0,1 1 0 0 0,-1-1 0 0 0,1 0 1 0 0,0 0-1 0 0,-1-1 0 0 0,1 1 0 0 0,0 0 0 0 0,-7-3 0 0 0,4 3 575 0 0,0-1-1 0 0,0 1 1 0 0,0 0 0 0 0,0 0-1 0 0,-12 2 1 0 0,-8 1-375 0 0,24-3-48 0 0,-60 3-72 0 0,59-3 89 0 0,-1 1 0 0 0,1-1 0 0 0,-1 1-1 0 0,1 0 1 0 0,-1 0 0 0 0,1 0-1 0 0,0 1 1 0 0,-1-1 0 0 0,1 1 0 0 0,0 0-1 0 0,0 0 1 0 0,0 0 0 0 0,0 0-1 0 0,-4 5 1 0 0,5-2 103 0 0,0 1 1 0 0,0 0-1 0 0,0 0 1 0 0,1 0-1 0 0,0 1 0 0 0,0-1 1 0 0,1 0-1 0 0,0 10 0 0 0,-2 4 133 0 0,-2 45-102 0 0,2 1 1 0 0,3 0-1 0 0,3-1 1 0 0,18 101 0 0 0,44 127-80 0 0,19 124 54 0 0,-36 105-131 0 0,7-44 28 0 0,-14-164 6 0 0,-39-278 100 0 0,2 1 0 0 0,1-1 0 0 0,2 0 0 0 0,2 0 0 0 0,1-1 0 0 0,25 54 0 0 0,-19-48-150 0 0,-14-34 11 0 0,-1 1 0 0 0,1-1 0 0 0,1 0 0 0 0,-1 0 0 0 0,1 0 0 0 0,1 0 0 0 0,9 11 0 0 0,-6-9 49 0 0,-6-6-52 0 0,1 0 0 0 0,-1 0 1 0 0,1 0-1 0 0,0 0 0 0 0,0-1 1 0 0,0 0-1 0 0,0 1 0 0 0,0-1 1 0 0,0 0-1 0 0,0 0 0 0 0,1-1 1 0 0,-1 1-1 0 0,1-1 0 0 0,0 1 1 0 0,5 0-1 0 0,-8-2-9 0 0,-1-1 6 0 0,-4-2 40 0 0,-6-3 9 0 0,0 2 0 0 0,0-1 0 0 0,0 1 0 0 0,-1 1 0 0 0,0-1 0 0 0,0 2 0 0 0,1 0-1 0 0,-2 0 1 0 0,1 1 0 0 0,-15 0 0 0 0,-12 3-70 0 0,-66 10-1 0 0,-8 2 7 0 0,-29-5 54 0 0,-241 46 0 0 0,225-19-32 0 0,-226 44-400 0 0,243-49 221 0 0,88-17 88 0 0,-1-3 1 0 0,-60 5-1 0 0,90-16 10 0 0,0-1 0 0 0,-1-1 0 0 0,-38-8 0 0 0,32 4-432 0 0,-44-2-1 0 0,31 9 53 0 0,1 2 0 0 0,-74 15 0 0 0,71-10 503 0 0,-1-1 0 0 0,-47 0-1 0 0,76-9-1 0 0,0 1 0 0 0,0-2-1 0 0,0 0 1 0 0,-25-10-1 0 0,19 7-81 0 0,-35-7 0 0 0,-17 7-59 0 0,-99 5-1 0 0,90 1 122 0 0,57 2 45 0 0,0 1 0 0 0,-39 8 0 0 0,-21 3 1050 0 0,76-12-823 0 0,-1 0-1 0 0,0 0 1 0 0,0 1 0 0 0,1 1 0 0 0,-21 8 0 0 0,29-11-276 0 0,0 1-1 0 0,0-1 1 0 0,0 0-1 0 0,0 1 1 0 0,0 0-1 0 0,1-1 1 0 0,-1 1-1 0 0,1 0 1 0 0,-1 1-1 0 0,1-1 1 0 0,0 0 0 0 0,0 1-1 0 0,0-1 1 0 0,0 1-1 0 0,0-1 1 0 0,0 1-1 0 0,1 0 1 0 0,0 0-1 0 0,-1 0 1 0 0,1 0 0 0 0,0 0-1 0 0,0 0 1 0 0,1 0-1 0 0,-1 0 1 0 0,1 1-1 0 0,-1 3 1 0 0,2 2-432 0 0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3:00:04.9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4 776 6449 0 0,'-3'4'-436'0'0,"12"-1"-186"0"0,16 0 653 0 0,7-7 449 0 0,0-1-1 0 0,0-2 0 0 0,35-12 1 0 0,-7 2 43 0 0,290-83 2796 0 0,71-17-559 0 0,-82 31-2049 0 0,465-105-106 0 0,-274 97 372 0 0,-209 47-259 0 0,21-6-265 0 0,-328 50-450 0 0,43-10 18 0 0,0 2 1 0 0,0 3-1 0 0,115-2 0 0 0,-170 9-34 0 0,0 1-1 0 0,0 1 0 0 0,-1-1 0 0 0,1 0 0 0 0,0 0 1 0 0,-1 1-1 0 0,1-1 0 0 0,-1 0 0 0 0,1 1 0 0 0,0 0 1 0 0,-1-1-1 0 0,1 1 0 0 0,-1 0 0 0 0,1 0 0 0 0,1 1 0 0 0,-5 6-374 0 0,-13 2-85 0 0,-410 140-1841 0 0,-35-52 54 0 0,265-63 1228 0 0,-26 6 473 0 0,-288 59-15 0 0,9 33 498 0 0,188-12 95 0 0,114-40-65 0 0,139-59 98 0 0,0 3-1 0 0,2 3 1 0 0,1 1 0 0 0,1 4-1 0 0,2 1 1 0 0,-50 43-1 0 0,99-73 25 0 0,0 0-1 0 0,0 0 0 0 0,0 1 0 0 0,0-1 1 0 0,1 1-1 0 0,-1 0 0 0 0,-4 9 0 0 0,8-12-56 0 0,-1-1 0 0 0,1 0 0 0 0,-1 0 0 0 0,1 0 0 0 0,0 0 0 0 0,-1 1 0 0 0,1-1 0 0 0,0 0 0 0 0,0 0 0 0 0,0 0 0 0 0,0 1 0 0 0,0-1 0 0 0,0 0 0 0 0,0 0 0 0 0,0 1 0 0 0,0-1 0 0 0,1 0 0 0 0,-1 0 0 0 0,1 0 0 0 0,-1 1 0 0 0,1-1 0 0 0,-1 0 0 0 0,1 0 0 0 0,-1 0 0 0 0,1 0 0 0 0,0 0 0 0 0,0 0 0 0 0,-1 0 0 0 0,1 0 0 0 0,0 0 0 0 0,0-1 0 0 0,0 1 0 0 0,0 0 0 0 0,0 0 0 0 0,0-1 0 0 0,0 1 0 0 0,1-1 0 0 0,-1 1 0 0 0,0-1 0 0 0,0 1 0 0 0,0-1 0 0 0,3 1 0 0 0,12 3-5 0 0,0-1 1 0 0,1 0-1 0 0,0-1 0 0 0,25 0 0 0 0,72-6 406 0 0,-86 2-249 0 0,529-43 1233 0 0,663-141-1 0 0,-980 132-1242 0 0,51-10 172 0 0,-102 27 11 0 0,468-76 643 0 0,-618 108-935 0 0,267-27 251 0 0,-225 27-196 0 0,142 11-1 0 0,-205-5-74 0 0,0 2 1 0 0,0 0-1 0 0,28 9 0 0 0,-43-11-31 0 0,1 0 0 0 0,0 1-1 0 0,-1-1 1 0 0,1 0-1 0 0,-1 1 1 0 0,1 0 0 0 0,-1 0-1 0 0,0 0 1 0 0,0 0-1 0 0,0 1 1 0 0,0-1 0 0 0,0 1-1 0 0,0 0 1 0 0,-1 0-1 0 0,0 0 1 0 0,1 0 0 0 0,-1 0-1 0 0,0 0 1 0 0,0 1-1 0 0,-1-1 1 0 0,1 1 0 0 0,-1-1-1 0 0,2 7 1 0 0,-3-7-1 0 0,0-1 0 0 0,0 1 0 0 0,0 0 0 0 0,-1-1 0 0 0,0 1 0 0 0,1 0 0 0 0,-1-1 0 0 0,0 1 0 0 0,0 0 0 0 0,0-1 0 0 0,-1 1 0 0 0,1-1 0 0 0,-1 0 0 0 0,1 0 0 0 0,-1 1 0 0 0,0-1 0 0 0,0 0 0 0 0,0 0 0 0 0,0 0 0 0 0,-2 1 0 0 0,-7 6 0 0 0,-1 0 0 0 0,-19 10 0 0 0,25-16 0 0 0,-16 10 27 0 0,-1-2 0 0 0,-1-1 1 0 0,0-1-1 0 0,-47 11 1 0 0,-107 12 117 0 0,86-18-171 0 0,-457 63 286 0 0,-73-4-58 0 0,48-5-327 0 0,79 5-506 0 0,386-48 49 0 0,1 5 0 0 0,-152 62-1 0 0,135-38 507 0 0,-309 123-40 0 0,390-162 126 0 0,16-7-2 0 0,-1 2 0 0 0,2 1 1 0 0,-1 2-1 0 0,-47 29 0 0 0,75-42-28 0 0,0 0 0 0 0,0 0-1 0 0,-1 0 1 0 0,1 0 0 0 0,0 0 0 0 0,0 0 0 0 0,0 0-1 0 0,0 0 1 0 0,-1 0 0 0 0,1 0 0 0 0,-1 2-202 0 0,1-2 201 0 0,0 0 1 0 0,0 0 0 0 0,0 1 0 0 0,0-1 0 0 0,0 0-1 0 0,0 0 1 0 0,0 0 0 0 0,0 1 0 0 0,0-1 0 0 0,0 0-1 0 0,0 0 1 0 0,0 0 0 0 0,0 0 0 0 0,0 1 0 0 0,0-1-1 0 0,0 0 1 0 0,0 0 0 0 0,0 0 0 0 0,0 0 0 0 0,0 1-1 0 0,0-1 1 0 0,1 0 0 0 0,-1 0 0 0 0,0 0 0 0 0,11 4-751 0 0,20-1-197 0 0,-28-3 877 0 0,648-8 1610 0 0,-635 7-1482 0 0,765-69 1135 0 0,-310 14-538 0 0,401-26 539 0 0,-760 78-1086 0 0,90-7-48 0 0,-167 8-26 0 0,-1-3 1 0 0,0-1-1 0 0,54-19 960 0 0,-93 26-774 0 0,1 0 1 0 0,-1 1 0 0 0,1 0-1 0 0,-1 0 1 0 0,1 0 0 0 0,0 0-1 0 0,-1 1 1 0 0,1-1-1 0 0,0 1 1 0 0,0 0 0 0 0,-6 5-1 0 0,-1 3-683 0 0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4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68 198 3681 0 0,'-6'-9'878'0'0,"1"-1"0"0"0,0 0 0 0 0,0 0 1 0 0,1 0-1 0 0,1 0 0 0 0,-1 0 0 0 0,2-1 0 0 0,-1 0 0 0 0,1 0 1 0 0,1 1-1 0 0,0-21 0 0 0,1 26-263 0 0,1 0-1 0 0,0 1 1 0 0,0-1-1 0 0,0 0 1 0 0,0 0-1 0 0,1 1 1 0 0,0-1-1 0 0,0 1 1 0 0,6-8 910 0 0,-10 33-357 0 0,-19 180-745 0 0,9-102-357 0 0,1 154-1 0 0,12-218 227 0 0,1 23-317 0 0,9 59 0 0 0,-8-101-6 0 0,0-1 0 0 0,1 1 0 0 0,0 0 0 0 0,1-1 0 0 0,1 0 0 0 0,1 0 0 0 0,0-1 0 0 0,14 22 0 0 0,-18-32 51 0 0,-1 0 1 0 0,1-1 0 0 0,1 0 0 0 0,-1 1-1 0 0,0-1 1 0 0,1 0 0 0 0,0-1 0 0 0,-1 1-1 0 0,1-1 1 0 0,0 1 0 0 0,1-1 0 0 0,-1 0-1 0 0,0-1 1 0 0,0 1 0 0 0,1-1 0 0 0,-1 0-1 0 0,1 0 1 0 0,-1 0 0 0 0,1 0 0 0 0,0-1 0 0 0,-1 0-1 0 0,1 0 1 0 0,0 0 0 0 0,-1-1 0 0 0,1 1-1 0 0,-1-1 1 0 0,1 0 0 0 0,5-2 0 0 0,12-5 40 0 0,-1-1-1 0 0,0-1 1 0 0,0 0 0 0 0,28-21 0 0 0,-6 6-31 0 0,20-14 29 0 0,-41 25-801 0 0,0 0 1 0 0,48-20 0 0 0,-51 28-7059 0 0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4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32 544 6913 0 0,'-31'24'1403'0'0,"32"-23"-985"0"0,1 0-1 0 0,0 0 0 0 0,0-1 0 0 0,0 1 0 0 0,0-1 1 0 0,0 1-1 0 0,0-1 0 0 0,0 0 0 0 0,0 0 0 0 0,0 0 1 0 0,3 0-1 0 0,0-1-65 0 0,0-1 0 0 0,0 0 0 0 0,0 0 1 0 0,0-1-1 0 0,0 1 0 0 0,0-1 0 0 0,0 0 1 0 0,-1-1-1 0 0,1 1 0 0 0,-1-1 0 0 0,4-4 0 0 0,43-50 1252 0 0,-46 52-1481 0 0,9-13 60 0 0,1-1 0 0 0,-2-1 0 0 0,-1 0 0 0 0,-1-1 0 0 0,0 0 0 0 0,11-38 0 0 0,-18 45-164 0 0,0 0 0 0 0,0-1 1 0 0,-2 0-1 0 0,0 0 0 0 0,0 0 1 0 0,-2 0-1 0 0,0 0 0 0 0,-1 1 1 0 0,0-1-1 0 0,-2 0 0 0 0,-4-19 0 0 0,5 30-17 0 0,0 0-1 0 0,0 0 1 0 0,-1 1-1 0 0,0-1 1 0 0,0 0-1 0 0,0 1 1 0 0,0 0-1 0 0,-1-1 1 0 0,1 1-1 0 0,-1 1 1 0 0,0-1-1 0 0,0 0 0 0 0,-1 1 1 0 0,1 0-1 0 0,-9-5 1 0 0,10 7-25 0 0,1 0 0 0 0,0 0 1 0 0,0 0-1 0 0,-1 0 0 0 0,1 1 0 0 0,0-1 1 0 0,-1 1-1 0 0,1-1 0 0 0,0 1 0 0 0,-1 0 1 0 0,1 0-1 0 0,-1 0 0 0 0,1 0 0 0 0,-1 0 0 0 0,1 0 1 0 0,0 1-1 0 0,-1-1 0 0 0,1 1 0 0 0,-1 0 1 0 0,1-1-1 0 0,0 1 0 0 0,0 0 0 0 0,0 1 1 0 0,-1-1-1 0 0,1 0 0 0 0,0 1 0 0 0,0-1 1 0 0,1 1-1 0 0,-1-1 0 0 0,0 1 0 0 0,0 0 0 0 0,1 0 1 0 0,-1 0-1 0 0,1 0 0 0 0,0 0 0 0 0,0 0 1 0 0,-2 2-1 0 0,2 1 3 0 0,-1-1 1 0 0,1 0-1 0 0,0 1 1 0 0,0 0-1 0 0,0-1 0 0 0,1 1 1 0 0,0-1-1 0 0,-1 1 1 0 0,2 0-1 0 0,-1-1 0 0 0,0 1 1 0 0,1-1-1 0 0,0 1 1 0 0,0-1-1 0 0,0 1 0 0 0,1-1 1 0 0,0 0-1 0 0,-1 1 1 0 0,4 3-1 0 0,4 10 215 0 0,2 0 0 0 0,22 30 0 0 0,-27-40-142 0 0,0 0-1 0 0,1-1 0 0 0,0 0 1 0 0,0 0-1 0 0,0-1 0 0 0,1 0 0 0 0,0 0 1 0 0,0 0-1 0 0,1-1 0 0 0,0-1 1 0 0,0 1-1 0 0,0-2 0 0 0,0 1 1 0 0,0-1-1 0 0,1 0 0 0 0,15 1 1 0 0,-17-3-565 0 0,1 0 0 0 0,-1-1 0 0 0,1 0 0 0 0,16-3 1 0 0,-16 1-770 0 0,0-1-1 0 0,0 1 1 0 0,-1-1 0 0 0,17-8 0 0 0,-8 1-926 0 0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5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157 1 5529 0 0,'0'0'498'0'0,"-4"18"1522"0"0,-60 156 5329 0 0,0 2-5423 0 0,59-159-1841 0 0,-12 53 147 0 0,16-65-223 0 0,0 0 1 0 0,1 1-1 0 0,-1-1 0 0 0,1 0 1 0 0,1 1-1 0 0,-1-1 1 0 0,1 1-1 0 0,-1-1 1 0 0,2 0-1 0 0,1 7 0 0 0,-3-12-11 0 0,0 1-1 0 0,0-1 1 0 0,0 0 0 0 0,1 1-1 0 0,-1-1 1 0 0,0 0-1 0 0,0 1 1 0 0,1-1-1 0 0,-1 0 1 0 0,0 1-1 0 0,0-1 1 0 0,1 0-1 0 0,-1 1 1 0 0,0-1-1 0 0,1 0 1 0 0,-1 0-1 0 0,0 0 1 0 0,1 1-1 0 0,-1-1 1 0 0,0 0-1 0 0,1 0 1 0 0,-1 0-1 0 0,1 0 1 0 0,-1 0-1 0 0,0 0 1 0 0,1 1-1 0 0,-1-1 1 0 0,1 0-1 0 0,-1 0 1 0 0,0 0-1 0 0,1 0 1 0 0,-1-1-1 0 0,1 1 1 0 0,-1 0 0 0 0,0 0-1 0 0,1 0 1 0 0,-1 0-1 0 0,1 0 1 0 0,-1 0-1 0 0,0-1 1 0 0,1 1-1 0 0,-1 0 1 0 0,0 0-1 0 0,1 0 1 0 0,-1-1-1 0 0,0 1 1 0 0,0 0-1 0 0,1-1 1 0 0,-1 1-1 0 0,0 0 1 0 0,1-1-1 0 0,-1 1 1 0 0,0 0-1 0 0,0-1 1 0 0,0 1-1 0 0,0 0 1 0 0,1-1-1 0 0,15-25-157 0 0,-14 22 86 0 0,41-81-143 0 0,4-8 466 0 0,-41 82-61 0 0,1 0 0 0 0,0 1 0 0 0,1 0 0 0 0,1 0 0 0 0,18-16 0 0 0,-27 25-152 0 0,1 0 1 0 0,0 1-1 0 0,0-1 0 0 0,0 0 1 0 0,0 1-1 0 0,0-1 0 0 0,0 0 1 0 0,0 1-1 0 0,0 0 0 0 0,0-1 1 0 0,0 1-1 0 0,0-1 0 0 0,0 1 1 0 0,0 0-1 0 0,0 0 0 0 0,1 0 1 0 0,-1 0-1 0 0,0-1 0 0 0,0 2 1 0 0,0-1-1 0 0,0 0 0 0 0,0 0 1 0 0,0 0-1 0 0,1 0 1 0 0,0 1-1 0 0,0 0 21 0 0,-1 0-1 0 0,1 1 1 0 0,-1-1-1 0 0,1 0 1 0 0,-1 1 0 0 0,1-1-1 0 0,-1 1 1 0 0,0-1 0 0 0,0 1-1 0 0,0-1 1 0 0,0 1 0 0 0,0 0-1 0 0,1 2 1 0 0,3 9 193 0 0,-1 0 0 0 0,0 0 1 0 0,2 20-1 0 0,-4-22-151 0 0,3 10 89 0 0,3 21 120 0 0,22 66 0 0 0,-26-97-276 0 0,0-1 0 0 0,1 1 0 0 0,0-1 1 0 0,1 0-1 0 0,0 0 0 0 0,0-1 0 0 0,1 1 0 0 0,1-1 0 0 0,-1-1 0 0 0,1 0 0 0 0,10 8 0 0 0,-17-15-29 0 0,-1-1 0 0 0,1 1 0 0 0,-1-1-1 0 0,1 1 1 0 0,-1-1 0 0 0,1 1-1 0 0,0-1 1 0 0,-1 0 0 0 0,1 1 0 0 0,0-1-1 0 0,0 0 1 0 0,-1 1 0 0 0,1-1-1 0 0,0 0 1 0 0,0 0 0 0 0,-1 0 0 0 0,1 0-1 0 0,0 0 1 0 0,0 0 0 0 0,0 0-1 0 0,-1 0 1 0 0,1 0 0 0 0,0 0 0 0 0,0 0-1 0 0,-1 0 1 0 0,1 0 0 0 0,0-1-1 0 0,0 1 1 0 0,-1 0 0 0 0,1-1 0 0 0,0 1-1 0 0,-1 0 1 0 0,1-1 0 0 0,0 1-1 0 0,-1-1 1 0 0,1 1 0 0 0,-1-1-1 0 0,1 1 1 0 0,-1-1 0 0 0,1 0 0 0 0,-1 1-1 0 0,1-1 1 0 0,-1 0 0 0 0,1 1-1 0 0,-1-1 1 0 0,0 0 0 0 0,1 1 0 0 0,-1-1-1 0 0,0 0 1 0 0,0 0 0 0 0,0 0-1 0 0,3-8-29 0 0,-1 0 0 0 0,0 0 0 0 0,1-16-1 0 0,-2 9-46 0 0,8-33-1523 0 0,2 0 0 0 0,3 0 1 0 0,35-86-1 0 0,-32 100 142 0 0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5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5985 0 0,'1'2'201'0'0,"1"1"-1"0"0,-1-1 1 0 0,1 0-1 0 0,0 0 1 0 0,0 0-1 0 0,0 0 0 0 0,0 0 1 0 0,0 0-1 0 0,0 0 1 0 0,0-1-1 0 0,0 1 1 0 0,1-1-1 0 0,-1 0 1 0 0,1 0-1 0 0,-1 0 1 0 0,1 0-1 0 0,0 0 0 0 0,-1 0 1 0 0,1 0-1 0 0,0-1 1 0 0,-1 0-1 0 0,1 1 1 0 0,5-1-1 0 0,-4-1-18 0 0,0 1 0 0 0,0-1-1 0 0,0 0 1 0 0,0 0-1 0 0,0 0 1 0 0,0 0 0 0 0,8-4-1 0 0,11-11-4119 0 0,-8 6 1967 0 0,-11 7 1832 0 0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5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75 10594 0 0,'2'9'472'0'0,"-1"-6"96"0"0,1 1-455 0 0,2-2-113 0 0,-1-1 0 0 0,-1-1 0 0 0,3 2 296 0 0,2-2 40 0 0,5 0 8 0 0,4 0 0 0 0,3-3 232 0 0,-1-4 56 0 0,1-2 8 0 0,-2-3 0 0 0,3-1-1488 0 0,-3-2-296 0 0,4-3-56 0 0,0-1-17 0 0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6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13 2304 0 0,'-21'-13'14296'0'0,"23"25"-12629"0"0,5 31-1118 0 0,-2 0 1 0 0,-2 1 0 0 0,-2 44-1 0 0,0-10-306 0 0,-1-59-183 0 0,2 43 67 0 0,18 122 0 0 0,-17-167-38 0 0,1 0 0 0 0,1-1 0 0 0,0 1 0 0 0,1-1 0 0 0,1 0 0 0 0,1 0 0 0 0,0-1 0 0 0,1 0-1 0 0,0 0 1 0 0,1-1 0 0 0,1-1 0 0 0,13 15 0 0 0,-21-26-55 0 0,0 1 0 0 0,1-1-1 0 0,-1 1 1 0 0,0-1 0 0 0,1 0 0 0 0,0 0-1 0 0,-1 0 1 0 0,1-1 0 0 0,0 1 0 0 0,0-1 0 0 0,0 0-1 0 0,0 0 1 0 0,0 0 0 0 0,0-1 0 0 0,0 0-1 0 0,0 1 1 0 0,0-1 0 0 0,0-1 0 0 0,0 1-1 0 0,0 0 1 0 0,0-1 0 0 0,0 0 0 0 0,0 0-1 0 0,0 0 1 0 0,0-1 0 0 0,4-1 0 0 0,10-6-7 0 0,0-1 1 0 0,-1 0-1 0 0,-1-2 1 0 0,20-16-1 0 0,0 1-193 0 0,-19 15-327 0 0,0 0-1 0 0,1 2 1 0 0,0 0 0 0 0,0 1 0 0 0,1 0-1 0 0,24-6 1 0 0,-18 10-6640 0 0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6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7834 0 0,'1'0'177'0'0,"0"0"0"0"0,-1 1 0 0 0,1-1 0 0 0,0 1 0 0 0,0-1 0 0 0,0 1 0 0 0,-1-1 0 0 0,1 1 0 0 0,0-1 0 0 0,-1 1 0 0 0,1 0 0 0 0,0-1 0 0 0,-1 1 0 0 0,1 0 0 0 0,-1 0 0 0 0,1-1 0 0 0,-1 1 0 0 0,0 0 0 0 0,1 0 0 0 0,-1 0 0 0 0,0-1 0 0 0,1 1 0 0 0,-1 0 0 0 0,0 2 0 0 0,5 20 2314 0 0,-2 74 2426 0 0,-4-66-5468 0 0,7 49 0 0 0,-2-57-6115 0 0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6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1 150 4145 0 0,'1'1'193'0'0,"0"-1"0"0"0,1 1 0 0 0,-1-1 0 0 0,1 1 0 0 0,-1-1 0 0 0,1 0 0 0 0,-1 0 0 0 0,1 0 0 0 0,-1 0 0 0 0,1 0 0 0 0,-1 0 0 0 0,1 0 0 0 0,-1 0 0 0 0,1 0 0 0 0,2-2 0 0 0,30-7 2010 0 0,-23 6-1369 0 0,37-12 1815 0 0,-1-2 0 0 0,75-39-1 0 0,-30 12-3340 0 0,-78 37-645 0 0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4145 0 0,'-1'15'8724'0'0,"6"29"-5021"0"0,0 4-2223 0 0,-3 1-1 0 0,-1 0 1 0 0,-8 60 0 0 0,1 56-1438 0 0,7-138-1240 0 0,2 0-1 0 0,1 1 1 0 0,11 38 0 0 0,-5-32-5396 0 0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1 456 0 0,'-9'29'4741'0'0,"1"-8"-2965"0"0,3 4-346 0 0,1 1 0 0 0,2 0 0 0 0,0-1 0 0 0,2 1 0 0 0,1 0 0 0 0,7 47-1 0 0,-5-56-1051 0 0,1-1 0 0 0,0 0 0 0 0,1 0-1 0 0,0-1 1 0 0,2 1 0 0 0,0-1 0 0 0,0 0-1 0 0,2-1 1 0 0,0 0 0 0 0,0 0 0 0 0,20 21-1 0 0,-25-31-322 0 0,1 0 0 0 0,-1 0 0 0 0,1 0-1 0 0,-1 0 1 0 0,1-1 0 0 0,0 0 0 0 0,0 0-1 0 0,1-1 1 0 0,-1 1 0 0 0,0-1 0 0 0,1 0-1 0 0,0 0 1 0 0,-1-1 0 0 0,1 0 0 0 0,0 0-1 0 0,0 0 1 0 0,0-1 0 0 0,0 1 0 0 0,0-2-1 0 0,-1 1 1 0 0,1 0 0 0 0,0-1 0 0 0,7-2-1 0 0,-1-1-124 0 0,1-1 0 0 0,-1 0-1 0 0,0-1 1 0 0,0 0-1 0 0,-1-1 1 0 0,0-1-1 0 0,0 1 1 0 0,-1-2-1 0 0,12-10 1 0 0,2-4-2543 0 0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72 4609 0 0,'-7'-20'2882'0'0,"7"18"-2640"0"0,1 0 0 0 0,-1-1 0 0 0,1 1 0 0 0,-1 0 1 0 0,1 0-1 0 0,0-1 0 0 0,0 1 0 0 0,0 0 0 0 0,0 0 0 0 0,1 0 0 0 0,-1 0 0 0 0,1 0 1 0 0,-1 0-1 0 0,1 0 0 0 0,-1 1 0 0 0,1-1 0 0 0,0 1 0 0 0,0-1 0 0 0,0 1 0 0 0,0-1 1 0 0,0 1-1 0 0,0 0 0 0 0,0 0 0 0 0,0 0 0 0 0,1 0 0 0 0,-1 1 0 0 0,0-1 0 0 0,1 0 0 0 0,4 1 1 0 0,-3-1-27 0 0,-1 0 1 0 0,1 0-1 0 0,0 1 1 0 0,0 0-1 0 0,0-1 1 0 0,0 2-1 0 0,0-1 1 0 0,0 0-1 0 0,0 1 1 0 0,0 0-1 0 0,0 0 1 0 0,0 0-1 0 0,-1 0 1 0 0,1 0-1 0 0,0 1 1 0 0,-1 0-1 0 0,6 3 1 0 0,-6-2-131 0 0,-1-1-1 0 0,1 1 1 0 0,-1 0-1 0 0,0 0 1 0 0,0 0 0 0 0,0 0-1 0 0,0 1 1 0 0,0-1 0 0 0,-1 0-1 0 0,0 1 1 0 0,1-1-1 0 0,-1 1 1 0 0,-1 0 0 0 0,1-1-1 0 0,0 1 1 0 0,-1 0-1 0 0,0-1 1 0 0,0 1 0 0 0,0 4-1 0 0,-2 8 201 0 0,0-1 0 0 0,-1 1 0 0 0,-8 21 0 0 0,7-25-73 0 0,1 0 1 0 0,0 0 0 0 0,1 1 0 0 0,-1 13 0 0 0,2-25-195 0 0,1 1 0 0 0,0 0 0 0 0,0-1 0 0 0,0 1 0 0 0,0 0 0 0 0,0-1 0 0 0,0 1 0 0 0,1 0 0 0 0,-1-1 0 0 0,1 1 0 0 0,-1-1 0 0 0,1 1 0 0 0,-1-1 0 0 0,1 1 0 0 0,0-1 0 0 0,0 1 0 0 0,-1-1 0 0 0,1 0 0 0 0,0 1 0 0 0,0-1 0 0 0,1 0 0 0 0,-1 0 0 0 0,0 1 0 0 0,0-1 0 0 0,1 0 0 0 0,-1 0 0 0 0,0-1 0 0 0,3 3 0 0 0,1-3-42 0 0,-1 1 0 0 0,0-1 0 0 0,1 1-1 0 0,-1-1 1 0 0,1 0 0 0 0,-1-1 0 0 0,0 1 0 0 0,1-1 0 0 0,-1 0 0 0 0,4-1 0 0 0,7-3-595 0 0,-1-1 1 0 0,0 0-1 0 0,-1-1 0 0 0,1-1 0 0 0,-1 0 0 0 0,13-11 1 0 0,-8 6-977 0 0,3-1-39 0 0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 4145 0 0,'13'6'1667'0'0,"-1"0"-1"0"0,1-1 1 0 0,0-1 0 0 0,0 0 0 0 0,0 0-1 0 0,0-2 1 0 0,23 3 0 0 0,-23-5-1198 0 0,0-1 0 0 0,-1 1 0 0 0,1-2 0 0 0,-1 0 0 0 0,1-1 0 0 0,-1 0 0 0 0,0 0 1 0 0,17-8-1 0 0,-21 7-791 0 0,29-12 914 0 0,-14 2-6956 0 0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8.1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14283 0 0,'1'4'307'0'0,"0"0"-1"0"0,0 0 1 0 0,0 0 0 0 0,1 0-1 0 0,-1 0 1 0 0,1 0-1 0 0,0 0 1 0 0,4 5 0 0 0,5 13 853 0 0,-7-8-463 0 0,-1-1-1 0 0,0 1 1 0 0,-1 0 0 0 0,-1 0 0 0 0,0 26 0 0 0,-11 72-53 0 0,0 4-470 0 0,10-90-697 0 0,6 47 0 0 0,4-32-5334 0 0,1-11-1152 0 0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8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0,'0'0'667'0'0,"8"21"5766"0"0,2 23-2484 0 0,8 61 0 0 0,-3 122-1989 0 0,-13-196-1756 0 0,-1-2-157 0 0,2-1 0 0 0,0 1 0 0 0,9 29 0 0 0,-10-49-16 0 0,1 0 0 0 0,0 0 0 0 0,0 0 0 0 0,1 0-1 0 0,0 0 1 0 0,1-1 0 0 0,0 0 0 0 0,0 0-1 0 0,1 0 1 0 0,0 0 0 0 0,0-1 0 0 0,1 0-1 0 0,7 6 1 0 0,-10-10-3 0 0,-1-1 0 0 0,0 0 0 0 0,1 0-1 0 0,0 0 1 0 0,-1 0 0 0 0,1-1 0 0 0,0 0 0 0 0,0 1-1 0 0,0-1 1 0 0,0-1 0 0 0,0 1 0 0 0,0 0-1 0 0,0-1 1 0 0,0 0 0 0 0,5-1 0 0 0,-2 0-6 0 0,0 0 0 0 0,0 0 1 0 0,0-1-1 0 0,0-1 0 0 0,0 1 0 0 0,-1-1 1 0 0,1 0-1 0 0,5-4 0 0 0,10-7-39 0 0,-2-1 0 0 0,0-1 1 0 0,30-32-1 0 0,-49 47 13 0 0,22-23-177 0 0,42-38-1275 0 0,-46 48 229 0 0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9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1 131 5841 0 0,'6'-12'1099'0'0,"1"0"0"0"0,0 1 0 0 0,0 0-1 0 0,1 1 1 0 0,1-1 0 0 0,0 1 0 0 0,0 1 0 0 0,13-10-1 0 0,-19 16-930 0 0,0 1 0 0 0,1-1 0 0 0,-1 1 0 0 0,1 0-1 0 0,0 0 1 0 0,0 0 0 0 0,0 0 0 0 0,0 0 0 0 0,0 1-1 0 0,0 0 1 0 0,1 0 0 0 0,-1 0 0 0 0,0 1 0 0 0,1-1-1 0 0,-1 1 1 0 0,0 0 0 0 0,1 0 0 0 0,-1 0 0 0 0,0 1-1 0 0,1 0 1 0 0,-1-1 0 0 0,0 2 0 0 0,0-1-1 0 0,0 0 1 0 0,0 1 0 0 0,0 0 0 0 0,0 0 0 0 0,7 4-1 0 0,-8-3-108 0 0,0-1 0 0 0,0 1-1 0 0,0 0 1 0 0,0 1 0 0 0,0-1 0 0 0,0 0-1 0 0,-1 1 1 0 0,1-1 0 0 0,-1 1-1 0 0,0 0 1 0 0,-1 0 0 0 0,1 0-1 0 0,0 0 1 0 0,-1 0 0 0 0,0 0-1 0 0,0 0 1 0 0,0 1 0 0 0,-1-1-1 0 0,1 0 1 0 0,-1 9 0 0 0,-2 7 59 0 0,0 0 1 0 0,0-1 0 0 0,-9 28-1 0 0,-1 14-339 0 0,11-59 222 0 0,1 0-1 0 0,0 1 1 0 0,-1-1-1 0 0,1 0 1 0 0,0 1 0 0 0,1-1-1 0 0,-1 0 1 0 0,0 0-1 0 0,0 1 1 0 0,1-1 0 0 0,0 0-1 0 0,-1 0 1 0 0,1 1-1 0 0,0-1 1 0 0,0 0 0 0 0,0 0-1 0 0,0 0 1 0 0,0 0 0 0 0,1 0-1 0 0,-1 0 1 0 0,1-1-1 0 0,-1 1 1 0 0,1 0 0 0 0,0-1-1 0 0,-1 1 1 0 0,1-1-1 0 0,0 1 1 0 0,4 1 0 0 0,2 0 5 0 0,1-1 1 0 0,-1 1 0 0 0,1-1 0 0 0,-1-1-1 0 0,1 0 1 0 0,12 0 0 0 0,30 7 81 0 0,-50-8-78 0 0,1 1-1 0 0,-1 0 1 0 0,1 0 0 0 0,-1 0-1 0 0,0 0 1 0 0,0 1-1 0 0,1-1 1 0 0,-1 0-1 0 0,0 0 1 0 0,0 1-1 0 0,0-1 1 0 0,0 1-1 0 0,-1-1 1 0 0,1 1-1 0 0,0-1 1 0 0,0 1 0 0 0,-1-1-1 0 0,1 1 1 0 0,-1 0-1 0 0,0-1 1 0 0,1 1-1 0 0,-1 0 1 0 0,0-1-1 0 0,0 1 1 0 0,0 0-1 0 0,0-1 1 0 0,0 1-1 0 0,-1 0 1 0 0,0 3 0 0 0,-12 50 293 0 0,12-54-286 0 0,-6 19 385 0 0,-16 34-1 0 0,20-47-599 0 0,-1-1 0 0 0,1 0 0 0 0,-2 0 0 0 0,1 0 0 0 0,-1-1 0 0 0,1 1 0 0 0,-2-1 0 0 0,1 0 0 0 0,-6 4 0 0 0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9.8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0,'18'27'7671'0'0,"-4"10"-4423"0"0,3 46-2759 0 0,-10-47 307 0 0,9 52-494 0 0,4 106-1 0 0,-10 89 85 0 0,14 150-192 0 0,-17-390-349 0 0,2-1 0 0 0,22 65 1 0 0,14 16-3393 0 0,-42-113 2069 0 0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0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13 174 3225 0 0,'-13'1'2506'0'0,"32"-11"2167"0"0,28-6-1989 0 0,1 2 1 0 0,92-14-1 0 0,111 2 846 0 0,-96 11-2728 0 0,303-12 6 0 0,-62 6-437 0 0,-333 13-565 0 0,-43 4-1 0 0,0 1 0 0 0,0 1 0 0 0,1 1 1 0 0,-1 1-1 0 0,29 3 0 0 0,-48-3 43 0 0,0 0 1 0 0,0 0-1 0 0,0 1 1 0 0,0-1-1 0 0,0 0 1 0 0,0 0-1 0 0,0 1 1 0 0,0-1-1 0 0,0 0 1 0 0,0 1-1 0 0,0-1 1 0 0,0 1-1 0 0,0-1 0 0 0,-1 1 1 0 0,1-1-1 0 0,0 1 1 0 0,0 0-1 0 0,-1-1 1 0 0,1 1-1 0 0,0 0 1 0 0,-1 0-1 0 0,1 0 1 0 0,-1-1-1 0 0,1 1 1 0 0,-1 0-1 0 0,1 0 1 0 0,-1 0-1 0 0,1 2 1 0 0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0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54 3681 0 0,'-1'-3'655'0'0,"1"1"0"0"0,-1-1 0 0 0,0 0 0 0 0,1 1 0 0 0,-1-1 0 0 0,1 0 0 0 0,0 0 0 0 0,0 1 0 0 0,0-1 0 0 0,0 0 0 0 0,1-3 0 0 0,6-10 4212 0 0,-6 16-4729 0 0,-1 0-1 0 0,1-1 1 0 0,0 1-1 0 0,-1 0 1 0 0,1 0-1 0 0,-1 0 1 0 0,1 0-1 0 0,-1 0 1 0 0,1 0-1 0 0,-1 0 1 0 0,1 0-1 0 0,-1 0 1 0 0,1 0-1 0 0,-1 0 1 0 0,1 1-1 0 0,-1-1 1 0 0,1 0-1 0 0,-1 0 1 0 0,1 0-1 0 0,-1 1 1 0 0,1-1-1 0 0,-1 0 1 0 0,1 0-1 0 0,-1 1 1 0 0,1-1-1 0 0,-1 1 1 0 0,0-1-1 0 0,1 0 1 0 0,-1 1-1 0 0,0-1 1 0 0,1 1-1 0 0,7 8 106 0 0,-1 0 0 0 0,0 0 0 0 0,-1 1 0 0 0,0 0 0 0 0,0 0 0 0 0,-1 1 0 0 0,-1-1 0 0 0,0 1 0 0 0,5 17 0 0 0,1 17-162 0 0,6 48 0 0 0,-10-53-12 0 0,0 0-69 0 0,66 335 0 0 0,-71-372 0 0 0,-1-1 0 0 0,1 0 1 0 0,0 0-1 0 0,-1 1 0 0 0,1-1 0 0 0,0 0 0 0 0,0 0 1 0 0,1 0-1 0 0,-1 0 0 0 0,0 0 0 0 0,1 0 0 0 0,-1 0 1 0 0,1-1-1 0 0,-1 1 0 0 0,1-1 0 0 0,0 1 0 0 0,0-1 1 0 0,0 1-1 0 0,0-1 0 0 0,0 0 0 0 0,0 0 0 0 0,0 0 0 0 0,0 0 1 0 0,0 0-1 0 0,0 0 0 0 0,5 0 0 0 0,-1-1-6 0 0,-1 0 0 0 0,1 0 0 0 0,0 0 1 0 0,0-1-1 0 0,-1 0 0 0 0,1 0 0 0 0,-1-1 0 0 0,1 1 0 0 0,-1-1 0 0 0,7-3 0 0 0,50-26-49 0 0,114-75 0 0 0,-111 64-911 0 0,85-42 0 0 0,-124 74-178 0 0,-4 4-259 0 0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3 276 7370 0 0,'0'1'142'0'0,"0"1"1"0"0,0-1-1 0 0,0 0 1 0 0,0 0-1 0 0,0 0 1 0 0,0 0-1 0 0,0 0 1 0 0,0 1-1 0 0,1-1 1 0 0,-1 0-1 0 0,0 0 1 0 0,1 0-1 0 0,-1 0 1 0 0,1 0-1 0 0,-1 0 1 0 0,1 0-1 0 0,-1 0 1 0 0,1 0-1 0 0,0 0 1 0 0,0 0-1 0 0,-1-1 1 0 0,1 1-1 0 0,0 0 1 0 0,0 0-1 0 0,0-1 1 0 0,0 1-1 0 0,0 0 1 0 0,0-1-1 0 0,0 1 1 0 0,0-1-1 0 0,0 1 1 0 0,0-1-1 0 0,0 0 1 0 0,0 0-1 0 0,1 1 1 0 0,-1-1-1 0 0,0 0 1 0 0,0 0-1 0 0,0 0 1 0 0,0 0-1 0 0,1 0 1 0 0,-1 0-1 0 0,0 0 1 0 0,0-1-1 0 0,0 1 1 0 0,0 0-1 0 0,0-1 1 0 0,1 0-1 0 0,3 0 250 0 0,-1 0-1 0 0,0-1 0 0 0,0 0 0 0 0,0 0 0 0 0,0 0 1 0 0,0 0-1 0 0,0-1 0 0 0,0 1 0 0 0,-1-1 0 0 0,0 0 1 0 0,6-6-1 0 0,4-8-91 0 0,-2-1 1 0 0,0 0-1 0 0,0-1 0 0 0,7-22 1 0 0,-14 32-435 0 0,-1 0-1 0 0,0 0 1 0 0,0-1 0 0 0,-1 0 0 0 0,0 1 0 0 0,-1-1 0 0 0,0 0-1 0 0,-1 0 1 0 0,0 1 0 0 0,0-1 0 0 0,-3-12 0 0 0,3 21 33 0 0,0-1 1 0 0,-1 1-1 0 0,1-1 1 0 0,-1 1 0 0 0,1-1-1 0 0,-1 1 1 0 0,1-1-1 0 0,-1 1 1 0 0,0-1 0 0 0,0 1-1 0 0,0 0 1 0 0,1-1-1 0 0,-2 1 1 0 0,1 0-1 0 0,0 0 1 0 0,0 0 0 0 0,0 0-1 0 0,0 0 1 0 0,-1 0-1 0 0,1 0 1 0 0,0 0 0 0 0,-1 0-1 0 0,1 1 1 0 0,-3-2-1 0 0,1 2-46 0 0,0-1 0 0 0,0 1 0 0 0,0 0 0 0 0,0 0 0 0 0,0 0 0 0 0,0 1 0 0 0,1-1-1 0 0,-1 1 1 0 0,0-1 0 0 0,0 1 0 0 0,0 0 0 0 0,-4 2 0 0 0,0 0-65 0 0,0 1-1 0 0,0 0 1 0 0,0 0 0 0 0,0 1-1 0 0,1 0 1 0 0,-1 0 0 0 0,1 0 0 0 0,-10 13-1 0 0,11-11 338 0 0,1 0-1 0 0,-1 1 0 0 0,2 0 0 0 0,-1 0 1 0 0,1 0-1 0 0,1 0 0 0 0,-1 1 1 0 0,1-1-1 0 0,1 1 0 0 0,-1-1 0 0 0,2 1 1 0 0,-1 0-1 0 0,1 0 0 0 0,0-1 0 0 0,1 1 1 0 0,0 0-1 0 0,0-1 0 0 0,1 1 1 0 0,4 10-1 0 0,-4-12 9 0 0,1 0 1 0 0,0 0-1 0 0,1 0 1 0 0,-1 0-1 0 0,2-1 1 0 0,-1 1-1 0 0,0-1 1 0 0,1 0-1 0 0,0 0 1 0 0,1-1-1 0 0,-1 1 1 0 0,1-1-1 0 0,0 0 1 0 0,1-1-1 0 0,-1 0 1 0 0,1 0-1 0 0,-1 0 1 0 0,1-1-1 0 0,1 0 1 0 0,-1 0-1 0 0,12 3 1 0 0,-7-3-388 0 0,0-1 1 0 0,0-1 0 0 0,0 1-1 0 0,14-2 1 0 0,3-1-1065 0 0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51 211 3681 0 0,'3'-3'65'0'0,"2"-4"176"0"0,-1 1-1 0 0,1-1 1 0 0,-1 0-1 0 0,0 0 1 0 0,0 0-1 0 0,-1-1 1 0 0,0 0-1 0 0,0 1 1 0 0,-1-1-1 0 0,2-9 1 0 0,-2-1 1656 0 0,-1 1 0 0 0,0-1-1 0 0,-4-36 1 0 0,3 54-1802 0 0,0 0 0 0 0,0-1 0 0 0,0 1 0 0 0,0-1-1 0 0,0 1 1 0 0,0-1 0 0 0,0 1 0 0 0,0 0 0 0 0,0-1 0 0 0,0 1 0 0 0,0-1 0 0 0,0 1-1 0 0,0 0 1 0 0,0-1 0 0 0,0 1 0 0 0,-1-1 0 0 0,1 1 0 0 0,0 0 0 0 0,0-1 0 0 0,-1 1-1 0 0,1 0 1 0 0,0-1 0 0 0,0 1 0 0 0,-1 0 0 0 0,1-1 0 0 0,0 1 0 0 0,-1 0 0 0 0,1 0-1 0 0,-1-1 1 0 0,1 1 0 0 0,0 0 0 0 0,-1 0 0 0 0,1 0 0 0 0,-1-1 0 0 0,1 1 0 0 0,-1 0 0 0 0,-11 12 1690 0 0,-5 23-748 0 0,14-29-1016 0 0,-40 125 629 0 0,39-117-595 0 0,1 0 0 0 0,1 0-1 0 0,0 0 1 0 0,1 1 0 0 0,0-1-1 0 0,1 0 1 0 0,3 21 0 0 0,-3-33-69 0 0,0 1-1 0 0,0-1 1 0 0,1 0 0 0 0,-1 0 0 0 0,1 0 0 0 0,-1 0 0 0 0,1 0 0 0 0,0 0 0 0 0,0 0 0 0 0,0 0 0 0 0,0 0 0 0 0,0 0 0 0 0,0 0 0 0 0,1-1 0 0 0,-1 1 0 0 0,1 0 0 0 0,-1-1 0 0 0,4 3 0 0 0,-3-4 2 0 0,-1 1 1 0 0,1-1 0 0 0,-1 0 0 0 0,0-1 0 0 0,1 1 0 0 0,-1 0 0 0 0,1 0 0 0 0,-1-1 0 0 0,1 1 0 0 0,-1 0 0 0 0,0-1 0 0 0,1 0 0 0 0,-1 1 0 0 0,0-1-1 0 0,1 0 1 0 0,-1 1 0 0 0,0-1 0 0 0,0 0 0 0 0,0 0 0 0 0,0 0 0 0 0,0 0 0 0 0,0 0 0 0 0,0-1 0 0 0,0 1 0 0 0,0 0 0 0 0,0 0 0 0 0,-1 0 0 0 0,2-3-1 0 0,6-9-51 0 0,-1 0-1 0 0,0-1 1 0 0,-1 0-1 0 0,0 0 0 0 0,4-19 1 0 0,-5 18 172 0 0,0-1 0 0 0,1 1 0 0 0,0 1 0 0 0,13-22 0 0 0,-18 34-72 0 0,0 1-1 0 0,0-1 1 0 0,0 0-1 0 0,0 0 0 0 0,1 0 1 0 0,-1 1-1 0 0,1-1 0 0 0,-1 1 1 0 0,1-1-1 0 0,-1 1 1 0 0,1-1-1 0 0,0 1 0 0 0,0 0 1 0 0,0 0-1 0 0,0 0 0 0 0,0 0 1 0 0,0 0-1 0 0,0 0 0 0 0,0 1 1 0 0,0-1-1 0 0,0 1 1 0 0,0-1-1 0 0,0 1 0 0 0,0 0 1 0 0,0 0-1 0 0,4 0 0 0 0,-3 1-8 0 0,-1 0 0 0 0,1 1 1 0 0,-1-1-1 0 0,1 1 0 0 0,-1-1 0 0 0,1 1 0 0 0,-1 0 0 0 0,0 0 0 0 0,0 0 0 0 0,0 0 0 0 0,0 0 0 0 0,0 0 0 0 0,-1 0 0 0 0,1 1 0 0 0,-1-1 0 0 0,1 1 0 0 0,-1-1 0 0 0,0 1 0 0 0,1 4 0 0 0,24 73 60 0 0,-17-51-9 0 0,17 43 0 0 0,-23-64-71 0 0,1 0 1 0 0,1 0-1 0 0,-1 0 1 0 0,2-1-1 0 0,-1 0 0 0 0,1 0 1 0 0,0 0-1 0 0,0-1 0 0 0,11 10 1 0 0,-16-15-11 0 0,1 0 0 0 0,0 0 1 0 0,-1 0-1 0 0,1 0 0 0 0,0 0 0 0 0,-1 0 0 0 0,1 0 1 0 0,0-1-1 0 0,0 1 0 0 0,0-1 0 0 0,0 1 1 0 0,0-1-1 0 0,0 0 0 0 0,0 0 0 0 0,-1 1 1 0 0,1-1-1 0 0,0-1 0 0 0,0 1 0 0 0,0 0 0 0 0,0 0 1 0 0,2-1-1 0 0,0-1-6 0 0,-1 1 0 0 0,0-1 0 0 0,0 0 0 0 0,0 0 0 0 0,0 0 0 0 0,0 0 0 0 0,-1 0 0 0 0,1-1 0 0 0,-1 1 0 0 0,1-1 0 0 0,1-3 0 0 0,6-8-52 0 0,-1-1 0 0 0,0-1 0 0 0,11-28 0 0 0,-16 35 35 0 0,11-28-1365 0 0,1 0-3582 0 0,1-3-1957 0 0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63 10594 0 0,'-4'7'472'0'0,"3"-5"96"0"0,1 0-455 0 0,0-1-113 0 0,1-1 0 0 0,1 0-153 0 0,0-1-47 0 0,3-1-16 0 0,2-3 0 0 0,4-2-400 0 0,-3 0-88 0 0,4-2-8 0 0,1-1-8 0 0,-3 1 576 0 0,1 0 144 0 0,-3 0 0 0 0,-2 2 0 0 0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4 106 11058 0 0,'-1'1'53'0'0,"1"0"-1"0"0,-1 0 1 0 0,1 0-1 0 0,-1 0 1 0 0,1 1-1 0 0,0-1 1 0 0,0 0-1 0 0,0 1 0 0 0,0-1 1 0 0,0 0-1 0 0,0 0 1 0 0,0 1-1 0 0,0-1 1 0 0,0 0-1 0 0,0 0 1 0 0,1 1-1 0 0,-1-1 0 0 0,0 0 1 0 0,1 0-1 0 0,-1 0 1 0 0,1 0-1 0 0,0 1 1 0 0,-1-1-1 0 0,1 0 1 0 0,0 0-1 0 0,0 0 1 0 0,1 1-1 0 0,1-1 144 0 0,0 0 1 0 0,1 0-1 0 0,-1 0 1 0 0,0 0-1 0 0,1-1 0 0 0,-1 0 1 0 0,1 1-1 0 0,-1-1 1 0 0,6-1-1 0 0,8 0 207 0 0,-1 0 1 0 0,1-1-1 0 0,0-1 0 0 0,29-10 0 0 0,68-30-2068 0 0,-20 7-6961 0 0,-84 33 8133 0 0,-1-1 0 0 0,0 0-1 0 0,0 0 1 0 0,0-1 0 0 0,10-7 0 0 0,-1-1 493 0 0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2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33 10594 0 0,'-4'-4'705'0'0,"1"1"1"0"0,-1-1-1 0 0,-1 1 0 0 0,1 0 0 0 0,0 1 0 0 0,-1-1 0 0 0,1 1 0 0 0,-1 0 1 0 0,0 0-1 0 0,-8-2 0 0 0,12 4-617 0 0,0-1-1 0 0,-1 1 1 0 0,1 0-1 0 0,-1 0 1 0 0,1 0 0 0 0,0 0-1 0 0,-1 0 1 0 0,1 0 0 0 0,-1 1-1 0 0,1-1 1 0 0,0 0 0 0 0,-1 1-1 0 0,1-1 1 0 0,0 1-1 0 0,-1-1 1 0 0,1 1 0 0 0,0 0-1 0 0,0-1 1 0 0,0 1 0 0 0,-1 0-1 0 0,1 0 1 0 0,0 0 0 0 0,0 0-1 0 0,0 0 1 0 0,0 0 0 0 0,1 0-1 0 0,-1 0 1 0 0,0 0-1 0 0,0 1 1 0 0,1-1 0 0 0,-1 0-1 0 0,1 0 1 0 0,-1 1 0 0 0,1-1-1 0 0,-1 0 1 0 0,1 1 0 0 0,0-1-1 0 0,-1 1 1 0 0,1-1-1 0 0,0 0 1 0 0,0 1 0 0 0,1 2-1 0 0,-1 12 58 0 0,1 0 0 0 0,1 0 0 0 0,0 0 0 0 0,1 0 0 0 0,1-1 0 0 0,0 1-1 0 0,1-1 1 0 0,9 19 0 0 0,3 10 80 0 0,19 64 75 0 0,-5 1 1 0 0,32 206-1 0 0,-48-197-1726 0 0,59 223 0 0 0,-73-339 1221 0 0,0 1-518 0 0,0 1-1 0 0,0-1 1 0 0,0 1-1 0 0,1-1 1 0 0,0 0 0 0 0,-1 0-1 0 0,3 4 1 0 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2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 9 2304 0 0,'-35'8'245'0'0,"-16"4"2704"0"0,12 10 9615 0 0,56-20-11377 0 0,281-24 2969 0 0,-157 7-3372 0 0,111-1-800 0 0,291 20 0 0 0,-495-2-940 0 0,69 14 0 0 0,-86-8-172 0 0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3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27 5841 0 0,'-3'-27'12421'0'0,"10"39"-9908"0"0,5 16-2354 0 0,-2 2-1 0 0,-1-1 1 0 0,-1 1-1 0 0,-1 1 1 0 0,2 33-1 0 0,3 159 1173 0 0,-1-8-679 0 0,-8-190-652 0 0,1-1 0 0 0,1 0 0 0 0,9 29 0 0 0,-12-47 0 0 0,0 0 0 0 0,1 0 0 0 0,0 0 0 0 0,0 0 0 0 0,0 0 0 0 0,0-1 0 0 0,1 1 0 0 0,0-1 0 0 0,0 0 0 0 0,1 0 0 0 0,-1 0 0 0 0,1-1 0 0 0,0 1 0 0 0,0-1 0 0 0,1-1 0 0 0,-1 1 0 0 0,8 3 0 0 0,-9-6 0 0 0,-1 0 1 0 0,1 0-1 0 0,0 0 0 0 0,0 0 0 0 0,0-1 1 0 0,0 0-1 0 0,0 0 0 0 0,0 0 1 0 0,0 0-1 0 0,0-1 0 0 0,0 1 0 0 0,0-1 1 0 0,0 0-1 0 0,0 0 0 0 0,0 0 0 0 0,-1-1 1 0 0,1 1-1 0 0,4-4 0 0 0,7-4-3 0 0,0 0 0 0 0,26-23 0 0 0,-13 10-16 0 0,-28 22 8 0 0,154-105-437 0 0,-130 92-416 0 0,0 0 0 0 0,0 1 0 0 0,1 2 0 0 0,48-14 0 0 0,-48 18-439 0 0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3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6913 0 0,'-1'10'11295'0'0,"4"23"-8897"0"0,-1-22-1481 0 0,6 196 1826 0 0,-8-145-3425 0 0,2 0 1 0 0,3 0 0 0 0,18 86 0 0 0,-16-121-7089 0 0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3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58 14283 0 0,'3'3'230'0'0,"1"-1"0"0"0,-1 0 0 0 0,1 0 0 0 0,-1 0 0 0 0,1-1 0 0 0,0 1 0 0 0,0-1 0 0 0,0 0 0 0 0,0 0 0 0 0,0 0 0 0 0,0-1 1 0 0,7 1-1 0 0,50-1 1632 0 0,-38-3-1411 0 0,0-1 0 0 0,0-1 0 0 0,0-1 0 0 0,-1-1 0 0 0,36-16 0 0 0,16-6-6066 0 0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4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0 7370 0 0,'-1'1'196'0'0,"-1"1"1"0"0,1-1-1 0 0,0 0 1 0 0,-1 1 0 0 0,1-1-1 0 0,0 1 1 0 0,0 0 0 0 0,0-1-1 0 0,0 1 1 0 0,0 0 0 0 0,0 0-1 0 0,0-1 1 0 0,1 1 0 0 0,-1 0-1 0 0,0 0 1 0 0,1 0-1 0 0,0 0 1 0 0,-1 0 0 0 0,1 0-1 0 0,0 0 1 0 0,0 2 0 0 0,3 51 4140 0 0,-1-43-3676 0 0,7 129 4620 0 0,-7-91-5076 0 0,-4-1 1 0 0,-8 63-1 0 0,3-58-2342 0 0,4-29-5242 0 0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4.4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14283 0 0,'24'16'4013'0'0,"-13"-2"-3354"0"0,-1 0-1 0 0,0 1 1 0 0,-1 0 0 0 0,0 1-1 0 0,-1-1 1 0 0,10 34-1 0 0,24 105-210 0 0,-20-32-335 0 0,8 178 0 0 0,-12-94-2755 0 0,-10-141-4925 0 0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4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0 147 10594 0 0,'109'-22'6066'0'0,"15"-13"-2715"0"0,107-26-786 0 0,-184 51-2872 0 0,0 2 0 0 0,93-3 0 0 0,-129 11-247 0 0,0 1 0 0 0,0 0 0 0 0,1 0 0 0 0,-1 1 1 0 0,0 0-1 0 0,-1 1 0 0 0,13 5 0 0 0,3 4-5844 0 0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4609 0 0,'1'7'1117'0'0,"0"0"0"0"0,0-1 0 0 0,1 1 0 0 0,0-1 0 0 0,5 12 0 0 0,3 9 1442 0 0,39 145 5388 0 0,21 86-5305 0 0,-68-252-2625 0 0,0 1 0 0 0,0-1 0 0 0,0 0 0 0 0,0 0-1 0 0,1-1 1 0 0,0 1 0 0 0,1 0 0 0 0,-1-1 0 0 0,1 0 0 0 0,0 0 0 0 0,0 0 0 0 0,0 0 0 0 0,1-1 0 0 0,0 1 0 0 0,9 5 0 0 0,-10-8-19 0 0,1 1-1 0 0,0-2 0 0 0,-1 1 0 0 0,1 0 1 0 0,0-1-1 0 0,0 0 0 0 0,0 0 1 0 0,0-1-1 0 0,0 1 0 0 0,0-1 0 0 0,0 0 1 0 0,0 0-1 0 0,0-1 0 0 0,0 1 1 0 0,0-1-1 0 0,0 0 0 0 0,-1-1 0 0 0,1 1 1 0 0,0-1-1 0 0,7-3 0 0 0,23-13-5 0 0,59-40 0 0 0,-52 31-2046 0 0,0 2-3457 0 0,-8 7-1843 0 0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38 2304 0 0,'-19'0'9330'0'0,"24"-3"-7727"0"0,2-2-1057 0 0,-1 0 0 0 0,1 1 0 0 0,0 0 0 0 0,1 1 0 0 0,-1-1-1 0 0,15-3 1 0 0,-19 6-424 0 0,0 1 0 0 0,0-1 0 0 0,1 1 0 0 0,-1-1-1 0 0,0 1 1 0 0,0 0 0 0 0,1 1 0 0 0,-1-1 0 0 0,0 0 0 0 0,0 1-1 0 0,1 0 1 0 0,-1 0 0 0 0,0 0 0 0 0,0 0 0 0 0,0 0-1 0 0,0 0 1 0 0,0 1 0 0 0,-1 0 0 0 0,1-1 0 0 0,0 1 0 0 0,-1 0-1 0 0,5 4 1 0 0,11 14 545 0 0,30 44 0 0 0,9 11 502 0 0,-51-68-1048 0 0,1 0-1 0 0,0 0 0 0 0,1-1 1 0 0,0 0-1 0 0,0 0 1 0 0,0-1-1 0 0,12 6 0 0 0,-17-10-123 0 0,-1 0-1 0 0,1 0 1 0 0,-1-1-1 0 0,1 1 1 0 0,-1-1-1 0 0,1 1 1 0 0,0-1-1 0 0,-1 0 1 0 0,1 0-1 0 0,0 0 0 0 0,-1 0 1 0 0,1-1-1 0 0,-1 1 1 0 0,1-1-1 0 0,0 0 1 0 0,-1 1-1 0 0,1-1 1 0 0,-1 0-1 0 0,4-2 1 0 0,3-3-246 0 0,0 0 1 0 0,0 0 0 0 0,11-11-1 0 0,-8 6-442 0 0,9-6-636 0 0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2304 0 0,'1'2'237'0'0,"0"-1"-1"0"0,-1 1 0 0 0,1 0 0 0 0,0-1 0 0 0,0 1 1 0 0,1-1-1 0 0,-1 1 0 0 0,0-1 0 0 0,0 0 0 0 0,1 1 1 0 0,-1-1-1 0 0,1 0 0 0 0,-1 0 0 0 0,1 0 0 0 0,-1 0 1 0 0,1 0-1 0 0,0 0 0 0 0,-1-1 0 0 0,1 1 0 0 0,0 0 1 0 0,0-1-1 0 0,-1 0 0 0 0,4 1 0 0 0,44 8 4074 0 0,-29-10-3469 0 0,-1-1 0 0 0,1 0 1 0 0,-1-2-1 0 0,0-1 1 0 0,0 0-1 0 0,-1-1 0 0 0,0-1 1 0 0,21-11-1 0 0,-8 5-3110 0 0,46-14 0 0 0,-57 22-3446 0 0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0,'0'5'771'0'0,"0"1"0"0"0,0-1 0 0 0,0 0 1 0 0,1 0-1 0 0,0 0 0 0 0,0 0 0 0 0,0 0 0 0 0,1 0 1 0 0,2 6-1 0 0,2 8 705 0 0,0 21 2216 0 0,2 75 0 0 0,0 8-6767 0 0,-4-99 1732 0 0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0,'3'40'4607'0'0,"7"112"1878"0"0,-2-87-4668 0 0,22 96 0 0 0,86 314 82 0 0,-46-157-5881 0 0,-61-273-3163 0 0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6449 0 0,'0'1'108'0'0,"0"1"0"0"0,-1-1 0 0 0,1 0 0 0 0,0 0 0 0 0,0 1 0 0 0,0-1 0 0 0,0 0 0 0 0,1 0 0 0 0,-1 1 0 0 0,0-1-1 0 0,1 0 1 0 0,-1 0 0 0 0,0 0 0 0 0,1 0 0 0 0,-1 1 0 0 0,1-1 0 0 0,0 0 0 0 0,-1 0 0 0 0,1 0 0 0 0,0 0 0 0 0,0 0-1 0 0,0 0 1 0 0,-1 0 0 0 0,3 1 0 0 0,1 1 280 0 0,0-1 1 0 0,0 1-1 0 0,0 0 0 0 0,1-1 0 0 0,-1 0 1 0 0,8 3-1 0 0,7 0 958 0 0,0 0-1 0 0,25 3 1 0 0,-9-4-99 0 0,0-2-1 0 0,0-2 1 0 0,50-4 0 0 0,103-25 988 0 0,0 1-2505 0 0,-153 25-360 0 0,0 1 0 0 0,1 2 1 0 0,47 6-1 0 0,-52 0-1661 0 0,-4 4-4391 0 0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5985 0 0,'-1'1'396'0'0,"1"1"-1"0"0,0 0 1 0 0,0-1-1 0 0,0 1 1 0 0,0 0-1 0 0,0-1 1 0 0,1 1-1 0 0,-1-1 1 0 0,0 1-1 0 0,1-1 0 0 0,-1 1 1 0 0,1-1-1 0 0,0 1 1 0 0,-1-1-1 0 0,1 1 1 0 0,0-1-1 0 0,0 1 1 0 0,0-1-1 0 0,2 2 1 0 0,22 32 3585 0 0,-3-6-1641 0 0,36 61 0 0 0,-43-60-2073 0 0,-1 1 0 0 0,-1 0 0 0 0,-2 0 1 0 0,11 46-1 0 0,15 129 460 0 0,7 24-565 0 0,-41-217-159 0 0,1 0 0 0 0,10 24-1 0 0,-13-35-16 0 0,0 0-1 0 0,0 1 0 0 0,0-1 1 0 0,0 0-1 0 0,1 0 1 0 0,-1 0-1 0 0,1 0 0 0 0,-1 0 1 0 0,1 0-1 0 0,0 0 1 0 0,0-1-1 0 0,0 1 0 0 0,0 0 1 0 0,0-1-1 0 0,0 0 0 0 0,0 1 1 0 0,0-1-1 0 0,0 0 1 0 0,1 0-1 0 0,-1 0 0 0 0,0 0 1 0 0,1-1-1 0 0,3 1 1 0 0,1-2-128 0 0,0-2 1 0 0,-1 1 0 0 0,1-1 0 0 0,0 0 0 0 0,-1 0 0 0 0,0 0 0 0 0,0-1 0 0 0,0 0 0 0 0,0-1-1 0 0,7-6 1 0 0,7-4-374 0 0,116-89-5279 0 0,-131 99 5877 0 0,18-15-99 0 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1 211 7370 0 0,'43'-11'4586'0'0,"-2"-1"-1974"0"0,-1-3 0 0 0,55-27-1 0 0,71-52-444 0 0,-161 91-2335 0 0,30-18-355 0 0,-12 9-5111 0 0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7.5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0,'10'4'804'0'0,"0"-2"0"0"0,-1 1 0 0 0,1-1-1 0 0,0-1 1 0 0,0 0 0 0 0,18 0 0 0 0,11 1 1546 0 0,-18 1-1490 0 0,80 13 1502 0 0,-92-14-2259 0 0,-1 0 1 0 0,0 1-1 0 0,1 0 1 0 0,-1 0-1 0 0,-1 0 1 0 0,1 1-1 0 0,0 1 1 0 0,-1-1-1 0 0,8 8 1 0 0,-12-9-93 0 0,0 0 0 0 0,-1 0 1 0 0,1 0-1 0 0,-1 0 1 0 0,0 1-1 0 0,0-1 1 0 0,0 1-1 0 0,-1 0 1 0 0,1 0-1 0 0,-1-1 0 0 0,0 1 1 0 0,0 0-1 0 0,0 0 1 0 0,0 8-1 0 0,0 6-16 0 0,-1 0-1 0 0,-3 21 1 0 0,1 22 95 0 0,4-53-56 0 0,0 0 0 0 0,0-1 1 0 0,0 1-1 0 0,1 0 0 0 0,0-1 0 0 0,1 0 1 0 0,-1 1-1 0 0,2-1 0 0 0,6 9 0 0 0,-6-9 40 0 0,0 0 1 0 0,-1 1-1 0 0,0-1 0 0 0,0 1 0 0 0,-1 0 0 0 0,1 0 0 0 0,2 14 0 0 0,-6-20-54 0 0,1 1 0 0 0,-1-1 0 0 0,0 1 0 0 0,0-1 0 0 0,0 0 0 0 0,0 1 0 0 0,-1-1 0 0 0,1 1 0 0 0,-1-1 0 0 0,1 0 0 0 0,-1 1 0 0 0,0-1 0 0 0,0 0 0 0 0,0 0 0 0 0,0 1 0 0 0,0-1 0 0 0,0 0 0 0 0,-1 0 0 0 0,1 0 0 0 0,-1-1 0 0 0,1 1 0 0 0,-1 0 0 0 0,0 0 0 0 0,-2 1 0 0 0,2-2-559 0 0,0 0-1 0 0,1 0 1 0 0,-1-1-1 0 0,0 1 1 0 0,0 0 0 0 0,0-1-1 0 0,1 1 1 0 0,-1-1-1 0 0,0 0 1 0 0,0 1 0 0 0,0-1-1 0 0,-3-1 1 0 0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37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3225 0 0,'0'-17'-164'0'0,"-1"6"417"0"0,1-1 0 0 0,1 1 0 0 0,2-18 0 0 0,-2 26-132 0 0,0 0 0 0 0,-1 0 0 0 0,1 0-1 0 0,0 1 1 0 0,1-1 0 0 0,-1 0 0 0 0,0 1-1 0 0,1-1 1 0 0,-1 1 0 0 0,1-1-1 0 0,0 1 1 0 0,0 0 0 0 0,0-1 0 0 0,0 1-1 0 0,0 0 1 0 0,0 1 0 0 0,1-1 0 0 0,-1 0-1 0 0,3-1 1 0 0,1 2 136 0 0,-1 0 1 0 0,0 0-1 0 0,0 0 1 0 0,0 1-1 0 0,0 0 0 0 0,0 0 1 0 0,1 0-1 0 0,-1 1 1 0 0,0-1-1 0 0,0 1 1 0 0,0 1-1 0 0,0-1 0 0 0,0 1 1 0 0,8 3-1 0 0,20 4 300 0 0,-17-4-492 0 0,-1 0 0 0 0,1 1 0 0 0,-1 0 0 0 0,0 1 0 0 0,19 13-1 0 0,-15-9 162 0 0,0-1 0 0 0,36 13-1 0 0,-49-21-167 0 0,0-1 0 0 0,0 1-1 0 0,0-1 1 0 0,1 0-1 0 0,-1-1 1 0 0,0 1 0 0 0,1-1-1 0 0,-1 0 1 0 0,0-1-1 0 0,1 0 1 0 0,-1 0 0 0 0,0 0-1 0 0,10-4 1 0 0,-15 5-31 0 0,0-1 1 0 0,-1 1-1 0 0,1-1 0 0 0,0 1 1 0 0,0-1-1 0 0,-1 1 1 0 0,1-1-1 0 0,0 1 0 0 0,-1-1 1 0 0,1 0-1 0 0,-1 1 1 0 0,1-1-1 0 0,-1 0 1 0 0,1 0-1 0 0,-1 1 0 0 0,0-1 1 0 0,1 0-1 0 0,-1 0 1 0 0,0 0-1 0 0,1 0 0 0 0,-1 1 1 0 0,0-1-1 0 0,0 0 1 0 0,0 0-1 0 0,0 0 1 0 0,0 0-1 0 0,0 0 0 0 0,0 1 1 0 0,0-1-1 0 0,0 0 1 0 0,0 0-1 0 0,-1 0 0 0 0,1-1 1 0 0,-14-36 372 0 0,5 18-116 0 0,-3-23 190 0 0,2-1-1 0 0,2-1 0 0 0,2 1 1 0 0,-1-66-1 0 0,6 86-313 0 0,-9-45 0 0 0,6 45-515 0 0,-2-44-1 0 0,7 52-4449 0 0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6.0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0 123 2561 0 0,'5'-7'0'0'0,"0"-1"0"0"0,-1 1 0 0 0,0-1 0 0 0,0 1 0 0 0,0-1 0 0 0,2-11 0 0 0,4-6 0 0 0,-9 23 0 0 0,0 1 0 0 0,-1 0 0 0 0,1-1 0 0 0,0 1 0 0 0,-1-1 0 0 0,1 1 0 0 0,-1-1 0 0 0,1 1 0 0 0,-1-1 0 0 0,0 1 0 0 0,1-1 0 0 0,-1 1 0 0 0,0-1 0 0 0,0 1 0 0 0,0-1 0 0 0,0 1 0 0 0,-1-1 0 0 0,1 1 0 0 0,-1-3 0 0 0,0 2 0 0 0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0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3225 0 0,'19'9'8272'0'0,"8"5"-7035"0"0,33 24 0 0 0,-11 11-65 0 0,-36-35-788 0 0,0-1 1 0 0,0 0-1 0 0,25 17 1 0 0,-5-5 180 0 0,55 51 0 0 0,-76-65-540 0 0,122 132 532 0 0,-42-53-91 0 0,-61-62-291 0 0,42 49 0 0 0,-43-40-53 0 0,3-1-1 0 0,1-2 1 0 0,1-1-1 0 0,76 53 0 0 0,-49-39-13 0 0,-2 2 0 0 0,69 73 0 0 0,-116-110-94 0 0,-11-10-93 0 0,-1-1-1 0 0,1 0 0 0 0,0 0 0 0 0,-1 1 1 0 0,0-1-1 0 0,1 1 0 0 0,-1-1 0 0 0,0 1 1 0 0,0-1-1 0 0,1 1 0 0 0,-1 0 0 0 0,-1 0 1 0 0,1-1-1 0 0,0 1 0 0 0,0 0 0 0 0,-1 0 1 0 0,1 0-1 0 0,-1 0 0 0 0,1 0 0 0 0,-1 0 1 0 0,0 4-1 0 0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9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9 798 5065 0 0,'-8'-8'6294'0'0,"27"9"-4402"0"0,36 11 294 0 0,-12 4-1617 0 0,0-3 1 0 0,76 14-1 0 0,-111-25-518 0 0,53 13 260 0 0,-1 3 0 0 0,0 3 1 0 0,70 34-1 0 0,-91-34-169 0 0,-25-13-133 0 0,-1-1 1 0 0,1-1-1 0 0,25 8 0 0 0,-39-14-10 0 0,1 0 1 0 0,-1 0-1 0 0,1-1 0 0 0,-1 1 0 0 0,0 0 1 0 0,1-1-1 0 0,-1 1 0 0 0,0 0 1 0 0,1-1-1 0 0,-1 1 0 0 0,0-1 0 0 0,1 1 1 0 0,-1 0-1 0 0,0-1 0 0 0,0 1 1 0 0,1-1-1 0 0,-1 1 0 0 0,0-1 1 0 0,0 1-1 0 0,0-1 0 0 0,0 1 0 0 0,0-1 1 0 0,0 1-1 0 0,0-1 0 0 0,0 1 1 0 0,0-1-1 0 0,0 1 0 0 0,0-1 0 0 0,0 1 1 0 0,0-2-1 0 0,0-27-46 0 0,-1 13 65 0 0,2-18-164 0 0,-1 0 0 0 0,-2 0 0 0 0,-8-43 0 0 0,-3-49-587 0 0,22-438-360 0 0,-8 542 1156 0 0,0 11-68 0 0,-1-1 1 0 0,0 0-1 0 0,-3-22 0 0 0,3 34 4 0 0,0-1 0 0 0,0 1 0 0 0,0 0 0 0 0,0 0 0 0 0,0 0 0 0 0,0-1-1 0 0,0 1 1 0 0,0 0 0 0 0,0 0 0 0 0,0-1 0 0 0,0 1 0 0 0,0 0 0 0 0,0 0-1 0 0,0 0 1 0 0,0-1 0 0 0,0 1 0 0 0,0 0 0 0 0,-1 0 0 0 0,1 0-1 0 0,0-1 1 0 0,0 1 0 0 0,0 0 0 0 0,0 0 0 0 0,0 0 0 0 0,-1 0 0 0 0,1-1-1 0 0,0 1 1 0 0,0 0 0 0 0,0 0 0 0 0,-1 0 0 0 0,1 0 0 0 0,0 0-1 0 0,0 0 1 0 0,0 0 0 0 0,-1 0 0 0 0,1-1 0 0 0,0 1 0 0 0,0 0 0 0 0,-1 0-1 0 0,1 0 1 0 0,-7 8-542 0 0,-3 13-515 0 0,8-11 518 0 0,1 1-1 0 0,0-1 1 0 0,0 0 0 0 0,1 0 0 0 0,1 1-1 0 0,1 10 1 0 0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3225 0 0,'21'-24'1287'0'0,"-19"23"-1127"0"0,-1-1 1 0 0,1 2-1 0 0,0-1 1 0 0,-1 0-1 0 0,1 0 1 0 0,0 0-1 0 0,0 1 1 0 0,-1-1-1 0 0,1 1 1 0 0,0 0-1 0 0,0-1 1 0 0,0 1-1 0 0,0 0 1 0 0,0 0-1 0 0,-1 0 1 0 0,1 0-1 0 0,0 0 1 0 0,0 1-1 0 0,0-1 1 0 0,0 1 0 0 0,0-1-1 0 0,-1 1 1 0 0,1-1-1 0 0,0 1 1 0 0,-1 0-1 0 0,1 0 1 0 0,0 0-1 0 0,-1 0 1 0 0,1 0-1 0 0,2 3 1 0 0,3 2 418 0 0,-1 0 0 0 0,1 0 0 0 0,-1 1 0 0 0,0 0 1 0 0,6 11-1 0 0,8 10-193 0 0,33 38 1 0 0,-44-55-186 0 0,2-1-1 0 0,-1 0 1 0 0,1-1 0 0 0,1 0-1 0 0,-1-1 1 0 0,16 8 0 0 0,-27-16-172 0 0,0 1 0 0 0,1-1 0 0 0,-1 0 1 0 0,0 0-1 0 0,0 0 0 0 0,1 0 0 0 0,-1 0 1 0 0,0 0-1 0 0,1 1 0 0 0,-1-1 0 0 0,0 0 1 0 0,0 0-1 0 0,1 0 0 0 0,-1 0 1 0 0,0 0-1 0 0,1 0 0 0 0,-1 0 0 0 0,0 0 1 0 0,1 0-1 0 0,-1 0 0 0 0,0 0 0 0 0,0-1 1 0 0,1 1-1 0 0,-1 0 0 0 0,0 0 0 0 0,1 0 1 0 0,-1 0-1 0 0,0 0 0 0 0,0 0 0 0 0,1-1 1 0 0,-1 1-1 0 0,0 0 0 0 0,0 0 1 0 0,0 0-1 0 0,1-1 0 0 0,-1 1 0 0 0,0 0 1 0 0,0 0-1 0 0,0-1 0 0 0,0 1 0 0 0,1 0 1 0 0,-1 0-1 0 0,0-1 0 0 0,0 1 0 0 0,0 0 1 0 0,0-1-1 0 0,0 1 0 0 0,0 0 0 0 0,0-1 1 0 0,0 1-1 0 0,1-25 893 0 0,-2 4-649 0 0,3 6-205 0 0,1 0 0 0 0,0 0 0 0 0,2 0 0 0 0,-1 0 0 0 0,2 1 0 0 0,0-1 0 0 0,0 1 0 0 0,1 1 0 0 0,12-17 0 0 0,13-15-145 0 0,47-51 0 0 0,-14 18-209 0 0,-40 44 135 0 0,-11 15-192 0 0,26-29-1 0 0,-39 48 225 0 0,-1-1 0 0 0,0 1 0 0 0,1-1-1 0 0,-1 1 1 0 0,1 0 0 0 0,-1-1-1 0 0,1 1 1 0 0,-1 0 0 0 0,1 0 0 0 0,-1-1-1 0 0,0 1 1 0 0,1 0 0 0 0,-1 0-1 0 0,1 0 1 0 0,0 0 0 0 0,-1 0 0 0 0,1 0-1 0 0,-1-1 1 0 0,1 1 0 0 0,-1 0 0 0 0,1 0-1 0 0,-1 1 1 0 0,1-1 0 0 0,-1 0-1 0 0,1 0 1 0 0,-1 0 0 0 0,1 0 0 0 0,-1 0-1 0 0,1 0 1 0 0,-1 1 0 0 0,1-1 0 0 0,-1 0-1 0 0,1 1 1 0 0,-1-1 0 0 0,1 0-1 0 0,-1 0 1 0 0,0 1 0 0 0,1-1 0 0 0,-1 1-1 0 0,0-1 1 0 0,1 0 0 0 0,-1 1-1 0 0,0-1 1 0 0,1 1 0 0 0,-1-1 0 0 0,0 1-1 0 0,0-1 1 0 0,0 1 0 0 0,1-1 0 0 0,-1 2-1 0 0,5 4-2563 0 0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219 101 3889 0 0,'-53'-21'445'0'0,"45"17"-421"0"0,-1 0-1 0 0,1 0 1 0 0,-1 1-1 0 0,0 0 1 0 0,0 1 0 0 0,0 0-1 0 0,0 0 1 0 0,-11 0-1 0 0,13 2 345 0 0,0-1 0 0 0,0 0 0 0 0,1 0 0 0 0,-13-4 0 0 0,17 5-203 0 0,1 0-1 0 0,-1-1 0 0 0,1 1 0 0 0,-1-1 0 0 0,1 1 1 0 0,0-1-1 0 0,-1 0 0 0 0,1 1 0 0 0,0-1 0 0 0,-1 0 1 0 0,1 0-1 0 0,0 0 0 0 0,0 0 0 0 0,0 0 0 0 0,0 0 0 0 0,0 0 1 0 0,0-1-1 0 0,0 1 0 0 0,0 0 0 0 0,0-1 0 0 0,0 1 1 0 0,1 0-1 0 0,-1-1 0 0 0,1 1 0 0 0,-1-1 0 0 0,0-2 1 0 0,1 3-110 0 0,1 1 0 0 0,-1-1 0 0 0,0 0 1 0 0,0 0-1 0 0,1 0 0 0 0,-1 1 1 0 0,1-1-1 0 0,-1 0 0 0 0,0 0 0 0 0,1 1 1 0 0,-1-1-1 0 0,1 0 0 0 0,0 1 0 0 0,-1-1 1 0 0,1 1-1 0 0,-1-1 0 0 0,1 1 0 0 0,0-1 1 0 0,0 1-1 0 0,-1-1 0 0 0,1 1 1 0 0,0 0-1 0 0,0-1 0 0 0,-1 1 0 0 0,1 0 1 0 0,0 0-1 0 0,0-1 0 0 0,0 1 0 0 0,-1 0 1 0 0,2 0-1 0 0,-1 0-37 0 0,1 0 1 0 0,-1-1-1 0 0,0 1 1 0 0,0 0-1 0 0,0 0 1 0 0,1 0 0 0 0,-1 1-1 0 0,0-1 1 0 0,0 0-1 0 0,1 0 1 0 0,-1 1-1 0 0,0-1 1 0 0,0 0-1 0 0,0 1 1 0 0,0-1-1 0 0,0 1 1 0 0,0 0-1 0 0,0-1 1 0 0,0 1-1 0 0,0 0 1 0 0,0 0-1 0 0,1 0 1 0 0,10 18 94 0 0,-2 0 0 0 0,16 38 1 0 0,1 1-212 0 0,-6-18-11 0 0,33 47 0 0 0,-44-74 89 0 0,-1 0-1 0 0,2-1 0 0 0,0-1 1 0 0,0 1-1 0 0,1-2 1 0 0,0 0-1 0 0,16 11 1 0 0,-27-21 31 0 0,0 1 0 0 0,0 0 0 0 0,0-1 0 0 0,0 1 0 0 0,0-1 0 0 0,0 1 0 0 0,1-1 0 0 0,-1 1 0 0 0,0-1 0 0 0,0 0 0 0 0,0 0 0 0 0,0 0 0 0 0,0 1 0 0 0,1-1 0 0 0,-1 0 0 0 0,0 0 0 0 0,0-1 0 0 0,0 1 0 0 0,0 0 0 0 0,0 0 0 0 0,1 0 0 0 0,-1-1 0 0 0,1 0 0 0 0,-1 0-65 0 0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3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47 195 3225 0 0,'-6'0'203'0'0,"2"0"-177"0"0,1 1 1 0 0,0-1-1 0 0,-1 0 0 0 0,1-1 1 0 0,0 1-1 0 0,-1 0 1 0 0,1-1-1 0 0,0 0 0 0 0,0 0 1 0 0,-5-1-1 0 0,38-11 1073 0 0,69-11 419 0 0,0 5-1 0 0,149-11 1 0 0,-211 28-1526 0 0,-1-1-1 0 0,1-3 0 0 0,-1 0 1 0 0,-1-3-1 0 0,0-1 1 0 0,0-1-1 0 0,46-22 1 0 0,-71 27 122 0 0,-6 4 4 0 0,1-1-1 0 0,-1 1 0 0 0,1 0 0 0 0,-1 0 1 0 0,1 1-1 0 0,0-1 0 0 0,-1 1 0 0 0,8-1 1 0 0,-61 24-1469 0 0,-133 49-918 0 0,-5-21 3444 0 0,79-20 151 0 0,55-15-1069 0 0,-68 12-1 0 0,202-38-280 0 0,173-27-168 0 0,-280 48-30 0 0,6-1-79 0 0,-37 10 0 0 0,-109 8-187 0 0,164-27 503 0 0,1 0 0 0 0,-1 1 1 0 0,0-1-1 0 0,1 1 0 0 0,-1 0 1 0 0,1-1-1 0 0,-1 1 0 0 0,1 0 1 0 0,0 0-1 0 0,-1 0 0 0 0,1 0 1 0 0,0 0-1 0 0,0 0 0 0 0,-1 1 1 0 0,1-1-1 0 0,0 0 1 0 0,0 1-1 0 0,1-1 0 0 0,-1 0 1 0 0,0 1-1 0 0,0-1 0 0 0,1 1 1 0 0,-1-1-1 0 0,0 1 0 0 0,1 0 1 0 0,0-1-1 0 0,-1 1 0 0 0,1 0 1 0 0,0-1-1 0 0,0 1 0 0 0,0 0 1 0 0,0-1-1 0 0,0 4 0 0 0,1-2 11 0 0,-1-1-1 0 0,0 1 1 0 0,1 0 0 0 0,0 0-1 0 0,0-1 1 0 0,0 1-1 0 0,0-1 1 0 0,0 1 0 0 0,0-1-1 0 0,0 1 1 0 0,1-1-1 0 0,-1 0 1 0 0,1 0 0 0 0,0 1-1 0 0,0-1 1 0 0,0 0-1 0 0,0-1 1 0 0,0 1-1 0 0,0 0 1 0 0,3 1 0 0 0,-4-2-17 0 0,0-1-1 0 0,0 1 1 0 0,0-1 0 0 0,-1 1 0 0 0,1-1 0 0 0,0 0-1 0 0,0 1 1 0 0,0-1 0 0 0,1 0 0 0 0,-1 0 0 0 0,0 0 0 0 0,0 0-1 0 0,0 0 1 0 0,0 0 0 0 0,0 0 0 0 0,0 0 0 0 0,0 0 0 0 0,0 0-1 0 0,0-1 1 0 0,0 1 0 0 0,0 0 0 0 0,0-1 0 0 0,0 1 0 0 0,0-1-1 0 0,0 1 1 0 0,0-1 0 0 0,-1 1 0 0 0,1-1 0 0 0,0 0 0 0 0,1 0-1 0 0,1-3-70 0 0,0 0-1 0 0,-1 0 0 0 0,1 0 0 0 0,-1 0 0 0 0,3-9 0 0 0,-4 10 4 0 0,4-23-611 0 0,-9 23 75 0 0,-3 15 388 0 0,-2 12 301 0 0,1 1 1 0 0,1 0 0 0 0,-5 40-1 0 0,-1 4 304 0 0,11-59-286 0 0,-3 15-239 0 0,5-24 129 0 0,0 0 0 0 0,-1-1-1 0 0,1 1 1 0 0,0 0-1 0 0,0-1 1 0 0,-1 1 0 0 0,1 0-1 0 0,0-1 1 0 0,-1 1 0 0 0,1-1-1 0 0,-1 1 1 0 0,1 0-1 0 0,-1-1 1 0 0,1 1 0 0 0,-1-1-1 0 0,1 0 1 0 0,-1 1-1 0 0,1-1 1 0 0,-1 1 0 0 0,0-1-1 0 0,1 0 1 0 0,-1 1-1 0 0,0-1 1 0 0,1 0 0 0 0,-1 0-1 0 0,0 0 1 0 0,0 1-1 0 0,0-2 27 0 0,1 0 0 0 0,0 1 0 0 0,-1-1 0 0 0,1 1-1 0 0,0-1 1 0 0,0 0 0 0 0,0 1 0 0 0,-1-1 0 0 0,1 0 0 0 0,0 0-1 0 0,0 1 1 0 0,0-1 0 0 0,0 0 0 0 0,0 1 0 0 0,0-1-1 0 0,1 0 1 0 0,-1 1 0 0 0,0-1 0 0 0,0 0 0 0 0,0 0-1 0 0,1 1 1 0 0,-1-2 0 0 0,6-19 94 0 0,83-184-2859 0 0,-88 201 2675 0 0,1 1-1 0 0,0-1 1 0 0,0 0-1 0 0,0 1 1 0 0,0-1-1 0 0,0 1 0 0 0,1-1 1 0 0,-1 1-1 0 0,1 0 1 0 0,4-3-1 0 0,-6 5 106 0 0,0 0-1 0 0,1 1 0 0 0,-1-1 1 0 0,0 0-1 0 0,1 1 0 0 0,-1-1 1 0 0,0 1-1 0 0,1 0 0 0 0,-1-1 1 0 0,1 1-1 0 0,-1 0 0 0 0,1 0 1 0 0,-1 0-1 0 0,1 0 1 0 0,-1 0-1 0 0,1 0 0 0 0,-1 0 1 0 0,1 1-1 0 0,-1-1 0 0 0,0 0 1 0 0,1 1-1 0 0,-1-1 0 0 0,1 1 1 0 0,-1 0-1 0 0,0-1 0 0 0,0 1 1 0 0,1 0-1 0 0,-1 0 0 0 0,0 0 1 0 0,0 0-1 0 0,0 0 1 0 0,1 1-1 0 0,3 3 194 0 0,0 0-1 0 0,-1 0 1 0 0,0 0 0 0 0,0 0-1 0 0,0 1 1 0 0,-1-1 0 0 0,5 12-1 0 0,-6-14-183 0 0,-1 0-1 0 0,0 0 1 0 0,0-1-1 0 0,0 1 1 0 0,-1 0-1 0 0,1 0 1 0 0,0 0-1 0 0,-1 0 1 0 0,0 0-1 0 0,0 0 1 0 0,0 0-1 0 0,0 0 1 0 0,0 0-1 0 0,-1 0 1 0 0,1 0-1 0 0,-1 0 1 0 0,0 0-1 0 0,0 0 1 0 0,-2 3-1 0 0,-7 6 458 0 0,9-12-539 0 0,1-1 0 0 0,0 1 0 0 0,0-1 0 0 0,-1 1-1 0 0,1-1 1 0 0,0 1 0 0 0,0 0 0 0 0,0-1 0 0 0,0 1 0 0 0,0-1-1 0 0,0 1 1 0 0,0-1 0 0 0,0 1 0 0 0,0-1 0 0 0,0 1 0 0 0,0-1-1 0 0,0 1 1 0 0,0-1 0 0 0,0 1 0 0 0,0 0 0 0 0,0-1 0 0 0,1 1-1 0 0,-1-1 1 0 0,0 1 0 0 0,0 0 0 0 0,1-2 0 0 0,0-3-1355 0 0,2-4 1223 0 0,-1 3-38 0 0,0-1 0 0 0,-1 0 0 0 0,1 0-1 0 0,-1 0 1 0 0,0 0 0 0 0,-1 0 0 0 0,0 0-1 0 0,-1-10 1 0 0,0 19 275 0 0,0-1 1 0 0,0 1-1 0 0,0-1 0 0 0,0 1 1 0 0,0-1-1 0 0,0 1 1 0 0,1 0-1 0 0,-1 0 0 0 0,0-1 1 0 0,1 1-1 0 0,0 0 0 0 0,-1 0 1 0 0,1 2-1 0 0,-2 22-2781 0 0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9.7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 31 5529 0 0,'-6'-10'518'0'0,"-9"-10"256"0"0,10 21-370 0 0,3 14 451 0 0,2-10-613 0 0,0 80 1127 0 0,3 214 1329 0 0,2-207-2531 0 0,22 115 0 0 0,-18-157-139 0 0,-2 1 1 0 0,-2-1 0 0 0,-3 79-1 0 0,-3-117-715 0 0,1 1-1 0 0,1 0 1 0 0,3 19-1 0 0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0.3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21 318 3681 0 0,'-2'-1'111'0'0,"0"-1"1"0"0,0-1 0 0 0,0 1-1 0 0,1 0 1 0 0,-1 0-1 0 0,0-1 1 0 0,1 1-1 0 0,-2-5 1 0 0,3 6-95 0 0,-1 1 0 0 0,1-1 0 0 0,-1 0 0 0 0,1 1 1 0 0,0-1-1 0 0,-1 0 0 0 0,1 0 0 0 0,0 0 0 0 0,0 1 0 0 0,-1-1 0 0 0,1 0 0 0 0,0 0 0 0 0,0 0 0 0 0,0 0 0 0 0,0 1 1 0 0,0-1-1 0 0,0 0 0 0 0,1 0 0 0 0,-1 0 0 0 0,0 0 0 0 0,0 1 0 0 0,0-1 0 0 0,1 0 0 0 0,-1 0 0 0 0,0 1 0 0 0,1-1 1 0 0,-1 0-1 0 0,1 0 0 0 0,-1 1 0 0 0,1-1 0 0 0,-1 0 0 0 0,2 0 0 0 0,17 40 1306 0 0,-5-14-128 0 0,-3-5-666 0 0,0 0 1 0 0,1-1-1 0 0,1-1 1 0 0,1 0-1 0 0,25 25 1 0 0,-26-31-314 0 0,0-1 0 0 0,1 0 1 0 0,0-1-1 0 0,1 0 1 0 0,0-2-1 0 0,32 15 0 0 0,-38-20-98 0 0,0 0 0 0 0,-1-1 0 0 0,1 0 0 0 0,0 0 1 0 0,0-1-1 0 0,1 0 0 0 0,-1 0 0 0 0,0-1 0 0 0,0-1 0 0 0,0 1 0 0 0,0-1 0 0 0,0-1 0 0 0,0 0 0 0 0,0 0 0 0 0,10-4 0 0 0,-12 3-115 0 0,1 1 0 0 0,0-2 0 0 0,-1 1 0 0 0,1-1 0 0 0,-1 0-1 0 0,0-1 1 0 0,0 0 0 0 0,-1 0 0 0 0,0 0 0 0 0,0-1 0 0 0,0 0 0 0 0,0 0 0 0 0,-1 0 0 0 0,0-1-1 0 0,0 0 1 0 0,-1 0 0 0 0,4-8 0 0 0,26-66-160 0 0,-24 55 190 0 0,1-1-1 0 0,18-29 0 0 0,-16 34 61 0 0,66-100-53 0 0,-64 102-80 0 0,0 1 0 0 0,2 0-1 0 0,34-30 1 0 0,-49 47-59 0 0,-1 1 0 0 0,0 0-1 0 0,1 0 1 0 0,0-1 0 0 0,-1 1 0 0 0,1 0 0 0 0,0 0-1 0 0,-1 1 1 0 0,1-1 0 0 0,0 0 0 0 0,0 1 0 0 0,0-1-1 0 0,0 1 1 0 0,-1-1 0 0 0,1 1 0 0 0,0 0 0 0 0,3 0-1 0 0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1.6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66 82 5529 0 0,'-18'-11'1160'0'0,"8"6"-548"0"0,1-1-1 0 0,1-1 1 0 0,-10-7-1 0 0,18 14-608 0 0,0-1-1 0 0,-1 1 1 0 0,1 0-1 0 0,0 0 1 0 0,0 0-1 0 0,0 0 0 0 0,0 0 1 0 0,0 0-1 0 0,0-1 1 0 0,-1 1-1 0 0,1 0 1 0 0,0 0-1 0 0,0 0 1 0 0,0 0-1 0 0,0 0 1 0 0,0-1-1 0 0,0 1 0 0 0,0 0 1 0 0,0 0-1 0 0,0 0 1 0 0,0 0-1 0 0,0-1 1 0 0,0 1-1 0 0,0 0 1 0 0,0 0-1 0 0,0 0 1 0 0,0 0-1 0 0,0-1 0 0 0,0 1 1 0 0,0 0-1 0 0,0 0 1 0 0,0 0-1 0 0,0 0 1 0 0,0-1-1 0 0,0 1 1 0 0,1 0-1 0 0,-1 0 1 0 0,0 0-1 0 0,0 0 0 0 0,0 0 1 0 0,0 0-1 0 0,0-1 1 0 0,0 1-1 0 0,1 0 1 0 0,-1 0-1 0 0,0 0 1 0 0,0 0-1 0 0,0 0 1 0 0,0 0-1 0 0,0 0 0 0 0,1 0 1 0 0,-1 0-1 0 0,15-4 204 0 0,10 3-27 0 0,142-12 448 0 0,40 0 890 0 0,-171 13-1303 0 0,0 1 0 0 0,-1 3 0 0 0,65 13 1 0 0,-88-15-492 0 0,0 0 0 0 0,0 0 0 0 0,1-2 0 0 0,-1 1 0 0 0,1-2 0 0 0,-1 1 0 0 0,24-6 0 0 0,-24 4 138 0 0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2.4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9 6913 0 0,'-9'-8'446'0'0,"15"8"-1018"0"0,-4 0 555 0 0,0 1-1 0 0,0 0 0 0 0,0-1 0 0 0,0 1 1 0 0,-1 0-1 0 0,1 0 0 0 0,0 0 0 0 0,0 0 1 0 0,-1 0-1 0 0,3 3 0 0 0,14 19 723 0 0,2 2 71 0 0,0 0 0 0 0,36 31 0 0 0,14 15-665 0 0,-51-50-73 0 0,1-1 0 0 0,42 34 0 0 0,-14-23 253 0 0,-34-23-97 0 0,0 1 1 0 0,-1 0 0 0 0,0 1-1 0 0,-1 0 1 0 0,0 1-1 0 0,0 0 1 0 0,19 26-1 0 0,-31-37-184 0 0,0 0 1 0 0,1 0-1 0 0,-1 0 0 0 0,0 0 0 0 0,0 0 1 0 0,0 0-1 0 0,0 1 0 0 0,0-1 0 0 0,1 0 1 0 0,-1 0-1 0 0,0 0 0 0 0,0 0 0 0 0,0 0 1 0 0,0 1-1 0 0,0-1 0 0 0,0 0 1 0 0,0 0-1 0 0,0 0 0 0 0,0 1 0 0 0,0-1 1 0 0,0 0-1 0 0,0 0 0 0 0,0 0 0 0 0,0 0 1 0 0,0 1-1 0 0,0-1 0 0 0,0 0 0 0 0,0 0 1 0 0,0 0-1 0 0,0 0 0 0 0,0 1 0 0 0,0-1 1 0 0,0 0-1 0 0,0 0 0 0 0,0 0 0 0 0,0 0 1 0 0,0 1-1 0 0,0-1 0 0 0,-1 0 0 0 0,1 0 1 0 0,0 0-1 0 0,0 0 0 0 0,0 0 0 0 0,0 1 1 0 0,0-1-1 0 0,-1 0 0 0 0,1 0 0 0 0,-10-5 673 0 0,5 4-600 0 0,-1 2-70 0 0,-1-1 0 0 0,1 1 1 0 0,0 0-1 0 0,0 0 0 0 0,0 1 1 0 0,0 0-1 0 0,0 0 0 0 0,1 0 1 0 0,-1 1-1 0 0,1 0 0 0 0,-1 0 1 0 0,-8 6-1 0 0,-4 4 38 0 0,1 2 0 0 0,0-1 0 0 0,1 2 0 0 0,1 0 0 0 0,1 1 0 0 0,0 1 0 0 0,-22 35 0 0 0,19-20-16 0 0,1 1-1 0 0,1 0 0 0 0,-18 70 1 0 0,27-83-391 0 0,-1-1 1 0 0,-15 32-1 0 0,-13 4-4612 0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1561 10138 0 0,'-2'-3'161'0'0,"1"-1"0"0"0,0 0 0 0 0,0 1-1 0 0,0-1 1 0 0,0 0 0 0 0,1 0 0 0 0,-1 0-1 0 0,1 0 1 0 0,0 0 0 0 0,0 0 0 0 0,1 0 0 0 0,-1 0-1 0 0,1 0 1 0 0,0 1 0 0 0,0-1 0 0 0,0 0-1 0 0,0 0 1 0 0,1 1 0 0 0,0-1 0 0 0,-1 1 0 0 0,1-1-1 0 0,1 1 1 0 0,-1 0 0 0 0,0 0 0 0 0,1-1 0 0 0,-1 2-1 0 0,4-4 1 0 0,10-9-104 0 0,-1 1-1 0 0,2 0 1 0 0,30-18-1 0 0,-39 26 25 0 0,276-170 413 0 0,-215 140-400 0 0,0 3 0 0 0,100-33 0 0 0,226-74 300 0 0,183-55-244 0 0,404-34-150 0 0,-915 217 0 0 0,776-131 0 0 0,-422 77 0 0 0,265-38 0 0 0,1887-72 513 0 0,-1925 183-513 0 0,754 103 0 0 0,324 240 0 0 0,-841-102 229 0 0,-13 40-269 0 0,-227-31 115 0 0,-547-207-47 0 0,-2 4 0 0 0,137 103 0 0 0,-158-105-2388 0 0,-56-39-3070 0 0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388 92 6913 0 0,'-9'-5'492'0'0,"0"-1"0"0"0,0 0-1 0 0,0-1 1 0 0,1 0-1 0 0,0 0 1 0 0,0-1-1 0 0,-7-9 1 0 0,-12-12 1847 0 0,27 29-2286 0 0,0 0-1 0 0,0 1 0 0 0,0-1 0 0 0,0 0 0 0 0,0 0 1 0 0,0 1-1 0 0,0-1 0 0 0,0 0 0 0 0,0 0 0 0 0,0 0 1 0 0,0 1-1 0 0,0-1 0 0 0,0 0 0 0 0,0 0 0 0 0,0 0 1 0 0,0 1-1 0 0,-1-1 0 0 0,1 0 0 0 0,0 0 0 0 0,0 0 1 0 0,0 0-1 0 0,0 1 0 0 0,0-1 0 0 0,-1 0 0 0 0,1 0 1 0 0,0 0-1 0 0,0 0 0 0 0,0 0 0 0 0,-1 0 0 0 0,1 0 1 0 0,0 1-1 0 0,0-1 0 0 0,0 0 0 0 0,-1 0 0 0 0,1 0 1 0 0,0 0-1 0 0,0 0 0 0 0,0 0 0 0 0,-1 0 0 0 0,1 0 1 0 0,0 0-1 0 0,0 0 0 0 0,-1 0 0 0 0,1 0 0 0 0,0 0 0 0 0,0 0 1 0 0,0-1-1 0 0,-1 1 0 0 0,1 0 0 0 0,0 0 0 0 0,0 0 1 0 0,-1 0-1 0 0,6 18 838 0 0,-2-11-785 0 0,1 0 67 0 0,0 0 1 0 0,0 0 0 0 0,1-1-1 0 0,-1 1 1 0 0,2-1-1 0 0,-1 0 1 0 0,1-1 0 0 0,-1 1-1 0 0,12 7 1 0 0,4 5 115 0 0,41 33 84 0 0,-48-42-410 0 0,-1 0 1 0 0,0 2-1 0 0,-1-1 1 0 0,0 2 0 0 0,-1-1-1 0 0,0 2 1 0 0,-1 0-1 0 0,13 20 1 0 0,-20-25 7 0 0,0 0 0 0 0,0 0 0 0 0,-1 0 1 0 0,0 0-1 0 0,-1 0 0 0 0,1 1 0 0 0,-2-1 0 0 0,1 1 0 0 0,-1-1 0 0 0,-1 0 0 0 0,1 1 1 0 0,-1-1-1 0 0,-1 0 0 0 0,0 1 0 0 0,0-1 0 0 0,0 0 0 0 0,-1 0 0 0 0,0 0 1 0 0,-1-1-1 0 0,0 1 0 0 0,-7 11 0 0 0,3-8 53 0 0,1-1 0 0 0,-2 1 0 0 0,1-2 0 0 0,-1 1 0 0 0,-1-1 0 0 0,1-1 0 0 0,-2 1 0 0 0,1-2 0 0 0,-1 0 0 0 0,0 0 0 0 0,-1 0 0 0 0,1-2 0 0 0,-18 7 0 0 0,0-5 191 0 0,-1-1-1 0 0,-1-1 0 0 0,1-1 1 0 0,-56-2-1 0 0,42-1-812 0 0,-54 8 1 0 0,71-4-425 0 0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10594 0 0,'3'-2'472'0'0,"1"0"96"0"0,1 2-455 0 0,-1 0-113 0 0,-1 0 0 0 0,-1 0 0 0 0,1 2-545 0 0,1 1-135 0 0,3 3-24 0 0,2 1-8 0 0,-1 3 552 0 0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85 6913 0 0,'0'-6'475'0'0,"1"-1"0"0"0,0 0-1 0 0,1 0 1 0 0,4-12-1 0 0,-5 16-364 0 0,0 0 0 0 0,1 0 0 0 0,-1 0-1 0 0,1 0 1 0 0,-1 0 0 0 0,1 0-1 0 0,0 0 1 0 0,0 1 0 0 0,0-1 0 0 0,0 1-1 0 0,0-1 1 0 0,4-2 0 0 0,-20 42-3 0 0,4-14-62 0 0,-140 338 1523 0 0,131-306-1211 0 0,3 1 1 0 0,2 0-1 0 0,3 1 0 0 0,-8 99 0 0 0,18-134-118 0 0,1 1 0 0 0,0-1 0 0 0,2 1 0 0 0,0-1 0 0 0,2 0 0 0 0,0 0 0 0 0,11 33 0 0 0,-14-53-183 0 0,0-1 0 0 0,-1 1 0 0 0,1 0 0 0 0,0-1-1 0 0,0 1 1 0 0,0-1 0 0 0,0 1 0 0 0,0-1-1 0 0,1 1 1 0 0,-1-1 0 0 0,0 0 0 0 0,1 0 0 0 0,-1 0-1 0 0,1 1 1 0 0,-1-1 0 0 0,1-1 0 0 0,-1 1-1 0 0,1 0 1 0 0,0 0 0 0 0,-1 0 0 0 0,1-1 0 0 0,0 1-1 0 0,2-1 1 0 0,0 1 42 0 0,0-1 0 0 0,-1 0 1 0 0,1-1-1 0 0,0 1 0 0 0,0-1 0 0 0,0 0 0 0 0,0 0 0 0 0,-1 0 0 0 0,1 0 1 0 0,5-3-1 0 0,6-4 33 0 0,0-1 0 0 0,0 0 1 0 0,23-20-1 0 0,8-11-1312 0 0,-17 12-3462 0 0,-6 5-1062 0 0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10138 0 0,'-2'48'602'0'0,"-3"0"0"0"0,-16 71 1 0 0,11-73-227 0 0,2 0 0 0 0,2 0 0 0 0,1 49 1 0 0,6-69 12 0 0,1 1 0 0 0,1-1 1 0 0,9 39-1 0 0,-10-55-219 0 0,1-1-1 0 0,0 0 1 0 0,1 0-1 0 0,-1 0 0 0 0,2-1 1 0 0,-1 1-1 0 0,1-1 1 0 0,1 0-1 0 0,-1 0 1 0 0,1-1-1 0 0,1 1 1 0 0,-1-2-1 0 0,9 8 1 0 0,-9-10-70 0 0,1 0 1 0 0,-1 0-1 0 0,1-1 1 0 0,-1 0-1 0 0,1-1 1 0 0,0 1-1 0 0,0-1 1 0 0,1 0-1 0 0,-1-1 1 0 0,0 0-1 0 0,0 0 1 0 0,1-1-1 0 0,-1 0 1 0 0,0 0-1 0 0,1 0 1 0 0,-1-1-1 0 0,13-3 1 0 0,-7 1-448 0 0,-1-1 0 0 0,0 0 0 0 0,0 0 0 0 0,0-2 0 0 0,-1 1 0 0 0,0-1 0 0 0,0-1 0 0 0,0 0 0 0 0,12-11 0 0 0,-9 5-5434 0 0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10138 0 0,'1'-3'165'0'0,"0"1"0"0"0,1-1 0 0 0,0 1 0 0 0,-1-1 0 0 0,1 1 0 0 0,0 0 0 0 0,0 0 0 0 0,0 0 0 0 0,0 0 0 0 0,1 0 0 0 0,-1 0 0 0 0,1 1 0 0 0,-1-1 0 0 0,6-1 0 0 0,3-5 94 0 0,12-7-508 0 0,0 0-1 0 0,0 2 1 0 0,1 0-1 0 0,1 2 1 0 0,45-14 0 0 0,-19 11-1448 0 0,0 2 0 0 0,54-4 0 0 0,-84 13 1685 0 0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81 4609 0 0,'-2'0'-55'0'0,"2"-1"139"0"0,-1 1 0 0 0,0 0 0 0 0,1-1 0 0 0,-1 1 0 0 0,0 0 0 0 0,1-1 0 0 0,-1 1 0 0 0,0 0 0 0 0,0 0 0 0 0,1 0 0 0 0,-1 0 0 0 0,0 0 0 0 0,0 0 0 0 0,0 0 0 0 0,1 0 0 0 0,-1 0 0 0 0,0 0 0 0 0,0 0 0 0 0,1 0 0 0 0,-1 0 0 0 0,0 0 0 0 0,0 1 0 0 0,1-1 0 0 0,-1 0 0 0 0,0 1 1 0 0,1-1-1 0 0,-1 1 0 0 0,0-1 0 0 0,1 0 0 0 0,-1 1 0 0 0,1-1 0 0 0,-1 1 0 0 0,1 0 0 0 0,-1-1 0 0 0,1 1 0 0 0,-1-1 0 0 0,1 1 0 0 0,-1 0 0 0 0,1-1 0 0 0,0 1 0 0 0,-1 0 0 0 0,1 0 0 0 0,0-1 0 0 0,-1 3 0 0 0,-2 3 117 0 0,1 0 0 0 0,-1 1 0 0 0,1 0 0 0 0,0 0 1 0 0,0-1-1 0 0,1 1 0 0 0,0 0 0 0 0,0 0 0 0 0,1 0 0 0 0,0 1 0 0 0,0-1 0 0 0,1 0 0 0 0,0 0 0 0 0,0 0 0 0 0,0-1 1 0 0,1 1-1 0 0,0 0 0 0 0,0 0 0 0 0,1-1 0 0 0,0 1 0 0 0,0-1 0 0 0,8 11 0 0 0,-9-13-86 0 0,0 0 0 0 0,1 0 1 0 0,0-1-1 0 0,0 1 0 0 0,0-1 0 0 0,0 1 0 0 0,0-1 1 0 0,1 0-1 0 0,0-1 0 0 0,-1 1 0 0 0,1 0 0 0 0,0-1 0 0 0,0 0 1 0 0,0 0-1 0 0,1 0 0 0 0,-1-1 0 0 0,0 1 0 0 0,1-1 0 0 0,-1 0 1 0 0,1 0-1 0 0,-1-1 0 0 0,1 1 0 0 0,-1-1 0 0 0,1 0 0 0 0,-1 0 1 0 0,1-1-1 0 0,0 1 0 0 0,-1-1 0 0 0,1 0 0 0 0,-1 0 0 0 0,0 0 1 0 0,1-1-1 0 0,-1 0 0 0 0,0 0 0 0 0,6-3 0 0 0,-3 0-233 0 0,0 0-1 0 0,-1 0 0 0 0,0 0 1 0 0,1-1-1 0 0,-2 0 1 0 0,1-1-1 0 0,-1 1 0 0 0,0-1 1 0 0,0 0-1 0 0,-1 0 1 0 0,0-1-1 0 0,0 1 0 0 0,-1-1 1 0 0,0 0-1 0 0,0 0 1 0 0,2-10-1 0 0,-4 11 111 0 0,1 0 1 0 0,-1-1-1 0 0,0 1 0 0 0,-1 0 1 0 0,1-1-1 0 0,-2 1 0 0 0,1-1 1 0 0,-1 1-1 0 0,0 0 0 0 0,0-1 1 0 0,-1 1-1 0 0,0 0 0 0 0,-1 0 1 0 0,1 0-1 0 0,-1 0 0 0 0,-1 0 1 0 0,1 1-1 0 0,-8-11 1 0 0,9 15-58 0 0,-1-1 1 0 0,0 1 0 0 0,0-1 0 0 0,0 1 0 0 0,0 0-1 0 0,0 0 1 0 0,0 0 0 0 0,0 0 0 0 0,-1 1 0 0 0,1-1 0 0 0,-1 1-1 0 0,1 0 1 0 0,-1 0 0 0 0,0 0 0 0 0,1 1 0 0 0,-1-1-1 0 0,0 1 1 0 0,1 0 0 0 0,-1 0 0 0 0,0 0 0 0 0,0 0 0 0 0,1 1-1 0 0,-1-1 1 0 0,-5 3 0 0 0,-9 2-1193 0 0,0 0 1 0 0,1 2-1 0 0,-27 13 1 0 0,35-15 262 0 0,-14 7-2181 0 0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0,'9'98'1218'0'0,"-6"60"1296"0"0,5 87 2690 0 0,-3-191-4747 0 0,3 0 1 0 0,20 80-1 0 0,-9-56-2791 0 0,-17-68 1002 0 0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11979 0 0,'66'-27'4452'0'0,"5"7"-4648"0"0,74-7-5072 0 0,-137 26 5070 0 0,107-13-1636 0 0,-89 12 1781 0 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8754 0 0,'23'-3'1572'0'0,"41"-12"1"0"0,-11 1-1401 0 0,-16 6-677 0 0,-5 0-12 0 0,0 2 0 0 0,0 1-1 0 0,1 1 1 0 0,42 1-1 0 0,-61 4-2828 0 0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8002 0 0,'20'-13'803'0'0,"12"-3"-1145"0"0,0 2 0 0 0,2 1 1 0 0,-1 1-1 0 0,2 2 1 0 0,36-5-1 0 0,2-3-1780 0 0,-50 12 2090 0 0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4145 0 0,'0'-8'615'0'0,"0"1"0"0"0,1 0 0 0 0,-1 0 1 0 0,2-1-1 0 0,-1 1 0 0 0,1 0 0 0 0,0 0 0 0 0,0 0 1 0 0,6-10-1 0 0,-8 17-572 0 0,1 1 0 0 0,-1-1 1 0 0,0 0-1 0 0,1 1 0 0 0,-1-1 0 0 0,1 1 1 0 0,-1-1-1 0 0,1 1 0 0 0,-1-1 0 0 0,0 1 1 0 0,1-1-1 0 0,-1 1 0 0 0,0-1 0 0 0,0 1 1 0 0,1-1-1 0 0,-1 1 0 0 0,0-1 0 0 0,0 1 1 0 0,0 0-1 0 0,0-1 0 0 0,0 1 0 0 0,0-1 1 0 0,0 1-1 0 0,0 0 0 0 0,0 0 0 0 0,4 20 329 0 0,-3 26 935 0 0,-2 1-1 0 0,-12 76 1 0 0,7-82-766 0 0,2 0 1 0 0,2 0-1 0 0,5 81 0 0 0,0-99-216 0 0,2 0-1 0 0,0 0 0 0 0,12 32 0 0 0,-14-47-281 0 0,1 0 0 0 0,0 0 0 0 0,0-1-1 0 0,1 0 1 0 0,0 0 0 0 0,1 0 0 0 0,0 0 0 0 0,0-1 0 0 0,0 0 0 0 0,1 0 0 0 0,13 10 0 0 0,-17-15-25 0 0,0-1 0 0 0,0 1 1 0 0,0-1-1 0 0,1 1 0 0 0,-1-1 1 0 0,0 0-1 0 0,1 0 0 0 0,-1-1 1 0 0,1 1-1 0 0,-1-1 0 0 0,1 0 1 0 0,-1 0-1 0 0,1 0 1 0 0,-1 0-1 0 0,1 0 0 0 0,-1-1 1 0 0,1 1-1 0 0,-1-1 0 0 0,0 0 1 0 0,1 0-1 0 0,-1-1 0 0 0,0 1 1 0 0,0-1-1 0 0,1 1 0 0 0,-1-1 1 0 0,0 0-1 0 0,2-2 0 0 0,9-7-663 0 0,-1 0-1 0 0,0-1 0 0 0,23-26 1 0 0,-36 37 622 0 0,24-28-6365 0 0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8290 0 0,'7'-2'951'0'0,"0"0"0"0"0,0 0 0 0 0,0 0 0 0 0,10 0 1 0 0,-17 2-886 0 0,2 0-82 0 0,-1 0 0 0 0,1-1 0 0 0,-1 1 0 0 0,1 0 0 0 0,-1 1 0 0 0,1-1 0 0 0,-1 0 0 0 0,1 0 0 0 0,-1 1 0 0 0,1-1 0 0 0,-1 1 0 0 0,0-1 0 0 0,1 1 0 0 0,-1 0 0 0 0,1-1 0 0 0,1 2 0 0 0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10 6913 0 0,'-19'-9'2488'0'0,"19"9"-2436"0"0,-1 0 0 0 0,1 0 0 0 0,-1 0 0 0 0,1 0 0 0 0,0 0 0 0 0,-1 0 0 0 0,1 0 0 0 0,-1 0 0 0 0,1 0 0 0 0,0 0 0 0 0,-1 0 0 0 0,1 1 0 0 0,-1-1 0 0 0,1 0 0 0 0,0 0 0 0 0,-1 0 0 0 0,1 0 0 0 0,0 1 0 0 0,-1-1 0 0 0,1 0 0 0 0,0 0 0 0 0,0 1 0 0 0,-1-1 0 0 0,1 0 0 0 0,-1 1 0 0 0,0 2 48 0 0,0 0-1 0 0,1 0 1 0 0,-1 0 0 0 0,1 0-1 0 0,-1 0 1 0 0,1 0 0 0 0,0 0-1 0 0,0 6 1 0 0,0 9 181 0 0,7 206 4773 0 0,0-91-4881 0 0,-11-2-3437 0 0,2-114-268 0 0,-1-2-941 0 0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4689 0 0,'0'-3'98'0'0,"1"0"0"0"0,-1 0 0 0 0,1 0-1 0 0,0 0 1 0 0,0 0 0 0 0,0 0 0 0 0,1 0 0 0 0,-1 0 0 0 0,1 1 0 0 0,-1-1 0 0 0,1 0-1 0 0,0 1 1 0 0,0-1 0 0 0,0 1 0 0 0,1 0 0 0 0,-1 0 0 0 0,0 0 0 0 0,1 0 0 0 0,3-2-1 0 0,0 0 113 0 0,0 0 0 0 0,-1 1 0 0 0,1 0 0 0 0,0 0 0 0 0,0 1 0 0 0,1 0 0 0 0,-1 0 0 0 0,8-1 0 0 0,-7 2 75 0 0,0 0 0 0 0,0 1 0 0 0,0 0 0 0 0,0 0 0 0 0,0 1 0 0 0,-1-1-1 0 0,1 2 1 0 0,0-1 0 0 0,0 1 0 0 0,12 5 0 0 0,-17-6-226 0 0,1 0 1 0 0,-1 0 0 0 0,0 1 0 0 0,0-1 0 0 0,1 1-1 0 0,-1 0 1 0 0,0 0 0 0 0,0 0 0 0 0,-1 0 0 0 0,1 0-1 0 0,0 0 1 0 0,-1 0 0 0 0,1 1 0 0 0,-1-1-1 0 0,0 0 1 0 0,0 1 0 0 0,1-1 0 0 0,-2 1 0 0 0,1 0-1 0 0,0-1 1 0 0,-1 1 0 0 0,1 0 0 0 0,-1-1-1 0 0,0 1 1 0 0,1 0 0 0 0,-2 0 0 0 0,1-1 0 0 0,0 1-1 0 0,0 0 1 0 0,-2 3 0 0 0,-3 17 50 0 0,-1 0-1 0 0,-1-1 1 0 0,-1 0-1 0 0,-1 0 1 0 0,-1-1 0 0 0,-1 0-1 0 0,0 0 1 0 0,-2-1-1 0 0,-29 34 1 0 0,23-40 1194 0 0,33-16-866 0 0,159 3-68 0 0,-98 7-4670 0 0,-64-6-305 0 0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8642 0 0,'0'3'164'0'0,"0"0"0"0"0,1 0-1 0 0,-1 0 1 0 0,1 0 0 0 0,0 0 0 0 0,-1 0 0 0 0,2 0 0 0 0,-1 0 0 0 0,0-1-1 0 0,3 6 1 0 0,-1-3 34 0 0,7 25 758 0 0,0 0 0 0 0,-2 1 0 0 0,4 32 0 0 0,7 99 1131 0 0,-11-73-2933 0 0,-4-46-1736 0 0,-4-23-2293 0 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5529 0 0,'1'-5'2194'0'0,"11"-2"-787"0"0,12-4 289 0 0,23-3-449 0 0,1 3 0 0 0,71-9 0 0 0,101 1-1265 0 0,-158 15 60 0 0,-18 2-742 0 0,-20 1-2918 0 0,-6 0-806 0 0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0,'1'4'225'0'0,"0"0"0"0"0,0 0 0 0 0,0 0 0 0 0,1 0 0 0 0,0 0 0 0 0,-1 0 0 0 0,2 0 0 0 0,1 4 0 0 0,7 11 522 0 0,1 14 358 0 0,0 1 0 0 0,-2 1 1 0 0,9 62-1 0 0,2 112 485 0 0,-15-140-1936 0 0,-5-50-3275 0 0,-1 1-1227 0 0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40 5529 0 0,'5'-12'403'0'0,"-5"10"-256"0"0,1 0 1 0 0,0 0-1 0 0,0 0 1 0 0,-1 0-1 0 0,1 0 0 0 0,0 0 1 0 0,0 0-1 0 0,1 1 0 0 0,-1-1 1 0 0,0 0-1 0 0,1 1 0 0 0,-1-1 1 0 0,4-2-1 0 0,-5 4-76 0 0,1 1 0 0 0,-1-1-1 0 0,0 1 1 0 0,1-1 0 0 0,-1 0 0 0 0,0 1 0 0 0,1-1 0 0 0,-1 1-1 0 0,0-1 1 0 0,0 1 0 0 0,1-1 0 0 0,-1 1 0 0 0,0-1-1 0 0,0 1 1 0 0,0-1 0 0 0,0 1 0 0 0,1-1 0 0 0,-1 1-1 0 0,0-1 1 0 0,0 1 0 0 0,0-1 0 0 0,0 1 0 0 0,0-1-1 0 0,-1 1 1 0 0,1 0 0 0 0,0-1 0 0 0,0 1 0 0 0,0-1 0 0 0,-1 1-1 0 0,0 18 367 0 0,1-19-437 0 0,-6 33 1481 0 0,-11 36 0 0 0,10-45-537 0 0,1 1-1 0 0,-5 45 1 0 0,10-48-615 0 0,1 1 0 0 0,0-1 0 0 0,2 1 0 0 0,1-1-1 0 0,1 0 1 0 0,12 43 0 0 0,-13-56-303 0 0,0-1-1 0 0,0 0 1 0 0,1 0-1 0 0,0 0 1 0 0,0 0-1 0 0,1 0 1 0 0,0-1-1 0 0,0 0 1 0 0,1 0-1 0 0,0 0 1 0 0,0-1-1 0 0,1 0 1 0 0,-1 0-1 0 0,1 0 1 0 0,1-1-1 0 0,-1 0 1 0 0,1-1-1 0 0,0 0 1 0 0,0 0-1 0 0,12 4 1 0 0,-17-7-317 0 0,0-1 1 0 0,0 1 0 0 0,0-1 0 0 0,0 0-1 0 0,1 0 1 0 0,-1 0 0 0 0,0 0-1 0 0,6-2 1 0 0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10138 0 0,'0'0'38'0'0,"0"0"0"0"0,0-1 1 0 0,0 1-1 0 0,0 0 0 0 0,0-1 0 0 0,0 1 0 0 0,0 0 0 0 0,0-1 0 0 0,0 1 1 0 0,0 0-1 0 0,0-1 0 0 0,1 1 0 0 0,-1 0 0 0 0,0-1 0 0 0,0 1 1 0 0,0 0-1 0 0,0-1 0 0 0,1 1 0 0 0,-1 0 0 0 0,0 0 0 0 0,0-1 0 0 0,1 1 1 0 0,-1 0-1 0 0,0 0 0 0 0,1 0 0 0 0,-1-1 0 0 0,0 1 0 0 0,0 0 0 0 0,1 0 1 0 0,-1 0-1 0 0,0 0 0 0 0,1 0 0 0 0,-1-1 0 0 0,0 1 0 0 0,1 0 0 0 0,-1 0 1 0 0,0 0-1 0 0,1 0 0 0 0,19 5 750 0 0,15 17 162 0 0,-32-17-855 0 0,1-1 1 0 0,0 1-1 0 0,-1 0 0 0 0,0 0 0 0 0,4 9 0 0 0,12 19-2341 0 0,-12-27 1287 0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 6913 0 0,'-12'51'427'0'0,"9"-31"-28"0"0,1 0 0 0 0,0 1 0 0 0,2-1 0 0 0,3 36 0 0 0,19 81 1455 0 0,-6-48-2217 0 0,-13-72-3518 0 0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9 137 2761 0 0,'-1'-3'194'0'0,"-1"-1"0"0"0,1 1 0 0 0,0-1 0 0 0,0 0 0 0 0,0 1 0 0 0,1-1 0 0 0,-1 0-1 0 0,1 0 1 0 0,0 0 0 0 0,0 1 0 0 0,0-1 0 0 0,0 0 0 0 0,1 0 0 0 0,0 0 0 0 0,0 1 0 0 0,0-1 0 0 0,0 0 0 0 0,0 1 0 0 0,1-1 0 0 0,-1 1 0 0 0,1-1 0 0 0,0 1 0 0 0,0 0 0 0 0,0 0 0 0 0,6-6 0 0 0,-5 6-86 0 0,0-1-1 0 0,1 1 1 0 0,-1 0-1 0 0,1 0 1 0 0,0 0-1 0 0,0 1 0 0 0,0-1 1 0 0,0 1-1 0 0,0 0 1 0 0,1 0-1 0 0,-1 0 1 0 0,1 1-1 0 0,-1 0 1 0 0,1-1-1 0 0,0 2 1 0 0,-1-1-1 0 0,1 0 0 0 0,0 1 1 0 0,0 0-1 0 0,8 1 1 0 0,-2 0-59 0 0,-1 1 0 0 0,1 1 0 0 0,-1-1 0 0 0,0 1 0 0 0,0 1 0 0 0,10 5 0 0 0,-18-8-43 0 0,0 0 1 0 0,-1 0 0 0 0,1 0 0 0 0,0 1 0 0 0,-1-1 0 0 0,1 1 0 0 0,-1-1 0 0 0,1 1 0 0 0,-1-1-1 0 0,0 1 1 0 0,0 0 0 0 0,0 0 0 0 0,0 0 0 0 0,0 0 0 0 0,0 0 0 0 0,0 0 0 0 0,0 0-1 0 0,-1 0 1 0 0,1 0 0 0 0,-1 0 0 0 0,0 0 0 0 0,1 0 0 0 0,-1 0 0 0 0,0 0 0 0 0,0 0 0 0 0,-1 1-1 0 0,1-1 1 0 0,0 0 0 0 0,-1 0 0 0 0,1 0 0 0 0,-1 0 0 0 0,1 0 0 0 0,-1 0 0 0 0,0 0 0 0 0,0 0-1 0 0,-2 3 1 0 0,-10 19 342 0 0,-2-1-1 0 0,-33 42 0 0 0,43-57-320 0 0,-23 16 601 0 0,24-21-331 0 0,1 0 1 0 0,-1 0-1 0 0,0 0 0 0 0,1 0 1 0 0,0 0-1 0 0,0 1 1 0 0,-5 6-1 0 0,9-9-222 0 0,1-1 0 0 0,-1 1 0 0 0,0-1-1 0 0,0 1 1 0 0,1-1 0 0 0,-1 0 0 0 0,0 1 0 0 0,0-1-1 0 0,1 0 1 0 0,-1 0 0 0 0,0 0 0 0 0,1 0 0 0 0,-1 0-1 0 0,0 0 1 0 0,1 0 0 0 0,-1 0 0 0 0,0 0 0 0 0,3-1-1 0 0,23-2 55 0 0,116-7 924 0 0,-126 10-1499 0 0,-1 1 0 0 0,0 0 0 0 0,0 1 1 0 0,0 1-1 0 0,0 1 0 0 0,-1 0 0 0 0,16 7 0 0 0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6425 0 0,'1'-2'48'0'0,"0"0"-1"0"0,0 0 0 0 0,0 0 1 0 0,1 1-1 0 0,-1-1 0 0 0,1 0 1 0 0,-1 1-1 0 0,1-1 0 0 0,-1 1 1 0 0,1 0-1 0 0,0-1 0 0 0,0 1 1 0 0,-1 0-1 0 0,1 0 0 0 0,0 0 1 0 0,0 0-1 0 0,3-1 0 0 0,7-4 230 0 0,-8 3-127 0 0,-1 0 0 0 0,1 1 0 0 0,0 0 0 0 0,-1 0 0 0 0,1 0 0 0 0,0 0 0 0 0,0 0 0 0 0,0 1 0 0 0,1 0 1 0 0,-1 0-1 0 0,0 0 0 0 0,0 0 0 0 0,1 1 0 0 0,-1-1 0 0 0,0 1 0 0 0,5 0 0 0 0,-6 1-94 0 0,-1-1 0 0 0,1 1 0 0 0,-1 0-1 0 0,1 0 1 0 0,-1 0 0 0 0,0 0 0 0 0,1 0-1 0 0,-1 0 1 0 0,0 1 0 0 0,0-1 0 0 0,0 1 0 0 0,0-1-1 0 0,0 1 1 0 0,0 0 0 0 0,0 0 0 0 0,-1 0-1 0 0,1 0 1 0 0,-1 0 0 0 0,1 0 0 0 0,-1 0 0 0 0,0 1-1 0 0,0-1 1 0 0,0 0 0 0 0,0 1 0 0 0,0-1-1 0 0,-1 1 1 0 0,1-1 0 0 0,-1 1 0 0 0,1 2 0 0 0,0 1-45 0 0,-1-1 1 0 0,1 1-1 0 0,-1 0 1 0 0,-1-1-1 0 0,1 1 1 0 0,-1-1 0 0 0,0 1-1 0 0,0 0 1 0 0,0-1-1 0 0,-1 0 1 0 0,-2 7-1 0 0,-4 3 42 0 0,0-1 0 0 0,-13 20 0 0 0,-10 16 119 0 0,64-52 807 0 0,-2-5-1034 0 0,-14 3-36 0 0,0 1 0 0 0,19-2 0 0 0,-32 5 80 0 0,0 0 0 0 0,0 0 0 0 0,-1 0 0 0 0,1 0 0 0 0,0 1 0 0 0,0 0 0 0 0,0-1 0 0 0,-1 1 0 0 0,1 1 0 0 0,0-1 0 0 0,-1 0 0 0 0,1 1 0 0 0,-1 0 0 0 0,0 0 0 0 0,4 2 0 0 0,-6-2-1 0 0,0 0 1 0 0,0-1-1 0 0,0 1 1 0 0,0 0 0 0 0,0 0-1 0 0,0 0 1 0 0,0 0-1 0 0,-1 0 1 0 0,1 0-1 0 0,-1 0 1 0 0,1 1 0 0 0,-1-1-1 0 0,0 0 1 0 0,0 0-1 0 0,0 0 1 0 0,0 0-1 0 0,0 0 1 0 0,-1 1 0 0 0,1-1-1 0 0,0 0 1 0 0,-1 0-1 0 0,0 0 1 0 0,1 0-1 0 0,-1 0 1 0 0,0 0 0 0 0,0 0-1 0 0,-3 3 1 0 0,0 3-35 0 0,0 0 1 0 0,-1 1 0 0 0,-1-2-1 0 0,1 1 1 0 0,-8 7 0 0 0,-5 1 182 0 0,-1-1 0 0 0,0-1-1 0 0,-1-1 1 0 0,0 0 0 0 0,-1-1 0 0 0,0-2 0 0 0,-1 0 0 0 0,0-1 0 0 0,-36 9 0 0 0,36-12-722 0 0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2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11 6913 0 0,'-15'-10'9138'0'0,"7"22"-9016"0"0,1 0 0 0 0,0 1 0 0 0,0 0-1 0 0,2 1 1 0 0,-8 22 0 0 0,-18 83 138 0 0,27-100-228 0 0,-3 8 192 0 0,2 1-1 0 0,0 0 1 0 0,2 0-1 0 0,1 56 1 0 0,3-72-96 0 0,0-1 0 0 0,1 0 1 0 0,0 0-1 0 0,1 0 0 0 0,0-1 1 0 0,0 1-1 0 0,1 0 0 0 0,1-1 0 0 0,0 0 1 0 0,0 0-1 0 0,1-1 0 0 0,0 1 0 0 0,1-1 1 0 0,0-1-1 0 0,12 14 0 0 0,-4-9 32 0 0,0 0 1 0 0,1-1-1 0 0,1-1 0 0 0,0 0 0 0 0,0-1 0 0 0,1-1 0 0 0,0 0 0 0 0,0-2 0 0 0,1 0 1 0 0,38 8-1 0 0,-45-13-331 0 0,1 0-1 0 0,0-1 1 0 0,0 0 0 0 0,0-1 0 0 0,0-1 0 0 0,0 0 0 0 0,0-1 0 0 0,0 0 0 0 0,0-1-1 0 0,-1 0 1 0 0,1-1 0 0 0,-1-1 0 0 0,0 0 0 0 0,0 0 0 0 0,-1-1 0 0 0,0-1 0 0 0,18-12-1 0 0,-1-5-2799 0 0,-18 14 1444 0 0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78 9674 0 0,'-5'-8'496'0'0,"0"0"1"0"0,1 0-1 0 0,0 0 0 0 0,-3-11 0 0 0,6 18-403 0 0,1 0-1 0 0,0 0 0 0 0,0 0 0 0 0,-1 0 0 0 0,1 0 0 0 0,0 0 0 0 0,0 0 1 0 0,0 0-1 0 0,0 0 0 0 0,0 0 0 0 0,0 0 0 0 0,0 0 0 0 0,1 0 1 0 0,-1 0-1 0 0,0 0 0 0 0,1 0 0 0 0,-1 0 0 0 0,0 0 0 0 0,1 0 0 0 0,0-1 1 0 0,0 2-49 0 0,0-1 1 0 0,0 0 0 0 0,0 1-1 0 0,0-1 1 0 0,0 1 0 0 0,1 0 0 0 0,-1-1-1 0 0,0 1 1 0 0,0 0 0 0 0,1 0 0 0 0,-1-1-1 0 0,0 1 1 0 0,0 0 0 0 0,0 0-1 0 0,1 1 1 0 0,-1-1 0 0 0,0 0 0 0 0,0 0-1 0 0,0 1 1 0 0,1-1 0 0 0,-1 0 0 0 0,1 1-1 0 0,3 1-316 0 0,0 0 0 0 0,0 0 1 0 0,0 0-1 0 0,-1 1 0 0 0,1 0 0 0 0,-1 0 0 0 0,1 0 0 0 0,-1 0 0 0 0,7 7 0 0 0,29 40-506 0 0,-29-36 996 0 0,-3-4-207 0 0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6913 0 0,'5'36'3713'0'0,"-8"79"-1273"0"0,1-89-1887 0 0,1 0-1 0 0,0 0 0 0 0,2 0 0 0 0,7 41 0 0 0,1-26-150 0 0,18 71-139 0 0,-22-98-2017 0 0,0 0 0 0 0,14 26 0 0 0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40 6449 0 0,'0'0'54'0'0,"-1"0"0"0"0,1 0 0 0 0,0 0 0 0 0,-1 0 0 0 0,1 0 0 0 0,0 0 0 0 0,-1 0 0 0 0,1 0 0 0 0,0-1 0 0 0,0 1-1 0 0,-1 0 1 0 0,1 0 0 0 0,0 0 0 0 0,-1 0 0 0 0,1-1 0 0 0,0 1 0 0 0,0 0 0 0 0,0 0 0 0 0,-1-1 0 0 0,1 1 0 0 0,0 0 0 0 0,0 0-1 0 0,0-1 1 0 0,-1 1 0 0 0,1 0 0 0 0,0 0 0 0 0,0-1 0 0 0,0 1 0 0 0,0 0 0 0 0,0-1 0 0 0,0 1 0 0 0,0 0 0 0 0,0-1 0 0 0,0 1-1 0 0,0 0 1 0 0,0-1 0 0 0,0 1 0 0 0,0 0 0 0 0,0 0 0 0 0,0-1 0 0 0,0 1 0 0 0,0 0 0 0 0,0-1 0 0 0,16-3 3049 0 0,-5 2-3137 0 0,10-3 412 0 0,61-10-1081 0 0,-70 13-128 0 0,1 1 0 0 0,-1 1 0 0 0,0 0 0 0 0,21 2 0 0 0,-23 0-1947 0 0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7370 0 0,'10'-5'4086'0'0,"45"-10"-3047"0"0,137-16-4188 0 0,-173 29 2325 0 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6 10594 0 0,'-8'-6'876'0'0,"11"11"-1532"0"0,-3-4 582 0 0,1 4-45 0 0,-1 21 437 0 0,0-1-1 0 0,-2 1 1 0 0,-1-1 0 0 0,-7 30-1 0 0,5-28 370 0 0,0 1-1 0 0,2 0 0 0 0,1 0 0 0 0,2 30 1 0 0,1-43-323 0 0,2 0 0 0 0,0-1 0 0 0,0 1 0 0 0,2-1 1 0 0,0 0-1 0 0,0 0 0 0 0,14 25 0 0 0,-14-31-243 0 0,-1-1 0 0 0,2 1-1 0 0,-1-1 1 0 0,1 0 0 0 0,0-1-1 0 0,0 1 1 0 0,1-1 0 0 0,-1 0-1 0 0,2-1 1 0 0,-1 0 0 0 0,0 0-1 0 0,1 0 1 0 0,0-1 0 0 0,12 5-1 0 0,-16-9-147 0 0,-1 1 0 0 0,1 0 0 0 0,0-1-1 0 0,-1 1 1 0 0,1-1 0 0 0,0 0 0 0 0,-1 0-1 0 0,1-1 1 0 0,0 1 0 0 0,-1-1 0 0 0,1 0-1 0 0,-1 1 1 0 0,1-2 0 0 0,-1 1 0 0 0,5-2-1 0 0,28-20-3427 0 0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13 5985 0 0,'-15'-12'4419'0'0,"24"17"-3587"0"0,-8-5-940 0 0,15 10-855 0 0,0 0 0 0 0,-1 0 0 0 0,0 2 0 0 0,26 25 0 0 0,-29-25 963 0 0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14 148 3225 0 0,'-1'0'107'0'0,"0"-1"1"0"0,0 1 0 0 0,1 0 0 0 0,-1-1 0 0 0,0 1-1 0 0,0-1 1 0 0,1 1 0 0 0,-1-1 0 0 0,1 1-1 0 0,-1-1 1 0 0,0 1 0 0 0,1-1 0 0 0,-1 0 0 0 0,1 1-1 0 0,-1-1 1 0 0,1 0 0 0 0,-1 0 0 0 0,1 1-1 0 0,0-1 1 0 0,-1 0 0 0 0,1 0 0 0 0,0 1 0 0 0,0-1-1 0 0,0 0 1 0 0,0 0 0 0 0,-1 0 0 0 0,1 0-1 0 0,0 1 1 0 0,0-2 0 0 0,1-2 225 0 0,-1 0-1 0 0,1 1 1 0 0,0-1 0 0 0,0 1-1 0 0,0-1 1 0 0,0 1 0 0 0,3-6-1 0 0,-1 3 98 0 0,0 0 0 0 0,0 1 0 0 0,1 0 0 0 0,-1-1 0 0 0,1 1 0 0 0,0 1 0 0 0,1-1 0 0 0,-1 0 0 0 0,7-4 0 0 0,2 2 101 0 0,32-17 91 0 0,-43 23-598 0 0,0 0-1 0 0,1 0 0 0 0,-1 0 1 0 0,1 0-1 0 0,0 1 1 0 0,-1-1-1 0 0,1 1 0 0 0,-1-1 1 0 0,1 1-1 0 0,0 0 1 0 0,-1 0-1 0 0,1 0 0 0 0,0 1 1 0 0,4 0-1 0 0,-6 0 9 0 0,0-1 1 0 0,0 1-1 0 0,0 0 0 0 0,0 0 1 0 0,0 0-1 0 0,0 0 0 0 0,-1 0 0 0 0,1 0 1 0 0,0 0-1 0 0,-1 1 0 0 0,1-1 1 0 0,0 0-1 0 0,-1 0 0 0 0,0 1 0 0 0,1-1 1 0 0,-1 0-1 0 0,1 2 0 0 0,4 29 281 0 0,-3-21-413 0 0,7 35-70 0 0,-4-25 129 0 0,0 0 1 0 0,-2 0-1 0 0,0 0 0 0 0,-2 0 0 0 0,0 1 1 0 0,-4 39-1 0 0,0-48 268 0 0,2 0 0 0 0,0 0-1 0 0,1 20 1 0 0,0-31-127 0 0,0 1 1 0 0,0-1-1 0 0,0 1 0 0 0,0-1 0 0 0,1 1 0 0 0,-1 0 1 0 0,1-1-1 0 0,0 0 0 0 0,0 1 0 0 0,0-1 1 0 0,0 1-1 0 0,0-1 0 0 0,0 0 0 0 0,1 0 0 0 0,-1 0 1 0 0,1 1-1 0 0,-1-1 0 0 0,1-1 0 0 0,0 1 0 0 0,0 0 1 0 0,0 0-1 0 0,0-1 0 0 0,0 1 0 0 0,0-1 0 0 0,3 2 1 0 0,0-4-63 0 0,0 1 1 0 0,0-1-1 0 0,0 0 1 0 0,0 0-1 0 0,0 0 1 0 0,0-1 0 0 0,-1 0-1 0 0,1 0 1 0 0,0 0-1 0 0,-1 0 1 0 0,0-1-1 0 0,5-3 1 0 0,2 0-131 0 0,13-6-1139 0 0,0 0-1 0 0,0 2 0 0 0,45-13 1 0 0,-43 18-4057 0 0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69 2761 0 0,'-9'-15'5119'0'0,"37"8"2372"0"0,-13 4-9174 0 0,23-4 1590 0 0,41-2-1 0 0,24-5-820 0 0,-72 8-228 0 0,1-1-3029 0 0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23 5985 0 0,'0'-1'47'0'0,"0"1"-1"0"0,-1-1 1 0 0,1 1-1 0 0,0-1 0 0 0,-1 0 1 0 0,1 1-1 0 0,0-1 1 0 0,0 1-1 0 0,0-1 1 0 0,0 0-1 0 0,0 1 0 0 0,-1-1 1 0 0,1 1-1 0 0,0-1 1 0 0,0 0-1 0 0,0 1 1 0 0,1-1-1 0 0,-1 0 1 0 0,0 1-1 0 0,0-1 0 0 0,0 1 1 0 0,0-1-1 0 0,1 0 1 0 0,-1 1-1 0 0,0-1 1 0 0,0 1-1 0 0,1-1 0 0 0,-1 1 1 0 0,0-1-1 0 0,1 1 1 0 0,7-5 3498 0 0,-6 11-2961 0 0,-1 2-282 0 0,0 0-1 0 0,0 0 0 0 0,-1 0 0 0 0,0 0 0 0 0,0 0 0 0 0,-1 0 0 0 0,0 0 0 0 0,-2 9 0 0 0,-23 75 1615 0 0,7-25-1067 0 0,14-46-691 0 0,-4 12-266 0 0,2-1 0 0 0,2 1 0 0 0,0 0-1 0 0,1 65 1 0 0,7-73-735 0 0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27 127 5481 0 0,'-1'-4'45'0'0,"1"-1"-1"0"0,-1 1 1 0 0,1-1-1 0 0,0 1 1 0 0,0-1-1 0 0,1 1 1 0 0,-1-1-1 0 0,1 1 1 0 0,0-1-1 0 0,0 1 1 0 0,0-1-1 0 0,1 1 1 0 0,2-5-1 0 0,-2 2-62 0 0,1-1 1 0 0,-1 1-1 0 0,0-1 1 0 0,-1 0-1 0 0,1-9 1 0 0,-2 17 43 0 0,0 0 1 0 0,0-1 0 0 0,0 1 0 0 0,0 0 0 0 0,0 0 0 0 0,0 0-1 0 0,0 0 1 0 0,0-1 0 0 0,0 1 0 0 0,0 0 0 0 0,0 0 0 0 0,0 0-1 0 0,0 0 1 0 0,0-1 0 0 0,0 1 0 0 0,0 0 0 0 0,-1 0 0 0 0,1 0-1 0 0,0 0 1 0 0,0-1 0 0 0,0 1 0 0 0,0 0 0 0 0,0 0-1 0 0,-1 0 1 0 0,1 0 0 0 0,0 0 0 0 0,0 0 0 0 0,0 0 0 0 0,0 0-1 0 0,0-1 1 0 0,-1 1 0 0 0,1 0 0 0 0,0 0 0 0 0,0 0 0 0 0,0 0-1 0 0,-1 0 1 0 0,1 0 0 0 0,0 0 0 0 0,0 0 0 0 0,0 0 0 0 0,0 0-1 0 0,-1 0 1 0 0,1 0 0 0 0,0 0 0 0 0,0 0 0 0 0,0 0-1 0 0,-1 0 1 0 0,1 1 0 0 0,0-1 0 0 0,0 0 0 0 0,0 0 0 0 0,0 0-1 0 0,-1 0 1 0 0,1 0 0 0 0,0 0 0 0 0,-11 12 5035 0 0,4 11-4569 0 0,1 0 0 0 0,0 0 0 0 0,2 0 0 0 0,1 1 1 0 0,1 0-1 0 0,0-1 0 0 0,2 1 0 0 0,1 0 0 0 0,1 0 1 0 0,7 31-1 0 0,-7-46-341 0 0,1 0 0 0 0,0 0 1 0 0,1 0-1 0 0,0 0 0 0 0,1 0 1 0 0,0-1-1 0 0,0 0 0 0 0,1 0 1 0 0,0 0-1 0 0,0-1 0 0 0,1 0 0 0 0,0 0 1 0 0,0-1-1 0 0,0 0 0 0 0,1 0 1 0 0,0 0-1 0 0,0-1 0 0 0,1 0 1 0 0,-1-1-1 0 0,1 0 0 0 0,11 3 0 0 0,-11-4-142 0 0,0 0-1 0 0,1-1 0 0 0,0 0 0 0 0,-1-1 0 0 0,1 0 0 0 0,0 0 0 0 0,0-1 0 0 0,0-1 0 0 0,11-1 1 0 0,-13 1-328 0 0,1-1 0 0 0,-1 0-1 0 0,0-1 1 0 0,0 0 0 0 0,-1 0 0 0 0,1-1 0 0 0,-1 0 0 0 0,1 0 0 0 0,-1 0 0 0 0,0-1 0 0 0,8-8 0 0 0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65 7834 0 0,'-2'-3'335'0'0,"1"0"-1"0"0,0 0 1 0 0,0 0 0 0 0,0 0 0 0 0,1 0 0 0 0,-1 0 0 0 0,1 0 0 0 0,0 0 0 0 0,0-6-1 0 0,0 8-310 0 0,0 0 0 0 0,0-1 1 0 0,0 1-1 0 0,1 0 0 0 0,-1-1 0 0 0,0 1 0 0 0,1 0 0 0 0,-1 0 0 0 0,1-1 0 0 0,-1 1 0 0 0,1 0 0 0 0,0 0 0 0 0,-1 0 0 0 0,1 0 0 0 0,0 0 0 0 0,0 0 0 0 0,0 0 0 0 0,0 0 0 0 0,0 0 0 0 0,0 0 1 0 0,0 0-1 0 0,0 1 0 0 0,0-1 0 0 0,1 0 0 0 0,-1 1 0 0 0,1-1 0 0 0,-1 1-143 0 0,-1 0 0 0 0,1 0 0 0 0,-1 1 0 0 0,0-1 0 0 0,1 0 1 0 0,-1 1-1 0 0,1-1 0 0 0,-1 0 0 0 0,0 1 0 0 0,1-1 0 0 0,-1 0 0 0 0,0 1 0 0 0,0-1 1 0 0,1 1-1 0 0,-1-1 0 0 0,0 1 0 0 0,0-1 0 0 0,0 1 0 0 0,0-1 0 0 0,1 1 0 0 0,-1-1 0 0 0,0 0 1 0 0,0 1-1 0 0,0-1 0 0 0,0 1 0 0 0,0-1 0 0 0,0 1 0 0 0,0-1 0 0 0,0 2 0 0 0,1 20-1904 0 0,-1-19 1430 0 0,3 40-946 0 0,-6-30 1486 0 0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8 3681 0 0,'-2'-7'7432'0'0,"-1"26"-7101"0"0,-1 0-1 0 0,0 0 1 0 0,-2 0-1 0 0,0-1 1 0 0,-1 1-1 0 0,-10 17 1 0 0,6-15 72 0 0,2 2 1 0 0,1-1-1 0 0,0 1 1 0 0,-4 28 0 0 0,11-46-309 0 0,0-1 0 0 0,1 1 1 0 0,-1-1-1 0 0,1 1 0 0 0,0-1 1 0 0,1 1-1 0 0,-1-1 0 0 0,1 0 1 0 0,0 1-1 0 0,0-1 0 0 0,0 0 0 0 0,0 1 1 0 0,1-1-1 0 0,0 0 0 0 0,0 0 1 0 0,0 0-1 0 0,0 0 0 0 0,1-1 1 0 0,0 1-1 0 0,-1-1 0 0 0,1 1 1 0 0,0-1-1 0 0,1 0 0 0 0,-1 0 1 0 0,5 3-1 0 0,-1-2 15 0 0,-1-1 1 0 0,1 0-1 0 0,0 0 1 0 0,0 0-1 0 0,0-1 1 0 0,0 0-1 0 0,0-1 1 0 0,1 0-1 0 0,-1 0 1 0 0,0 0-1 0 0,1-1 1 0 0,-1 0-1 0 0,0 0 1 0 0,12-3-1 0 0,23-6-217 0 0,50-16-1 0 0,-45 11-2351 0 0,-1 1-3369 0 0,-30 10 1039 0 0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 7370 0 0,'-14'-9'4776'0'0,"16"11"-4567"0"0,0-1 0 0 0,0 1-1 0 0,-1 0 1 0 0,1-1 0 0 0,0 1 0 0 0,-1 0 0 0 0,1 0 0 0 0,-1 0 0 0 0,1 0 0 0 0,-1 0 0 0 0,0 0 0 0 0,0 1-1 0 0,0-1 1 0 0,1 3 0 0 0,4 23 436 0 0,-1 1 0 0 0,-1-1 0 0 0,-1 1 0 0 0,-2 0 0 0 0,-2 39 0 0 0,2 58 914 0 0,8-1-3882 0 0,-7-94-4323 0 0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23 1376 0 0,'-11'-19'9915'0'0,"18"16"-8279"0"0,-6 2-1598 0 0,4 5-1911 0 0,48 41-836 0 0,-45-36 2696 0 0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5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1376 0 0,'15'26'19744'0'0,"-8"-21"-21983"0"0,-6-2 2284 0 0,-1-1 0 0 0,1 1-1 0 0,0 0 1 0 0,-1 0 0 0 0,1 0-1 0 0,-1 0 1 0 0,0-1 0 0 0,0 1-1 0 0,0 0 1 0 0,-1 0 0 0 0,1 0 0 0 0,-1 0-1 0 0,1 0 1 0 0,-3 4 0 0 0,1 5 90 0 0,-7 61 309 0 0,-20 197 319 0 0,27-223-620 0 0,2 0 1 0 0,2 0 0 0 0,14 79 0 0 0,-11-100-67 0 0,15 45 1 0 0,-18-65-97 0 0,0-1-1 0 0,1 1 1 0 0,-1-1 0 0 0,1 1-1 0 0,0-1 1 0 0,0 0-1 0 0,1 0 1 0 0,-1 0-1 0 0,1-1 1 0 0,0 1-1 0 0,1-1 1 0 0,-1 0-1 0 0,1 0 1 0 0,6 4 0 0 0,-9-7-57 0 0,0 0 1 0 0,0-1 0 0 0,1 1 0 0 0,-1 0 0 0 0,0-1-1 0 0,0 0 1 0 0,0 0 0 0 0,0 1 0 0 0,0-1 0 0 0,0-1 0 0 0,0 1-1 0 0,1 0 1 0 0,-1 0 0 0 0,0-1 0 0 0,0 1 0 0 0,0-1 0 0 0,0 0-1 0 0,0 1 1 0 0,0-1 0 0 0,0 0 0 0 0,0 0 0 0 0,-1 0-1 0 0,1-1 1 0 0,0 1 0 0 0,-1 0 0 0 0,3-3 0 0 0,4-4-702 0 0,0 0 0 0 0,0-1 0 0 0,11-16 0 0 0,-11 13-375 0 0,11-13-4449 0 0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1376 0 0,'34'-25'4495'0'0,"-14"14"-4076"0"0,0 2 1 0 0,36-12 0 0 0,-39 15 197 0 0,1 2 1 0 0,-1 0 0 0 0,1 2 0 0 0,0-1 0 0 0,1 2 0 0 0,-1 1 0 0 0,0 0 0 0 0,27 4 0 0 0,-43-4-605 0 0,0 1 0 0 0,0-1 0 0 0,0 1 0 0 0,-1-1 0 0 0,1 1 1 0 0,0 0-1 0 0,0 0 0 0 0,0 0 0 0 0,-1 0 0 0 0,1 0 0 0 0,-1 0 0 0 0,1 0 0 0 0,-1 0 1 0 0,1 1-1 0 0,-1-1 0 0 0,0 1 0 0 0,1-1 0 0 0,-1 1 0 0 0,0-1 0 0 0,0 1 1 0 0,0 0-1 0 0,0-1 0 0 0,0 1 0 0 0,-1 0 0 0 0,1 0 0 0 0,0 0 0 0 0,-1-1 0 0 0,0 1 1 0 0,1 0-1 0 0,-1 0 0 0 0,0 0 0 0 0,0 0 0 0 0,0 0 0 0 0,0 0 0 0 0,0 0 1 0 0,-1 3-1 0 0,-2 8-163 0 0,0 0 0 0 0,0 0 0 0 0,-1 0 1 0 0,-9 18-1 0 0,2-2 622 0 0,9-26-403 0 0,1 1 1 0 0,0-1-1 0 0,0 1 0 0 0,0-1 1 0 0,1 1-1 0 0,-1 0 0 0 0,1-1 1 0 0,0 1-1 0 0,0-1 0 0 0,0 1 1 0 0,1 0-1 0 0,-1-1 0 0 0,2 5 1 0 0,-1-6-46 0 0,0-1 0 0 0,0 1 0 0 0,0 0 0 0 0,1-1 0 0 0,-1 0 1 0 0,0 1-1 0 0,1-1 0 0 0,-1 0 0 0 0,1 0 0 0 0,-1 0 0 0 0,1 0 1 0 0,-1 0-1 0 0,1 0 0 0 0,0 0 0 0 0,0 0 0 0 0,-1-1 0 0 0,1 1 1 0 0,0-1-1 0 0,0 1 0 0 0,0-1 0 0 0,0 0 0 0 0,-1 0 0 0 0,1 0 1 0 0,0 0-1 0 0,0 0 0 0 0,2 0 0 0 0,28-2 188 0 0,-23 1-79 0 0,0 1-1 0 0,0 0 1 0 0,0 0 0 0 0,0 1-1 0 0,17 3 1 0 0,-24-4-109 0 0,1 1-1 0 0,-1 0 1 0 0,1 1-1 0 0,-1-1 0 0 0,1 0 1 0 0,-1 1-1 0 0,0-1 1 0 0,0 1-1 0 0,0 0 1 0 0,0 0-1 0 0,0-1 1 0 0,0 1-1 0 0,0 1 1 0 0,0-1-1 0 0,-1 0 1 0 0,1 0-1 0 0,-1 1 1 0 0,0-1-1 0 0,0 1 1 0 0,0-1-1 0 0,0 1 1 0 0,0-1-1 0 0,0 1 1 0 0,0 2-1 0 0,2 9 219 0 0,-1 0 0 0 0,-1 0-1 0 0,0 0 1 0 0,-1 0 0 0 0,0 0 0 0 0,-1 0 0 0 0,-1 0-1 0 0,0 0 1 0 0,-1 0 0 0 0,0-1 0 0 0,-1 1 0 0 0,-1-1-1 0 0,0 0 1 0 0,-1 0 0 0 0,-12 20 0 0 0,12-23-1458 0 0,-1-1 1 0 0,0 1 0 0 0,-1-1 0 0 0,0 0-1 0 0,-1-1 1 0 0,-17 14 0 0 0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57 9218 0 0,'0'0'26'0'0,"0"0"1"0"0,0 0 0 0 0,-1 0-1 0 0,1 0 1 0 0,0 0-1 0 0,0 0 1 0 0,0 0-1 0 0,-1 1 1 0 0,1-1-1 0 0,0 0 1 0 0,0 0-1 0 0,0 0 1 0 0,-1 0-1 0 0,1 0 1 0 0,0 0-1 0 0,0 0 1 0 0,0 0-1 0 0,0 0 1 0 0,-1 0-1 0 0,1-1 1 0 0,0 1 0 0 0,0 0-1 0 0,0 0 1 0 0,-1 0-1 0 0,1 0 1 0 0,0 0-1 0 0,0 0 1 0 0,0 0-1 0 0,0 0 1 0 0,-1 0-1 0 0,1-1 1 0 0,0 1-1 0 0,0 0 1 0 0,0 0-1 0 0,0 0 1 0 0,0 0-1 0 0,0 0 1 0 0,0-1-1 0 0,-1 1 1 0 0,1 0-1 0 0,0 0 1 0 0,0 0 0 0 0,0-1-1 0 0,0 1 1 0 0,0 0-1 0 0,0 0 1 0 0,0 0-1 0 0,0 0 1 0 0,0-1-1 0 0,0 1 1 0 0,0 0-1 0 0,0 0 1 0 0,0 0-1 0 0,0-1 1 0 0,0 1-1 0 0,0 0 1 0 0,12-12 874 0 0,22-8 172 0 0,-22 16-794 0 0,1 1 1 0 0,0-1-1 0 0,27-1 0 0 0,-7 2-4143 0 0,-17 3-412 0 0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6913 0 0,'-10'2'308'0'0,"6"-2"-53"0"0,-1 1 1 0 0,1 0-1 0 0,0 0 0 0 0,0 0 1 0 0,0 0-1 0 0,0 1 0 0 0,-1-1 1 0 0,2 1-1 0 0,-1 0 0 0 0,0 0 1 0 0,0 1-1 0 0,1-1 0 0 0,-6 5 1 0 0,9-6-178 0 0,0-1 0 0 0,0 0 0 0 0,1 1 0 0 0,-1-1 0 0 0,0 0 0 0 0,0 1 0 0 0,0-1 0 0 0,0 0 0 0 0,1 0 0 0 0,-1 1 0 0 0,0-1 0 0 0,0 0 0 0 0,0 1 0 0 0,1-1 1 0 0,-1 0-1 0 0,0 0 0 0 0,1 0 0 0 0,-1 1 0 0 0,0-1 0 0 0,1 0 0 0 0,-1 0 0 0 0,0 0 0 0 0,1 0 0 0 0,-1 0 0 0 0,0 1 0 0 0,1-1 0 0 0,-1 0 0 0 0,0 0 0 0 0,1 0 0 0 0,-1 0 0 0 0,0 0 0 0 0,1 0 1 0 0,-1 0-1 0 0,0 0 0 0 0,1 0 0 0 0,0-1 0 0 0,17 3 1076 0 0,-17-2-1045 0 0,119 1 3918 0 0,-9-1-5707 0 0,-95 1-4556 0 0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6913 0 0,'2'-12'1429'0'0,"-1"12"-1416"0"0,-1 0-1 0 0,0 0 1 0 0,0-1-1 0 0,0 1 1 0 0,0 0 0 0 0,0 0-1 0 0,0 0 1 0 0,1 0-1 0 0,-1-1 1 0 0,0 1-1 0 0,0 0 1 0 0,0 0 0 0 0,0 0-1 0 0,1 0 1 0 0,-1 0-1 0 0,0 0 1 0 0,0-1-1 0 0,0 1 1 0 0,1 0 0 0 0,-1 0-1 0 0,0 0 1 0 0,0 0-1 0 0,0 0 1 0 0,1 0-1 0 0,-1 0 1 0 0,0 0 0 0 0,0 0-1 0 0,1 0 1 0 0,-1 0-1 0 0,0 0 1 0 0,0 0-1 0 0,0 0 1 0 0,1 0 0 0 0,-1 0-1 0 0,0 0 1 0 0,0 0-1 0 0,0 0 1 0 0,1 1 0 0 0,-1-1-1 0 0,0 0 1 0 0,0 0-1 0 0,0 0 1 0 0,1 0-1 0 0,-1 0 1 0 0,0 0 0 0 0,0 1-1 0 0,0-1 1 0 0,0 0-1 0 0,0 0 1 0 0,1 0-1 0 0,-1 1 1 0 0,0-1 0 0 0,1 1-31 0 0,-1 1 0 0 0,1-1 0 0 0,-1 1 0 0 0,1-1 0 0 0,-1 1 0 0 0,0-1 0 0 0,1 1 0 0 0,-1-1 0 0 0,0 1 0 0 0,0-1 0 0 0,0 1 0 0 0,0-1 0 0 0,-1 3 0 0 0,1-2-1 0 0,1 23 1269 0 0,-1-1 0 0 0,-3 30 0 0 0,0-33 89 0 0,2 1 1 0 0,3 39-1 0 0,-1-51-1164 0 0,2-1 0 0 0,-1 1 0 0 0,1-1-1 0 0,0 0 1 0 0,1 0 0 0 0,0 0 0 0 0,1 0 0 0 0,0-1-1 0 0,0 1 1 0 0,0-1 0 0 0,1-1 0 0 0,1 1 0 0 0,-1-1-1 0 0,1 0 1 0 0,0-1 0 0 0,1 1 0 0 0,10 6 0 0 0,-12-9-259 0 0,0 0 1 0 0,1 0-1 0 0,-1-1 1 0 0,1 0-1 0 0,0 0 1 0 0,-1-1 0 0 0,1 1-1 0 0,0-2 1 0 0,1 1-1 0 0,-1-1 1 0 0,0 0-1 0 0,0 0 1 0 0,1-1 0 0 0,-1 0-1 0 0,0 0 1 0 0,0-1-1 0 0,1 0 1 0 0,-1 0 0 0 0,0-1-1 0 0,0 0 1 0 0,0 0-1 0 0,0 0 1 0 0,11-7-1 0 0,-4 1-802 0 0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8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1376 0 0,'0'-10'622'0'0,"2"-16"4470"0"0,4 23-2612 0 0,7 12-1424 0 0,17 29-5379 0 0,-23-25 2733 0 0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253 106 6913 0 0,'5'-14'130'0'0,"9"-29"275"0"0,-13 41-227 0 0,-1 0 0 0 0,1-1 0 0 0,-1 1 0 0 0,0-1-1 0 0,0 1 1 0 0,0 0 0 0 0,0-1 0 0 0,0 1 0 0 0,-1-1-1 0 0,1 1 1 0 0,0-1 0 0 0,-1 1 0 0 0,0 0 0 0 0,-1-4-1 0 0,1 5-36 0 0,0 0 0 0 0,0 0 0 0 0,0 1 0 0 0,0-1 0 0 0,0 0 0 0 0,0 0 0 0 0,0 1 0 0 0,0-1 0 0 0,-1 1 0 0 0,1-1 0 0 0,0 1 0 0 0,0 0 0 0 0,0-1 0 0 0,-1 1 0 0 0,1 0 0 0 0,0 0 0 0 0,0 0 0 0 0,-1 0 0 0 0,1 0 0 0 0,0 0 0 0 0,0 0-1 0 0,-1 0 1 0 0,1 0 0 0 0,0 1 0 0 0,0-1 0 0 0,0 1 0 0 0,-3 0 0 0 0,-31 16 1319 0 0,18-4-1284 0 0,1 1 0 0 0,0 1 0 0 0,1 0-1 0 0,1 2 1 0 0,1-1 0 0 0,0 1 0 0 0,1 1 0 0 0,1 1 0 0 0,1-1 0 0 0,0 2-1 0 0,1-1 1 0 0,1 1 0 0 0,-6 27 0 0 0,8-28-116 0 0,2 0 1 0 0,0 0-1 0 0,1 1 0 0 0,1-1 0 0 0,1 0 1 0 0,1 1-1 0 0,0-1 0 0 0,1 1 0 0 0,2-1 1 0 0,0 0-1 0 0,1 0 0 0 0,0 0 0 0 0,2 0 1 0 0,14 33-1 0 0,-17-46-109 0 0,0-1 0 0 0,1 1 1 0 0,-1-1-1 0 0,1 0 0 0 0,0 0 0 0 0,0 0 0 0 0,1-1 0 0 0,-1 0 1 0 0,1 1-1 0 0,0-2 0 0 0,0 1 0 0 0,0 0 0 0 0,1-1 0 0 0,-1 0 1 0 0,1-1-1 0 0,0 1 0 0 0,0-1 0 0 0,0 0 0 0 0,10 2 0 0 0,-9-3 19 0 0,1 0-1 0 0,-1-1 1 0 0,1 0-1 0 0,-1 0 1 0 0,1-1-1 0 0,-1 0 0 0 0,0 0 1 0 0,1-1-1 0 0,-1 0 1 0 0,0 0-1 0 0,0-1 1 0 0,0 0-1 0 0,0 0 0 0 0,0-1 1 0 0,-1 1-1 0 0,8-7 1 0 0,-4 2 5 0 0,1 0 1 0 0,-2-1-1 0 0,1 0 1 0 0,-1-1 0 0 0,-1 0-1 0 0,1 0 1 0 0,-2-1-1 0 0,9-16 1 0 0,-12 22-7 0 0,-1-1 0 0 0,-1 0 1 0 0,1 0-1 0 0,-1 0 0 0 0,0 0 0 0 0,-1 0 1 0 0,1 0-1 0 0,-1-1 0 0 0,0 1 0 0 0,-1 0 1 0 0,0-1-1 0 0,0 1 0 0 0,0 0 0 0 0,-1-1 1 0 0,1 1-1 0 0,-2 0 0 0 0,1-1 0 0 0,-1 1 1 0 0,-3-8-1 0 0,4 12 7 0 0,0 0-1 0 0,0 0 1 0 0,0 0 0 0 0,0 0 0 0 0,0 0-1 0 0,-1 1 1 0 0,1-1 0 0 0,-1 0 0 0 0,1 1-1 0 0,-1-1 1 0 0,0 1 0 0 0,0 0 0 0 0,0-1-1 0 0,1 1 1 0 0,-1 0 0 0 0,0 0 0 0 0,0 0-1 0 0,-1 0 1 0 0,-2 0 0 0 0,1 0-16 0 0,0 1 0 0 0,0-1 0 0 0,0 1-1 0 0,-1 0 1 0 0,1 0 0 0 0,0 1 0 0 0,0-1 0 0 0,0 1 0 0 0,-7 2 0 0 0,-4 2-121 0 0,1 1 0 0 0,0 0 0 0 0,0 1 0 0 0,-20 13 0 0 0,18-9-122 0 0,0 1 0 0 0,1 1 0 0 0,-26 26 1 0 0,10 0-3792 0 0,19-20-90 0 0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11378 0 0,'41'-7'1438'0'0,"242"-21"75"0"0,-161 25-3543 0 0,-99 3-2459 0 0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55 12443 0 0,'-1'-2'-29'0'0,"-1"1"0"0"0,1-1 0 0 0,0 0 0 0 0,0 1 1 0 0,-1-1-1 0 0,1 0 0 0 0,0 0 0 0 0,0 1 1 0 0,0-1-1 0 0,1 0 0 0 0,-1 0 0 0 0,0 0 0 0 0,1 0 1 0 0,0 0-1 0 0,-1-3 0 0 0,1 5-25 0 0,0-1-1 0 0,0 0 1 0 0,-1 0 0 0 0,1 1 0 0 0,0-1-1 0 0,0 0 1 0 0,0 0 0 0 0,1 0-1 0 0,-1 1 1 0 0,0-1 0 0 0,0 0 0 0 0,0 0-1 0 0,0 1 1 0 0,1-1 0 0 0,-1 0-1 0 0,0 1 1 0 0,1-1 0 0 0,-1 0 0 0 0,1 1-1 0 0,-1-1 1 0 0,1 0 0 0 0,-1 1-1 0 0,1-1 1 0 0,-1 1 0 0 0,1-1 0 0 0,-1 1-1 0 0,1-1 1 0 0,0 1 0 0 0,-1-1-1 0 0,1 1 1 0 0,0 0 0 0 0,0-1 0 0 0,-1 1-1 0 0,1 0 1 0 0,0 0 0 0 0,0-1-1 0 0,-1 1 1 0 0,1 0 0 0 0,0 0 0 0 0,0 0-1 0 0,1 0 1 0 0,-1 0 223 0 0,0 1 0 0 0,1-1 1 0 0,-1 1-1 0 0,0 0 0 0 0,0-1 0 0 0,1 1 0 0 0,-1 0 0 0 0,0 0 1 0 0,0 0-1 0 0,0 0 0 0 0,0 0 0 0 0,0 0 0 0 0,0 0 0 0 0,0 0 1 0 0,0 0-1 0 0,-1 1 0 0 0,1-1 0 0 0,0 0 0 0 0,-1 0 0 0 0,1 1 1 0 0,-1-1-1 0 0,2 3 0 0 0,9 34 2035 0 0,-10-35-2110 0 0,16 115 1625 0 0,-3-18-5113 0 0,-10-77-1852 0 0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6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21 14283 0 0,'-3'-8'632'0'0,"-1"3"136"0"0,2 1-616 0 0,1 1-152 0 0,2 3 0 0 0,3 1-1440 0 0,17 11-4345 0 0,2 4 5681 0 0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10594 0 0,'0'0'819'0'0,"2"29"-1430"0"0,-12 102 2209 0 0,6-94-235 0 0,0 0 0 0 0,3 1 0 0 0,6 72 0 0 0,-3-99-1194 0 0,0-1-1 0 0,0 1 0 0 0,1-1 0 0 0,1 1 1 0 0,0-1-1 0 0,0 0 0 0 0,1-1 0 0 0,0 1 0 0 0,0-1 1 0 0,1 0-1 0 0,1 0 0 0 0,0 0 0 0 0,0-1 0 0 0,0 0 1 0 0,1-1-1 0 0,0 1 0 0 0,1-2 0 0 0,9 7 1 0 0,-14-10-257 0 0,1 0 1 0 0,-1 0 0 0 0,1-1 0 0 0,-1 0 0 0 0,1 0 0 0 0,0 0 0 0 0,-1-1 0 0 0,1 0 0 0 0,0 1 0 0 0,0-2 0 0 0,0 1 0 0 0,0-1 0 0 0,0 1 0 0 0,0-1 0 0 0,0-1 0 0 0,0 1 0 0 0,0-1 0 0 0,0 0 0 0 0,0 0 0 0 0,0 0 0 0 0,0 0 0 0 0,-1-1 0 0 0,9-4 0 0 0,-3 0-1173 0 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53 353 6449 0 0,'-5'-5'177'0'0,"-1"-1"0"0"0,2 0 0 0 0,-1 0-1 0 0,1 0 1 0 0,0 0 0 0 0,0-1 0 0 0,1 0 0 0 0,-1 0-1 0 0,2 0 1 0 0,-1 0 0 0 0,1 0 0 0 0,0-1-1 0 0,0 1 1 0 0,1-1 0 0 0,0-10 0 0 0,1 9 22 0 0,0-1 0 0 0,1 0 0 0 0,0 0 0 0 0,1 1 0 0 0,0-1 0 0 0,0 1 0 0 0,1 0 0 0 0,1-1 0 0 0,-1 1 0 0 0,1 1 1 0 0,7-11-1 0 0,-7 11-150 0 0,1 0 1 0 0,0 0 0 0 0,1 1 0 0 0,0-1 0 0 0,0 1-1 0 0,1 1 1 0 0,0-1 0 0 0,0 1 0 0 0,0 1-1 0 0,1-1 1 0 0,-1 1 0 0 0,2 0 0 0 0,-1 1 0 0 0,0 0-1 0 0,1 0 1 0 0,-1 1 0 0 0,1 0 0 0 0,0 1 0 0 0,0 0-1 0 0,1 0 1 0 0,-1 1 0 0 0,0 0 0 0 0,0 0-1 0 0,1 1 1 0 0,-1 1 0 0 0,10 1 0 0 0,-16-2-148 0 0,1 1-1 0 0,-1 0 1 0 0,-1 0 0 0 0,1 0 0 0 0,0 0 0 0 0,0 0 0 0 0,0 1-1 0 0,-1-1 1 0 0,1 1 0 0 0,0 0 0 0 0,-1 0 0 0 0,0 0-1 0 0,1 0 1 0 0,-1 0 0 0 0,0 0 0 0 0,0 1 0 0 0,0-1 0 0 0,-1 1-1 0 0,1 0 1 0 0,0-1 0 0 0,-1 1 0 0 0,0 0 0 0 0,0 0-1 0 0,1 0 1 0 0,-2 0 0 0 0,1 0 0 0 0,0 0 0 0 0,-1 0 0 0 0,1 0-1 0 0,-1 0 1 0 0,0 0 0 0 0,0 0 0 0 0,-1 6 0 0 0,-1 9 106 0 0,0 0 0 0 0,-2 0 1 0 0,0 0-1 0 0,-9 26 1 0 0,8-29 2 0 0,-5 14 109 0 0,2-5 16 0 0,1-1 0 0 0,1 1 0 0 0,-4 32 0 0 0,9-50-119 0 0,1 1 0 0 0,0 0 0 0 0,0 0 1 0 0,0-1-1 0 0,1 1 0 0 0,0-1 0 0 0,1 1 0 0 0,-1-1 0 0 0,1 1 0 0 0,0-1 0 0 0,1 0 1 0 0,-1 1-1 0 0,1-1 0 0 0,1-1 0 0 0,-1 1 0 0 0,1 0 0 0 0,4 5 0 0 0,-5-8 104 0 0,-1 0 0 0 0,1-1 0 0 0,0 1 0 0 0,0 0 0 0 0,0-1-1 0 0,0 0 1 0 0,0 1 0 0 0,1-1 0 0 0,-1 0 0 0 0,1-1 0 0 0,-1 1-1 0 0,8 2 1 0 0,-8-4-4 0 0,0 0-1 0 0,0 0 0 0 0,-1 0 1 0 0,1 0-1 0 0,0 0 0 0 0,0 0 1 0 0,-1-1-1 0 0,1 0 1 0 0,0 1-1 0 0,-1-1 0 0 0,1 0 1 0 0,0 0-1 0 0,-1 0 0 0 0,1-1 1 0 0,-1 1-1 0 0,0 0 0 0 0,1-1 1 0 0,-1 0-1 0 0,3-2 0 0 0,-3 2-94 0 0,0 0 0 0 0,0 1 0 0 0,0-1 0 0 0,0 0 0 0 0,0 0 0 0 0,-1 0 0 0 0,1 0-1 0 0,-1 0 1 0 0,0 0 0 0 0,1-1 0 0 0,-1 1 0 0 0,0 0 0 0 0,0-1 0 0 0,0 1-1 0 0,-1-1 1 0 0,1 1 0 0 0,-1-1 0 0 0,1 1 0 0 0,-1-1 0 0 0,0-3 0 0 0,0 2 58 0 0,-1 1 0 0 0,0-1 1 0 0,0 1-1 0 0,0 0 0 0 0,-1-1 0 0 0,1 1 1 0 0,-1 0-1 0 0,0 0 0 0 0,0 0 1 0 0,0 0-1 0 0,0 0 0 0 0,0 0 0 0 0,-3-2 1 0 0,-9-7 285 0 0,0 0 1 0 0,0 1 0 0 0,-1 1 0 0 0,-24-13-1 0 0,37 22-358 0 0,-39-20-1423 0 0,19 10-4549 0 0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11522 0 0,'-2'0'1025'0'0,"0"0"-825"0"0,4 0-200 0 0,0 0 0 0 0,1 2-224 0 0,1 0-80 0 0,-1-1-16 0 0,4 3-9 0 0,4 3 329 0 0,-1 0 0 0 0,-1 3 64 0 0,-4 1 9 0 0,-3 1-73 0 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5985 0 0,'8'-5'5797'0'0,"0"2"-6686"0"0,0 0 1 0 0,0 0-1 0 0,1 1 0 0 0,-1 0 0 0 0,10-1 0 0 0,-9 3 691 0 0,-1 1 0 0 0,1-1 0 0 0,0 2-1 0 0,0-1 1 0 0,0 1 0 0 0,0 1 0 0 0,-1-1-1 0 0,1 1 1 0 0,-1 1 0 0 0,0 0-1 0 0,12 7 1 0 0,-13-6 185 0 0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10594 0 0,'-6'3'944'0'0,"3"-3"-751"0"0,1 0-193 0 0,2 2 592 0 0,0 0-280 0 0,-3 1 0 0 0,1 1-1176 0 0,0-1-241 0 0,6 8-1447 0 0,-1-8 2552 0 0,1 2-72 0 0,-1-3 72 0 0,1 0 0 0 0,-3 0-88 0 0</inkml:trace>
  <inkml:trace contextRef="#ctx0" brushRef="#br0" timeOffset="1">11 415 10138 0 0,'-5'1'896'0'0,"1"-1"-712"0"0,3 0-184 0 0,2 0 0 0 0,-1 2 0 0 0,0 2 0 0 0,-1-1 0 0 0,4 2 0 0 0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3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1 456 0 0,'-7'2'44'0'0,"0"1"1"0"0,1-1-1 0 0,-1 1 0 0 0,0 1 0 0 0,1-1 1 0 0,0 1-1 0 0,0 1 0 0 0,0-1 0 0 0,1 1 0 0 0,-1 0 1 0 0,1 0-1 0 0,0 0 0 0 0,1 1 0 0 0,-7 9 1 0 0,9-13-45 0 0,1 0 0 0 0,-1 0 0 0 0,1 0 0 0 0,-1 0 0 0 0,1 0 0 0 0,0 1 0 0 0,0-1 0 0 0,0 0 0 0 0,0 1 0 0 0,1-1 0 0 0,-1 1 0 0 0,1-1 0 0 0,-1 1 0 0 0,1-1 0 0 0,0 1 0 0 0,0-1 0 0 0,0 1 0 0 0,0-1 0 0 0,0 1 0 0 0,1 2 0 0 0,2 4 0 0 0,0-1 0 0 0,0 1 0 0 0,0-1 0 0 0,5 8 0 0 0,-7-15 0 0 0,-1-1 0 0 0,0 0 0 0 0,0 0 0 0 0,0 0 0 0 0,0 0 0 0 0,0 0 0 0 0,0-1 0 0 0,0 1 0 0 0,0 0 0 0 0,0 0 0 0 0,0 0 0 0 0,0 0 0 0 0,0 0 0 0 0,0 0 0 0 0,0 0 0 0 0,0 0 0 0 0,0 0 0 0 0,0 0 0 0 0,0 0 0 0 0,0 0 0 0 0,1 0 0 0 0,-1 0 0 0 0,0-1 0 0 0,0 1 0 0 0,0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0,0-2 0 0 0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81 8698 0 0,'-1'-9'624'0'0,"1"0"0"0"0,0 0-1 0 0,1 0 1 0 0,-1 1 0 0 0,2-1 0 0 0,-1 0 0 0 0,4-10 4091 0 0,-6 25-4251 0 0,-19 58 78 0 0,4 1 1 0 0,2 0-1 0 0,-6 88 1 0 0,20-139-343 0 0,0 0 1 0 0,1 0 0 0 0,0 0 0 0 0,7 24-1 0 0,-7-33-138 0 0,0-1-1 0 0,0 1 0 0 0,1-1 1 0 0,0 0-1 0 0,0 0 1 0 0,0 1-1 0 0,0-1 0 0 0,1-1 1 0 0,-1 1-1 0 0,1 0 0 0 0,0-1 1 0 0,0 1-1 0 0,1-1 1 0 0,-1 0-1 0 0,0 0 0 0 0,1 0 1 0 0,0 0-1 0 0,5 2 0 0 0,-6-4-54 0 0,0 0-1 0 0,-1-1 0 0 0,1 1 0 0 0,0-1 0 0 0,0 0 1 0 0,0 0-1 0 0,0 0 0 0 0,-1 0 0 0 0,1 0 0 0 0,0 0 0 0 0,0-1 1 0 0,0 0-1 0 0,-1 1 0 0 0,1-1 0 0 0,0 0 0 0 0,-1 0 0 0 0,1-1 1 0 0,-1 1-1 0 0,5-3 0 0 0,6-4-161 0 0,-1-1 0 0 0,17-15-1 0 0,-16 12-450 0 0,3 0-1261 0 0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33 9674 0 0,'-1'-20'1035'0'0,"3"9"-1019"0"0,-2 11-26 0 0,0 0-1 0 0,0 0 1 0 0,0 0 0 0 0,0-1-1 0 0,0 1 1 0 0,0 0 0 0 0,0 0-1 0 0,1 0 1 0 0,-1 0 0 0 0,0 0-1 0 0,0 0 1 0 0,0 0 0 0 0,0 0-1 0 0,0 0 1 0 0,1 0 0 0 0,-1 0-1 0 0,0-1 1 0 0,0 1 0 0 0,0 0-1 0 0,0 0 1 0 0,0 0 0 0 0,1 0-1 0 0,-1 0 1 0 0,0 0 0 0 0,0 0 0 0 0,0 0-1 0 0,0 0 1 0 0,0 0 0 0 0,1 0-1 0 0,-1 1 1 0 0,0-1 0 0 0,0 0-1 0 0,0 0 1 0 0,0 0 0 0 0,0 0-1 0 0,1 0 1 0 0,-1 0 0 0 0,0 0-1 0 0,0 0 1 0 0,0 0 0 0 0,0 0-1 0 0,0 0 1 0 0,0 1 0 0 0,0-1-1 0 0,1 0 1 0 0,-1 0 0 0 0,0 0-1 0 0,0 0 1 0 0,0 1 0 0 0,2 2-155 0 0,-1 1 1 0 0,1 0-1 0 0,-1-1 0 0 0,1 1 1 0 0,-1 0-1 0 0,-1 0 0 0 0,1 0 1 0 0,0 0-1 0 0,-1 0 1 0 0,0 0-1 0 0,0 7 0 0 0,1 11-818 0 0,12 50-1687 0 0,-12-47 2339 0 0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6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8290 0 0,'0'0'639'0'0,"-1"20"1102"0"0,-6 57-830 0 0,-7 123 1767 0 0,14-169-2699 0 0,1-1 1 0 0,2 0-1 0 0,1 0 1 0 0,11 46-1 0 0,-9-58-5077 0 0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12443 0 0,'0'3'52'0'0,"0"0"1"0"0,0 0 0 0 0,0-1-1 0 0,1 1 1 0 0,-1 0 0 0 0,0-1 0 0 0,1 1-1 0 0,0-1 1 0 0,0 1 0 0 0,0 0-1 0 0,0-1 1 0 0,0 0 0 0 0,2 4 0 0 0,8 25-783 0 0,-9-15 325 0 0,2 15 785 0 0,2 0 1 0 0,0 0 0 0 0,21 56 0 0 0,-24-80-250 0 0,0 0 0 0 0,0 0 1 0 0,1-1-1 0 0,-1 1 0 0 0,2-1 1 0 0,-1 1-1 0 0,1-1 0 0 0,0-1 1 0 0,0 1-1 0 0,0-1 0 0 0,1 0 1 0 0,0 0-1 0 0,0 0 0 0 0,0-1 1 0 0,1 0-1 0 0,-1 0 1 0 0,1 0-1 0 0,0-1 0 0 0,0 0 1 0 0,0-1-1 0 0,14 4 0 0 0,-16-6-154 0 0,0 1 1 0 0,-1-1-1 0 0,1 0 0 0 0,0 0 0 0 0,-1 0 1 0 0,1-1-1 0 0,-1 1 0 0 0,1-1 0 0 0,0 0 1 0 0,-1-1-1 0 0,0 1 0 0 0,1-1 0 0 0,-1 0 1 0 0,7-3-1 0 0,-4 0-98 0 0,-1 0 0 0 0,0 0 1 0 0,1 0-1 0 0,-2-1 0 0 0,1 1 1 0 0,-1-2-1 0 0,10-12 0 0 0,-7 6 43 0 0,0-2-1 0 0,0 1 1 0 0,-2-1-1 0 0,1 0 1 0 0,-2 0-1 0 0,0-1 1 0 0,5-30-1 0 0,-9 37 26 0 0,-1 0 0 0 0,0 0 0 0 0,0 0 0 0 0,-1 0-1 0 0,0-1 1 0 0,-1 1 0 0 0,1 0 0 0 0,-2 0 0 0 0,1 1 0 0 0,-1-1 0 0 0,-9-16 0 0 0,9 19-35 0 0,-1-1 1 0 0,0 1 0 0 0,0 0 0 0 0,0 0 0 0 0,-1 1-1 0 0,0-1 1 0 0,0 1 0 0 0,-1 0 0 0 0,1 0 0 0 0,-1 1 0 0 0,0 0-1 0 0,0 0 1 0 0,0 0 0 0 0,-1 1 0 0 0,-9-4 0 0 0,13 6-111 0 0,0 0 0 0 0,0 0 0 0 0,1 1 1 0 0,-1 0-1 0 0,0-1 0 0 0,0 1 0 0 0,0 0 1 0 0,0 1-1 0 0,1-1 0 0 0,-1 0 0 0 0,0 1 1 0 0,0-1-1 0 0,0 1 0 0 0,1 0 0 0 0,-1 0 1 0 0,1 0-1 0 0,-1 0 0 0 0,0 1 0 0 0,1-1 1 0 0,0 1-1 0 0,-1-1 0 0 0,1 1 0 0 0,0 0 1 0 0,0 0-1 0 0,0 0 0 0 0,0 0 0 0 0,0 0 0 0 0,0 0 1 0 0,1 1-1 0 0,-1-1 0 0 0,1 1 0 0 0,0-1 1 0 0,0 1-1 0 0,-1-1 0 0 0,2 1 0 0 0,-1 0 1 0 0,0 0-1 0 0,0-1 0 0 0,1 1 0 0 0,0 0 1 0 0,-1 4-1 0 0,3-2 91 0 0,3-1 94 0 0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46 105 11522 0 0,'-4'0'193'0'0,"-22"-1"1052"0"0,26 1-1264 0 0,-1 0 0 0 0,0 0 0 0 0,1 0 0 0 0,-1-1 0 0 0,0 1 0 0 0,1 0 0 0 0,-1 0 0 0 0,0 0 0 0 0,1-1 0 0 0,-1 1 0 0 0,0 0 0 0 0,1 0 0 0 0,-1-1 0 0 0,1 1 0 0 0,-1-1 0 0 0,1 1 0 0 0,-1 0 0 0 0,1-1 0 0 0,-1 1 0 0 0,1-1 0 0 0,-1 1 0 0 0,1-1 0 0 0,-1 0 0 0 0,1 1 0 0 0,0-1 0 0 0,-1 1 0 0 0,1-1 0 0 0,0 0 0 0 0,0 1 0 0 0,-1-2 0 0 0,11-2 1404 0 0,157-35 4645 0 0,-50 16-5466 0 0,-11 3-4338 0 0,-85 15-2344 0 0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3225 0 0,'-2'-8'5658'0'0,"10"15"-5182"0"0,-1 0-1 0 0,0 1 1 0 0,0 0 0 0 0,-1 0-1 0 0,0 0 1 0 0,-1 1-1 0 0,1 0 1 0 0,-2 0-1 0 0,1 1 1 0 0,-1-1 0 0 0,-1 1-1 0 0,0 0 1 0 0,0 0-1 0 0,2 20 1 0 0,1 17-91 0 0,-2 1 1 0 0,-2 48-1 0 0,-1-38-226 0 0,2-3-1539 0 0,14 71 0 0 0,-12-102-3942 0 0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8754 0 0,'4'-36'1429'0'0,"-3"35"-1318"0"0,-1-1 0 0 0,1 0 0 0 0,-1 0 0 0 0,1 0 0 0 0,0 1 0 0 0,-1-1 0 0 0,1 0 0 0 0,0 1 0 0 0,0-1 0 0 0,0 0 0 0 0,0 1 0 0 0,1-1 0 0 0,-1 1-1 0 0,0 0 1 0 0,1-1 0 0 0,2-1 0 0 0,-4 3-49 0 0,1 0-1 0 0,-1 1 1 0 0,0-1-1 0 0,1 0 1 0 0,-1 0-1 0 0,0 0 1 0 0,1 1-1 0 0,-1-1 1 0 0,1 0-1 0 0,-1 0 1 0 0,0 1-1 0 0,0-1 1 0 0,1 0-1 0 0,-1 1 1 0 0,0-1-1 0 0,0 0 0 0 0,1 1 1 0 0,-1-1-1 0 0,0 0 1 0 0,0 1-1 0 0,0-1 1 0 0,1 1-1 0 0,-1-1 1 0 0,0 0-1 0 0,0 1 1 0 0,0-1-1 0 0,0 1 1 0 0,0-1-1 0 0,0 1 1 0 0,0-1-1 0 0,0 0 1 0 0,0 1-1 0 0,0 0 1 0 0,2 20 1065 0 0,-2-19-859 0 0,3 54 1803 0 0,-1-16-724 0 0,10 57-1 0 0,-9-84-1195 0 0,0 0 0 0 0,1 0 0 0 0,1-1 1 0 0,0 1-1 0 0,0-1 0 0 0,1 0 0 0 0,1-1 0 0 0,11 16 0 0 0,-13-19-80 0 0,1-1 0 0 0,0 0 0 0 0,1 0 0 0 0,0 0 0 0 0,0-1 0 0 0,0 0-1 0 0,1 0 1 0 0,-1-1 0 0 0,2 0 0 0 0,-1-1 0 0 0,11 5 0 0 0,-13-7-297 0 0,-1-1-1 0 0,1 1 1 0 0,0-1 0 0 0,1 0-1 0 0,-1-1 1 0 0,0 0 0 0 0,0 0 0 0 0,0 0-1 0 0,0-1 1 0 0,0 1 0 0 0,0-2 0 0 0,0 1-1 0 0,0 0 1 0 0,0-1 0 0 0,-1 0-1 0 0,1-1 1 0 0,0 1 0 0 0,6-5 0 0 0,9-7-6459 0 0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12899 0 0,'-3'0'576'0'0,"1"0"112"0"0,0 0-552 0 0,2-2-136 0 0,2 2 0 0 0,0 0-320 0 0,1 0-88 0 0,1 0-16 0 0,3 0-8 0 0,1 4 336 0 0,1 1 96 0 0,0 3 0 0 0,-4-2 0 0 0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1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7834 0 0,'0'3'453'0'0,"0"0"0"0"0,1 1 0 0 0,-1-1 0 0 0,1 0 1 0 0,-1 0-1 0 0,1 1 0 0 0,0-1 0 0 0,0 0 0 0 0,1 0 0 0 0,2 4 1 0 0,-3-2-361 0 0,5 13 381 0 0,0 0-1 0 0,-2 1 1 0 0,0-1-1 0 0,-1 1 1 0 0,1 30-1 0 0,-11 94 986 0 0,5-110-1894 0 0,0 31-1560 0 0,2-46 832 0 0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8434 0 0,'1'-3'57'0'0,"-1"0"0"0"0,1 1 0 0 0,0-1 1 0 0,0 0-1 0 0,1 1 0 0 0,-1-1 0 0 0,0 1 0 0 0,4-5 1 0 0,-2 2-176 0 0,1-2 340 0 0,0 1-1 0 0,1 0 1 0 0,0 1 0 0 0,0-1-1 0 0,0 1 1 0 0,0 0-1 0 0,1 0 1 0 0,0 0-1 0 0,0 1 1 0 0,0 0 0 0 0,0 0-1 0 0,1 0 1 0 0,0 1-1 0 0,-1 0 1 0 0,1 1 0 0 0,0-1-1 0 0,1 1 1 0 0,-1 1-1 0 0,0-1 1 0 0,0 1 0 0 0,1 0-1 0 0,-1 1 1 0 0,1 0-1 0 0,-1 0 1 0 0,13 2-1 0 0,-18-1-241 0 0,0 0 0 0 0,0-1-1 0 0,0 1 1 0 0,0 0-1 0 0,0 0 1 0 0,0 0-1 0 0,0 1 1 0 0,0-1-1 0 0,0 0 1 0 0,0 1-1 0 0,-1-1 1 0 0,1 1-1 0 0,-1 0 1 0 0,1-1 0 0 0,-1 1-1 0 0,1 0 1 0 0,-1 0-1 0 0,0 0 1 0 0,0 0-1 0 0,0 0 1 0 0,0 0-1 0 0,-1 0 1 0 0,1 0-1 0 0,0 0 1 0 0,-1 1 0 0 0,1-1-1 0 0,-1 0 1 0 0,0 0-1 0 0,0 1 1 0 0,0 2-1 0 0,0 10-108 0 0,0 0-1 0 0,-1 0 1 0 0,-5 22-1 0 0,4-19 424 0 0,-6 22 260 0 0,5-32-288 0 0,1 0 0 0 0,0 0 1 0 0,1 0-1 0 0,0 0 0 0 0,0 1 0 0 0,1-1 0 0 0,0 0 0 0 0,0 1 0 0 0,2 8 0 0 0,-1-16-162 0 0,-1 0 0 0 0,1 0-1 0 0,-1 0 1 0 0,1 0 0 0 0,0 0 0 0 0,-1 0-1 0 0,1 0 1 0 0,0 0 0 0 0,0-1 0 0 0,0 1-1 0 0,-1 0 1 0 0,1 0 0 0 0,0-1 0 0 0,0 1 0 0 0,0 0-1 0 0,0-1 1 0 0,0 1 0 0 0,1-1 0 0 0,-1 1-1 0 0,0-1 1 0 0,0 0 0 0 0,0 0 0 0 0,0 1 0 0 0,0-1-1 0 0,1 0 1 0 0,-1 0 0 0 0,0 0 0 0 0,0 0-1 0 0,0 0 1 0 0,0 0 0 0 0,1-1 0 0 0,-1 1 0 0 0,0 0-1 0 0,0-1 1 0 0,1 1 0 0 0,49-19 952 0 0,-39 14-1390 0 0,62-19-3815 0 0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85 13363 0 0,'0'-1'40'0'0,"0"1"0"0"0,-1-1 0 0 0,1 1 0 0 0,0-1 0 0 0,0 0 0 0 0,0 1 0 0 0,0-1 0 0 0,0 0-1 0 0,-1 1 1 0 0,1-1 0 0 0,0 1 0 0 0,0-1 0 0 0,1 0 0 0 0,-1 1 0 0 0,0-1 0 0 0,0 0 0 0 0,0 1 0 0 0,0-1 0 0 0,0 1 0 0 0,1-1 0 0 0,-1 0 0 0 0,0 1 0 0 0,1-1 0 0 0,-1 1 0 0 0,0-1 0 0 0,1 1 0 0 0,-1-1 0 0 0,1 0 0 0 0,22-18-519 0 0,28-7-1707 0 0,-42 22 1817 0 0,1 1 1 0 0,-1 0-1 0 0,1 1 0 0 0,-1-1 0 0 0,1 2 1 0 0,0-1-1 0 0,0 2 0 0 0,-1-1 0 0 0,19 2 1 0 0,-16-1 368 0 0,-2-3 0 0 0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12443 0 0,'-1'0'0'0'0,"0"1"1"0"0,1-1-1 0 0,-1 1 1 0 0,0-1-1 0 0,0 1 1 0 0,0-1 0 0 0,1 1-1 0 0,-1 0 1 0 0,0-1-1 0 0,0 1 1 0 0,1 0-1 0 0,-1 0 1 0 0,1-1 0 0 0,-1 1-1 0 0,1 0 1 0 0,-1 0-1 0 0,1 0 1 0 0,0 0-1 0 0,-1 0 1 0 0,1 0 0 0 0,0 0-1 0 0,-1 0 1 0 0,1 0-1 0 0,0-1 1 0 0,0 1-1 0 0,0 0 1 0 0,0 0-1 0 0,0 0 1 0 0,0 0 0 0 0,0 0-1 0 0,1 0 1 0 0,-1 0-1 0 0,0 0 1 0 0,0 0-1 0 0,1 0 1 0 0,0 1 0 0 0,0-1-64 0 0,0 0 1 0 0,1 0-1 0 0,-1 0 1 0 0,0-1-1 0 0,1 1 1 0 0,-1 0-1 0 0,1-1 1 0 0,-1 1-1 0 0,1-1 1 0 0,-1 1-1 0 0,1-1 1 0 0,0 0-1 0 0,-1 0 1 0 0,1 0-1 0 0,-1 0 1 0 0,1 0-1 0 0,0 0 1 0 0,-1 0-1 0 0,1-1 1 0 0,-1 1-1 0 0,1 0 1 0 0,-1-1-1 0 0,3 0 1 0 0,13-5 1682 0 0,-1-2 1 0 0,1 0 0 0 0,22-15-1 0 0,6-2-848 0 0,2 5-4372 0 0,-38 18 2321 0 0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10394 0 0,'0'0'506'0'0,"12"16"79"0"0,-11-11-604 0 0,0 0 0 0 0,0-1 1 0 0,0 1-1 0 0,-1 0 0 0 0,0 0 0 0 0,0 0 0 0 0,0 0 0 0 0,-2 8 1 0 0,-11 44 295 0 0,10-45 37 0 0,-2 9 469 0 0,1 0 0 0 0,1 1 1 0 0,1 0-1 0 0,0 29 0 0 0,2-45-563 0 0,0 0 1 0 0,0 1-1 0 0,1-1 0 0 0,0 0 0 0 0,0 1 1 0 0,1-1-1 0 0,-1 0 0 0 0,1 0 0 0 0,0 0 1 0 0,1 0-1 0 0,0-1 0 0 0,0 1 1 0 0,0-1-1 0 0,0 1 0 0 0,1-1 0 0 0,0 0 1 0 0,0 0-1 0 0,0-1 0 0 0,8 7 0 0 0,-9-9-246 0 0,0-1-1 0 0,0 0 1 0 0,0 1-1 0 0,0-1 1 0 0,0 0-1 0 0,0 0 1 0 0,0-1-1 0 0,0 1 1 0 0,0-1 0 0 0,1 1-1 0 0,-1-1 1 0 0,0 0-1 0 0,0 0 1 0 0,1-1-1 0 0,-1 1 1 0 0,0-1-1 0 0,0 1 1 0 0,0-1-1 0 0,0 0 1 0 0,0 0-1 0 0,0 0 1 0 0,0-1-1 0 0,0 1 1 0 0,5-4-1 0 0,3-3-966 0 0,0 0 0 0 0,0 0 0 0 0,-1-1 0 0 0,14-16-1 0 0,-10 11-4412 0 0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38 9674 0 0,'-6'-10'3091'0'0,"1"-9"-3477"0"0,6 11-1368 0 0,9 19 1773 0 0,30 55-4054 0 0,-34-54 3603 0 0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13307 0 0,'10'38'1848'0'0,"-6"-17"-1366"0"0,7 40 844 0 0,-3-1 0 0 0,0 121 1 0 0,2 25 798 0 0,-9-190-2491 0 0,1-1-1 0 0,0 1 1 0 0,1-1 0 0 0,1 1 0 0 0,0-1 0 0 0,1 0 0 0 0,1-1 0 0 0,0 1-1 0 0,1-1 1 0 0,10 15 0 0 0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5065 0 0,'1'-2'291'0'0,"1"0"-1"0"0,0 0 1 0 0,0 0-1 0 0,0 1 1 0 0,0-1-1 0 0,0 1 0 0 0,0-1 1 0 0,0 1-1 0 0,0 0 1 0 0,0 0-1 0 0,1 0 1 0 0,-1 0-1 0 0,0 0 1 0 0,1 1-1 0 0,3-1 1 0 0,3-3-231 0 0,6-1 34 0 0,0 0 1 0 0,0 0 0 0 0,1 2-1 0 0,29-4 1 0 0,-34 6-594 0 0,1 1 1 0 0,0 0-1 0 0,0 1 1 0 0,12 2 0 0 0,-10 0-230 0 0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76 6913 0 0,'-20'-6'608'0'0,"16"5"-426"0"0,0 0 1 0 0,0-1-1 0 0,0 1 1 0 0,0 0-1 0 0,0 1 1 0 0,0-1-1 0 0,0 1 1 0 0,-5 0-1 0 0,8 0-35 0 0,1 1 0 0 0,-1 0 0 0 0,0-1 0 0 0,0 1 0 0 0,1 0 0 0 0,-1 0-1 0 0,0-1 1 0 0,1 1 0 0 0,-1 0 0 0 0,1 0 0 0 0,-1 0 0 0 0,1 0 0 0 0,0 0 0 0 0,-1 0-1 0 0,1 0 1 0 0,0 0 0 0 0,-1 0 0 0 0,1 0 0 0 0,0 0 0 0 0,0 0 0 0 0,0 0 0 0 0,0 0 0 0 0,0 0-1 0 0,0 0 1 0 0,1 2 0 0 0,2 32 2906 0 0,-2-31-2476 0 0,1 6-344 0 0,-1 0 0 0 0,2-1 0 0 0,-1 1 0 0 0,2-1 0 0 0,-1 0 0 0 0,1 1 1 0 0,0-2-1 0 0,1 1 0 0 0,0 0 0 0 0,12 14 0 0 0,-14-20-205 0 0,0 1-1 0 0,1 0 1 0 0,0-1-1 0 0,0 0 1 0 0,0 0-1 0 0,0 0 1 0 0,0 0-1 0 0,0-1 1 0 0,1 0-1 0 0,0 1 1 0 0,-1-2-1 0 0,1 1 1 0 0,0 0-1 0 0,0-1 1 0 0,0 0-1 0 0,0 0 1 0 0,0-1-1 0 0,0 1 1 0 0,0-1-1 0 0,0 0 1 0 0,0-1-1 0 0,0 1 1 0 0,6-2-1 0 0,-7 1-7 0 0,-1-1-1 0 0,1 1 1 0 0,-1-1-1 0 0,0 0 1 0 0,1 0-1 0 0,-1 0 1 0 0,0-1-1 0 0,0 1 1 0 0,0-1-1 0 0,-1 1 1 0 0,1-1-1 0 0,-1 0 1 0 0,1 0-1 0 0,-1 0 1 0 0,2-5-1 0 0,2 0 31 0 0,-2-1 0 0 0,1 0-1 0 0,-1 0 1 0 0,5-17-1 0 0,-7 18-159 0 0,0-1 0 0 0,0 1 0 0 0,-1-1 0 0 0,0 0 0 0 0,-1 1 0 0 0,0-1 0 0 0,0 0 0 0 0,-1 1 0 0 0,0-1 0 0 0,-1 0 0 0 0,-2-9 0 0 0,3 14 39 0 0,-1 1 1 0 0,0-1-1 0 0,1 0 0 0 0,-1 1 0 0 0,-1-1 0 0 0,1 1 1 0 0,0-1-1 0 0,-1 1 0 0 0,0 0 0 0 0,0 0 0 0 0,0 0 1 0 0,0 1-1 0 0,0-1 0 0 0,0 1 0 0 0,-1 0 1 0 0,1-1-1 0 0,-1 2 0 0 0,0-1 0 0 0,0 0 0 0 0,1 1 1 0 0,-1-1-1 0 0,0 1 0 0 0,0 0 0 0 0,0 1 0 0 0,-6-1 1 0 0,-5 0-702 0 0,0 0-1 0 0,0 1 1 0 0,0 1 0 0 0,0 1 0 0 0,-17 4 0 0 0,1 0-597 0 0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49 9674 0 0,'0'-5'243'0'0,"0"0"0"0"0,-1 0 0 0 0,1 1 0 0 0,-1-1 0 0 0,0 0 0 0 0,0 1 0 0 0,-1-1 0 0 0,-1-4 0 0 0,3 9-240 0 0,0 0-1 0 0,0-1 0 0 0,0 1 1 0 0,-1 0-1 0 0,1 0 1 0 0,0 0-1 0 0,0 0 0 0 0,0 0 1 0 0,0 0-1 0 0,0 0 1 0 0,-1 0-1 0 0,1 0 0 0 0,0 0 1 0 0,0 0-1 0 0,0 0 1 0 0,0 0-1 0 0,0 0 0 0 0,-1 0 1 0 0,1 0-1 0 0,0 0 1 0 0,0 0-1 0 0,0 0 0 0 0,0 0 1 0 0,-1 0-1 0 0,1 0 1 0 0,0 0-1 0 0,0 0 0 0 0,0 0 1 0 0,0 0-1 0 0,0 0 1 0 0,0 0-1 0 0,-1 0 0 0 0,1 0 1 0 0,0 0-1 0 0,0 1 1 0 0,0-1-1 0 0,0 0 0 0 0,0 0 1 0 0,0 0-1 0 0,0 0 1 0 0,-1 0-1 0 0,1 0 0 0 0,0 0 1 0 0,0 1-1 0 0,0-1 1 0 0,0 0-1 0 0,0 0 0 0 0,0 0 1 0 0,0 0-1 0 0,0 1 1 0 0,-5 15 1088 0 0,1 41 331 0 0,3-1 1 0 0,2 1-1 0 0,3-1 1 0 0,16 82-1 0 0,-15-112-1523 0 0,1 1 0 0 0,1-1 0 0 0,14 32 0 0 0,8-5-7134 0 0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99 12899 0 0,'-1'-1'11'0'0,"1"1"1"0"0,0 0-1 0 0,-1 0 1 0 0,1-1-1 0 0,-1 1 1 0 0,1 0 0 0 0,0-1-1 0 0,-1 1 1 0 0,1-1-1 0 0,-1 1 1 0 0,1 0-1 0 0,0-1 1 0 0,0 1-1 0 0,-1-1 1 0 0,1 1-1 0 0,0-1 1 0 0,0 1-1 0 0,0-1 1 0 0,-1 1 0 0 0,1-1-1 0 0,0 1 1 0 0,0-1-1 0 0,0 1 1 0 0,0-1-1 0 0,0 1 1 0 0,0-1-1 0 0,0 1 1 0 0,0-1-1 0 0,0 0 1 0 0,0 1-1 0 0,1-1 1 0 0,-1 1 0 0 0,0-1-1 0 0,0 1 1 0 0,0 0-1 0 0,1-1 1 0 0,-1 1-1 0 0,0-1 1 0 0,1 0-1 0 0,22-19-1182 0 0,35-9-1256 0 0,-33 21 2361 0 0,1 2-1 0 0,0 0 1 0 0,0 2-1 0 0,0 1 1 0 0,52 0-1 0 0,-48 3-54 0 0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3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3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3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3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3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3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3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3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3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3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3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3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3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3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3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3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3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3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3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3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3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3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3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3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3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3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3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3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3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3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3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3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3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3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3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3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3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3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3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3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3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3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3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3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3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3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3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3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3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3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3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3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3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3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3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3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3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3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3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3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3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3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3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3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3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3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3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3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3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3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3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3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3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3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3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3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3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3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3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3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3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3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3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3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3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3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3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3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3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3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3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3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3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3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3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3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37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3225 0 0,'0'-17'-164'0'0,"-1"6"417"0"0,1-1 0 0 0,1 1 0 0 0,2-18 0 0 0,-2 26-132 0 0,0 0 0 0 0,-1 0 0 0 0,1 0-1 0 0,0 1 1 0 0,1-1 0 0 0,-1 0 0 0 0,0 1-1 0 0,1-1 1 0 0,-1 1 0 0 0,1-1-1 0 0,0 1 1 0 0,0 0 0 0 0,0-1 0 0 0,0 1-1 0 0,0 0 1 0 0,0 1 0 0 0,1-1 0 0 0,-1 0-1 0 0,3-1 1 0 0,1 2 136 0 0,-1 0 1 0 0,0 0-1 0 0,0 0 1 0 0,0 1-1 0 0,0 0 0 0 0,0 0 1 0 0,1 0-1 0 0,-1 1 1 0 0,0-1-1 0 0,0 1 1 0 0,0 1-1 0 0,0-1 0 0 0,0 1 1 0 0,8 3-1 0 0,20 4 300 0 0,-17-4-492 0 0,-1 0 0 0 0,1 1 0 0 0,-1 0 0 0 0,0 1 0 0 0,19 13-1 0 0,-15-9 162 0 0,0-1 0 0 0,36 13-1 0 0,-49-21-167 0 0,0-1 0 0 0,0 1-1 0 0,0-1 1 0 0,1 0-1 0 0,-1-1 1 0 0,0 1 0 0 0,1-1-1 0 0,-1 0 1 0 0,0-1-1 0 0,1 0 1 0 0,-1 0 0 0 0,0 0-1 0 0,10-4 1 0 0,-15 5-31 0 0,0-1 1 0 0,-1 1-1 0 0,1-1 0 0 0,0 1 1 0 0,0-1-1 0 0,-1 1 1 0 0,1-1-1 0 0,0 1 0 0 0,-1-1 1 0 0,1 0-1 0 0,-1 1 1 0 0,1-1-1 0 0,-1 0 1 0 0,1 0-1 0 0,-1 1 0 0 0,0-1 1 0 0,1 0-1 0 0,-1 0 1 0 0,0 0-1 0 0,1 0 0 0 0,-1 1 1 0 0,0-1-1 0 0,0 0 1 0 0,0 0-1 0 0,0 0 1 0 0,0 0-1 0 0,0 0 0 0 0,0 1 1 0 0,0-1-1 0 0,0 0 1 0 0,0 0-1 0 0,-1 0 0 0 0,1-1 1 0 0,-14-36 372 0 0,5 18-116 0 0,-3-23 190 0 0,2-1-1 0 0,2-1 0 0 0,2 1 1 0 0,-1-66-1 0 0,6 86-313 0 0,-9-45 0 0 0,6 45-515 0 0,-2-44-1 0 0,7 52-4449 0 0</inkml:trace>
</inkml:ink>
</file>

<file path=ppt/ink/ink3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6.0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0 123 2561 0 0,'5'-7'0'0'0,"0"-1"0"0"0,-1 1 0 0 0,0-1 0 0 0,0 1 0 0 0,0-1 0 0 0,2-11 0 0 0,4-6 0 0 0,-9 23 0 0 0,0 1 0 0 0,-1 0 0 0 0,1-1 0 0 0,0 1 0 0 0,-1-1 0 0 0,1 1 0 0 0,-1-1 0 0 0,1 1 0 0 0,-1-1 0 0 0,0 1 0 0 0,1-1 0 0 0,-1 1 0 0 0,0-1 0 0 0,0 1 0 0 0,0-1 0 0 0,0 1 0 0 0,-1-1 0 0 0,1 1 0 0 0,-1-3 0 0 0,0 2 0 0 0</inkml:trace>
</inkml:ink>
</file>

<file path=ppt/ink/ink3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0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3225 0 0,'19'9'8272'0'0,"8"5"-7035"0"0,33 24 0 0 0,-11 11-65 0 0,-36-35-788 0 0,0-1 1 0 0,0 0-1 0 0,25 17 1 0 0,-5-5 180 0 0,55 51 0 0 0,-76-65-540 0 0,122 132 532 0 0,-42-53-91 0 0,-61-62-291 0 0,42 49 0 0 0,-43-40-53 0 0,3-1-1 0 0,1-2 1 0 0,1-1-1 0 0,76 53 0 0 0,-49-39-13 0 0,-2 2 0 0 0,69 73 0 0 0,-116-110-94 0 0,-11-10-93 0 0,-1-1-1 0 0,1 0 0 0 0,0 0 0 0 0,-1 1 1 0 0,0-1-1 0 0,1 1 0 0 0,-1-1 0 0 0,0 1 1 0 0,0-1-1 0 0,1 1 0 0 0,-1 0 0 0 0,-1 0 1 0 0,1-1-1 0 0,0 1 0 0 0,0 0 0 0 0,-1 0 1 0 0,1 0-1 0 0,-1 0 0 0 0,1 0 0 0 0,-1 0 1 0 0,0 4-1 0 0</inkml:trace>
</inkml:ink>
</file>

<file path=ppt/ink/ink3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9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9 798 5065 0 0,'-8'-8'6294'0'0,"27"9"-4402"0"0,36 11 294 0 0,-12 4-1617 0 0,0-3 1 0 0,76 14-1 0 0,-111-25-518 0 0,53 13 260 0 0,-1 3 0 0 0,0 3 1 0 0,70 34-1 0 0,-91-34-169 0 0,-25-13-133 0 0,-1-1 1 0 0,1-1-1 0 0,25 8 0 0 0,-39-14-10 0 0,1 0 1 0 0,-1 0-1 0 0,1-1 0 0 0,-1 1 0 0 0,0 0 1 0 0,1-1-1 0 0,-1 1 0 0 0,0 0 1 0 0,1-1-1 0 0,-1 1 0 0 0,0-1 0 0 0,1 1 1 0 0,-1 0-1 0 0,0-1 0 0 0,0 1 1 0 0,1-1-1 0 0,-1 1 0 0 0,0-1 1 0 0,0 1-1 0 0,0-1 0 0 0,0 1 0 0 0,0-1 1 0 0,0 1-1 0 0,0-1 0 0 0,0 1 1 0 0,0-1-1 0 0,0 1 0 0 0,0-1 0 0 0,0 1 1 0 0,0-2-1 0 0,0-27-46 0 0,-1 13 65 0 0,2-18-164 0 0,-1 0 0 0 0,-2 0 0 0 0,-8-43 0 0 0,-3-49-587 0 0,22-438-360 0 0,-8 542 1156 0 0,0 11-68 0 0,-1-1 1 0 0,0 0-1 0 0,-3-22 0 0 0,3 34 4 0 0,0-1 0 0 0,0 1 0 0 0,0 0 0 0 0,0 0 0 0 0,0 0 0 0 0,0-1-1 0 0,0 1 1 0 0,0 0 0 0 0,0 0 0 0 0,0-1 0 0 0,0 1 0 0 0,0 0 0 0 0,0 0-1 0 0,0 0 1 0 0,0-1 0 0 0,0 1 0 0 0,0 0 0 0 0,-1 0 0 0 0,1 0-1 0 0,0-1 1 0 0,0 1 0 0 0,0 0 0 0 0,0 0 0 0 0,0 0 0 0 0,-1 0 0 0 0,1-1-1 0 0,0 1 1 0 0,0 0 0 0 0,0 0 0 0 0,-1 0 0 0 0,1 0 0 0 0,0 0-1 0 0,0 0 1 0 0,0 0 0 0 0,-1 0 0 0 0,1-1 0 0 0,0 1 0 0 0,0 0 0 0 0,-1 0-1 0 0,1 0 1 0 0,-7 8-542 0 0,-3 13-515 0 0,8-11 518 0 0,1 1-1 0 0,0-1 1 0 0,0 0 0 0 0,1 0 0 0 0,1 1-1 0 0,1 10 1 0 0</inkml:trace>
</inkml:ink>
</file>

<file path=ppt/ink/ink3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3225 0 0,'21'-24'1287'0'0,"-19"23"-1127"0"0,-1-1 1 0 0,1 2-1 0 0,0-1 1 0 0,-1 0-1 0 0,1 0 1 0 0,0 0-1 0 0,0 1 1 0 0,-1-1-1 0 0,1 1 1 0 0,0 0-1 0 0,0-1 1 0 0,0 1-1 0 0,0 0 1 0 0,0 0-1 0 0,-1 0 1 0 0,1 0-1 0 0,0 0 1 0 0,0 1-1 0 0,0-1 1 0 0,0 1 0 0 0,0-1-1 0 0,-1 1 1 0 0,1-1-1 0 0,0 1 1 0 0,-1 0-1 0 0,1 0 1 0 0,0 0-1 0 0,-1 0 1 0 0,1 0-1 0 0,2 3 1 0 0,3 2 418 0 0,-1 0 0 0 0,1 0 0 0 0,-1 1 0 0 0,0 0 1 0 0,6 11-1 0 0,8 10-193 0 0,33 38 1 0 0,-44-55-186 0 0,2-1-1 0 0,-1 0 1 0 0,1-1 0 0 0,1 0-1 0 0,-1-1 1 0 0,16 8 0 0 0,-27-16-172 0 0,0 1 0 0 0,1-1 0 0 0,-1 0 1 0 0,0 0-1 0 0,0 0 0 0 0,1 0 0 0 0,-1 0 1 0 0,0 0-1 0 0,1 1 0 0 0,-1-1 0 0 0,0 0 1 0 0,0 0-1 0 0,1 0 0 0 0,-1 0 1 0 0,0 0-1 0 0,1 0 0 0 0,-1 0 0 0 0,0 0 1 0 0,1 0-1 0 0,-1 0 0 0 0,0 0 0 0 0,0-1 1 0 0,1 1-1 0 0,-1 0 0 0 0,0 0 0 0 0,1 0 1 0 0,-1 0-1 0 0,0 0 0 0 0,0 0 0 0 0,1-1 1 0 0,-1 1-1 0 0,0 0 0 0 0,0 0 1 0 0,0 0-1 0 0,1-1 0 0 0,-1 1 0 0 0,0 0 1 0 0,0 0-1 0 0,0-1 0 0 0,0 1 0 0 0,1 0 1 0 0,-1 0-1 0 0,0-1 0 0 0,0 1 0 0 0,0 0 1 0 0,0-1-1 0 0,0 1 0 0 0,0 0 0 0 0,0-1 1 0 0,0 1-1 0 0,1-25 893 0 0,-2 4-649 0 0,3 6-205 0 0,1 0 0 0 0,0 0 0 0 0,2 0 0 0 0,-1 0 0 0 0,2 1 0 0 0,0-1 0 0 0,0 1 0 0 0,1 1 0 0 0,12-17 0 0 0,13-15-145 0 0,47-51 0 0 0,-14 18-209 0 0,-40 44 135 0 0,-11 15-192 0 0,26-29-1 0 0,-39 48 225 0 0,-1-1 0 0 0,0 1 0 0 0,1-1-1 0 0,-1 1 1 0 0,1 0 0 0 0,-1-1-1 0 0,1 1 1 0 0,-1 0 0 0 0,1 0 0 0 0,-1-1-1 0 0,0 1 1 0 0,1 0 0 0 0,-1 0-1 0 0,1 0 1 0 0,0 0 0 0 0,-1 0 0 0 0,1 0-1 0 0,-1-1 1 0 0,1 1 0 0 0,-1 0 0 0 0,1 0-1 0 0,-1 1 1 0 0,1-1 0 0 0,-1 0-1 0 0,1 0 1 0 0,-1 0 0 0 0,1 0 0 0 0,-1 0-1 0 0,1 0 1 0 0,-1 1 0 0 0,1-1 0 0 0,-1 0-1 0 0,1 1 1 0 0,-1-1 0 0 0,1 0-1 0 0,-1 0 1 0 0,0 1 0 0 0,1-1 0 0 0,-1 1-1 0 0,0-1 1 0 0,1 0 0 0 0,-1 1-1 0 0,0-1 1 0 0,1 1 0 0 0,-1-1 0 0 0,0 1-1 0 0,0-1 1 0 0,0 1 0 0 0,1-1 0 0 0,-1 2-1 0 0,5 4-2563 0 0</inkml:trace>
</inkml:ink>
</file>

<file path=ppt/ink/ink3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219 101 3889 0 0,'-53'-21'445'0'0,"45"17"-421"0"0,-1 0-1 0 0,1 0 1 0 0,-1 1-1 0 0,0 0 1 0 0,0 1 0 0 0,0 0-1 0 0,0 0 1 0 0,-11 0-1 0 0,13 2 345 0 0,0-1 0 0 0,0 0 0 0 0,1 0 0 0 0,-13-4 0 0 0,17 5-203 0 0,1 0-1 0 0,-1-1 0 0 0,1 1 0 0 0,-1-1 0 0 0,1 1 1 0 0,0-1-1 0 0,-1 0 0 0 0,1 1 0 0 0,0-1 0 0 0,-1 0 1 0 0,1 0-1 0 0,0 0 0 0 0,0 0 0 0 0,0 0 0 0 0,0 0 0 0 0,0 0 1 0 0,0-1-1 0 0,0 1 0 0 0,0 0 0 0 0,0-1 0 0 0,0 1 1 0 0,1 0-1 0 0,-1-1 0 0 0,1 1 0 0 0,-1-1 0 0 0,0-2 1 0 0,1 3-110 0 0,1 1 0 0 0,-1-1 0 0 0,0 0 1 0 0,0 0-1 0 0,1 0 0 0 0,-1 1 1 0 0,1-1-1 0 0,-1 0 0 0 0,0 0 0 0 0,1 1 1 0 0,-1-1-1 0 0,1 0 0 0 0,0 1 0 0 0,-1-1 1 0 0,1 1-1 0 0,-1-1 0 0 0,1 1 0 0 0,0-1 1 0 0,0 1-1 0 0,-1-1 0 0 0,1 1 1 0 0,0 0-1 0 0,0-1 0 0 0,-1 1 0 0 0,1 0 1 0 0,0 0-1 0 0,0-1 0 0 0,0 1 0 0 0,-1 0 1 0 0,2 0-1 0 0,-1 0-37 0 0,1 0 1 0 0,-1-1-1 0 0,0 1 1 0 0,0 0-1 0 0,0 0 1 0 0,1 0 0 0 0,-1 1-1 0 0,0-1 1 0 0,0 0-1 0 0,1 0 1 0 0,-1 1-1 0 0,0-1 1 0 0,0 0-1 0 0,0 1 1 0 0,0-1-1 0 0,0 1 1 0 0,0 0-1 0 0,0-1 1 0 0,0 1-1 0 0,0 0 1 0 0,0 0-1 0 0,1 0 1 0 0,10 18 94 0 0,-2 0 0 0 0,16 38 1 0 0,1 1-212 0 0,-6-18-11 0 0,33 47 0 0 0,-44-74 89 0 0,-1 0-1 0 0,2-1 0 0 0,0-1 1 0 0,0 1-1 0 0,1-2 1 0 0,0 0-1 0 0,16 11 1 0 0,-27-21 31 0 0,0 1 0 0 0,0 0 0 0 0,0-1 0 0 0,0 1 0 0 0,0-1 0 0 0,0 1 0 0 0,1-1 0 0 0,-1 1 0 0 0,0-1 0 0 0,0 0 0 0 0,0 0 0 0 0,0 0 0 0 0,0 1 0 0 0,1-1 0 0 0,-1 0 0 0 0,0 0 0 0 0,0-1 0 0 0,0 1 0 0 0,0 0 0 0 0,0 0 0 0 0,1 0 0 0 0,-1-1 0 0 0,1 0 0 0 0,-1 0-65 0 0</inkml:trace>
</inkml:ink>
</file>

<file path=ppt/ink/ink3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3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47 195 3225 0 0,'-6'0'203'0'0,"2"0"-177"0"0,1 1 1 0 0,0-1-1 0 0,-1 0 0 0 0,1-1 1 0 0,0 1-1 0 0,-1 0 1 0 0,1-1-1 0 0,0 0 0 0 0,0 0 1 0 0,-5-1-1 0 0,38-11 1073 0 0,69-11 419 0 0,0 5-1 0 0,149-11 1 0 0,-211 28-1526 0 0,-1-1-1 0 0,1-3 0 0 0,-1 0 1 0 0,-1-3-1 0 0,0-1 1 0 0,0-1-1 0 0,46-22 1 0 0,-71 27 122 0 0,-6 4 4 0 0,1-1-1 0 0,-1 1 0 0 0,1 0 0 0 0,-1 0 1 0 0,1 1-1 0 0,0-1 0 0 0,-1 1 0 0 0,8-1 1 0 0,-61 24-1469 0 0,-133 49-918 0 0,-5-21 3444 0 0,79-20 151 0 0,55-15-1069 0 0,-68 12-1 0 0,202-38-280 0 0,173-27-168 0 0,-280 48-30 0 0,6-1-79 0 0,-37 10 0 0 0,-109 8-187 0 0,164-27 503 0 0,1 0 0 0 0,-1 1 1 0 0,0-1-1 0 0,1 1 0 0 0,-1 0 1 0 0,1-1-1 0 0,-1 1 0 0 0,1 0 1 0 0,0 0-1 0 0,-1 0 0 0 0,1 0 1 0 0,0 0-1 0 0,0 0 0 0 0,-1 1 1 0 0,1-1-1 0 0,0 0 1 0 0,0 1-1 0 0,1-1 0 0 0,-1 0 1 0 0,0 1-1 0 0,0-1 0 0 0,1 1 1 0 0,-1-1-1 0 0,0 1 0 0 0,1 0 1 0 0,0-1-1 0 0,-1 1 0 0 0,1 0 1 0 0,0-1-1 0 0,0 1 0 0 0,0 0 1 0 0,0-1-1 0 0,0 4 0 0 0,1-2 11 0 0,-1-1-1 0 0,0 1 1 0 0,1 0 0 0 0,0 0-1 0 0,0-1 1 0 0,0 1-1 0 0,0-1 1 0 0,0 1 0 0 0,0-1-1 0 0,0 1 1 0 0,1-1-1 0 0,-1 0 1 0 0,1 0 0 0 0,0 1-1 0 0,0-1 1 0 0,0 0-1 0 0,0-1 1 0 0,0 1-1 0 0,0 0 1 0 0,3 1 0 0 0,-4-2-17 0 0,0-1-1 0 0,0 1 1 0 0,0-1 0 0 0,-1 1 0 0 0,1-1 0 0 0,0 0-1 0 0,0 1 1 0 0,0-1 0 0 0,1 0 0 0 0,-1 0 0 0 0,0 0 0 0 0,0 0-1 0 0,0 0 1 0 0,0 0 0 0 0,0 0 0 0 0,0 0 0 0 0,0 0 0 0 0,0 0-1 0 0,0-1 1 0 0,0 1 0 0 0,0 0 0 0 0,0-1 0 0 0,0 1 0 0 0,0-1-1 0 0,0 1 1 0 0,0-1 0 0 0,-1 1 0 0 0,1-1 0 0 0,0 0 0 0 0,1 0-1 0 0,1-3-70 0 0,0 0-1 0 0,-1 0 0 0 0,1 0 0 0 0,-1 0 0 0 0,3-9 0 0 0,-4 10 4 0 0,4-23-611 0 0,-9 23 75 0 0,-3 15 388 0 0,-2 12 301 0 0,1 1 1 0 0,1 0 0 0 0,-5 40-1 0 0,-1 4 304 0 0,11-59-286 0 0,-3 15-239 0 0,5-24 129 0 0,0 0 0 0 0,-1-1-1 0 0,1 1 1 0 0,0 0-1 0 0,0-1 1 0 0,-1 1 0 0 0,1 0-1 0 0,0-1 1 0 0,-1 1 0 0 0,1-1-1 0 0,-1 1 1 0 0,1 0-1 0 0,-1-1 1 0 0,1 1 0 0 0,-1-1-1 0 0,1 0 1 0 0,-1 1-1 0 0,1-1 1 0 0,-1 1 0 0 0,0-1-1 0 0,1 0 1 0 0,-1 1-1 0 0,0-1 1 0 0,1 0 0 0 0,-1 0-1 0 0,0 0 1 0 0,0 1-1 0 0,0-2 27 0 0,1 0 0 0 0,0 1 0 0 0,-1-1 0 0 0,1 1-1 0 0,0-1 1 0 0,0 0 0 0 0,0 1 0 0 0,-1-1 0 0 0,1 0 0 0 0,0 0-1 0 0,0 1 1 0 0,0-1 0 0 0,0 0 0 0 0,0 1 0 0 0,0-1-1 0 0,1 0 1 0 0,-1 1 0 0 0,0-1 0 0 0,0 0 0 0 0,0 0-1 0 0,1 1 1 0 0,-1-2 0 0 0,6-19 94 0 0,83-184-2859 0 0,-88 201 2675 0 0,1 1-1 0 0,0-1 1 0 0,0 0-1 0 0,0 1 1 0 0,0-1-1 0 0,0 1 0 0 0,1-1 1 0 0,-1 1-1 0 0,1 0 1 0 0,4-3-1 0 0,-6 5 106 0 0,0 0-1 0 0,1 1 0 0 0,-1-1 1 0 0,0 0-1 0 0,1 1 0 0 0,-1-1 1 0 0,0 1-1 0 0,1 0 0 0 0,-1-1 1 0 0,1 1-1 0 0,-1 0 0 0 0,1 0 1 0 0,-1 0-1 0 0,1 0 1 0 0,-1 0-1 0 0,1 0 0 0 0,-1 0 1 0 0,1 1-1 0 0,-1-1 0 0 0,0 0 1 0 0,1 1-1 0 0,-1-1 0 0 0,1 1 1 0 0,-1 0-1 0 0,0-1 0 0 0,0 1 1 0 0,1 0-1 0 0,-1 0 0 0 0,0 0 1 0 0,0 0-1 0 0,0 0 1 0 0,1 1-1 0 0,3 3 194 0 0,0 0-1 0 0,-1 0 1 0 0,0 0 0 0 0,0 0-1 0 0,0 1 1 0 0,-1-1 0 0 0,5 12-1 0 0,-6-14-183 0 0,-1 0-1 0 0,0 0 1 0 0,0-1-1 0 0,0 1 1 0 0,-1 0-1 0 0,1 0 1 0 0,0 0-1 0 0,-1 0 1 0 0,0 0-1 0 0,0 0 1 0 0,0 0-1 0 0,0 0 1 0 0,0 0-1 0 0,-1 0 1 0 0,1 0-1 0 0,-1 0 1 0 0,0 0-1 0 0,0 0 1 0 0,-2 3-1 0 0,-7 6 458 0 0,9-12-539 0 0,1-1 0 0 0,0 1 0 0 0,0-1 0 0 0,-1 1-1 0 0,1-1 1 0 0,0 1 0 0 0,0 0 0 0 0,0-1 0 0 0,0 1 0 0 0,0-1-1 0 0,0 1 1 0 0,0-1 0 0 0,0 1 0 0 0,0-1 0 0 0,0 1 0 0 0,0-1-1 0 0,0 1 1 0 0,0-1 0 0 0,0 1 0 0 0,0 0 0 0 0,0-1 0 0 0,1 1-1 0 0,-1-1 1 0 0,0 1 0 0 0,0 0 0 0 0,1-2 0 0 0,0-3-1355 0 0,2-4 1223 0 0,-1 3-38 0 0,0-1 0 0 0,-1 0 0 0 0,1 0-1 0 0,-1 0 1 0 0,0 0 0 0 0,-1 0 0 0 0,0 0-1 0 0,-1-10 1 0 0,0 19 275 0 0,0-1 1 0 0,0 1-1 0 0,0-1 0 0 0,0 1 1 0 0,0-1-1 0 0,0 1 1 0 0,1 0-1 0 0,-1 0 0 0 0,0-1 1 0 0,1 1-1 0 0,0 0 0 0 0,-1 0 1 0 0,1 2-1 0 0,-2 22-2781 0 0</inkml:trace>
</inkml:ink>
</file>

<file path=ppt/ink/ink3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9.7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 31 5529 0 0,'-6'-10'518'0'0,"-9"-10"256"0"0,10 21-370 0 0,3 14 451 0 0,2-10-613 0 0,0 80 1127 0 0,3 214 1329 0 0,2-207-2531 0 0,22 115 0 0 0,-18-157-139 0 0,-2 1 1 0 0,-2-1 0 0 0,-3 79-1 0 0,-3-117-715 0 0,1 1-1 0 0,1 0 1 0 0,3 19-1 0 0</inkml:trace>
</inkml:ink>
</file>

<file path=ppt/ink/ink3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0.3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21 318 3681 0 0,'-2'-1'111'0'0,"0"-1"1"0"0,0-1 0 0 0,0 1-1 0 0,1 0 1 0 0,-1 0-1 0 0,0-1 1 0 0,1 1-1 0 0,-2-5 1 0 0,3 6-95 0 0,-1 1 0 0 0,1-1 0 0 0,-1 0 0 0 0,1 1 1 0 0,0-1-1 0 0,-1 0 0 0 0,1 0 0 0 0,0 0 0 0 0,0 1 0 0 0,-1-1 0 0 0,1 0 0 0 0,0 0 0 0 0,0 0 0 0 0,0 0 0 0 0,0 1 1 0 0,0-1-1 0 0,0 0 0 0 0,1 0 0 0 0,-1 0 0 0 0,0 0 0 0 0,0 1 0 0 0,0-1 0 0 0,1 0 0 0 0,-1 0 0 0 0,0 1 0 0 0,1-1 1 0 0,-1 0-1 0 0,1 0 0 0 0,-1 1 0 0 0,1-1 0 0 0,-1 0 0 0 0,2 0 0 0 0,17 40 1306 0 0,-5-14-128 0 0,-3-5-666 0 0,0 0 1 0 0,1-1-1 0 0,1-1 1 0 0,1 0-1 0 0,25 25 1 0 0,-26-31-314 0 0,0-1 0 0 0,1 0 1 0 0,0-1-1 0 0,1 0 1 0 0,0-2-1 0 0,32 15 0 0 0,-38-20-98 0 0,0 0 0 0 0,-1-1 0 0 0,1 0 0 0 0,0 0 1 0 0,0-1-1 0 0,1 0 0 0 0,-1 0 0 0 0,0-1 0 0 0,0-1 0 0 0,0 1 0 0 0,0-1 0 0 0,0-1 0 0 0,0 0 0 0 0,0 0 0 0 0,10-4 0 0 0,-12 3-115 0 0,1 1 0 0 0,0-2 0 0 0,-1 1 0 0 0,1-1 0 0 0,-1 0-1 0 0,0-1 1 0 0,0 0 0 0 0,-1 0 0 0 0,0 0 0 0 0,0-1 0 0 0,0 0 0 0 0,0 0 0 0 0,-1 0 0 0 0,0-1-1 0 0,0 0 1 0 0,-1 0 0 0 0,4-8 0 0 0,26-66-160 0 0,-24 55 190 0 0,1-1-1 0 0,18-29 0 0 0,-16 34 61 0 0,66-100-53 0 0,-64 102-80 0 0,0 1 0 0 0,2 0-1 0 0,34-30 1 0 0,-49 47-59 0 0,-1 1 0 0 0,0 0-1 0 0,1 0 1 0 0,0-1 0 0 0,-1 1 0 0 0,1 0 0 0 0,0 0-1 0 0,-1 1 1 0 0,1-1 0 0 0,0 0 0 0 0,0 1 0 0 0,0-1-1 0 0,0 1 1 0 0,-1-1 0 0 0,1 1 0 0 0,0 0 0 0 0,3 0-1 0 0</inkml:trace>
</inkml:ink>
</file>

<file path=ppt/ink/ink3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1.6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66 82 5529 0 0,'-18'-11'1160'0'0,"8"6"-548"0"0,1-1-1 0 0,1-1 1 0 0,-10-7-1 0 0,18 14-608 0 0,0-1-1 0 0,-1 1 1 0 0,1 0-1 0 0,0 0 1 0 0,0 0-1 0 0,0 0 0 0 0,0 0 1 0 0,0 0-1 0 0,0-1 1 0 0,-1 1-1 0 0,1 0 1 0 0,0 0-1 0 0,0 0 1 0 0,0 0-1 0 0,0 0 1 0 0,0-1-1 0 0,0 1 0 0 0,0 0 1 0 0,0 0-1 0 0,0 0 1 0 0,0 0-1 0 0,0-1 1 0 0,0 1-1 0 0,0 0 1 0 0,0 0-1 0 0,0 0 1 0 0,0 0-1 0 0,0-1 0 0 0,0 1 1 0 0,0 0-1 0 0,0 0 1 0 0,0 0-1 0 0,0 0 1 0 0,0-1-1 0 0,0 1 1 0 0,1 0-1 0 0,-1 0 1 0 0,0 0-1 0 0,0 0 0 0 0,0 0 1 0 0,0 0-1 0 0,0-1 1 0 0,0 1-1 0 0,1 0 1 0 0,-1 0-1 0 0,0 0 1 0 0,0 0-1 0 0,0 0 1 0 0,0 0-1 0 0,0 0 0 0 0,1 0 1 0 0,-1 0-1 0 0,15-4 204 0 0,10 3-27 0 0,142-12 448 0 0,40 0 890 0 0,-171 13-1303 0 0,0 1 0 0 0,-1 3 0 0 0,65 13 1 0 0,-88-15-492 0 0,0 0 0 0 0,0 0 0 0 0,1-2 0 0 0,-1 1 0 0 0,1-2 0 0 0,-1 1 0 0 0,24-6 0 0 0,-24 4 138 0 0</inkml:trace>
</inkml:ink>
</file>

<file path=ppt/ink/ink3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2.4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9 6913 0 0,'-9'-8'446'0'0,"15"8"-1018"0"0,-4 0 555 0 0,0 1-1 0 0,0 0 0 0 0,0-1 0 0 0,0 1 1 0 0,-1 0-1 0 0,1 0 0 0 0,0 0 0 0 0,0 0 1 0 0,-1 0-1 0 0,3 3 0 0 0,14 19 723 0 0,2 2 71 0 0,0 0 0 0 0,36 31 0 0 0,14 15-665 0 0,-51-50-73 0 0,1-1 0 0 0,42 34 0 0 0,-14-23 253 0 0,-34-23-97 0 0,0 1 1 0 0,-1 0 0 0 0,0 1-1 0 0,-1 0 1 0 0,0 1-1 0 0,0 0 1 0 0,19 26-1 0 0,-31-37-184 0 0,0 0 1 0 0,1 0-1 0 0,-1 0 0 0 0,0 0 0 0 0,0 0 1 0 0,0 0-1 0 0,0 1 0 0 0,0-1 0 0 0,1 0 1 0 0,-1 0-1 0 0,0 0 0 0 0,0 0 0 0 0,0 0 1 0 0,0 1-1 0 0,0-1 0 0 0,0 0 1 0 0,0 0-1 0 0,0 0 0 0 0,0 1 0 0 0,0-1 1 0 0,0 0-1 0 0,0 0 0 0 0,0 0 0 0 0,0 0 1 0 0,0 1-1 0 0,0-1 0 0 0,0 0 0 0 0,0 0 1 0 0,0 0-1 0 0,0 0 0 0 0,0 1 0 0 0,0-1 1 0 0,0 0-1 0 0,0 0 0 0 0,0 0 0 0 0,0 0 1 0 0,0 1-1 0 0,0-1 0 0 0,-1 0 0 0 0,1 0 1 0 0,0 0-1 0 0,0 0 0 0 0,0 0 0 0 0,0 1 1 0 0,0-1-1 0 0,-1 0 0 0 0,1 0 0 0 0,-10-5 673 0 0,5 4-600 0 0,-1 2-70 0 0,-1-1 0 0 0,1 1 1 0 0,0 0-1 0 0,0 0 0 0 0,0 1 1 0 0,0 0-1 0 0,0 0 0 0 0,1 0 1 0 0,-1 1-1 0 0,1 0 0 0 0,-1 0 1 0 0,-8 6-1 0 0,-4 4 38 0 0,1 2 0 0 0,0-1 0 0 0,1 2 0 0 0,1 0 0 0 0,1 1 0 0 0,0 1 0 0 0,-22 35 0 0 0,19-20-16 0 0,1 1-1 0 0,1 0 0 0 0,-18 70 1 0 0,27-83-391 0 0,-1-1 1 0 0,-15 32-1 0 0,-13 4-4612 0 0</inkml:trace>
</inkml:ink>
</file>

<file path=ppt/ink/ink3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1561 10138 0 0,'-2'-3'161'0'0,"1"-1"0"0"0,0 0 0 0 0,0 1-1 0 0,0-1 1 0 0,0 0 0 0 0,1 0 0 0 0,-1 0-1 0 0,1 0 1 0 0,0 0 0 0 0,0 0 0 0 0,1 0 0 0 0,-1 0-1 0 0,1 0 1 0 0,0 1 0 0 0,0-1 0 0 0,0 0-1 0 0,0 0 1 0 0,1 1 0 0 0,0-1 0 0 0,-1 1 0 0 0,1-1-1 0 0,1 1 1 0 0,-1 0 0 0 0,0 0 0 0 0,1-1 0 0 0,-1 2-1 0 0,4-4 1 0 0,10-9-104 0 0,-1 1-1 0 0,2 0 1 0 0,30-18-1 0 0,-39 26 25 0 0,276-170 413 0 0,-215 140-400 0 0,0 3 0 0 0,100-33 0 0 0,226-74 300 0 0,183-55-244 0 0,404-34-150 0 0,-915 217 0 0 0,776-131 0 0 0,-422 77 0 0 0,265-38 0 0 0,1887-72 513 0 0,-1925 183-513 0 0,754 103 0 0 0,324 240 0 0 0,-841-102 229 0 0,-13 40-269 0 0,-227-31 115 0 0,-547-207-47 0 0,-2 4 0 0 0,137 103 0 0 0,-158-105-2388 0 0,-56-39-3070 0 0</inkml:trace>
</inkml:ink>
</file>

<file path=ppt/ink/ink3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388 92 6913 0 0,'-9'-5'492'0'0,"0"-1"0"0"0,0 0-1 0 0,0-1 1 0 0,1 0-1 0 0,0 0 1 0 0,0-1-1 0 0,-7-9 1 0 0,-12-12 1847 0 0,27 29-2286 0 0,0 0-1 0 0,0 1 0 0 0,0-1 0 0 0,0 0 0 0 0,0 0 1 0 0,0 1-1 0 0,0-1 0 0 0,0 0 0 0 0,0 0 0 0 0,0 0 1 0 0,0 1-1 0 0,0-1 0 0 0,0 0 0 0 0,0 0 0 0 0,0 0 1 0 0,0 1-1 0 0,-1-1 0 0 0,1 0 0 0 0,0 0 0 0 0,0 0 1 0 0,0 0-1 0 0,0 1 0 0 0,0-1 0 0 0,-1 0 0 0 0,1 0 1 0 0,0 0-1 0 0,0 0 0 0 0,0 0 0 0 0,-1 0 0 0 0,1 0 1 0 0,0 1-1 0 0,0-1 0 0 0,0 0 0 0 0,-1 0 0 0 0,1 0 1 0 0,0 0-1 0 0,0 0 0 0 0,0 0 0 0 0,-1 0 0 0 0,1 0 1 0 0,0 0-1 0 0,0 0 0 0 0,-1 0 0 0 0,1 0 0 0 0,0 0 0 0 0,0 0 1 0 0,0-1-1 0 0,-1 1 0 0 0,1 0 0 0 0,0 0 0 0 0,0 0 1 0 0,-1 0-1 0 0,6 18 838 0 0,-2-11-785 0 0,1 0 67 0 0,0 0 1 0 0,0 0 0 0 0,1-1-1 0 0,-1 1 1 0 0,2-1-1 0 0,-1 0 1 0 0,1-1 0 0 0,-1 1-1 0 0,12 7 1 0 0,4 5 115 0 0,41 33 84 0 0,-48-42-410 0 0,-1 0 1 0 0,0 2-1 0 0,-1-1 1 0 0,0 2 0 0 0,-1-1-1 0 0,0 2 1 0 0,-1 0-1 0 0,13 20 1 0 0,-20-25 7 0 0,0 0 0 0 0,0 0 0 0 0,-1 0 1 0 0,0 0-1 0 0,-1 0 0 0 0,1 1 0 0 0,-2-1 0 0 0,1 1 0 0 0,-1-1 0 0 0,-1 0 0 0 0,1 1 1 0 0,-1-1-1 0 0,-1 0 0 0 0,0 1 0 0 0,0-1 0 0 0,0 0 0 0 0,-1 0 0 0 0,0 0 1 0 0,-1-1-1 0 0,0 1 0 0 0,-7 11 0 0 0,3-8 53 0 0,1-1 0 0 0,-2 1 0 0 0,1-2 0 0 0,-1 1 0 0 0,-1-1 0 0 0,1-1 0 0 0,-2 1 0 0 0,1-2 0 0 0,-1 0 0 0 0,0 0 0 0 0,-1 0 0 0 0,1-2 0 0 0,-18 7 0 0 0,0-5 191 0 0,-1-1-1 0 0,-1-1 0 0 0,1-1 1 0 0,-56-2-1 0 0,42-1-812 0 0,-54 8 1 0 0,71-4-425 0 0</inkml:trace>
</inkml:ink>
</file>

<file path=ppt/ink/ink3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10594 0 0,'3'-2'472'0'0,"1"0"96"0"0,1 2-455 0 0,-1 0-113 0 0,-1 0 0 0 0,-1 0 0 0 0,1 2-545 0 0,1 1-135 0 0,3 3-24 0 0,2 1-8 0 0,-1 3 552 0 0</inkml:trace>
</inkml:ink>
</file>

<file path=ppt/ink/ink3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85 6913 0 0,'0'-6'475'0'0,"1"-1"0"0"0,0 0-1 0 0,1 0 1 0 0,4-12-1 0 0,-5 16-364 0 0,0 0 0 0 0,1 0 0 0 0,-1 0-1 0 0,1 0 1 0 0,-1 0 0 0 0,1 0-1 0 0,0 0 1 0 0,0 1 0 0 0,0-1 0 0 0,0 1-1 0 0,0-1 1 0 0,4-2 0 0 0,-20 42-3 0 0,4-14-62 0 0,-140 338 1523 0 0,131-306-1211 0 0,3 1 1 0 0,2 0-1 0 0,3 1 0 0 0,-8 99 0 0 0,18-134-118 0 0,1 1 0 0 0,0-1 0 0 0,2 1 0 0 0,0-1 0 0 0,2 0 0 0 0,0 0 0 0 0,11 33 0 0 0,-14-53-183 0 0,0-1 0 0 0,-1 1 0 0 0,1 0 0 0 0,0-1-1 0 0,0 1 1 0 0,0-1 0 0 0,0 1 0 0 0,0-1-1 0 0,1 1 1 0 0,-1-1 0 0 0,0 0 0 0 0,1 0 0 0 0,-1 0-1 0 0,1 1 1 0 0,-1-1 0 0 0,1-1 0 0 0,-1 1-1 0 0,1 0 1 0 0,0 0 0 0 0,-1 0 0 0 0,1-1 0 0 0,0 1-1 0 0,2-1 1 0 0,0 1 42 0 0,0-1 0 0 0,-1 0 1 0 0,1-1-1 0 0,0 1 0 0 0,0-1 0 0 0,0 0 0 0 0,0 0 0 0 0,-1 0 0 0 0,1 0 1 0 0,5-3-1 0 0,6-4 33 0 0,0-1 0 0 0,0 0 1 0 0,23-20-1 0 0,8-11-1312 0 0,-17 12-3462 0 0,-6 5-1062 0 0</inkml:trace>
</inkml:ink>
</file>

<file path=ppt/ink/ink3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10138 0 0,'-2'48'602'0'0,"-3"0"0"0"0,-16 71 1 0 0,11-73-227 0 0,2 0 0 0 0,2 0 0 0 0,1 49 1 0 0,6-69 12 0 0,1 1 0 0 0,1-1 1 0 0,9 39-1 0 0,-10-55-219 0 0,1-1-1 0 0,0 0 1 0 0,1 0-1 0 0,-1 0 0 0 0,2-1 1 0 0,-1 1-1 0 0,1-1 1 0 0,1 0-1 0 0,-1 0 1 0 0,1-1-1 0 0,1 1 1 0 0,-1-2-1 0 0,9 8 1 0 0,-9-10-70 0 0,1 0 1 0 0,-1 0-1 0 0,1-1 1 0 0,-1 0-1 0 0,1-1 1 0 0,0 1-1 0 0,0-1 1 0 0,1 0-1 0 0,-1-1 1 0 0,0 0-1 0 0,0 0 1 0 0,1-1-1 0 0,-1 0 1 0 0,0 0-1 0 0,1 0 1 0 0,-1-1-1 0 0,13-3 1 0 0,-7 1-448 0 0,-1-1 0 0 0,0 0 0 0 0,0 0 0 0 0,0-2 0 0 0,-1 1 0 0 0,0-1 0 0 0,0-1 0 0 0,0 0 0 0 0,12-11 0 0 0,-9 5-5434 0 0</inkml:trace>
</inkml:ink>
</file>

<file path=ppt/ink/ink3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10138 0 0,'1'-3'165'0'0,"0"1"0"0"0,1-1 0 0 0,0 1 0 0 0,-1-1 0 0 0,1 1 0 0 0,0 0 0 0 0,0 0 0 0 0,0 0 0 0 0,0 0 0 0 0,1 0 0 0 0,-1 0 0 0 0,1 1 0 0 0,-1-1 0 0 0,6-1 0 0 0,3-5 94 0 0,12-7-508 0 0,0 0-1 0 0,0 2 1 0 0,1 0-1 0 0,1 2 1 0 0,45-14 0 0 0,-19 11-1448 0 0,0 2 0 0 0,54-4 0 0 0,-84 13 1685 0 0</inkml:trace>
</inkml:ink>
</file>

<file path=ppt/ink/ink3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81 4609 0 0,'-2'0'-55'0'0,"2"-1"139"0"0,-1 1 0 0 0,0 0 0 0 0,1-1 0 0 0,-1 1 0 0 0,0 0 0 0 0,1-1 0 0 0,-1 1 0 0 0,0 0 0 0 0,0 0 0 0 0,1 0 0 0 0,-1 0 0 0 0,0 0 0 0 0,0 0 0 0 0,0 0 0 0 0,1 0 0 0 0,-1 0 0 0 0,0 0 0 0 0,0 0 0 0 0,1 0 0 0 0,-1 0 0 0 0,0 0 0 0 0,0 1 0 0 0,1-1 0 0 0,-1 0 0 0 0,0 1 1 0 0,1-1-1 0 0,-1 1 0 0 0,0-1 0 0 0,1 0 0 0 0,-1 1 0 0 0,1-1 0 0 0,-1 1 0 0 0,1 0 0 0 0,-1-1 0 0 0,1 1 0 0 0,-1-1 0 0 0,1 1 0 0 0,-1 0 0 0 0,1-1 0 0 0,0 1 0 0 0,-1 0 0 0 0,1 0 0 0 0,0-1 0 0 0,-1 3 0 0 0,-2 3 117 0 0,1 0 0 0 0,-1 1 0 0 0,1 0 0 0 0,0 0 1 0 0,0-1-1 0 0,1 1 0 0 0,0 0 0 0 0,0 0 0 0 0,1 0 0 0 0,0 1 0 0 0,0-1 0 0 0,1 0 0 0 0,0 0 0 0 0,0 0 0 0 0,0-1 1 0 0,1 1-1 0 0,0 0 0 0 0,0 0 0 0 0,1-1 0 0 0,0 1 0 0 0,0-1 0 0 0,8 11 0 0 0,-9-13-86 0 0,0 0 0 0 0,1 0 1 0 0,0-1-1 0 0,0 1 0 0 0,0-1 0 0 0,0 1 0 0 0,0-1 1 0 0,1 0-1 0 0,0-1 0 0 0,-1 1 0 0 0,1 0 0 0 0,0-1 0 0 0,0 0 1 0 0,0 0-1 0 0,1 0 0 0 0,-1-1 0 0 0,0 1 0 0 0,1-1 0 0 0,-1 0 1 0 0,1 0-1 0 0,-1-1 0 0 0,1 1 0 0 0,-1-1 0 0 0,1 0 0 0 0,-1 0 1 0 0,1-1-1 0 0,0 1 0 0 0,-1-1 0 0 0,1 0 0 0 0,-1 0 0 0 0,0 0 1 0 0,1-1-1 0 0,-1 0 0 0 0,0 0 0 0 0,6-3 0 0 0,-3 0-233 0 0,0 0-1 0 0,-1 0 0 0 0,0 0 1 0 0,1-1-1 0 0,-2 0 1 0 0,1-1-1 0 0,-1 1 0 0 0,0-1 1 0 0,0 0-1 0 0,-1 0 1 0 0,0-1-1 0 0,0 1 0 0 0,-1-1 1 0 0,0 0-1 0 0,0 0 1 0 0,2-10-1 0 0,-4 11 111 0 0,1 0 1 0 0,-1-1-1 0 0,0 1 0 0 0,-1 0 1 0 0,1-1-1 0 0,-2 1 0 0 0,1-1 1 0 0,-1 1-1 0 0,0 0 0 0 0,0-1 1 0 0,-1 1-1 0 0,0 0 0 0 0,-1 0 1 0 0,1 0-1 0 0,-1 0 0 0 0,-1 0 1 0 0,1 1-1 0 0,-8-11 1 0 0,9 15-58 0 0,-1-1 1 0 0,0 1 0 0 0,0-1 0 0 0,0 1 0 0 0,0 0-1 0 0,0 0 1 0 0,0 0 0 0 0,0 0 0 0 0,-1 1 0 0 0,1-1 0 0 0,-1 1-1 0 0,1 0 1 0 0,-1 0 0 0 0,0 0 0 0 0,1 1 0 0 0,-1-1-1 0 0,0 1 1 0 0,1 0 0 0 0,-1 0 0 0 0,0 0 0 0 0,0 0 0 0 0,1 1-1 0 0,-1-1 1 0 0,-5 3 0 0 0,-9 2-1193 0 0,0 0 1 0 0,1 2-1 0 0,-27 13 1 0 0,35-15 262 0 0,-14 7-2181 0 0</inkml:trace>
</inkml:ink>
</file>

<file path=ppt/ink/ink3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0,'9'98'1218'0'0,"-6"60"1296"0"0,5 87 2690 0 0,-3-191-4747 0 0,3 0 1 0 0,20 80-1 0 0,-9-56-2791 0 0,-17-68 1002 0 0</inkml:trace>
</inkml:ink>
</file>

<file path=ppt/ink/ink3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11979 0 0,'66'-27'4452'0'0,"5"7"-4648"0"0,74-7-5072 0 0,-137 26 5070 0 0,107-13-1636 0 0,-89 12 1781 0 0</inkml:trace>
</inkml:ink>
</file>

<file path=ppt/ink/ink3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8754 0 0,'23'-3'1572'0'0,"41"-12"1"0"0,-11 1-1401 0 0,-16 6-677 0 0,-5 0-12 0 0,0 2 0 0 0,0 1-1 0 0,1 1 1 0 0,42 1-1 0 0,-61 4-2828 0 0</inkml:trace>
</inkml:ink>
</file>

<file path=ppt/ink/ink3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8002 0 0,'20'-13'803'0'0,"12"-3"-1145"0"0,0 2 0 0 0,2 1 1 0 0,-1 1-1 0 0,2 2 1 0 0,36-5-1 0 0,2-3-1780 0 0,-50 12 2090 0 0</inkml:trace>
</inkml:ink>
</file>

<file path=ppt/ink/ink3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4145 0 0,'0'-8'615'0'0,"0"1"0"0"0,1 0 0 0 0,-1 0 1 0 0,2-1-1 0 0,-1 1 0 0 0,1 0 0 0 0,0 0 0 0 0,0 0 1 0 0,6-10-1 0 0,-8 17-572 0 0,1 1 0 0 0,-1-1 1 0 0,0 0-1 0 0,1 1 0 0 0,-1-1 0 0 0,1 1 1 0 0,-1-1-1 0 0,1 1 0 0 0,-1-1 0 0 0,0 1 1 0 0,1-1-1 0 0,-1 1 0 0 0,0-1 0 0 0,0 1 1 0 0,1-1-1 0 0,-1 1 0 0 0,0-1 0 0 0,0 1 1 0 0,0 0-1 0 0,0-1 0 0 0,0 1 0 0 0,0-1 1 0 0,0 1-1 0 0,0 0 0 0 0,0 0 0 0 0,4 20 329 0 0,-3 26 935 0 0,-2 1-1 0 0,-12 76 1 0 0,7-82-766 0 0,2 0 1 0 0,2 0-1 0 0,5 81 0 0 0,0-99-216 0 0,2 0-1 0 0,0 0 0 0 0,12 32 0 0 0,-14-47-281 0 0,1 0 0 0 0,0 0 0 0 0,0-1-1 0 0,1 0 1 0 0,0 0 0 0 0,1 0 0 0 0,0 0 0 0 0,0-1 0 0 0,0 0 0 0 0,1 0 0 0 0,13 10 0 0 0,-17-15-25 0 0,0-1 0 0 0,0 1 1 0 0,0-1-1 0 0,1 1 0 0 0,-1-1 1 0 0,0 0-1 0 0,1 0 0 0 0,-1-1 1 0 0,1 1-1 0 0,-1-1 0 0 0,1 0 1 0 0,-1 0-1 0 0,1 0 1 0 0,-1 0-1 0 0,1 0 0 0 0,-1-1 1 0 0,1 1-1 0 0,-1-1 0 0 0,0 0 1 0 0,1 0-1 0 0,-1-1 0 0 0,0 1 1 0 0,0-1-1 0 0,1 1 0 0 0,-1-1 1 0 0,0 0-1 0 0,2-2 0 0 0,9-7-663 0 0,-1 0-1 0 0,0-1 0 0 0,23-26 1 0 0,-36 37 622 0 0,24-28-6365 0 0</inkml:trace>
</inkml:ink>
</file>

<file path=ppt/ink/ink3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8290 0 0,'7'-2'951'0'0,"0"0"0"0"0,0 0 0 0 0,0 0 0 0 0,10 0 1 0 0,-17 2-886 0 0,2 0-82 0 0,-1 0 0 0 0,1-1 0 0 0,-1 1 0 0 0,1 0 0 0 0,-1 1 0 0 0,1-1 0 0 0,-1 0 0 0 0,1 0 0 0 0,-1 1 0 0 0,1-1 0 0 0,-1 1 0 0 0,0-1 0 0 0,1 1 0 0 0,-1 0 0 0 0,1-1 0 0 0,1 2 0 0 0</inkml:trace>
</inkml:ink>
</file>

<file path=ppt/ink/ink3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10 6913 0 0,'-19'-9'2488'0'0,"19"9"-2436"0"0,-1 0 0 0 0,1 0 0 0 0,-1 0 0 0 0,1 0 0 0 0,0 0 0 0 0,-1 0 0 0 0,1 0 0 0 0,-1 0 0 0 0,1 0 0 0 0,0 0 0 0 0,-1 0 0 0 0,1 1 0 0 0,-1-1 0 0 0,1 0 0 0 0,0 0 0 0 0,-1 0 0 0 0,1 0 0 0 0,0 1 0 0 0,-1-1 0 0 0,1 0 0 0 0,0 0 0 0 0,0 1 0 0 0,-1-1 0 0 0,1 0 0 0 0,-1 1 0 0 0,0 2 48 0 0,0 0-1 0 0,1 0 1 0 0,-1 0 0 0 0,1 0-1 0 0,-1 0 1 0 0,1 0 0 0 0,0 0-1 0 0,0 6 1 0 0,0 9 181 0 0,7 206 4773 0 0,0-91-4881 0 0,-11-2-3437 0 0,2-114-268 0 0,-1-2-941 0 0</inkml:trace>
</inkml:ink>
</file>

<file path=ppt/ink/ink3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4689 0 0,'0'-3'98'0'0,"1"0"0"0"0,-1 0 0 0 0,1 0-1 0 0,0 0 1 0 0,0 0 0 0 0,0 0 0 0 0,1 0 0 0 0,-1 0 0 0 0,1 1 0 0 0,-1-1 0 0 0,1 0-1 0 0,0 1 1 0 0,0-1 0 0 0,0 1 0 0 0,1 0 0 0 0,-1 0 0 0 0,0 0 0 0 0,1 0 0 0 0,3-2-1 0 0,0 0 113 0 0,0 0 0 0 0,-1 1 0 0 0,1 0 0 0 0,0 0 0 0 0,0 1 0 0 0,1 0 0 0 0,-1 0 0 0 0,8-1 0 0 0,-7 2 75 0 0,0 0 0 0 0,0 1 0 0 0,0 0 0 0 0,0 0 0 0 0,0 1 0 0 0,-1-1-1 0 0,1 2 1 0 0,0-1 0 0 0,0 1 0 0 0,12 5 0 0 0,-17-6-226 0 0,1 0 1 0 0,-1 0 0 0 0,0 1 0 0 0,0-1 0 0 0,1 1-1 0 0,-1 0 1 0 0,0 0 0 0 0,0 0 0 0 0,-1 0 0 0 0,1 0-1 0 0,0 0 1 0 0,-1 0 0 0 0,1 1 0 0 0,-1-1-1 0 0,0 0 1 0 0,0 1 0 0 0,1-1 0 0 0,-2 1 0 0 0,1 0-1 0 0,0-1 1 0 0,-1 1 0 0 0,1 0 0 0 0,-1-1-1 0 0,0 1 1 0 0,1 0 0 0 0,-2 0 0 0 0,1-1 0 0 0,0 1-1 0 0,0 0 1 0 0,-2 3 0 0 0,-3 17 50 0 0,-1 0-1 0 0,-1-1 1 0 0,-1 0-1 0 0,-1 0 1 0 0,-1-1 0 0 0,-1 0-1 0 0,0 0 1 0 0,-2-1-1 0 0,-29 34 1 0 0,23-40 1194 0 0,33-16-866 0 0,159 3-68 0 0,-98 7-4670 0 0,-64-6-305 0 0</inkml:trace>
</inkml:ink>
</file>

<file path=ppt/ink/ink3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8642 0 0,'0'3'164'0'0,"0"0"0"0"0,1 0-1 0 0,-1 0 1 0 0,1 0 0 0 0,0 0 0 0 0,-1 0 0 0 0,2 0 0 0 0,-1 0 0 0 0,0-1-1 0 0,3 6 1 0 0,-1-3 34 0 0,7 25 758 0 0,0 0 0 0 0,-2 1 0 0 0,4 32 0 0 0,7 99 1131 0 0,-11-73-2933 0 0,-4-46-1736 0 0,-4-23-2293 0 0</inkml:trace>
</inkml:ink>
</file>

<file path=ppt/ink/ink3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5529 0 0,'1'-5'2194'0'0,"11"-2"-787"0"0,12-4 289 0 0,23-3-449 0 0,1 3 0 0 0,71-9 0 0 0,101 1-1265 0 0,-158 15 60 0 0,-18 2-742 0 0,-20 1-2918 0 0,-6 0-806 0 0</inkml:trace>
</inkml:ink>
</file>

<file path=ppt/ink/ink3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0,'1'4'225'0'0,"0"0"0"0"0,0 0 0 0 0,0 0 0 0 0,1 0 0 0 0,0 0 0 0 0,-1 0 0 0 0,2 0 0 0 0,1 4 0 0 0,7 11 522 0 0,1 14 358 0 0,0 1 0 0 0,-2 1 1 0 0,9 62-1 0 0,2 112 485 0 0,-15-140-1936 0 0,-5-50-3275 0 0,-1 1-1227 0 0</inkml:trace>
</inkml:ink>
</file>

<file path=ppt/ink/ink3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40 5529 0 0,'5'-12'403'0'0,"-5"10"-256"0"0,1 0 1 0 0,0 0-1 0 0,0 0 1 0 0,-1 0-1 0 0,1 0 0 0 0,0 0 1 0 0,0 0-1 0 0,1 1 0 0 0,-1-1 1 0 0,0 0-1 0 0,1 1 0 0 0,-1-1 1 0 0,4-2-1 0 0,-5 4-76 0 0,1 1 0 0 0,-1-1-1 0 0,0 1 1 0 0,1-1 0 0 0,-1 0 0 0 0,0 1 0 0 0,1-1 0 0 0,-1 1-1 0 0,0-1 1 0 0,0 1 0 0 0,1-1 0 0 0,-1 1 0 0 0,0-1-1 0 0,0 1 1 0 0,0-1 0 0 0,0 1 0 0 0,1-1 0 0 0,-1 1-1 0 0,0-1 1 0 0,0 1 0 0 0,0-1 0 0 0,0 1 0 0 0,0-1-1 0 0,-1 1 1 0 0,1 0 0 0 0,0-1 0 0 0,0 1 0 0 0,0-1 0 0 0,-1 1-1 0 0,0 18 367 0 0,1-19-437 0 0,-6 33 1481 0 0,-11 36 0 0 0,10-45-537 0 0,1 1-1 0 0,-5 45 1 0 0,10-48-615 0 0,1 1 0 0 0,0-1 0 0 0,2 1 0 0 0,1-1-1 0 0,1 0 1 0 0,12 43 0 0 0,-13-56-303 0 0,0-1-1 0 0,0 0 1 0 0,1 0-1 0 0,0 0 1 0 0,0 0-1 0 0,1 0 1 0 0,0-1-1 0 0,0 0 1 0 0,1 0-1 0 0,0 0 1 0 0,0-1-1 0 0,1 0 1 0 0,-1 0-1 0 0,1 0 1 0 0,1-1-1 0 0,-1 0 1 0 0,1-1-1 0 0,0 0 1 0 0,0 0-1 0 0,12 4 1 0 0,-17-7-317 0 0,0-1 1 0 0,0 1 0 0 0,0-1 0 0 0,0 0-1 0 0,1 0 1 0 0,-1 0 0 0 0,0 0-1 0 0,6-2 1 0 0</inkml:trace>
</inkml:ink>
</file>

<file path=ppt/ink/ink3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10138 0 0,'0'0'38'0'0,"0"0"0"0"0,0-1 1 0 0,0 1-1 0 0,0 0 0 0 0,0-1 0 0 0,0 1 0 0 0,0 0 0 0 0,0-1 0 0 0,0 1 1 0 0,0 0-1 0 0,0-1 0 0 0,1 1 0 0 0,-1 0 0 0 0,0-1 0 0 0,0 1 1 0 0,0 0-1 0 0,0-1 0 0 0,1 1 0 0 0,-1 0 0 0 0,0 0 0 0 0,0-1 0 0 0,1 1 1 0 0,-1 0-1 0 0,0 0 0 0 0,1 0 0 0 0,-1-1 0 0 0,0 1 0 0 0,0 0 0 0 0,1 0 1 0 0,-1 0-1 0 0,0 0 0 0 0,1 0 0 0 0,-1-1 0 0 0,0 1 0 0 0,1 0 0 0 0,-1 0 1 0 0,0 0-1 0 0,1 0 0 0 0,19 5 750 0 0,15 17 162 0 0,-32-17-855 0 0,1-1 1 0 0,0 1-1 0 0,-1 0 0 0 0,0 0 0 0 0,4 9 0 0 0,12 19-2341 0 0,-12-27 1287 0 0</inkml:trace>
</inkml:ink>
</file>

<file path=ppt/ink/ink3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 6913 0 0,'-12'51'427'0'0,"9"-31"-28"0"0,1 0 0 0 0,0 1 0 0 0,2-1 0 0 0,3 36 0 0 0,19 81 1455 0 0,-6-48-2217 0 0,-13-72-3518 0 0</inkml:trace>
</inkml:ink>
</file>

<file path=ppt/ink/ink3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9 137 2761 0 0,'-1'-3'194'0'0,"-1"-1"0"0"0,1 1 0 0 0,0-1 0 0 0,0 0 0 0 0,0 1 0 0 0,1-1 0 0 0,-1 0-1 0 0,1 0 1 0 0,0 0 0 0 0,0 1 0 0 0,0-1 0 0 0,0 0 0 0 0,1 0 0 0 0,0 0 0 0 0,0 1 0 0 0,0-1 0 0 0,0 0 0 0 0,0 1 0 0 0,1-1 0 0 0,-1 1 0 0 0,1-1 0 0 0,0 1 0 0 0,0 0 0 0 0,0 0 0 0 0,6-6 0 0 0,-5 6-86 0 0,0-1-1 0 0,1 1 1 0 0,-1 0-1 0 0,1 0 1 0 0,0 0-1 0 0,0 1 0 0 0,0-1 1 0 0,0 1-1 0 0,0 0 1 0 0,1 0-1 0 0,-1 0 1 0 0,1 1-1 0 0,-1 0 1 0 0,1-1-1 0 0,0 2 1 0 0,-1-1-1 0 0,1 0 0 0 0,0 1 1 0 0,0 0-1 0 0,8 1 1 0 0,-2 0-59 0 0,-1 1 0 0 0,1 1 0 0 0,-1-1 0 0 0,0 1 0 0 0,0 1 0 0 0,10 5 0 0 0,-18-8-43 0 0,0 0 1 0 0,-1 0 0 0 0,1 0 0 0 0,0 1 0 0 0,-1-1 0 0 0,1 1 0 0 0,-1-1 0 0 0,1 1 0 0 0,-1-1-1 0 0,0 1 1 0 0,0 0 0 0 0,0 0 0 0 0,0 0 0 0 0,0 0 0 0 0,0 0 0 0 0,0 0 0 0 0,0 0-1 0 0,-1 0 1 0 0,1 0 0 0 0,-1 0 0 0 0,0 0 0 0 0,1 0 0 0 0,-1 0 0 0 0,0 0 0 0 0,0 0 0 0 0,-1 1-1 0 0,1-1 1 0 0,0 0 0 0 0,-1 0 0 0 0,1 0 0 0 0,-1 0 0 0 0,1 0 0 0 0,-1 0 0 0 0,0 0 0 0 0,0 0-1 0 0,-2 3 1 0 0,-10 19 342 0 0,-2-1-1 0 0,-33 42 0 0 0,43-57-320 0 0,-23 16 601 0 0,24-21-331 0 0,1 0 1 0 0,-1 0-1 0 0,0 0 0 0 0,1 0 1 0 0,0 0-1 0 0,0 1 1 0 0,-5 6-1 0 0,9-9-222 0 0,1-1 0 0 0,-1 1 0 0 0,0-1-1 0 0,0 1 1 0 0,1-1 0 0 0,-1 0 0 0 0,0 1 0 0 0,0-1-1 0 0,1 0 1 0 0,-1 0 0 0 0,0 0 0 0 0,1 0 0 0 0,-1 0-1 0 0,0 0 1 0 0,1 0 0 0 0,-1 0 0 0 0,0 0 0 0 0,3-1-1 0 0,23-2 55 0 0,116-7 924 0 0,-126 10-1499 0 0,-1 1 0 0 0,0 0 0 0 0,0 1 1 0 0,0 1-1 0 0,0 1 0 0 0,-1 0 0 0 0,16 7 0 0 0</inkml:trace>
</inkml:ink>
</file>

<file path=ppt/ink/ink3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6425 0 0,'1'-2'48'0'0,"0"0"-1"0"0,0 0 0 0 0,0 0 1 0 0,1 1-1 0 0,-1-1 0 0 0,1 0 1 0 0,-1 1-1 0 0,1-1 0 0 0,-1 1 1 0 0,1 0-1 0 0,0-1 0 0 0,0 1 1 0 0,-1 0-1 0 0,1 0 0 0 0,0 0 1 0 0,0 0-1 0 0,3-1 0 0 0,7-4 230 0 0,-8 3-127 0 0,-1 0 0 0 0,1 1 0 0 0,0 0 0 0 0,-1 0 0 0 0,1 0 0 0 0,0 0 0 0 0,0 0 0 0 0,0 1 0 0 0,1 0 1 0 0,-1 0-1 0 0,0 0 0 0 0,0 0 0 0 0,1 1 0 0 0,-1-1 0 0 0,0 1 0 0 0,5 0 0 0 0,-6 1-94 0 0,-1-1 0 0 0,1 1 0 0 0,-1 0-1 0 0,1 0 1 0 0,-1 0 0 0 0,0 0 0 0 0,1 0-1 0 0,-1 0 1 0 0,0 1 0 0 0,0-1 0 0 0,0 1 0 0 0,0-1-1 0 0,0 1 1 0 0,0 0 0 0 0,0 0 0 0 0,-1 0-1 0 0,1 0 1 0 0,-1 0 0 0 0,1 0 0 0 0,-1 0 0 0 0,0 1-1 0 0,0-1 1 0 0,0 0 0 0 0,0 1 0 0 0,0-1-1 0 0,-1 1 1 0 0,1-1 0 0 0,-1 1 0 0 0,1 2 0 0 0,0 1-45 0 0,-1-1 1 0 0,1 1-1 0 0,-1 0 1 0 0,-1-1-1 0 0,1 1 1 0 0,-1-1 0 0 0,0 1-1 0 0,0 0 1 0 0,0-1-1 0 0,-1 0 1 0 0,-2 7-1 0 0,-4 3 42 0 0,0-1 0 0 0,-13 20 0 0 0,-10 16 119 0 0,64-52 807 0 0,-2-5-1034 0 0,-14 3-36 0 0,0 1 0 0 0,19-2 0 0 0,-32 5 80 0 0,0 0 0 0 0,0 0 0 0 0,-1 0 0 0 0,1 0 0 0 0,0 1 0 0 0,0 0 0 0 0,0-1 0 0 0,-1 1 0 0 0,1 1 0 0 0,0-1 0 0 0,-1 0 0 0 0,1 1 0 0 0,-1 0 0 0 0,0 0 0 0 0,4 2 0 0 0,-6-2-1 0 0,0 0 1 0 0,0-1-1 0 0,0 1 1 0 0,0 0 0 0 0,0 0-1 0 0,0 0 1 0 0,0 0-1 0 0,-1 0 1 0 0,1 0-1 0 0,-1 0 1 0 0,1 1 0 0 0,-1-1-1 0 0,0 0 1 0 0,0 0-1 0 0,0 0 1 0 0,0 0-1 0 0,0 0 1 0 0,-1 1 0 0 0,1-1-1 0 0,0 0 1 0 0,-1 0-1 0 0,0 0 1 0 0,1 0-1 0 0,-1 0 1 0 0,0 0 0 0 0,0 0-1 0 0,-3 3 1 0 0,0 3-35 0 0,0 0 1 0 0,-1 1 0 0 0,-1-2-1 0 0,1 1 1 0 0,-8 7 0 0 0,-5 1 182 0 0,-1-1 0 0 0,0-1-1 0 0,-1-1 1 0 0,0 0 0 0 0,-1-1 0 0 0,0-2 0 0 0,-1 0 0 0 0,0-1 0 0 0,-36 9 0 0 0,36-12-722 0 0</inkml:trace>
</inkml:ink>
</file>

<file path=ppt/ink/ink3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2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11 6913 0 0,'-15'-10'9138'0'0,"7"22"-9016"0"0,1 0 0 0 0,0 1 0 0 0,0 0-1 0 0,2 1 1 0 0,-8 22 0 0 0,-18 83 138 0 0,27-100-228 0 0,-3 8 192 0 0,2 1-1 0 0,0 0 1 0 0,2 0-1 0 0,1 56 1 0 0,3-72-96 0 0,0-1 0 0 0,1 0 1 0 0,0 0-1 0 0,1 0 0 0 0,0-1 1 0 0,0 1-1 0 0,1 0 0 0 0,1-1 0 0 0,0 0 1 0 0,0 0-1 0 0,1-1 0 0 0,0 1 0 0 0,1-1 1 0 0,0-1-1 0 0,12 14 0 0 0,-4-9 32 0 0,0 0 1 0 0,1-1-1 0 0,1-1 0 0 0,0 0 0 0 0,0-1 0 0 0,1-1 0 0 0,0 0 0 0 0,0-2 0 0 0,1 0 1 0 0,38 8-1 0 0,-45-13-331 0 0,1 0-1 0 0,0-1 1 0 0,0 0 0 0 0,0-1 0 0 0,0-1 0 0 0,0 0 0 0 0,0-1 0 0 0,0 0 0 0 0,0-1-1 0 0,-1 0 1 0 0,1-1 0 0 0,-1-1 0 0 0,0 0 0 0 0,0 0 0 0 0,-1-1 0 0 0,0-1 0 0 0,18-12-1 0 0,-1-5-2799 0 0,-18 14 1444 0 0</inkml:trace>
</inkml:ink>
</file>

<file path=ppt/ink/ink3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78 9674 0 0,'-5'-8'496'0'0,"0"0"1"0"0,1 0-1 0 0,0 0 0 0 0,-3-11 0 0 0,6 18-403 0 0,1 0-1 0 0,0 0 0 0 0,0 0 0 0 0,-1 0 0 0 0,1 0 0 0 0,0 0 0 0 0,0 0 1 0 0,0 0-1 0 0,0 0 0 0 0,0 0 0 0 0,0 0 0 0 0,0 0 0 0 0,1 0 1 0 0,-1 0-1 0 0,0 0 0 0 0,1 0 0 0 0,-1 0 0 0 0,0 0 0 0 0,1 0 0 0 0,0-1 1 0 0,0 2-49 0 0,0-1 1 0 0,0 0 0 0 0,0 1-1 0 0,0-1 1 0 0,0 1 0 0 0,1 0 0 0 0,-1-1-1 0 0,0 1 1 0 0,0 0 0 0 0,1 0 0 0 0,-1-1-1 0 0,0 1 1 0 0,0 0 0 0 0,0 0-1 0 0,1 1 1 0 0,-1-1 0 0 0,0 0 0 0 0,0 0-1 0 0,0 1 1 0 0,1-1 0 0 0,-1 0 0 0 0,1 1-1 0 0,3 1-316 0 0,0 0 0 0 0,0 0 1 0 0,0 0-1 0 0,-1 1 0 0 0,1 0 0 0 0,-1 0 0 0 0,1 0 0 0 0,-1 0 0 0 0,7 7 0 0 0,29 40-506 0 0,-29-36 996 0 0,-3-4-207 0 0</inkml:trace>
</inkml:ink>
</file>

<file path=ppt/ink/ink3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6913 0 0,'5'36'3713'0'0,"-8"79"-1273"0"0,1-89-1887 0 0,1 0-1 0 0,0 0 0 0 0,2 0 0 0 0,7 41 0 0 0,1-26-150 0 0,18 71-139 0 0,-22-98-2017 0 0,0 0 0 0 0,14 26 0 0 0</inkml:trace>
</inkml:ink>
</file>

<file path=ppt/ink/ink3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40 6449 0 0,'0'0'54'0'0,"-1"0"0"0"0,1 0 0 0 0,0 0 0 0 0,-1 0 0 0 0,1 0 0 0 0,0 0 0 0 0,-1 0 0 0 0,1 0 0 0 0,0-1 0 0 0,0 1-1 0 0,-1 0 1 0 0,1 0 0 0 0,0 0 0 0 0,-1 0 0 0 0,1-1 0 0 0,0 1 0 0 0,0 0 0 0 0,0 0 0 0 0,-1-1 0 0 0,1 1 0 0 0,0 0 0 0 0,0 0-1 0 0,0-1 1 0 0,-1 1 0 0 0,1 0 0 0 0,0 0 0 0 0,0-1 0 0 0,0 1 0 0 0,0 0 0 0 0,0-1 0 0 0,0 1 0 0 0,0 0 0 0 0,0-1 0 0 0,0 1-1 0 0,0 0 1 0 0,0-1 0 0 0,0 1 0 0 0,0 0 0 0 0,0 0 0 0 0,0-1 0 0 0,0 1 0 0 0,0 0 0 0 0,0-1 0 0 0,16-3 3049 0 0,-5 2-3137 0 0,10-3 412 0 0,61-10-1081 0 0,-70 13-128 0 0,1 1 0 0 0,-1 1 0 0 0,0 0 0 0 0,21 2 0 0 0,-23 0-1947 0 0</inkml:trace>
</inkml:ink>
</file>

<file path=ppt/ink/ink3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7370 0 0,'10'-5'4086'0'0,"45"-10"-3047"0"0,137-16-4188 0 0,-173 29 2325 0 0</inkml:trace>
</inkml:ink>
</file>

<file path=ppt/ink/ink3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6 10594 0 0,'-8'-6'876'0'0,"11"11"-1532"0"0,-3-4 582 0 0,1 4-45 0 0,-1 21 437 0 0,0-1-1 0 0,-2 1 1 0 0,-1-1 0 0 0,-7 30-1 0 0,5-28 370 0 0,0 1-1 0 0,2 0 0 0 0,1 0 0 0 0,2 30 1 0 0,1-43-323 0 0,2 0 0 0 0,0-1 0 0 0,0 1 0 0 0,2-1 1 0 0,0 0-1 0 0,0 0 0 0 0,14 25 0 0 0,-14-31-243 0 0,-1-1 0 0 0,2 1-1 0 0,-1-1 1 0 0,1 0 0 0 0,0-1-1 0 0,0 1 1 0 0,1-1 0 0 0,-1 0-1 0 0,2-1 1 0 0,-1 0 0 0 0,0 0-1 0 0,1 0 1 0 0,0-1 0 0 0,12 5-1 0 0,-16-9-147 0 0,-1 1 0 0 0,1 0 0 0 0,0-1-1 0 0,-1 1 1 0 0,1-1 0 0 0,0 0 0 0 0,-1 0-1 0 0,1-1 1 0 0,0 1 0 0 0,-1-1 0 0 0,1 0-1 0 0,-1 1 1 0 0,1-2 0 0 0,-1 1 0 0 0,5-2-1 0 0,28-20-3427 0 0</inkml:trace>
</inkml:ink>
</file>

<file path=ppt/ink/ink3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13 5985 0 0,'-15'-12'4419'0'0,"24"17"-3587"0"0,-8-5-940 0 0,15 10-855 0 0,0 0 0 0 0,-1 0 0 0 0,0 2 0 0 0,26 25 0 0 0,-29-25 963 0 0</inkml:trace>
</inkml:ink>
</file>

<file path=ppt/ink/ink3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14 148 3225 0 0,'-1'0'107'0'0,"0"-1"1"0"0,0 1 0 0 0,1 0 0 0 0,-1-1 0 0 0,0 1-1 0 0,0-1 1 0 0,1 1 0 0 0,-1-1 0 0 0,1 1-1 0 0,-1-1 1 0 0,0 1 0 0 0,1-1 0 0 0,-1 0 0 0 0,1 1-1 0 0,-1-1 1 0 0,1 0 0 0 0,-1 0 0 0 0,1 1-1 0 0,0-1 1 0 0,-1 0 0 0 0,1 0 0 0 0,0 1 0 0 0,0-1-1 0 0,0 0 1 0 0,0 0 0 0 0,-1 0 0 0 0,1 0-1 0 0,0 1 1 0 0,0-2 0 0 0,1-2 225 0 0,-1 0-1 0 0,1 1 1 0 0,0-1 0 0 0,0 1-1 0 0,0-1 1 0 0,0 1 0 0 0,3-6-1 0 0,-1 3 98 0 0,0 0 0 0 0,0 1 0 0 0,1 0 0 0 0,-1-1 0 0 0,1 1 0 0 0,0 1 0 0 0,1-1 0 0 0,-1 0 0 0 0,7-4 0 0 0,2 2 101 0 0,32-17 91 0 0,-43 23-598 0 0,0 0-1 0 0,1 0 0 0 0,-1 0 1 0 0,1 0-1 0 0,0 1 1 0 0,-1-1-1 0 0,1 1 0 0 0,-1-1 1 0 0,1 1-1 0 0,0 0 1 0 0,-1 0-1 0 0,1 0 0 0 0,0 1 1 0 0,4 0-1 0 0,-6 0 9 0 0,0-1 1 0 0,0 1-1 0 0,0 0 0 0 0,0 0 1 0 0,0 0-1 0 0,0 0 0 0 0,-1 0 0 0 0,1 0 1 0 0,0 0-1 0 0,-1 1 0 0 0,1-1 1 0 0,0 0-1 0 0,-1 0 0 0 0,0 1 0 0 0,1-1 1 0 0,-1 0-1 0 0,1 2 0 0 0,4 29 281 0 0,-3-21-413 0 0,7 35-70 0 0,-4-25 129 0 0,0 0 1 0 0,-2 0-1 0 0,0 0 0 0 0,-2 0 0 0 0,0 1 1 0 0,-4 39-1 0 0,0-48 268 0 0,2 0 0 0 0,0 0-1 0 0,1 20 1 0 0,0-31-127 0 0,0 1 1 0 0,0-1-1 0 0,0 1 0 0 0,0-1 0 0 0,1 1 0 0 0,-1 0 1 0 0,1-1-1 0 0,0 0 0 0 0,0 1 0 0 0,0-1 1 0 0,0 1-1 0 0,0-1 0 0 0,0 0 0 0 0,1 0 0 0 0,-1 0 1 0 0,1 1-1 0 0,-1-1 0 0 0,1-1 0 0 0,0 1 0 0 0,0 0 1 0 0,0 0-1 0 0,0-1 0 0 0,0 1 0 0 0,0-1 0 0 0,3 2 1 0 0,0-4-63 0 0,0 1 1 0 0,0-1-1 0 0,0 0 1 0 0,0 0-1 0 0,0 0 1 0 0,0-1 0 0 0,-1 0-1 0 0,1 0 1 0 0,0 0-1 0 0,-1 0 1 0 0,0-1-1 0 0,5-3 1 0 0,2 0-131 0 0,13-6-1139 0 0,0 0-1 0 0,0 2 0 0 0,45-13 1 0 0,-43 18-4057 0 0</inkml:trace>
</inkml:ink>
</file>

<file path=ppt/ink/ink3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69 2761 0 0,'-9'-15'5119'0'0,"37"8"2372"0"0,-13 4-9174 0 0,23-4 1590 0 0,41-2-1 0 0,24-5-820 0 0,-72 8-228 0 0,1-1-3029 0 0</inkml:trace>
</inkml:ink>
</file>

<file path=ppt/ink/ink3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23 5985 0 0,'0'-1'47'0'0,"0"1"-1"0"0,-1-1 1 0 0,1 1-1 0 0,0-1 0 0 0,-1 0 1 0 0,1 1-1 0 0,0-1 1 0 0,0 1-1 0 0,0-1 1 0 0,0 0-1 0 0,0 1 0 0 0,-1-1 1 0 0,1 1-1 0 0,0-1 1 0 0,0 0-1 0 0,0 1 1 0 0,1-1-1 0 0,-1 0 1 0 0,0 1-1 0 0,0-1 0 0 0,0 1 1 0 0,0-1-1 0 0,1 0 1 0 0,-1 1-1 0 0,0-1 1 0 0,0 1-1 0 0,1-1 0 0 0,-1 1 1 0 0,0-1-1 0 0,1 1 1 0 0,7-5 3498 0 0,-6 11-2961 0 0,-1 2-282 0 0,0 0-1 0 0,0 0 0 0 0,-1 0 0 0 0,0 0 0 0 0,0 0 0 0 0,-1 0 0 0 0,0 0 0 0 0,-2 9 0 0 0,-23 75 1615 0 0,7-25-1067 0 0,14-46-691 0 0,-4 12-266 0 0,2-1 0 0 0,2 1 0 0 0,0 0-1 0 0,1 65 1 0 0,7-73-735 0 0</inkml:trace>
</inkml:ink>
</file>

<file path=ppt/ink/ink3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27 127 5481 0 0,'-1'-4'45'0'0,"1"-1"-1"0"0,-1 1 1 0 0,1-1-1 0 0,0 1 1 0 0,0-1-1 0 0,1 1 1 0 0,-1-1-1 0 0,1 1 1 0 0,0-1-1 0 0,0 1 1 0 0,0-1-1 0 0,1 1 1 0 0,2-5-1 0 0,-2 2-62 0 0,1-1 1 0 0,-1 1-1 0 0,0-1 1 0 0,-1 0-1 0 0,1-9 1 0 0,-2 17 43 0 0,0 0 1 0 0,0-1 0 0 0,0 1 0 0 0,0 0 0 0 0,0 0 0 0 0,0 0-1 0 0,0 0 1 0 0,0-1 0 0 0,0 1 0 0 0,0 0 0 0 0,0 0 0 0 0,0 0-1 0 0,0 0 1 0 0,0-1 0 0 0,0 1 0 0 0,0 0 0 0 0,-1 0 0 0 0,1 0-1 0 0,0 0 1 0 0,0-1 0 0 0,0 1 0 0 0,0 0 0 0 0,0 0-1 0 0,-1 0 1 0 0,1 0 0 0 0,0 0 0 0 0,0 0 0 0 0,0 0 0 0 0,0 0-1 0 0,0-1 1 0 0,-1 1 0 0 0,1 0 0 0 0,0 0 0 0 0,0 0 0 0 0,0 0-1 0 0,-1 0 1 0 0,1 0 0 0 0,0 0 0 0 0,0 0 0 0 0,0 0 0 0 0,0 0-1 0 0,-1 0 1 0 0,1 0 0 0 0,0 0 0 0 0,0 0 0 0 0,0 0-1 0 0,-1 0 1 0 0,1 1 0 0 0,0-1 0 0 0,0 0 0 0 0,0 0 0 0 0,0 0-1 0 0,-1 0 1 0 0,1 0 0 0 0,0 0 0 0 0,-11 12 5035 0 0,4 11-4569 0 0,1 0 0 0 0,0 0 0 0 0,2 0 0 0 0,1 1 1 0 0,1 0-1 0 0,0-1 0 0 0,2 1 0 0 0,1 0 0 0 0,1 0 1 0 0,7 31-1 0 0,-7-46-341 0 0,1 0 0 0 0,0 0 1 0 0,1 0-1 0 0,0 0 0 0 0,1 0 1 0 0,0-1-1 0 0,0 0 0 0 0,1 0 1 0 0,0 0-1 0 0,0-1 0 0 0,1 0 0 0 0,0 0 1 0 0,0-1-1 0 0,0 0 0 0 0,1 0 1 0 0,0 0-1 0 0,0-1 0 0 0,1 0 1 0 0,-1-1-1 0 0,1 0 0 0 0,11 3 0 0 0,-11-4-142 0 0,0 0-1 0 0,1-1 0 0 0,0 0 0 0 0,-1-1 0 0 0,1 0 0 0 0,0 0 0 0 0,0-1 0 0 0,0-1 0 0 0,11-1 1 0 0,-13 1-328 0 0,1-1 0 0 0,-1 0-1 0 0,0-1 1 0 0,0 0 0 0 0,-1 0 0 0 0,1-1 0 0 0,-1 0 0 0 0,1 0 0 0 0,-1 0 0 0 0,0-1 0 0 0,8-8 0 0 0</inkml:trace>
</inkml:ink>
</file>

<file path=ppt/ink/ink3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65 7834 0 0,'-2'-3'335'0'0,"1"0"-1"0"0,0 0 1 0 0,0 0 0 0 0,0 0 0 0 0,1 0 0 0 0,-1 0 0 0 0,1 0 0 0 0,0 0 0 0 0,0-6-1 0 0,0 8-310 0 0,0 0 0 0 0,0-1 1 0 0,0 1-1 0 0,1 0 0 0 0,-1-1 0 0 0,0 1 0 0 0,1 0 0 0 0,-1 0 0 0 0,1-1 0 0 0,-1 1 0 0 0,1 0 0 0 0,0 0 0 0 0,-1 0 0 0 0,1 0 0 0 0,0 0 0 0 0,0 0 0 0 0,0 0 0 0 0,0 0 0 0 0,0 0 0 0 0,0 0 1 0 0,0 0-1 0 0,0 1 0 0 0,0-1 0 0 0,1 0 0 0 0,-1 1 0 0 0,1-1 0 0 0,-1 1-143 0 0,-1 0 0 0 0,1 0 0 0 0,-1 1 0 0 0,0-1 0 0 0,1 0 1 0 0,-1 1-1 0 0,1-1 0 0 0,-1 0 0 0 0,0 1 0 0 0,1-1 0 0 0,-1 0 0 0 0,0 1 0 0 0,0-1 1 0 0,1 1-1 0 0,-1-1 0 0 0,0 1 0 0 0,0-1 0 0 0,0 1 0 0 0,0-1 0 0 0,1 1 0 0 0,-1-1 0 0 0,0 0 1 0 0,0 1-1 0 0,0-1 0 0 0,0 1 0 0 0,0-1 0 0 0,0 1 0 0 0,0-1 0 0 0,0 2 0 0 0,1 20-1904 0 0,-1-19 1430 0 0,3 40-946 0 0,-6-30 1486 0 0</inkml:trace>
</inkml:ink>
</file>

<file path=ppt/ink/ink3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8 3681 0 0,'-2'-7'7432'0'0,"-1"26"-7101"0"0,-1 0-1 0 0,0 0 1 0 0,-2 0-1 0 0,0-1 1 0 0,-1 1-1 0 0,-10 17 1 0 0,6-15 72 0 0,2 2 1 0 0,1-1-1 0 0,0 1 1 0 0,-4 28 0 0 0,11-46-309 0 0,0-1 0 0 0,1 1 1 0 0,-1-1-1 0 0,1 1 0 0 0,0-1 1 0 0,1 1-1 0 0,-1-1 0 0 0,1 0 1 0 0,0 1-1 0 0,0-1 0 0 0,0 0 0 0 0,0 1 1 0 0,1-1-1 0 0,0 0 0 0 0,0 0 1 0 0,0 0-1 0 0,0 0 0 0 0,1-1 1 0 0,0 1-1 0 0,-1-1 0 0 0,1 1 1 0 0,0-1-1 0 0,1 0 0 0 0,-1 0 1 0 0,5 3-1 0 0,-1-2 15 0 0,-1-1 1 0 0,1 0-1 0 0,0 0 1 0 0,0 0-1 0 0,0-1 1 0 0,0 0-1 0 0,0-1 1 0 0,1 0-1 0 0,-1 0 1 0 0,0 0-1 0 0,1-1 1 0 0,-1 0-1 0 0,0 0 1 0 0,12-3-1 0 0,23-6-217 0 0,50-16-1 0 0,-45 11-2351 0 0,-1 1-3369 0 0,-30 10 1039 0 0</inkml:trace>
</inkml:ink>
</file>

<file path=ppt/ink/ink3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 7370 0 0,'-14'-9'4776'0'0,"16"11"-4567"0"0,0-1 0 0 0,0 1-1 0 0,-1 0 1 0 0,1-1 0 0 0,0 1 0 0 0,-1 0 0 0 0,1 0 0 0 0,-1 0 0 0 0,1 0 0 0 0,-1 0 0 0 0,0 0 0 0 0,0 1-1 0 0,0-1 1 0 0,1 3 0 0 0,4 23 436 0 0,-1 1 0 0 0,-1-1 0 0 0,-1 1 0 0 0,-2 0 0 0 0,-2 39 0 0 0,2 58 914 0 0,8-1-3882 0 0,-7-94-4323 0 0</inkml:trace>
</inkml:ink>
</file>

<file path=ppt/ink/ink3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23 1376 0 0,'-11'-19'9915'0'0,"18"16"-8279"0"0,-6 2-1598 0 0,4 5-1911 0 0,48 41-836 0 0,-45-36 2696 0 0</inkml:trace>
</inkml:ink>
</file>

<file path=ppt/ink/ink3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5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1376 0 0,'15'26'19744'0'0,"-8"-21"-21983"0"0,-6-2 2284 0 0,-1-1 0 0 0,1 1-1 0 0,0 0 1 0 0,-1 0 0 0 0,1 0-1 0 0,-1 0 1 0 0,0-1 0 0 0,0 1-1 0 0,0 0 1 0 0,-1 0 0 0 0,1 0 0 0 0,-1 0-1 0 0,1 0 1 0 0,-3 4 0 0 0,1 5 90 0 0,-7 61 309 0 0,-20 197 319 0 0,27-223-620 0 0,2 0 1 0 0,2 0 0 0 0,14 79 0 0 0,-11-100-67 0 0,15 45 1 0 0,-18-65-97 0 0,0-1-1 0 0,1 1 1 0 0,-1-1 0 0 0,1 1-1 0 0,0-1 1 0 0,0 0-1 0 0,1 0 1 0 0,-1 0-1 0 0,1-1 1 0 0,0 1-1 0 0,1-1 1 0 0,-1 0-1 0 0,1 0 1 0 0,6 4 0 0 0,-9-7-57 0 0,0 0 1 0 0,0-1 0 0 0,1 1 0 0 0,-1 0 0 0 0,0-1-1 0 0,0 0 1 0 0,0 0 0 0 0,0 1 0 0 0,0-1 0 0 0,0-1 0 0 0,0 1-1 0 0,1 0 1 0 0,-1 0 0 0 0,0-1 0 0 0,0 1 0 0 0,0-1 0 0 0,0 0-1 0 0,0 1 1 0 0,0-1 0 0 0,0 0 0 0 0,0 0 0 0 0,-1 0-1 0 0,1-1 1 0 0,0 1 0 0 0,-1 0 0 0 0,3-3 0 0 0,4-4-702 0 0,0 0 0 0 0,0-1 0 0 0,11-16 0 0 0,-11 13-375 0 0,11-13-4449 0 0</inkml:trace>
</inkml:ink>
</file>

<file path=ppt/ink/ink3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1376 0 0,'34'-25'4495'0'0,"-14"14"-4076"0"0,0 2 1 0 0,36-12 0 0 0,-39 15 197 0 0,1 2 1 0 0,-1 0 0 0 0,1 2 0 0 0,0-1 0 0 0,1 2 0 0 0,-1 1 0 0 0,0 0 0 0 0,27 4 0 0 0,-43-4-605 0 0,0 1 0 0 0,0-1 0 0 0,0 1 0 0 0,-1-1 0 0 0,1 1 1 0 0,0 0-1 0 0,0 0 0 0 0,0 0 0 0 0,-1 0 0 0 0,1 0 0 0 0,-1 0 0 0 0,1 0 0 0 0,-1 0 1 0 0,1 1-1 0 0,-1-1 0 0 0,0 1 0 0 0,1-1 0 0 0,-1 1 0 0 0,0-1 0 0 0,0 1 1 0 0,0 0-1 0 0,0-1 0 0 0,0 1 0 0 0,-1 0 0 0 0,1 0 0 0 0,0 0 0 0 0,-1-1 0 0 0,0 1 1 0 0,1 0-1 0 0,-1 0 0 0 0,0 0 0 0 0,0 0 0 0 0,0 0 0 0 0,0 0 0 0 0,0 0 1 0 0,-1 3-1 0 0,-2 8-163 0 0,0 0 0 0 0,0 0 0 0 0,-1 0 1 0 0,-9 18-1 0 0,2-2 622 0 0,9-26-403 0 0,1 1 1 0 0,0-1-1 0 0,0 1 0 0 0,0-1 1 0 0,1 1-1 0 0,-1 0 0 0 0,1-1 1 0 0,0 1-1 0 0,0-1 0 0 0,0 1 1 0 0,1 0-1 0 0,-1-1 0 0 0,2 5 1 0 0,-1-6-46 0 0,0-1 0 0 0,0 1 0 0 0,0 0 0 0 0,1-1 0 0 0,-1 0 1 0 0,0 1-1 0 0,1-1 0 0 0,-1 0 0 0 0,1 0 0 0 0,-1 0 0 0 0,1 0 1 0 0,-1 0-1 0 0,1 0 0 0 0,0 0 0 0 0,0 0 0 0 0,-1-1 0 0 0,1 1 1 0 0,0-1-1 0 0,0 1 0 0 0,0-1 0 0 0,0 0 0 0 0,-1 0 0 0 0,1 0 1 0 0,0 0-1 0 0,0 0 0 0 0,2 0 0 0 0,28-2 188 0 0,-23 1-79 0 0,0 1-1 0 0,0 0 1 0 0,0 0 0 0 0,0 1-1 0 0,17 3 1 0 0,-24-4-109 0 0,1 1-1 0 0,-1 0 1 0 0,1 1-1 0 0,-1-1 0 0 0,1 0 1 0 0,-1 1-1 0 0,0-1 1 0 0,0 1-1 0 0,0 0 1 0 0,0 0-1 0 0,0-1 1 0 0,0 1-1 0 0,0 1 1 0 0,0-1-1 0 0,-1 0 1 0 0,1 0-1 0 0,-1 1 1 0 0,0-1-1 0 0,0 1 1 0 0,0-1-1 0 0,0 1 1 0 0,0-1-1 0 0,0 1 1 0 0,0 2-1 0 0,2 9 219 0 0,-1 0 0 0 0,-1 0-1 0 0,0 0 1 0 0,-1 0 0 0 0,0 0 0 0 0,-1 0 0 0 0,-1 0-1 0 0,0 0 1 0 0,-1 0 0 0 0,0-1 0 0 0,-1 1 0 0 0,-1-1-1 0 0,0 0 1 0 0,-1 0 0 0 0,-12 20 0 0 0,12-23-1458 0 0,-1-1 1 0 0,0 1 0 0 0,-1-1 0 0 0,0 0-1 0 0,-1-1 1 0 0,-17 14 0 0 0</inkml:trace>
</inkml:ink>
</file>

<file path=ppt/ink/ink3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57 9218 0 0,'0'0'26'0'0,"0"0"1"0"0,0 0 0 0 0,-1 0-1 0 0,1 0 1 0 0,0 0-1 0 0,0 0 1 0 0,0 0-1 0 0,-1 1 1 0 0,1-1-1 0 0,0 0 1 0 0,0 0-1 0 0,0 0 1 0 0,-1 0-1 0 0,1 0 1 0 0,0 0-1 0 0,0 0 1 0 0,0 0-1 0 0,0 0 1 0 0,-1 0-1 0 0,1-1 1 0 0,0 1 0 0 0,0 0-1 0 0,0 0 1 0 0,-1 0-1 0 0,1 0 1 0 0,0 0-1 0 0,0 0 1 0 0,0 0-1 0 0,0 0 1 0 0,-1 0-1 0 0,1-1 1 0 0,0 1-1 0 0,0 0 1 0 0,0 0-1 0 0,0 0 1 0 0,0 0-1 0 0,0 0 1 0 0,0-1-1 0 0,-1 1 1 0 0,1 0-1 0 0,0 0 1 0 0,0 0 0 0 0,0-1-1 0 0,0 1 1 0 0,0 0-1 0 0,0 0 1 0 0,0 0-1 0 0,0 0 1 0 0,0-1-1 0 0,0 1 1 0 0,0 0-1 0 0,0 0 1 0 0,0 0-1 0 0,0-1 1 0 0,0 1-1 0 0,0 0 1 0 0,12-12 874 0 0,22-8 172 0 0,-22 16-794 0 0,1 1 1 0 0,0-1-1 0 0,27-1 0 0 0,-7 2-4143 0 0,-17 3-412 0 0</inkml:trace>
</inkml:ink>
</file>

<file path=ppt/ink/ink3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6913 0 0,'-10'2'308'0'0,"6"-2"-53"0"0,-1 1 1 0 0,1 0-1 0 0,0 0 0 0 0,0 0 1 0 0,0 0-1 0 0,0 1 0 0 0,-1-1 1 0 0,2 1-1 0 0,-1 0 0 0 0,0 0 1 0 0,0 1-1 0 0,1-1 0 0 0,-6 5 1 0 0,9-6-178 0 0,0-1 0 0 0,0 0 0 0 0,1 1 0 0 0,-1-1 0 0 0,0 0 0 0 0,0 1 0 0 0,0-1 0 0 0,0 0 0 0 0,1 0 0 0 0,-1 1 0 0 0,0-1 0 0 0,0 0 0 0 0,0 1 0 0 0,1-1 1 0 0,-1 0-1 0 0,0 0 0 0 0,1 0 0 0 0,-1 1 0 0 0,0-1 0 0 0,1 0 0 0 0,-1 0 0 0 0,0 0 0 0 0,1 0 0 0 0,-1 0 0 0 0,0 1 0 0 0,1-1 0 0 0,-1 0 0 0 0,0 0 0 0 0,1 0 0 0 0,-1 0 0 0 0,0 0 0 0 0,1 0 1 0 0,-1 0-1 0 0,0 0 0 0 0,1 0 0 0 0,0-1 0 0 0,17 3 1076 0 0,-17-2-1045 0 0,119 1 3918 0 0,-9-1-5707 0 0,-95 1-4556 0 0</inkml:trace>
</inkml:ink>
</file>

<file path=ppt/ink/ink3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6913 0 0,'2'-12'1429'0'0,"-1"12"-1416"0"0,-1 0-1 0 0,0 0 1 0 0,0-1-1 0 0,0 1 1 0 0,0 0 0 0 0,0 0-1 0 0,0 0 1 0 0,1 0-1 0 0,-1-1 1 0 0,0 1-1 0 0,0 0 1 0 0,0 0 0 0 0,0 0-1 0 0,1 0 1 0 0,-1 0-1 0 0,0 0 1 0 0,0-1-1 0 0,0 1 1 0 0,1 0 0 0 0,-1 0-1 0 0,0 0 1 0 0,0 0-1 0 0,0 0 1 0 0,1 0-1 0 0,-1 0 1 0 0,0 0 0 0 0,0 0-1 0 0,1 0 1 0 0,-1 0-1 0 0,0 0 1 0 0,0 0-1 0 0,0 0 1 0 0,1 0 0 0 0,-1 0-1 0 0,0 0 1 0 0,0 0-1 0 0,0 0 1 0 0,1 1 0 0 0,-1-1-1 0 0,0 0 1 0 0,0 0-1 0 0,0 0 1 0 0,1 0-1 0 0,-1 0 1 0 0,0 0 0 0 0,0 1-1 0 0,0-1 1 0 0,0 0-1 0 0,0 0 1 0 0,1 0-1 0 0,-1 1 1 0 0,0-1 0 0 0,1 1-31 0 0,-1 1 0 0 0,1-1 0 0 0,-1 1 0 0 0,1-1 0 0 0,-1 1 0 0 0,0-1 0 0 0,1 1 0 0 0,-1-1 0 0 0,0 1 0 0 0,0-1 0 0 0,0 1 0 0 0,0-1 0 0 0,-1 3 0 0 0,1-2-1 0 0,1 23 1269 0 0,-1-1 0 0 0,-3 30 0 0 0,0-33 89 0 0,2 1 1 0 0,3 39-1 0 0,-1-51-1164 0 0,2-1 0 0 0,-1 1 0 0 0,1-1-1 0 0,0 0 1 0 0,1 0 0 0 0,0 0 0 0 0,1 0 0 0 0,0-1-1 0 0,0 1 1 0 0,0-1 0 0 0,1-1 0 0 0,1 1 0 0 0,-1-1-1 0 0,1 0 1 0 0,0-1 0 0 0,1 1 0 0 0,10 6 0 0 0,-12-9-259 0 0,0 0 1 0 0,1 0-1 0 0,-1-1 1 0 0,1 0-1 0 0,0 0 1 0 0,-1-1 0 0 0,1 1-1 0 0,0-2 1 0 0,1 1-1 0 0,-1-1 1 0 0,0 0-1 0 0,0 0 1 0 0,1-1 0 0 0,-1 0-1 0 0,0 0 1 0 0,0-1-1 0 0,1 0 1 0 0,-1 0 0 0 0,0-1-1 0 0,0 0 1 0 0,0 0-1 0 0,0 0 1 0 0,11-7-1 0 0,-4 1-802 0 0</inkml:trace>
</inkml:ink>
</file>

<file path=ppt/ink/ink3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8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1376 0 0,'0'-10'622'0'0,"2"-16"4470"0"0,4 23-2612 0 0,7 12-1424 0 0,17 29-5379 0 0,-23-25 2733 0 0</inkml:trace>
</inkml:ink>
</file>

<file path=ppt/ink/ink3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253 106 6913 0 0,'5'-14'130'0'0,"9"-29"275"0"0,-13 41-227 0 0,-1 0 0 0 0,1-1 0 0 0,-1 1 0 0 0,0-1-1 0 0,0 1 1 0 0,0 0 0 0 0,0-1 0 0 0,0 1 0 0 0,-1-1-1 0 0,1 1 1 0 0,0-1 0 0 0,-1 1 0 0 0,0 0 0 0 0,-1-4-1 0 0,1 5-36 0 0,0 0 0 0 0,0 0 0 0 0,0 1 0 0 0,0-1 0 0 0,0 0 0 0 0,0 0 0 0 0,0 1 0 0 0,0-1 0 0 0,-1 1 0 0 0,1-1 0 0 0,0 1 0 0 0,0 0 0 0 0,0-1 0 0 0,-1 1 0 0 0,1 0 0 0 0,0 0 0 0 0,0 0 0 0 0,-1 0 0 0 0,1 0 0 0 0,0 0 0 0 0,0 0-1 0 0,-1 0 1 0 0,1 0 0 0 0,0 1 0 0 0,0-1 0 0 0,0 1 0 0 0,-3 0 0 0 0,-31 16 1319 0 0,18-4-1284 0 0,1 1 0 0 0,0 1 0 0 0,1 0-1 0 0,1 2 1 0 0,1-1 0 0 0,0 1 0 0 0,1 1 0 0 0,1 1 0 0 0,1-1 0 0 0,0 2-1 0 0,1-1 1 0 0,1 1 0 0 0,-6 27 0 0 0,8-28-116 0 0,2 0 1 0 0,0 0-1 0 0,1 1 0 0 0,1-1 0 0 0,1 0 1 0 0,1 1-1 0 0,0-1 0 0 0,1 1 0 0 0,2-1 1 0 0,0 0-1 0 0,1 0 0 0 0,0 0 0 0 0,2 0 1 0 0,14 33-1 0 0,-17-46-109 0 0,0-1 0 0 0,1 1 1 0 0,-1-1-1 0 0,1 0 0 0 0,0 0 0 0 0,0 0 0 0 0,1-1 0 0 0,-1 0 1 0 0,1 1-1 0 0,0-2 0 0 0,0 1 0 0 0,0 0 0 0 0,1-1 0 0 0,-1 0 1 0 0,1-1-1 0 0,0 1 0 0 0,0-1 0 0 0,0 0 0 0 0,10 2 0 0 0,-9-3 19 0 0,1 0-1 0 0,-1-1 1 0 0,1 0-1 0 0,-1 0 1 0 0,1-1-1 0 0,-1 0 0 0 0,0 0 1 0 0,1-1-1 0 0,-1 0 1 0 0,0 0-1 0 0,0-1 1 0 0,0 0-1 0 0,0 0 0 0 0,0-1 1 0 0,-1 1-1 0 0,8-7 1 0 0,-4 2 5 0 0,1 0 1 0 0,-2-1-1 0 0,1 0 1 0 0,-1-1 0 0 0,-1 0-1 0 0,1 0 1 0 0,-2-1-1 0 0,9-16 1 0 0,-12 22-7 0 0,-1-1 0 0 0,-1 0 1 0 0,1 0-1 0 0,-1 0 0 0 0,0 0 0 0 0,-1 0 1 0 0,1 0-1 0 0,-1-1 0 0 0,0 1 0 0 0,-1 0 1 0 0,0-1-1 0 0,0 1 0 0 0,0 0 0 0 0,-1-1 1 0 0,1 1-1 0 0,-2 0 0 0 0,1-1 0 0 0,-1 1 1 0 0,-3-8-1 0 0,4 12 7 0 0,0 0-1 0 0,0 0 1 0 0,0 0 0 0 0,0 0 0 0 0,0 0-1 0 0,-1 1 1 0 0,1-1 0 0 0,-1 0 0 0 0,1 1-1 0 0,-1-1 1 0 0,0 1 0 0 0,0 0 0 0 0,0-1-1 0 0,1 1 1 0 0,-1 0 0 0 0,0 0 0 0 0,0 0-1 0 0,-1 0 1 0 0,-2 0 0 0 0,1 0-16 0 0,0 1 0 0 0,0-1 0 0 0,0 1-1 0 0,-1 0 1 0 0,1 0 0 0 0,0 1 0 0 0,0-1 0 0 0,0 1 0 0 0,-7 2 0 0 0,-4 2-121 0 0,1 1 0 0 0,0 0 0 0 0,0 1 0 0 0,-20 13 0 0 0,18-9-122 0 0,0 1 0 0 0,1 1 0 0 0,-26 26 1 0 0,10 0-3792 0 0,19-20-90 0 0</inkml:trace>
</inkml:ink>
</file>

<file path=ppt/ink/ink3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11378 0 0,'41'-7'1438'0'0,"242"-21"75"0"0,-161 25-3543 0 0,-99 3-2459 0 0</inkml:trace>
</inkml:ink>
</file>

<file path=ppt/ink/ink3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55 12443 0 0,'-1'-2'-29'0'0,"-1"1"0"0"0,1-1 0 0 0,0 0 0 0 0,0 1 1 0 0,-1-1-1 0 0,1 0 0 0 0,0 0 0 0 0,0 1 1 0 0,0-1-1 0 0,1 0 0 0 0,-1 0 0 0 0,0 0 0 0 0,1 0 1 0 0,0 0-1 0 0,-1-3 0 0 0,1 5-25 0 0,0-1-1 0 0,0 0 1 0 0,-1 0 0 0 0,1 1 0 0 0,0-1-1 0 0,0 0 1 0 0,0 0 0 0 0,1 0-1 0 0,-1 1 1 0 0,0-1 0 0 0,0 0 0 0 0,0 0-1 0 0,0 1 1 0 0,1-1 0 0 0,-1 0-1 0 0,0 1 1 0 0,1-1 0 0 0,-1 0 0 0 0,1 1-1 0 0,-1-1 1 0 0,1 0 0 0 0,-1 1-1 0 0,1-1 1 0 0,-1 1 0 0 0,1-1 0 0 0,-1 1-1 0 0,1-1 1 0 0,0 1 0 0 0,-1-1-1 0 0,1 1 1 0 0,0 0 0 0 0,0-1 0 0 0,-1 1-1 0 0,1 0 1 0 0,0 0 0 0 0,0-1-1 0 0,-1 1 1 0 0,1 0 0 0 0,0 0 0 0 0,0 0-1 0 0,1 0 1 0 0,-1 0 223 0 0,0 1 0 0 0,1-1 1 0 0,-1 1-1 0 0,0 0 0 0 0,0-1 0 0 0,1 1 0 0 0,-1 0 0 0 0,0 0 1 0 0,0 0-1 0 0,0 0 0 0 0,0 0 0 0 0,0 0 0 0 0,0 0 0 0 0,0 0 1 0 0,0 0-1 0 0,-1 1 0 0 0,1-1 0 0 0,0 0 0 0 0,-1 0 0 0 0,1 1 1 0 0,-1-1-1 0 0,2 3 0 0 0,9 34 2035 0 0,-10-35-2110 0 0,16 115 1625 0 0,-3-18-5113 0 0,-10-77-1852 0 0</inkml:trace>
</inkml:ink>
</file>

<file path=ppt/ink/ink3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6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21 14283 0 0,'-3'-8'632'0'0,"-1"3"136"0"0,2 1-616 0 0,1 1-152 0 0,2 3 0 0 0,3 1-1440 0 0,17 11-4345 0 0,2 4 5681 0 0</inkml:trace>
</inkml:ink>
</file>

<file path=ppt/ink/ink3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10594 0 0,'0'0'819'0'0,"2"29"-1430"0"0,-12 102 2209 0 0,6-94-235 0 0,0 0 0 0 0,3 1 0 0 0,6 72 0 0 0,-3-99-1194 0 0,0-1-1 0 0,0 1 0 0 0,1-1 0 0 0,1 1 1 0 0,0-1-1 0 0,0 0 0 0 0,1-1 0 0 0,0 1 0 0 0,0-1 1 0 0,1 0-1 0 0,1 0 0 0 0,0 0 0 0 0,0-1 0 0 0,0 0 1 0 0,1-1-1 0 0,0 1 0 0 0,1-2 0 0 0,9 7 1 0 0,-14-10-257 0 0,1 0 1 0 0,-1 0 0 0 0,1-1 0 0 0,-1 0 0 0 0,1 0 0 0 0,0 0 0 0 0,-1-1 0 0 0,1 0 0 0 0,0 1 0 0 0,0-2 0 0 0,0 1 0 0 0,0-1 0 0 0,0 1 0 0 0,0-1 0 0 0,0-1 0 0 0,0 1 0 0 0,0-1 0 0 0,0 0 0 0 0,0 0 0 0 0,0 0 0 0 0,0 0 0 0 0,-1-1 0 0 0,9-4 0 0 0,-3 0-1173 0 0</inkml:trace>
</inkml:ink>
</file>

<file path=ppt/ink/ink3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53 353 6449 0 0,'-5'-5'177'0'0,"-1"-1"0"0"0,2 0 0 0 0,-1 0-1 0 0,1 0 1 0 0,0 0 0 0 0,0-1 0 0 0,1 0 0 0 0,-1 0-1 0 0,2 0 1 0 0,-1 0 0 0 0,1 0 0 0 0,0-1-1 0 0,0 1 1 0 0,1-1 0 0 0,0-10 0 0 0,1 9 22 0 0,0-1 0 0 0,1 0 0 0 0,0 0 0 0 0,1 1 0 0 0,0-1 0 0 0,0 1 0 0 0,1 0 0 0 0,1-1 0 0 0,-1 1 0 0 0,1 1 1 0 0,7-11-1 0 0,-7 11-150 0 0,1 0 1 0 0,0 0 0 0 0,1 1 0 0 0,0-1 0 0 0,0 1-1 0 0,1 1 1 0 0,0-1 0 0 0,0 1 0 0 0,0 1-1 0 0,1-1 1 0 0,-1 1 0 0 0,2 0 0 0 0,-1 1 0 0 0,0 0-1 0 0,1 0 1 0 0,-1 1 0 0 0,1 0 0 0 0,0 1 0 0 0,0 0-1 0 0,1 0 1 0 0,-1 1 0 0 0,0 0 0 0 0,0 0-1 0 0,1 1 1 0 0,-1 1 0 0 0,10 1 0 0 0,-16-2-148 0 0,1 1-1 0 0,-1 0 1 0 0,-1 0 0 0 0,1 0 0 0 0,0 0 0 0 0,0 0 0 0 0,0 1-1 0 0,-1-1 1 0 0,1 1 0 0 0,0 0 0 0 0,-1 0 0 0 0,0 0-1 0 0,1 0 1 0 0,-1 0 0 0 0,0 0 0 0 0,0 1 0 0 0,0-1 0 0 0,-1 1-1 0 0,1 0 1 0 0,0-1 0 0 0,-1 1 0 0 0,0 0 0 0 0,0 0-1 0 0,1 0 1 0 0,-2 0 0 0 0,1 0 0 0 0,0 0 0 0 0,-1 0 0 0 0,1 0-1 0 0,-1 0 1 0 0,0 0 0 0 0,0 0 0 0 0,-1 6 0 0 0,-1 9 106 0 0,0 0 0 0 0,-2 0 1 0 0,0 0-1 0 0,-9 26 1 0 0,8-29 2 0 0,-5 14 109 0 0,2-5 16 0 0,1-1 0 0 0,1 1 0 0 0,-4 32 0 0 0,9-50-119 0 0,1 1 0 0 0,0 0 0 0 0,0 0 1 0 0,0-1-1 0 0,1 1 0 0 0,0-1 0 0 0,1 1 0 0 0,-1-1 0 0 0,1 1 0 0 0,0-1 0 0 0,1 0 1 0 0,-1 1-1 0 0,1-1 0 0 0,1-1 0 0 0,-1 1 0 0 0,1 0 0 0 0,4 5 0 0 0,-5-8 104 0 0,-1 0 0 0 0,1-1 0 0 0,0 1 0 0 0,0 0 0 0 0,0-1-1 0 0,0 0 1 0 0,0 1 0 0 0,1-1 0 0 0,-1 0 0 0 0,1-1 0 0 0,-1 1-1 0 0,8 2 1 0 0,-8-4-4 0 0,0 0-1 0 0,0 0 0 0 0,-1 0 1 0 0,1 0-1 0 0,0 0 0 0 0,0 0 1 0 0,-1-1-1 0 0,1 0 1 0 0,0 1-1 0 0,-1-1 0 0 0,1 0 1 0 0,0 0-1 0 0,-1 0 0 0 0,1-1 1 0 0,-1 1-1 0 0,0 0 0 0 0,1-1 1 0 0,-1 0-1 0 0,3-2 0 0 0,-3 2-94 0 0,0 0 0 0 0,0 1 0 0 0,0-1 0 0 0,0 0 0 0 0,0 0 0 0 0,-1 0 0 0 0,1 0-1 0 0,-1 0 1 0 0,0 0 0 0 0,1-1 0 0 0,-1 1 0 0 0,0 0 0 0 0,0-1 0 0 0,0 1-1 0 0,-1-1 1 0 0,1 1 0 0 0,-1-1 0 0 0,1 1 0 0 0,-1-1 0 0 0,0-3 0 0 0,0 2 58 0 0,-1 1 0 0 0,0-1 1 0 0,0 1-1 0 0,0 0 0 0 0,-1-1 0 0 0,1 1 1 0 0,-1 0-1 0 0,0 0 0 0 0,0 0 1 0 0,0 0-1 0 0,0 0 0 0 0,0 0 0 0 0,-3-2 1 0 0,-9-7 285 0 0,0 0 1 0 0,0 1 0 0 0,-1 1 0 0 0,-24-13-1 0 0,37 22-358 0 0,-39-20-1423 0 0,19 10-4549 0 0</inkml:trace>
</inkml:ink>
</file>

<file path=ppt/ink/ink3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11522 0 0,'-2'0'1025'0'0,"0"0"-825"0"0,4 0-200 0 0,0 0 0 0 0,1 2-224 0 0,1 0-80 0 0,-1-1-16 0 0,4 3-9 0 0,4 3 329 0 0,-1 0 0 0 0,-1 3 64 0 0,-4 1 9 0 0,-3 1-73 0 0</inkml:trace>
</inkml:ink>
</file>

<file path=ppt/ink/ink3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5985 0 0,'8'-5'5797'0'0,"0"2"-6686"0"0,0 0 1 0 0,0 0-1 0 0,1 1 0 0 0,-1 0 0 0 0,10-1 0 0 0,-9 3 691 0 0,-1 1 0 0 0,1-1 0 0 0,0 2-1 0 0,0-1 1 0 0,0 1 0 0 0,0 1 0 0 0,-1-1-1 0 0,1 1 1 0 0,-1 1 0 0 0,0 0-1 0 0,12 7 1 0 0,-13-6 185 0 0</inkml:trace>
</inkml:ink>
</file>

<file path=ppt/ink/ink3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10594 0 0,'-6'3'944'0'0,"3"-3"-751"0"0,1 0-193 0 0,2 2 592 0 0,0 0-280 0 0,-3 1 0 0 0,1 1-1176 0 0,0-1-241 0 0,6 8-1447 0 0,-1-8 2552 0 0,1 2-72 0 0,-1-3 72 0 0,1 0 0 0 0,-3 0-88 0 0</inkml:trace>
  <inkml:trace contextRef="#ctx0" brushRef="#br0" timeOffset="1">11 415 10138 0 0,'-5'1'896'0'0,"1"-1"-712"0"0,3 0-184 0 0,2 0 0 0 0,-1 2 0 0 0,0 2 0 0 0,-1-1 0 0 0,4 2 0 0 0</inkml:trace>
</inkml:ink>
</file>

<file path=ppt/ink/ink3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3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1 456 0 0,'-7'2'44'0'0,"0"1"1"0"0,1-1-1 0 0,-1 1 0 0 0,0 1 0 0 0,1-1 1 0 0,0 1-1 0 0,0 1 0 0 0,0-1 0 0 0,1 1 0 0 0,-1 0 1 0 0,1 0-1 0 0,0 0 0 0 0,1 1 0 0 0,-7 9 1 0 0,9-13-45 0 0,1 0 0 0 0,-1 0 0 0 0,1 0 0 0 0,-1 0 0 0 0,1 0 0 0 0,0 1 0 0 0,0-1 0 0 0,0 0 0 0 0,0 1 0 0 0,1-1 0 0 0,-1 1 0 0 0,1-1 0 0 0,-1 1 0 0 0,1-1 0 0 0,0 1 0 0 0,0-1 0 0 0,0 1 0 0 0,0-1 0 0 0,0 1 0 0 0,1 2 0 0 0,2 4 0 0 0,0-1 0 0 0,0 1 0 0 0,0-1 0 0 0,5 8 0 0 0,-7-15 0 0 0,-1-1 0 0 0,0 0 0 0 0,0 0 0 0 0,0 0 0 0 0,0 0 0 0 0,0 0 0 0 0,0-1 0 0 0,0 1 0 0 0,0 0 0 0 0,0 0 0 0 0,0 0 0 0 0,0 0 0 0 0,0 0 0 0 0,0 0 0 0 0,0 0 0 0 0,0 0 0 0 0,0 0 0 0 0,0 0 0 0 0,0 0 0 0 0,0 0 0 0 0,1 0 0 0 0,-1 0 0 0 0,0-1 0 0 0,0 1 0 0 0,0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0,0-2 0 0 0</inkml:trace>
</inkml:ink>
</file>

<file path=ppt/ink/ink3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81 8698 0 0,'-1'-9'624'0'0,"1"0"0"0"0,0 0-1 0 0,1 0 1 0 0,-1 1 0 0 0,2-1 0 0 0,-1 0 0 0 0,4-10 4091 0 0,-6 25-4251 0 0,-19 58 78 0 0,4 1 1 0 0,2 0-1 0 0,-6 88 1 0 0,20-139-343 0 0,0 0 1 0 0,1 0 0 0 0,0 0 0 0 0,7 24-1 0 0,-7-33-138 0 0,0-1-1 0 0,0 1 0 0 0,1-1 1 0 0,0 0-1 0 0,0 0 1 0 0,0 1-1 0 0,0-1 0 0 0,1-1 1 0 0,-1 1-1 0 0,1 0 0 0 0,0-1 1 0 0,0 1-1 0 0,1-1 1 0 0,-1 0-1 0 0,0 0 0 0 0,1 0 1 0 0,0 0-1 0 0,5 2 0 0 0,-6-4-54 0 0,0 0-1 0 0,-1-1 0 0 0,1 1 0 0 0,0-1 0 0 0,0 0 1 0 0,0 0-1 0 0,0 0 0 0 0,-1 0 0 0 0,1 0 0 0 0,0 0 0 0 0,0-1 1 0 0,0 0-1 0 0,-1 1 0 0 0,1-1 0 0 0,0 0 0 0 0,-1 0 0 0 0,1-1 1 0 0,-1 1-1 0 0,5-3 0 0 0,6-4-161 0 0,-1-1 0 0 0,17-15-1 0 0,-16 12-450 0 0,3 0-1261 0 0</inkml:trace>
</inkml:ink>
</file>

<file path=ppt/ink/ink3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33 9674 0 0,'-1'-20'1035'0'0,"3"9"-1019"0"0,-2 11-26 0 0,0 0-1 0 0,0 0 1 0 0,0 0 0 0 0,0-1-1 0 0,0 1 1 0 0,0 0 0 0 0,0 0-1 0 0,1 0 1 0 0,-1 0 0 0 0,0 0-1 0 0,0 0 1 0 0,0 0 0 0 0,0 0-1 0 0,0 0 1 0 0,1 0 0 0 0,-1 0-1 0 0,0-1 1 0 0,0 1 0 0 0,0 0-1 0 0,0 0 1 0 0,0 0 0 0 0,1 0-1 0 0,-1 0 1 0 0,0 0 0 0 0,0 0 0 0 0,0 0-1 0 0,0 0 1 0 0,0 0 0 0 0,1 0-1 0 0,-1 1 1 0 0,0-1 0 0 0,0 0-1 0 0,0 0 1 0 0,0 0 0 0 0,0 0-1 0 0,1 0 1 0 0,-1 0 0 0 0,0 0-1 0 0,0 0 1 0 0,0 0 0 0 0,0 0-1 0 0,0 0 1 0 0,0 1 0 0 0,0-1-1 0 0,1 0 1 0 0,-1 0 0 0 0,0 0-1 0 0,0 0 1 0 0,0 1 0 0 0,2 2-155 0 0,-1 1 1 0 0,1 0-1 0 0,-1-1 0 0 0,1 1 1 0 0,-1 0-1 0 0,-1 0 0 0 0,1 0 1 0 0,0 0-1 0 0,-1 0 1 0 0,0 0-1 0 0,0 7 0 0 0,1 11-818 0 0,12 50-1687 0 0,-12-47 2339 0 0</inkml:trace>
</inkml:ink>
</file>

<file path=ppt/ink/ink3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6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8290 0 0,'0'0'639'0'0,"-1"20"1102"0"0,-6 57-830 0 0,-7 123 1767 0 0,14-169-2699 0 0,1-1 1 0 0,2 0-1 0 0,1 0 1 0 0,11 46-1 0 0,-9-58-5077 0 0</inkml:trace>
</inkml:ink>
</file>

<file path=ppt/ink/ink3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12443 0 0,'0'3'52'0'0,"0"0"1"0"0,0 0 0 0 0,0-1-1 0 0,1 1 1 0 0,-1 0 0 0 0,0-1 0 0 0,1 1-1 0 0,0-1 1 0 0,0 1 0 0 0,0 0-1 0 0,0-1 1 0 0,0 0 0 0 0,2 4 0 0 0,8 25-783 0 0,-9-15 325 0 0,2 15 785 0 0,2 0 1 0 0,0 0 0 0 0,21 56 0 0 0,-24-80-250 0 0,0 0 0 0 0,0 0 1 0 0,1-1-1 0 0,-1 1 0 0 0,2-1 1 0 0,-1 1-1 0 0,1-1 0 0 0,0-1 1 0 0,0 1-1 0 0,0-1 0 0 0,1 0 1 0 0,0 0-1 0 0,0 0 0 0 0,0-1 1 0 0,1 0-1 0 0,-1 0 1 0 0,1 0-1 0 0,0-1 0 0 0,0 0 1 0 0,0-1-1 0 0,14 4 0 0 0,-16-6-154 0 0,0 1 1 0 0,-1-1-1 0 0,1 0 0 0 0,0 0 0 0 0,-1 0 1 0 0,1-1-1 0 0,-1 1 0 0 0,1-1 0 0 0,0 0 1 0 0,-1-1-1 0 0,0 1 0 0 0,1-1 0 0 0,-1 0 1 0 0,7-3-1 0 0,-4 0-98 0 0,-1 0 0 0 0,0 0 1 0 0,1 0-1 0 0,-2-1 0 0 0,1 1 1 0 0,-1-2-1 0 0,10-12 0 0 0,-7 6 43 0 0,0-2-1 0 0,0 1 1 0 0,-2-1-1 0 0,1 0 1 0 0,-2 0-1 0 0,0-1 1 0 0,5-30-1 0 0,-9 37 26 0 0,-1 0 0 0 0,0 0 0 0 0,0 0 0 0 0,-1 0-1 0 0,0-1 1 0 0,-1 1 0 0 0,1 0 0 0 0,-2 0 0 0 0,1 1 0 0 0,-1-1 0 0 0,-9-16 0 0 0,9 19-35 0 0,-1-1 1 0 0,0 1 0 0 0,0 0 0 0 0,0 0 0 0 0,-1 1-1 0 0,0-1 1 0 0,0 1 0 0 0,-1 0 0 0 0,1 0 0 0 0,-1 1 0 0 0,0 0-1 0 0,0 0 1 0 0,0 0 0 0 0,-1 1 0 0 0,-9-4 0 0 0,13 6-111 0 0,0 0 0 0 0,0 0 0 0 0,1 1 1 0 0,-1 0-1 0 0,0-1 0 0 0,0 1 0 0 0,0 0 1 0 0,0 1-1 0 0,1-1 0 0 0,-1 0 0 0 0,0 1 1 0 0,0-1-1 0 0,0 1 0 0 0,1 0 0 0 0,-1 0 1 0 0,1 0-1 0 0,-1 0 0 0 0,0 1 0 0 0,1-1 1 0 0,0 1-1 0 0,-1-1 0 0 0,1 1 0 0 0,0 0 1 0 0,0 0-1 0 0,0 0 0 0 0,0 0 0 0 0,0 0 0 0 0,0 0 1 0 0,1 1-1 0 0,-1-1 0 0 0,1 1 0 0 0,0-1 1 0 0,0 1-1 0 0,-1-1 0 0 0,2 1 0 0 0,-1 0 1 0 0,0 0-1 0 0,0-1 0 0 0,1 1 0 0 0,0 0 1 0 0,-1 4-1 0 0,3-2 91 0 0,3-1 94 0 0</inkml:trace>
</inkml:ink>
</file>

<file path=ppt/ink/ink3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46 105 11522 0 0,'-4'0'193'0'0,"-22"-1"1052"0"0,26 1-1264 0 0,-1 0 0 0 0,0 0 0 0 0,1 0 0 0 0,-1-1 0 0 0,0 1 0 0 0,1 0 0 0 0,-1 0 0 0 0,0 0 0 0 0,1-1 0 0 0,-1 1 0 0 0,0 0 0 0 0,1 0 0 0 0,-1-1 0 0 0,1 1 0 0 0,-1-1 0 0 0,1 1 0 0 0,-1 0 0 0 0,1-1 0 0 0,-1 1 0 0 0,1-1 0 0 0,-1 1 0 0 0,1-1 0 0 0,-1 0 0 0 0,1 1 0 0 0,0-1 0 0 0,-1 1 0 0 0,1-1 0 0 0,0 0 0 0 0,0 1 0 0 0,-1-2 0 0 0,11-2 1404 0 0,157-35 4645 0 0,-50 16-5466 0 0,-11 3-4338 0 0,-85 15-2344 0 0</inkml:trace>
</inkml:ink>
</file>

<file path=ppt/ink/ink3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3225 0 0,'-2'-8'5658'0'0,"10"15"-5182"0"0,-1 0-1 0 0,0 1 1 0 0,0 0 0 0 0,-1 0-1 0 0,0 0 1 0 0,-1 1-1 0 0,1 0 1 0 0,-2 0-1 0 0,1 1 1 0 0,-1-1 0 0 0,-1 1-1 0 0,0 0 1 0 0,0 0-1 0 0,2 20 1 0 0,1 17-91 0 0,-2 1 1 0 0,-2 48-1 0 0,-1-38-226 0 0,2-3-1539 0 0,14 71 0 0 0,-12-102-3942 0 0</inkml:trace>
</inkml:ink>
</file>

<file path=ppt/ink/ink3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8754 0 0,'4'-36'1429'0'0,"-3"35"-1318"0"0,-1-1 0 0 0,1 0 0 0 0,-1 0 0 0 0,1 0 0 0 0,0 1 0 0 0,-1-1 0 0 0,1 0 0 0 0,0 1 0 0 0,0-1 0 0 0,0 0 0 0 0,0 1 0 0 0,1-1 0 0 0,-1 1-1 0 0,0 0 1 0 0,1-1 0 0 0,2-1 0 0 0,-4 3-49 0 0,1 0-1 0 0,-1 1 1 0 0,0-1-1 0 0,1 0 1 0 0,-1 0-1 0 0,0 0 1 0 0,1 1-1 0 0,-1-1 1 0 0,1 0-1 0 0,-1 0 1 0 0,0 1-1 0 0,0-1 1 0 0,1 0-1 0 0,-1 1 1 0 0,0-1-1 0 0,0 0 0 0 0,1 1 1 0 0,-1-1-1 0 0,0 0 1 0 0,0 1-1 0 0,0-1 1 0 0,1 1-1 0 0,-1-1 1 0 0,0 0-1 0 0,0 1 1 0 0,0-1-1 0 0,0 1 1 0 0,0-1-1 0 0,0 1 1 0 0,0-1-1 0 0,0 0 1 0 0,0 1-1 0 0,0 0 1 0 0,2 20 1065 0 0,-2-19-859 0 0,3 54 1803 0 0,-1-16-724 0 0,10 57-1 0 0,-9-84-1195 0 0,0 0 0 0 0,1 0 0 0 0,1-1 1 0 0,0 1-1 0 0,0-1 0 0 0,1 0 0 0 0,1-1 0 0 0,11 16 0 0 0,-13-19-80 0 0,1-1 0 0 0,0 0 0 0 0,1 0 0 0 0,0 0 0 0 0,0-1 0 0 0,0 0-1 0 0,1 0 1 0 0,-1-1 0 0 0,2 0 0 0 0,-1-1 0 0 0,11 5 0 0 0,-13-7-297 0 0,-1-1-1 0 0,1 1 1 0 0,0-1 0 0 0,1 0-1 0 0,-1-1 1 0 0,0 0 0 0 0,0 0 0 0 0,0 0-1 0 0,0-1 1 0 0,0 1 0 0 0,0-2 0 0 0,0 1-1 0 0,0 0 1 0 0,0-1 0 0 0,-1 0-1 0 0,1-1 1 0 0,0 1 0 0 0,6-5 0 0 0,9-7-6459 0 0</inkml:trace>
</inkml:ink>
</file>

<file path=ppt/ink/ink3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12899 0 0,'-3'0'576'0'0,"1"0"112"0"0,0 0-552 0 0,2-2-136 0 0,2 2 0 0 0,0 0-320 0 0,1 0-88 0 0,1 0-16 0 0,3 0-8 0 0,1 4 336 0 0,1 1 96 0 0,0 3 0 0 0,-4-2 0 0 0</inkml:trace>
</inkml:ink>
</file>

<file path=ppt/ink/ink3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1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7834 0 0,'0'3'453'0'0,"0"0"0"0"0,1 1 0 0 0,-1-1 0 0 0,1 0 1 0 0,-1 0-1 0 0,1 1 0 0 0,0-1 0 0 0,0 0 0 0 0,1 0 0 0 0,2 4 1 0 0,-3-2-361 0 0,5 13 381 0 0,0 0-1 0 0,-2 1 1 0 0,0-1-1 0 0,-1 1 1 0 0,1 30-1 0 0,-11 94 986 0 0,5-110-1894 0 0,0 31-1560 0 0,2-46 832 0 0</inkml:trace>
</inkml:ink>
</file>

<file path=ppt/ink/ink3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8434 0 0,'1'-3'57'0'0,"-1"0"0"0"0,1 1 0 0 0,0-1 1 0 0,0 0-1 0 0,1 1 0 0 0,-1-1 0 0 0,0 1 0 0 0,4-5 1 0 0,-2 2-176 0 0,1-2 340 0 0,0 1-1 0 0,1 0 1 0 0,0 1 0 0 0,0-1-1 0 0,0 1 1 0 0,0 0-1 0 0,1 0 1 0 0,0 0-1 0 0,0 1 1 0 0,0 0 0 0 0,0 0-1 0 0,1 0 1 0 0,0 1-1 0 0,-1 0 1 0 0,1 1 0 0 0,0-1-1 0 0,1 1 1 0 0,-1 1-1 0 0,0-1 1 0 0,0 1 0 0 0,1 0-1 0 0,-1 1 1 0 0,1 0-1 0 0,-1 0 1 0 0,13 2-1 0 0,-18-1-241 0 0,0 0 0 0 0,0-1-1 0 0,0 1 1 0 0,0 0-1 0 0,0 0 1 0 0,0 0-1 0 0,0 1 1 0 0,0-1-1 0 0,0 0 1 0 0,0 1-1 0 0,-1-1 1 0 0,1 1-1 0 0,-1 0 1 0 0,1-1 0 0 0,-1 1-1 0 0,1 0 1 0 0,-1 0-1 0 0,0 0 1 0 0,0 0-1 0 0,0 0 1 0 0,0 0-1 0 0,-1 0 1 0 0,1 0-1 0 0,0 0 1 0 0,-1 1 0 0 0,1-1-1 0 0,-1 0 1 0 0,0 0-1 0 0,0 1 1 0 0,0 2-1 0 0,0 10-108 0 0,0 0-1 0 0,-1 0 1 0 0,-5 22-1 0 0,4-19 424 0 0,-6 22 260 0 0,5-32-288 0 0,1 0 0 0 0,0 0 1 0 0,1 0-1 0 0,0 0 0 0 0,0 1 0 0 0,1-1 0 0 0,0 0 0 0 0,0 1 0 0 0,2 8 0 0 0,-1-16-162 0 0,-1 0 0 0 0,1 0-1 0 0,-1 0 1 0 0,1 0 0 0 0,0 0 0 0 0,-1 0-1 0 0,1 0 1 0 0,0 0 0 0 0,0-1 0 0 0,0 1-1 0 0,-1 0 1 0 0,1 0 0 0 0,0-1 0 0 0,0 1 0 0 0,0 0-1 0 0,0-1 1 0 0,0 1 0 0 0,1-1 0 0 0,-1 1-1 0 0,0-1 1 0 0,0 0 0 0 0,0 0 0 0 0,0 1 0 0 0,0-1-1 0 0,1 0 1 0 0,-1 0 0 0 0,0 0 0 0 0,0 0-1 0 0,0 0 1 0 0,0 0 0 0 0,1-1 0 0 0,-1 1 0 0 0,0 0-1 0 0,0-1 1 0 0,1 1 0 0 0,49-19 952 0 0,-39 14-1390 0 0,62-19-3815 0 0</inkml:trace>
</inkml:ink>
</file>

<file path=ppt/ink/ink3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85 13363 0 0,'0'-1'40'0'0,"0"1"0"0"0,-1-1 0 0 0,1 1 0 0 0,0-1 0 0 0,0 0 0 0 0,0 1 0 0 0,0-1 0 0 0,0 0-1 0 0,-1 1 1 0 0,1-1 0 0 0,0 1 0 0 0,0-1 0 0 0,1 0 0 0 0,-1 1 0 0 0,0-1 0 0 0,0 0 0 0 0,0 1 0 0 0,0-1 0 0 0,0 1 0 0 0,1-1 0 0 0,-1 0 0 0 0,0 1 0 0 0,1-1 0 0 0,-1 1 0 0 0,0-1 0 0 0,1 1 0 0 0,-1-1 0 0 0,1 0 0 0 0,22-18-519 0 0,28-7-1707 0 0,-42 22 1817 0 0,1 1 1 0 0,-1 0-1 0 0,1 1 0 0 0,-1-1 0 0 0,1 2 1 0 0,0-1-1 0 0,0 2 0 0 0,-1-1 0 0 0,19 2 1 0 0,-16-1 368 0 0,-2-3 0 0 0</inkml:trace>
</inkml:ink>
</file>

<file path=ppt/ink/ink3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12443 0 0,'-1'0'0'0'0,"0"1"1"0"0,1-1-1 0 0,-1 1 1 0 0,0-1-1 0 0,0 1 1 0 0,0-1 0 0 0,1 1-1 0 0,-1 0 1 0 0,0-1-1 0 0,0 1 1 0 0,1 0-1 0 0,-1 0 1 0 0,1-1 0 0 0,-1 1-1 0 0,1 0 1 0 0,-1 0-1 0 0,1 0 1 0 0,0 0-1 0 0,-1 0 1 0 0,1 0 0 0 0,0 0-1 0 0,-1 0 1 0 0,1 0-1 0 0,0-1 1 0 0,0 1-1 0 0,0 0 1 0 0,0 0-1 0 0,0 0 1 0 0,0 0 0 0 0,0 0-1 0 0,1 0 1 0 0,-1 0-1 0 0,0 0 1 0 0,0 0-1 0 0,1 0 1 0 0,0 1 0 0 0,0-1-64 0 0,0 0 1 0 0,1 0-1 0 0,-1 0 1 0 0,0-1-1 0 0,1 1 1 0 0,-1 0-1 0 0,1-1 1 0 0,-1 1-1 0 0,1-1 1 0 0,-1 1-1 0 0,1-1 1 0 0,0 0-1 0 0,-1 0 1 0 0,1 0-1 0 0,-1 0 1 0 0,1 0-1 0 0,0 0 1 0 0,-1 0-1 0 0,1-1 1 0 0,-1 1-1 0 0,1 0 1 0 0,-1-1-1 0 0,3 0 1 0 0,13-5 1682 0 0,-1-2 1 0 0,1 0 0 0 0,22-15-1 0 0,6-2-848 0 0,2 5-4372 0 0,-38 18 2321 0 0</inkml:trace>
</inkml:ink>
</file>

<file path=ppt/ink/ink3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10394 0 0,'0'0'506'0'0,"12"16"79"0"0,-11-11-604 0 0,0 0 0 0 0,0-1 1 0 0,0 1-1 0 0,-1 0 0 0 0,0 0 0 0 0,0 0 0 0 0,0 0 0 0 0,-2 8 1 0 0,-11 44 295 0 0,10-45 37 0 0,-2 9 469 0 0,1 0 0 0 0,1 1 1 0 0,1 0-1 0 0,0 29 0 0 0,2-45-563 0 0,0 0 1 0 0,0 1-1 0 0,1-1 0 0 0,0 0 0 0 0,0 1 1 0 0,1-1-1 0 0,-1 0 0 0 0,1 0 0 0 0,0 0 1 0 0,1 0-1 0 0,0-1 0 0 0,0 1 1 0 0,0-1-1 0 0,0 1 0 0 0,1-1 0 0 0,0 0 1 0 0,0 0-1 0 0,0-1 0 0 0,8 7 0 0 0,-9-9-246 0 0,0-1-1 0 0,0 0 1 0 0,0 1-1 0 0,0-1 1 0 0,0 0-1 0 0,0 0 1 0 0,0-1-1 0 0,0 1 1 0 0,0-1 0 0 0,1 1-1 0 0,-1-1 1 0 0,0 0-1 0 0,0 0 1 0 0,1-1-1 0 0,-1 1 1 0 0,0-1-1 0 0,0 1 1 0 0,0-1-1 0 0,0 0 1 0 0,0 0-1 0 0,0 0 1 0 0,0-1-1 0 0,0 1 1 0 0,5-4-1 0 0,3-3-966 0 0,0 0 0 0 0,0 0 0 0 0,-1-1 0 0 0,14-16-1 0 0,-10 11-4412 0 0</inkml:trace>
</inkml:ink>
</file>

<file path=ppt/ink/ink3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38 9674 0 0,'-6'-10'3091'0'0,"1"-9"-3477"0"0,6 11-1368 0 0,9 19 1773 0 0,30 55-4054 0 0,-34-54 3603 0 0</inkml:trace>
</inkml:ink>
</file>

<file path=ppt/ink/ink3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13307 0 0,'10'38'1848'0'0,"-6"-17"-1366"0"0,7 40 844 0 0,-3-1 0 0 0,0 121 1 0 0,2 25 798 0 0,-9-190-2491 0 0,1-1-1 0 0,0 1 1 0 0,1-1 0 0 0,1 1 0 0 0,0-1 0 0 0,1 0 0 0 0,1-1 0 0 0,0 1-1 0 0,1-1 1 0 0,10 15 0 0 0</inkml:trace>
</inkml:ink>
</file>

<file path=ppt/ink/ink3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5065 0 0,'1'-2'291'0'0,"1"0"-1"0"0,0 0 1 0 0,0 0-1 0 0,0 1 1 0 0,0-1-1 0 0,0 1 0 0 0,0-1 1 0 0,0 1-1 0 0,0 0 1 0 0,0 0-1 0 0,1 0 1 0 0,-1 0-1 0 0,0 0 1 0 0,1 1-1 0 0,3-1 1 0 0,3-3-231 0 0,6-1 34 0 0,0 0 1 0 0,0 0 0 0 0,1 2-1 0 0,29-4 1 0 0,-34 6-594 0 0,1 1 1 0 0,0 0-1 0 0,0 1 1 0 0,12 2 0 0 0,-10 0-230 0 0</inkml:trace>
</inkml:ink>
</file>

<file path=ppt/ink/ink3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76 6913 0 0,'-20'-6'608'0'0,"16"5"-426"0"0,0 0 1 0 0,0-1-1 0 0,0 1 1 0 0,0 0-1 0 0,0 1 1 0 0,0-1-1 0 0,0 1 1 0 0,-5 0-1 0 0,8 0-35 0 0,1 1 0 0 0,-1 0 0 0 0,0-1 0 0 0,0 1 0 0 0,1 0 0 0 0,-1 0-1 0 0,0-1 1 0 0,1 1 0 0 0,-1 0 0 0 0,1 0 0 0 0,-1 0 0 0 0,1 0 0 0 0,0 0 0 0 0,-1 0-1 0 0,1 0 1 0 0,0 0 0 0 0,-1 0 0 0 0,1 0 0 0 0,0 0 0 0 0,0 0 0 0 0,0 0 0 0 0,0 0 0 0 0,0 0-1 0 0,0 0 1 0 0,1 2 0 0 0,2 32 2906 0 0,-2-31-2476 0 0,1 6-344 0 0,-1 0 0 0 0,2-1 0 0 0,-1 1 0 0 0,2-1 0 0 0,-1 0 0 0 0,1 1 1 0 0,0-2-1 0 0,1 1 0 0 0,0 0 0 0 0,12 14 0 0 0,-14-20-205 0 0,0 1-1 0 0,1 0 1 0 0,0-1-1 0 0,0 0 1 0 0,0 0-1 0 0,0 0 1 0 0,0 0-1 0 0,0-1 1 0 0,1 0-1 0 0,0 1 1 0 0,-1-2-1 0 0,1 1 1 0 0,0 0-1 0 0,0-1 1 0 0,0 0-1 0 0,0 0 1 0 0,0-1-1 0 0,0 1 1 0 0,0-1-1 0 0,0 0 1 0 0,0-1-1 0 0,0 1 1 0 0,6-2-1 0 0,-7 1-7 0 0,-1-1-1 0 0,1 1 1 0 0,-1-1-1 0 0,0 0 1 0 0,1 0-1 0 0,-1 0 1 0 0,0-1-1 0 0,0 1 1 0 0,0-1-1 0 0,-1 1 1 0 0,1-1-1 0 0,-1 0 1 0 0,1 0-1 0 0,-1 0 1 0 0,2-5-1 0 0,2 0 31 0 0,-2-1 0 0 0,1 0-1 0 0,-1 0 1 0 0,5-17-1 0 0,-7 18-159 0 0,0-1 0 0 0,0 1 0 0 0,-1-1 0 0 0,0 0 0 0 0,-1 1 0 0 0,0-1 0 0 0,0 0 0 0 0,-1 1 0 0 0,0-1 0 0 0,-1 0 0 0 0,-2-9 0 0 0,3 14 39 0 0,-1 1 1 0 0,0-1-1 0 0,1 0 0 0 0,-1 1 0 0 0,-1-1 0 0 0,1 1 1 0 0,0-1-1 0 0,-1 1 0 0 0,0 0 0 0 0,0 0 0 0 0,0 0 1 0 0,0 1-1 0 0,0-1 0 0 0,0 1 0 0 0,-1 0 1 0 0,1-1-1 0 0,-1 2 0 0 0,0-1 0 0 0,0 0 0 0 0,1 1 1 0 0,-1-1-1 0 0,0 1 0 0 0,0 0 0 0 0,0 1 0 0 0,-6-1 1 0 0,-5 0-702 0 0,0 0-1 0 0,0 1 1 0 0,0 1 0 0 0,0 1 0 0 0,-17 4 0 0 0,1 0-597 0 0</inkml:trace>
</inkml:ink>
</file>

<file path=ppt/ink/ink3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49 9674 0 0,'0'-5'243'0'0,"0"0"0"0"0,-1 0 0 0 0,1 1 0 0 0,-1-1 0 0 0,0 0 0 0 0,0 1 0 0 0,-1-1 0 0 0,-1-4 0 0 0,3 9-240 0 0,0 0-1 0 0,0-1 0 0 0,0 1 1 0 0,-1 0-1 0 0,1 0 1 0 0,0 0-1 0 0,0 0 0 0 0,0 0 1 0 0,0 0-1 0 0,0 0 1 0 0,-1 0-1 0 0,1 0 0 0 0,0 0 1 0 0,0 0-1 0 0,0 0 1 0 0,0 0-1 0 0,0 0 0 0 0,-1 0 1 0 0,1 0-1 0 0,0 0 1 0 0,0 0-1 0 0,0 0 0 0 0,0 0 1 0 0,-1 0-1 0 0,1 0 1 0 0,0 0-1 0 0,0 0 0 0 0,0 0 1 0 0,0 0-1 0 0,0 0 1 0 0,0 0-1 0 0,-1 0 0 0 0,1 0 1 0 0,0 0-1 0 0,0 1 1 0 0,0-1-1 0 0,0 0 0 0 0,0 0 1 0 0,0 0-1 0 0,0 0 1 0 0,-1 0-1 0 0,1 0 0 0 0,0 0 1 0 0,0 1-1 0 0,0-1 1 0 0,0 0-1 0 0,0 0 0 0 0,0 0 1 0 0,0 0-1 0 0,0 1 1 0 0,-5 15 1088 0 0,1 41 331 0 0,3-1 1 0 0,2 1-1 0 0,3-1 1 0 0,16 82-1 0 0,-15-112-1523 0 0,1 1 0 0 0,1-1 0 0 0,14 32 0 0 0,8-5-7134 0 0</inkml:trace>
</inkml:ink>
</file>

<file path=ppt/ink/ink3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99 12899 0 0,'-1'-1'11'0'0,"1"1"1"0"0,0 0-1 0 0,-1 0 1 0 0,1-1-1 0 0,-1 1 1 0 0,1 0 0 0 0,0-1-1 0 0,-1 1 1 0 0,1-1-1 0 0,-1 1 1 0 0,1 0-1 0 0,0-1 1 0 0,0 1-1 0 0,-1-1 1 0 0,1 1-1 0 0,0-1 1 0 0,0 1-1 0 0,0-1 1 0 0,-1 1 0 0 0,1-1-1 0 0,0 1 1 0 0,0-1-1 0 0,0 1 1 0 0,0-1-1 0 0,0 1 1 0 0,0-1-1 0 0,0 1 1 0 0,0-1-1 0 0,0 0 1 0 0,0 1-1 0 0,1-1 1 0 0,-1 1 0 0 0,0-1-1 0 0,0 1 1 0 0,0 0-1 0 0,1-1 1 0 0,-1 1-1 0 0,0-1 1 0 0,1 0-1 0 0,22-19-1182 0 0,35-9-1256 0 0,-33 21 2361 0 0,1 2-1 0 0,0 0 1 0 0,0 2-1 0 0,0 1 1 0 0,52 0-1 0 0,-48 3-54 0 0</inkml:trace>
</inkml:ink>
</file>

<file path=ppt/ink/ink3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3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55 316 456 0 0,'-10'-26'992'0'0,"9"22"-734"0"0,0 0 1 0 0,0 1 0 0 0,-1-1 0 0 0,1 0 0 0 0,-1 1 0 0 0,0-1 0 0 0,0 1 0 0 0,0-1 0 0 0,-1 1 0 0 0,1 0 0 0 0,-1 0 0 0 0,0 0 0 0 0,1 0-1 0 0,-1 0 1 0 0,-1 1 0 0 0,-7 0 3735 0 0,11 3-3926 0 0,3 13 1084 0 0,3 8-1091 0 0,35 110 1352 0 0,-21-62-461 0 0,3-1 0 0 0,41 85 0 0 0,-54-134-775 0 0,2 0 1 0 0,24 32-1 0 0,-32-47-101 0 0,0 0 0 0 0,0 0 0 0 0,0-1 1 0 0,1 1-1 0 0,0-1 0 0 0,0 0 0 0 0,0-1 0 0 0,0 1 1 0 0,0-1-1 0 0,1 0 0 0 0,-1 0 0 0 0,1-1 0 0 0,0 1 1 0 0,0-1-1 0 0,7 1 0 0 0,-9-3-1 0 0,0 0 1 0 0,-1-1-1 0 0,1 1 1 0 0,-1-1-1 0 0,1 0 1 0 0,0 0-1 0 0,-1 0 1 0 0,0-1-1 0 0,1 1 1 0 0,-1-1-1 0 0,0 0 1 0 0,0 0-1 0 0,0 0 1 0 0,0 0-1 0 0,0 0 1 0 0,0-1-1 0 0,-1 1 0 0 0,1-1 1 0 0,-1 0-1 0 0,1 0 1 0 0,1-3-1 0 0,4-5 71 0 0,-1 0-1 0 0,0-1 0 0 0,-1 1 1 0 0,7-19-1 0 0,-5 6-89 0 0,-1 1 0 0 0,-1-2 0 0 0,5-47-1 0 0,-2-79 210 0 0,-6 66-205 0 0,0 16-206 0 0,-2 19-215 0 0,2 1-1 0 0,3 0 1 0 0,16-69 0 0 0,-22 117 312 0 0,0 0 0 0 0,0 1 0 0 0,0-1 0 0 0,0 0 0 0 0,0 1 0 0 0,0-1 0 0 0,0 1 0 0 0,0-1 0 0 0,1 0 0 0 0,-1 1 0 0 0,0-1 0 0 0,0 1-1 0 0,0-1 1 0 0,1 1 0 0 0,-1-1 0 0 0,0 1 0 0 0,1-1 0 0 0,-1 1 0 0 0,1-1 0 0 0,-1 1 0 0 0,0-1 0 0 0,1 1 0 0 0,-1 0 0 0 0,1-1 0 0 0,-1 1 0 0 0,1 0 0 0 0,0-1 0 0 0,-1 1 0 0 0,1 0-1 0 0,-1 0 1 0 0,1-1 0 0 0,-1 1 0 0 0,1 0 0 0 0,0 0 0 0 0,-1 0 0 0 0,1 0 0 0 0,-1 0 0 0 0,1 0 0 0 0,0 0 0 0 0,-1 0 0 0 0,1 0 0 0 0,0 0 0 0 0,-1 0 0 0 0,1 0 0 0 0,-1 0 0 0 0,1 1-1 0 0,-1-1 1 0 0,1 0 0 0 0,0 0 0 0 0,-1 1 0 0 0,1-1 0 0 0,-1 0 0 0 0,1 1 0 0 0,-1-1 0 0 0,1 1 0 0 0,-1-1 0 0 0,0 0 0 0 0,1 1 0 0 0,-1-1 0 0 0,1 2 0 0 0,6 6-1209 0 0</inkml:trace>
</inkml:ink>
</file>

<file path=ppt/ink/ink3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4.3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34 9218 0 0,'0'-1'24'0'0,"0"1"-1"0"0,-1 0 1 0 0,1 0 0 0 0,0 0-1 0 0,-1 0 1 0 0,1 0 0 0 0,0 0-1 0 0,0-1 1 0 0,-1 1 0 0 0,1 0-1 0 0,0 0 1 0 0,0-1 0 0 0,-1 1-1 0 0,1 0 1 0 0,0 0 0 0 0,0-1-1 0 0,0 1 1 0 0,-1 0-1 0 0,1 0 1 0 0,0-1 0 0 0,0 1-1 0 0,0 0 1 0 0,0-1 0 0 0,0 1-1 0 0,0 0 1 0 0,0-1 0 0 0,0 1-1 0 0,0 0 1 0 0,0-1 0 0 0,0 1-1 0 0,0 0 1 0 0,0-1 0 0 0,0 1-1 0 0,0 0 1 0 0,0 0 0 0 0,0-1-1 0 0,0 1 1 0 0,0 0 0 0 0,0-1-1 0 0,0 1 1 0 0,0 0 0 0 0,1-1-1 0 0,-1 1 1 0 0,0 0 0 0 0,0-1-1 0 0,19-8 348 0 0,28-1-118 0 0,-41 9-558 0 0,0 1 1 0 0,1 0-1 0 0,-1 0 0 0 0,0 0 0 0 0,1 1 0 0 0,11 2 0 0 0,-14-1-430 0 0,1-1 0 0 0,-1 1 0 0 0,0 0 0 0 0,1 0-1 0 0,-1 0 1 0 0,4 4 0 0 0,-2-1 214 0 0</inkml:trace>
</inkml:ink>
</file>

<file path=ppt/ink/ink3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4.6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0 152 8290 0 0,'1'-1'3'0'0,"-1"1"-1"0"0,0-1 1 0 0,1 0 0 0 0,-1 0 0 0 0,0 0-1 0 0,1 0 1 0 0,-1 1 0 0 0,1-1 0 0 0,-1 0-1 0 0,1 1 1 0 0,0-1 0 0 0,-1 0 0 0 0,1 1-1 0 0,0-1 1 0 0,0 1 0 0 0,-1-1 0 0 0,1 1-1 0 0,0-1 1 0 0,0 1 0 0 0,0-1 0 0 0,-1 1 0 0 0,3 0-1 0 0,36-22-676 0 0,-10 6 393 0 0,2-5 169 0 0,-4 3 177 0 0,32-17-1 0 0,-51 31-40 0 0,1 0 0 0 0,0 1 0 0 0,-1-1 0 0 0,1 2-1 0 0,0-1 1 0 0,1 1 0 0 0,-1 1 0 0 0,15-1 0 0 0,-11 3-550 0 0,1 3-2041 0 0</inkml:trace>
</inkml:ink>
</file>

<file path=ppt/ink/ink3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5.6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53 103 5529 0 0,'-4'-6'428'0'0,"0"0"1"0"0,0 0-1 0 0,1 0 0 0 0,0-1 0 0 0,1 1 0 0 0,-4-12 1 0 0,4 11 415 0 0,0-1 0 0 0,-1 1 0 0 0,0-1 0 0 0,-7-9 0 0 0,3 57 1212 0 0,27 228-58 0 0,-3-75-1210 0 0,-4-85-1361 0 0,-4-41-1077 0 0,-5 0-3823 0 0,-4-44 1181 0 0</inkml:trace>
</inkml:ink>
</file>

<file path=ppt/ink/ink3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6.1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47 2304 0 0,'-2'-3'-316'0'0,"-12"-24"4414"0"0,14 26-3865 0 0,-1 0-1 0 0,0-1 1 0 0,1 1-1 0 0,-1 0 1 0 0,0 0-1 0 0,0 0 1 0 0,0 0 0 0 0,1 0-1 0 0,-1 0 1 0 0,0 0-1 0 0,-1 0 1 0 0,1 1-1 0 0,0-1 1 0 0,0 0-1 0 0,0 1 1 0 0,-2-2-1 0 0,2 3-160 0 0,0-1 0 0 0,1 0-1 0 0,-1 1 1 0 0,0-1 0 0 0,0 1-1 0 0,1-1 1 0 0,-1 1-1 0 0,0 0 1 0 0,1-1 0 0 0,-1 1-1 0 0,1 0 1 0 0,-1-1 0 0 0,1 1-1 0 0,-1 0 1 0 0,1 0-1 0 0,-1-1 1 0 0,1 1 0 0 0,0 0-1 0 0,-1 0 1 0 0,1 0-1 0 0,0-1 1 0 0,0 1 0 0 0,0 0-1 0 0,-1 2 1 0 0,-3 24 256 0 0,4-25-254 0 0,-8 91 1246 0 0,5 0 0 0 0,10 108-1 0 0,-7 57-3584 0 0,-3-214-2819 0 0</inkml:trace>
</inkml:ink>
</file>

<file path=ppt/ink/ink3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6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9 102 3681 0 0,'-1'-2'173'0'0,"-1"0"0"0"0,1-1 0 0 0,0 1 0 0 0,1-1 0 0 0,-1 0 1 0 0,0 1-1 0 0,1-1 0 0 0,-1 0 0 0 0,1 1 0 0 0,0-1 0 0 0,0 0 0 0 0,0 0 0 0 0,0 1 1 0 0,0-1-1 0 0,1 0 0 0 0,0 1 0 0 0,-1-1 0 0 0,1 0 0 0 0,0 1 0 0 0,0-1 0 0 0,2-2 1 0 0,-2 2-89 0 0,0 0 1 0 0,0 0 0 0 0,0 0 0 0 0,0 1 0 0 0,1-1 0 0 0,0 0 0 0 0,-1 1 0 0 0,1-1-1 0 0,0 1 1 0 0,0 0 0 0 0,0 0 0 0 0,1 0 0 0 0,2-2 0 0 0,-4 3-30 0 0,1 1 1 0 0,-1-1 0 0 0,1 0-1 0 0,-1 1 1 0 0,1 0 0 0 0,0-1-1 0 0,-1 1 1 0 0,1 0-1 0 0,-1 0 1 0 0,1 0 0 0 0,0 0-1 0 0,-1 0 1 0 0,1 0 0 0 0,0 1-1 0 0,-1-1 1 0 0,1 0-1 0 0,-1 1 1 0 0,1 0 0 0 0,-1-1-1 0 0,1 1 1 0 0,-1 0 0 0 0,1-1-1 0 0,-1 1 1 0 0,2 2-1 0 0,6 2 78 0 0,-1 0-1 0 0,0 1 0 0 0,0 1 0 0 0,0-1 0 0 0,-1 1 0 0 0,0 0 0 0 0,-1 1 0 0 0,11 15 0 0 0,-14-19-159 0 0,-1 1 0 0 0,1 0-1 0 0,-1 0 1 0 0,-1 0 0 0 0,1 1 0 0 0,0-1 0 0 0,-1 0 0 0 0,0 1 0 0 0,-1-1-1 0 0,1 1 1 0 0,-1-1 0 0 0,0 1 0 0 0,0-1 0 0 0,-1 0 0 0 0,0 1 0 0 0,0-1-1 0 0,-3 10 1 0 0,-1 1-143 0 0,-1 0 0 0 0,0 0-1 0 0,-2-1 1 0 0,1 0-1 0 0,-20 26 1 0 0,26-41 235 0 0,0 1-1 0 0,1 0 1 0 0,-1 0-1 0 0,0-1 1 0 0,0 1-1 0 0,1 0 1 0 0,-1 0-1 0 0,1 0 0 0 0,-1 0 1 0 0,1 0-1 0 0,-1 0 1 0 0,1 0-1 0 0,-1 0 1 0 0,1 0-1 0 0,0 0 1 0 0,0 0-1 0 0,-1 0 1 0 0,1 0-1 0 0,0 0 1 0 0,0 0-1 0 0,0 1 1 0 0,0-1-1 0 0,0 0 1 0 0,1 0-1 0 0,-1 0 1 0 0,0 0-1 0 0,0 0 1 0 0,1 2-1 0 0,1-2 5 0 0,-1 0-1 0 0,0 0 1 0 0,1 0-1 0 0,-1 0 1 0 0,1 0-1 0 0,-1 0 1 0 0,1 0-1 0 0,0 0 1 0 0,-1-1-1 0 0,1 1 1 0 0,0-1-1 0 0,0 1 1 0 0,-1-1-1 0 0,1 0 1 0 0,2 1-1 0 0,10 0 389 0 0,-1-1 0 0 0,0 0 0 0 0,20-3-1 0 0,38-14 1375 0 0,-58 13-1537 0 0,0 0 0 0 0,0 1 0 0 0,0 1 0 0 0,1 0-1 0 0,-1 0 1 0 0,22 1 0 0 0,-25 4-1141 0 0</inkml:trace>
</inkml:ink>
</file>

<file path=ppt/ink/ink3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5.7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214 21 8290 0 0,'3'-9'1098'0'0,"1"-1"201"0"0,-4 9-777 0 0,-1 3-177 0 0,0-1-62 0 0,-2 4-89 0 0,-163 231 1185 0 0,117-172 950 0 0,49-63-2308 0 0,0-1-1 0 0,0 0 0 0 0,0 1 1 0 0,0-1-1 0 0,0 0 1 0 0,0 1-1 0 0,0-1 0 0 0,0 1 1 0 0,0-1-1 0 0,0 0 0 0 0,0 1 1 0 0,0-1-1 0 0,0 0 1 0 0,0 1-1 0 0,0-1 0 0 0,0 0 1 0 0,1 1-1 0 0,-1-1 0 0 0,0 0 1 0 0,0 1-1 0 0,0-1 0 0 0,1 0 1 0 0,-1 0-1 0 0,0 1 1 0 0,0-1-1 0 0,1 0 0 0 0,-1 0 1 0 0,0 1-1 0 0,1-1 0 0 0,-1 0 1 0 0,0 0-1 0 0,1 0 1 0 0,-1 1-1 0 0,0-1 0 0 0,1 0 1 0 0,-1 0-1 0 0,0 0 0 0 0,1 0 1 0 0,-1 0-1 0 0,0 0 1 0 0,1 0-1 0 0,0 0 0 0 0,23 7-7 0 0,-17-6 48 0 0,37 12-287 0 0,-25-9 160 0 0,-1 1 1 0 0,0 1-1 0 0,0 1 1 0 0,21 11 0 0 0,-33-15 59 0 0,-1 1 0 0 0,0-1 1 0 0,-1 1-1 0 0,1 0 1 0 0,-1 0-1 0 0,1 0 1 0 0,-1 1-1 0 0,-1 0 1 0 0,1 0-1 0 0,0 0 0 0 0,-1 0 1 0 0,0 0-1 0 0,-1 0 1 0 0,1 1-1 0 0,-1 0 1 0 0,0-1-1 0 0,3 13 0 0 0,-4-12 18 0 0,0 0 1 0 0,-1 0-1 0 0,1 0 0 0 0,-1 0 0 0 0,0 1 0 0 0,-1-1 0 0 0,0 0 0 0 0,1 0 0 0 0,-2 0 0 0 0,1 0 0 0 0,-1 0 0 0 0,0 0 0 0 0,0 0 0 0 0,-1 0 0 0 0,0-1 0 0 0,0 1 0 0 0,0-1 0 0 0,0 0 0 0 0,-1 0 0 0 0,-5 5 0 0 0,-8 8 467 0 0,-1-2-1 0 0,-1 0 0 0 0,-40 26 0 0 0,36-27-827 0 0,1 1-1 0 0,-21 21 1 0 0,35-22-2229 0 0,7-10 1262 0 0</inkml:trace>
</inkml:ink>
</file>

<file path=ppt/ink/ink3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6.4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 6913 0 0,'1'-14'5372'0'0,"2"28"-4223"0"0,1 34-1103 0 0,-6 66 616 0 0,-1 25-313 0 0,8-47-4823 0 0,-3-74 162 0 0</inkml:trace>
</inkml:ink>
</file>

<file path=ppt/ink/ink3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6.8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0 155 11979 0 0,'7'-6'537'0'0,"0"2"1"0"0,1-1 0 0 0,-1 1 0 0 0,10-5-1 0 0,-6 3-481 0 0,29-13-230 0 0,0 1 0 0 0,2 2-1 0 0,45-12 1 0 0,5 3-3406 0 0,-77 21 1956 0 0,-1 1-1 0 0,1 0 0 0 0,0 1 0 0 0,27-1 1 0 0,0 11 744 0 0,-34-6 1037 0 0</inkml:trace>
</inkml:ink>
</file>

<file path=ppt/ink/ink3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8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411 49 5329 0 0,'-1'-3'79'0'0,"0"0"0"0"0,0 1 0 0 0,0-1 0 0 0,0 0 0 0 0,0 1 0 0 0,0-1 0 0 0,-1 1 0 0 0,1 0 0 0 0,-1-1 0 0 0,0 1 0 0 0,1 0 0 0 0,-1 0 0 0 0,0 0 0 0 0,0 0 0 0 0,-1 0 0 0 0,1 1-1 0 0,0-1 1 0 0,-1 1 0 0 0,1-1 0 0 0,-3 0 0 0 0,2 1 24 0 0,0 1-1 0 0,0-1 0 0 0,0 1 0 0 0,0 0 1 0 0,0 0-1 0 0,0 0 0 0 0,0 0 1 0 0,0 1-1 0 0,0-1 0 0 0,0 1 0 0 0,0 0 1 0 0,0 0-1 0 0,0 0 0 0 0,0 0 1 0 0,-4 2-1 0 0,-4 4 188 0 0,-1 1 0 0 0,2 0-1 0 0,-1 0 1 0 0,1 1 0 0 0,0 0 0 0 0,1 1 0 0 0,-10 12-1 0 0,-15 22 1225 0 0,-50 91 0 0 0,82-132-1497 0 0,1 0 1 0 0,0 0-1 0 0,0 1 1 0 0,0-1 0 0 0,0 1-1 0 0,0-1 1 0 0,1 0 0 0 0,0 1-1 0 0,0-1 1 0 0,0 1-1 0 0,0-1 1 0 0,0 1 0 0 0,0-1-1 0 0,1 1 1 0 0,0-1 0 0 0,0 1-1 0 0,0-1 1 0 0,0 0-1 0 0,0 1 1 0 0,1-1 0 0 0,-1 0-1 0 0,1 0 1 0 0,0 0-1 0 0,0 0 1 0 0,0-1 0 0 0,4 5-1 0 0,8 8-103 0 0,0-1 0 0 0,0-1 0 0 0,28 19 0 0 0,-9-6-283 0 0,-26-20 363 0 0,0 1 0 0 0,0 0-1 0 0,-1 1 1 0 0,0 0-1 0 0,-1 0 1 0 0,1 0 0 0 0,-1 1-1 0 0,-1-1 1 0 0,0 1 0 0 0,0 0-1 0 0,-1 0 1 0 0,0 1-1 0 0,3 15 1 0 0,-5-19 53 0 0,0 0 0 0 0,-1 0 1 0 0,1 0-1 0 0,-1 0 0 0 0,-1 0 0 0 0,1 0 0 0 0,-1-1 0 0 0,0 1 1 0 0,0 0-1 0 0,-1 0 0 0 0,1-1 0 0 0,-1 1 0 0 0,0-1 0 0 0,-1 1 1 0 0,0-1-1 0 0,0 0 0 0 0,0 0 0 0 0,0 0 0 0 0,-1 0 0 0 0,1-1 1 0 0,-1 1-1 0 0,0-1 0 0 0,-8 6 0 0 0,0-1-1 0 0,0 0-1 0 0,-1-1 0 0 0,1 0 1 0 0,-1-1-1 0 0,-1-1 0 0 0,1 0 1 0 0,-1-1-1 0 0,0 0 0 0 0,-1-1 1 0 0,1-1-1 0 0,-1 0 0 0 0,0-1 1 0 0,1 0-1 0 0,-25-2 0 0 0,14 0-2375 0 0,13 0-2513 0 0</inkml:trace>
</inkml:ink>
</file>

<file path=ppt/ink/ink3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8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6 130 3681 0 0,'-1'-2'25'0'0,"0"0"1"0"0,0 1 0 0 0,1-1 0 0 0,-1 0-1 0 0,1 0 1 0 0,-1-1 0 0 0,1 1-1 0 0,0 0 1 0 0,0 0 0 0 0,0 0-1 0 0,0 0 1 0 0,0 0 0 0 0,0 0 0 0 0,0 0-1 0 0,1 0 1 0 0,-1 0 0 0 0,1 0-1 0 0,0 0 1 0 0,-1 0 0 0 0,1 0-1 0 0,0 0 1 0 0,0 0 0 0 0,0 0 0 0 0,2-2-1 0 0,0-2 75 0 0,1 1-1 0 0,-1-1 0 0 0,1 0 1 0 0,0 1-1 0 0,1 0 1 0 0,-1 0-1 0 0,6-4 0 0 0,-4 5 107 0 0,0 0 0 0 0,-1 1 0 0 0,2 0 0 0 0,-1 0 0 0 0,0 0 0 0 0,0 1 0 0 0,1 0 0 0 0,-1 0 0 0 0,1 1 0 0 0,0-1 0 0 0,0 2 0 0 0,-1-1 0 0 0,9 1-1 0 0,-13 0-129 0 0,1 0-1 0 0,0 0 1 0 0,-1 1-1 0 0,1-1 0 0 0,-1 1 1 0 0,1 0-1 0 0,0 0 0 0 0,-1 0 1 0 0,0 0-1 0 0,1 0 0 0 0,-1 0 1 0 0,0 1-1 0 0,1-1 0 0 0,-1 1 1 0 0,0 0-1 0 0,0-1 1 0 0,0 1-1 0 0,-1 0 0 0 0,1 0 1 0 0,0 0-1 0 0,-1 1 0 0 0,1-1 1 0 0,-1 0-1 0 0,0 1 0 0 0,1-1 1 0 0,-1 0-1 0 0,0 1 0 0 0,-1-1 1 0 0,1 1-1 0 0,0 0 1 0 0,-1-1-1 0 0,1 1 0 0 0,-1 0 1 0 0,0-1-1 0 0,0 4 0 0 0,-1 33 232 0 0,-2 0 0 0 0,-2 0-1 0 0,-1 0 1 0 0,-2-1 0 0 0,-20 59 0 0 0,19-73 598 0 0,6-19-468 0 0,1 0 0 0 0,0 0 0 0 0,1 0 1 0 0,-1 0-1 0 0,1 0 0 0 0,0 0 0 0 0,0 7 0 0 0,1-11-422 0 0,0-1 0 0 0,0 0-1 0 0,1 1 1 0 0,-1-1 0 0 0,0 0 0 0 0,1 1 0 0 0,-1-1 0 0 0,0 0-1 0 0,1 0 1 0 0,-1 1 0 0 0,0-1 0 0 0,1 0 0 0 0,-1 0 0 0 0,1 0-1 0 0,-1 1 1 0 0,0-1 0 0 0,1 0 0 0 0,-1 0 0 0 0,1 0 0 0 0,-1 0 0 0 0,0 0-1 0 0,1 0 1 0 0,-1 0 0 0 0,1 0 0 0 0,-1 0 0 0 0,1 0 0 0 0,-1 0-1 0 0,0 0 1 0 0,1 0 0 0 0,-1 0 0 0 0,1 0 0 0 0,-1-1 0 0 0,0 1-1 0 0,1 0 1 0 0,-1 0 0 0 0,1-1 0 0 0,20-5-408 0 0,-17 5 370 0 0,72-31-2172 0 0,-58 25 1367 0 0</inkml:trace>
</inkml:ink>
</file>

<file path=ppt/ink/ink3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1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5 108 10594 0 0,'0'0'44'0'0,"-1"-1"-1"0"0,1 1 1 0 0,0 0-1 0 0,-1-1 1 0 0,1 1-1 0 0,0-1 0 0 0,-1 1 1 0 0,1-1-1 0 0,0 1 1 0 0,0-1-1 0 0,-1 1 1 0 0,1-1-1 0 0,0 1 1 0 0,0-1-1 0 0,0 1 0 0 0,0-1 1 0 0,0 1-1 0 0,0-1 1 0 0,0 0-1 0 0,0 1 1 0 0,0-1-1 0 0,0 1 1 0 0,0-1-1 0 0,0 1 0 0 0,0-1 1 0 0,1 1-1 0 0,-1-1 1 0 0,0 1-1 0 0,1-1 1 0 0,14-16 184 0 0,31-11-1013 0 0,-39 24 693 0 0,4-3-399 0 0,1 1 1 0 0,-1 1-1 0 0,1 0 1 0 0,0 0-1 0 0,0 1 0 0 0,0 1 1 0 0,0 0-1 0 0,1 1 0 0 0,15-1 1 0 0,-19 4 436 0 0</inkml:trace>
</inkml:ink>
</file>

<file path=ppt/ink/ink3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4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28 141 10594 0 0,'-12'1'532'0'0,"-3"-2"1028"0"0,15 1-1504 0 0,0 0-1 0 0,0-1 1 0 0,-1 1-1 0 0,1 0 1 0 0,0-1-1 0 0,0 1 1 0 0,0 0-1 0 0,0-1 1 0 0,0 1-1 0 0,0-1 1 0 0,0 1 0 0 0,0 0-1 0 0,0-1 1 0 0,0 1-1 0 0,0 0 1 0 0,0-1-1 0 0,0 1 1 0 0,1-1-1 0 0,-1 1 1 0 0,0 0-1 0 0,0-1 1 0 0,0 1-1 0 0,0 0 1 0 0,1-1-1 0 0,-1 1 1 0 0,0 0 0 0 0,0 0-1 0 0,1-1 1 0 0,-1 1-1 0 0,0 0 1 0 0,1 0-1 0 0,-1-1 1 0 0,0 1-1 0 0,0 0 1 0 0,1 0-1 0 0,-1 0 1 0 0,1-1-1 0 0,9-8-259 0 0,0 0-1 0 0,1 0 0 0 0,0 1 0 0 0,0 0 1 0 0,1 1-1 0 0,0 0 0 0 0,0 1 0 0 0,16-6 1 0 0,8-1-2064 0 0,64-15 1 0 0,-34 19-1979 0 0,-56 6 4138 0 0</inkml:trace>
</inkml:ink>
</file>

<file path=ppt/ink/ink3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9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70 1 7834 0 0,'-1'3'324'0'0,"-1"0"1"0"0,1 0-1 0 0,0 0 1 0 0,1 1-1 0 0,-1-1 1 0 0,0 0-1 0 0,1 6 1 0 0,-2 2-298 0 0,-21 73 754 0 0,-8 43 611 0 0,28-112-928 0 0,2-1 1 0 0,-1 0-1 0 0,2 1 0 0 0,0-1 0 0 0,0 1 0 0 0,5 23 0 0 0,-3-30-206 0 0,0 0 0 0 0,1 0-1 0 0,-1 0 1 0 0,2 0-1 0 0,-1-1 1 0 0,1 0 0 0 0,0 0-1 0 0,10 13 1 0 0,-13-18-260 0 0,1 0 0 0 0,-1 0 0 0 0,1-1 0 0 0,0 1 0 0 0,-1-1 0 0 0,1 1 0 0 0,0-1 0 0 0,0 0 1 0 0,0 0-1 0 0,0 0 0 0 0,0 0 0 0 0,0 0 0 0 0,1 0 0 0 0,-1 0 0 0 0,0-1 0 0 0,0 1 0 0 0,1-1 0 0 0,-1 0 1 0 0,0 0-1 0 0,1 1 0 0 0,-1-1 0 0 0,0-1 0 0 0,1 1 0 0 0,-1 0 0 0 0,0-1 0 0 0,0 1 0 0 0,1-1 0 0 0,-1 1 1 0 0,0-1-1 0 0,0 0 0 0 0,0 0 0 0 0,0 0 0 0 0,0 0 0 0 0,0-1 0 0 0,3-2 0 0 0,6-4-799 0 0,-1 0-1 0 0,0-1 1 0 0,0-1-1 0 0,13-17 1 0 0,-10 9-4399 0 0</inkml:trace>
</inkml:ink>
</file>

<file path=ppt/ink/ink3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0.3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32 13827 0 0,'-6'-7'608'0'0,"5"3"128"0"0,1 1-584 0 0,0 1-152 0 0,1 0 0 0 0,1 0 0 0 0,0 1-136 0 0,1-1-56 0 0,3-2-16 0 0,1 1 0 0 0,1 1-592 0 0,-1 4-128 0 0,-1 0-16 0 0,-1 3-9 0 0,0 2 745 0 0,-1-2 208 0 0,-1 0-80 0 0,1-1 80 0 0</inkml:trace>
</inkml:ink>
</file>

<file path=ppt/ink/ink3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1.7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34 2761 0 0,'1'-3'266'0'0,"15"-28"12016"0"0,-18 91-11461 0 0,2 0 1 0 0,3 0 0 0 0,14 80 0 0 0,-14-117-878 0 0,-2-10-266 0 0,1 0 0 0 0,0 0 0 0 0,1 0 0 0 0,0-1 0 0 0,1 1 0 0 0,0-1-1 0 0,8 15 1 0 0,-9-23-902 0 0</inkml:trace>
</inkml:ink>
</file>

<file path=ppt/ink/ink3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2.4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 6913 0 0,'-1'3'42'0'0,"1"0"-1"0"0,-1 1 1 0 0,0-1-1 0 0,1 0 1 0 0,0 1-1 0 0,0-1 0 0 0,0 1 1 0 0,0-1-1 0 0,1 7 1 0 0,0 7 638 0 0,-13 95 2890 0 0,5-60-2067 0 0,3 0-1 0 0,2 79 1 0 0,8 16-1876 0 0,-5-50-3171 0 0,-1-77 2305 0 0</inkml:trace>
</inkml:ink>
</file>

<file path=ppt/ink/ink3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3.1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26 216 4145 0 0,'-3'-4'94'0'0,"1"1"1"0"0,-1-1-1 0 0,0 0 0 0 0,1 0 1 0 0,0 0-1 0 0,0 0 0 0 0,0 0 1 0 0,1-1-1 0 0,-1 1 1 0 0,1-1-1 0 0,0 1 0 0 0,0-1 1 0 0,1 1-1 0 0,0-1 0 0 0,-1 1 1 0 0,1-1-1 0 0,1 0 1 0 0,-1 1-1 0 0,1-1 0 0 0,-1 1 1 0 0,1-1-1 0 0,3-7 0 0 0,-1 6-4 0 0,-1 1 0 0 0,1 0 0 0 0,0 0 0 0 0,0 1 0 0 0,1-1 0 0 0,0 1 0 0 0,-1 0 0 0 0,1-1 0 0 0,1 2 0 0 0,-1-1 0 0 0,0 0 0 0 0,1 1 0 0 0,0 0 0 0 0,0 0 0 0 0,0 0 0 0 0,0 1-1 0 0,0 0 1 0 0,8-3 0 0 0,19-5 644 0 0,50-9 0 0 0,-74 17-644 0 0,1 1-1 0 0,-1 0 1 0 0,0 1-1 0 0,0 0 1 0 0,0 0 0 0 0,1 0-1 0 0,-1 1 1 0 0,0 0 0 0 0,0 1-1 0 0,0 0 1 0 0,0 0-1 0 0,9 5 1 0 0,-13-5-94 0 0,-1 0 0 0 0,0 0 0 0 0,0 0-1 0 0,0 1 1 0 0,0-1 0 0 0,0 1 0 0 0,-1 0 0 0 0,1 0 0 0 0,-1 0 0 0 0,1 0-1 0 0,-1 0 1 0 0,0 0 0 0 0,-1 1 0 0 0,1-1 0 0 0,1 6 0 0 0,0-2-34 0 0,-2 0 0 0 0,1 0 1 0 0,-1 1-1 0 0,0-1 0 0 0,-1 0 1 0 0,0 1-1 0 0,-1 12 0 0 0,0-7 21 0 0,-1 0-1 0 0,-1 0 1 0 0,0-1 0 0 0,-1 1-1 0 0,-1-1 1 0 0,1 0 0 0 0,-2-1-1 0 0,0 1 1 0 0,-7 10-1 0 0,2-6 136 0 0,-1-1-1 0 0,-1 0 0 0 0,0-1 0 0 0,-1 0 1 0 0,-1-2-1 0 0,0 1 0 0 0,0-2 0 0 0,-1 0 1 0 0,-1-1-1 0 0,0 0 0 0 0,-18 6 0 0 0,29-15 39 0 0,11-4-58 0 0,11-5 321 0 0,131-12 2519 0 0,-131 19-2652 0 0,0 1 0 0 0,1 0 0 0 0,-1 1 0 0 0,0 1 1 0 0,0 1-1 0 0,32 9 0 0 0,-39-8-464 0 0,-1 0 1 0 0,1 1-1 0 0,-1 0 1 0 0,0 1-1 0 0,14 11 1 0 0,10 8-3718 0 0</inkml:trace>
</inkml:ink>
</file>

<file path=ppt/ink/ink3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3.4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5065 0 0,'1'0'122'0'0,"1"-1"0"0"0,-1 1-1 0 0,1 0 1 0 0,0 0 0 0 0,-1 0 0 0 0,1 0 0 0 0,0 0-1 0 0,-1 0 1 0 0,1 1 0 0 0,-1-1 0 0 0,1 0-1 0 0,0 1 1 0 0,-1-1 0 0 0,1 1 0 0 0,-1 0 0 0 0,1-1-1 0 0,-1 1 1 0 0,2 1 0 0 0,-1 1 155 0 0,0-1 0 0 0,0 1 0 0 0,-1 0 0 0 0,1-1 1 0 0,-1 1-1 0 0,0 0 0 0 0,0 0 0 0 0,0 0 0 0 0,0 0 0 0 0,0 1 0 0 0,-1-1 1 0 0,1 0-1 0 0,-1 0 0 0 0,0 0 0 0 0,0 0 0 0 0,0 4 0 0 0,-9 61 2198 0 0,3-33-1387 0 0,-3 147 1739 0 0,8-60-5058 0 0,1-89-3664 0 0</inkml:trace>
</inkml:ink>
</file>

<file path=ppt/ink/ink3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8.4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45 11522 0 0,'-2'-2'387'0'0,"0"-1"0"0"0,0 0-1 0 0,0 0 1 0 0,0 0 0 0 0,0 0-1 0 0,1 0 1 0 0,0 0 0 0 0,-2-4-1 0 0,3 7-383 0 0,0-1 1 0 0,0 1-1 0 0,-1 0 0 0 0,1-1 0 0 0,0 1 1 0 0,0 0-1 0 0,0-1 0 0 0,0 1 0 0 0,0-1 1 0 0,0 1-1 0 0,-1 0 0 0 0,1-1 0 0 0,0 1 1 0 0,0-1-1 0 0,0 1 0 0 0,0 0 0 0 0,1-1 1 0 0,-1 1-1 0 0,0-1 0 0 0,0 1 0 0 0,0 0 1 0 0,0-1-1 0 0,0 1 0 0 0,0-1 0 0 0,1 1 1 0 0,-1 0-1 0 0,0-1 0 0 0,0 1 0 0 0,0 0 1 0 0,1-1-1 0 0,-1 1 0 0 0,0 0 0 0 0,1-1 1 0 0,-1 1-1 0 0,0 0 0 0 0,1 0 0 0 0,-1 0 1 0 0,0-1-1 0 0,1 1 0 0 0,-1 0 0 0 0,0 0 1 0 0,1 0-1 0 0,-1 0 0 0 0,1-1 0 0 0,-1 1 1 0 0,0 0-1 0 0,1 0 0 0 0,-1 0 0 0 0,1 0 1 0 0,-1 0-1 0 0,0 0 0 0 0,1 0 0 0 0,-1 0 1 0 0,1 0-1 0 0,-1 0 0 0 0,0 1 0 0 0,1-1 1 0 0,-1 0-1 0 0,1 0 0 0 0,-1 0 0 0 0,0 0 1 0 0,1 0-1 0 0,-1 1 0 0 0,0-1 0 0 0,1 0 1 0 0,-1 0-1 0 0,1 1 0 0 0,0 0-305 0 0,0 0-1 0 0,0 0 1 0 0,0 0-1 0 0,1 1 0 0 0,-1-1 1 0 0,0 0-1 0 0,-1 0 1 0 0,1 1-1 0 0,0-1 1 0 0,0 0-1 0 0,-1 1 0 0 0,1-1 1 0 0,0 1-1 0 0,-1-1 1 0 0,0 1-1 0 0,1-1 1 0 0,-1 1-1 0 0,0 0 1 0 0,0-1-1 0 0,0 1 0 0 0,0-1 1 0 0,0 1-1 0 0,0 1 1 0 0,0 8-3155 0 0</inkml:trace>
</inkml:ink>
</file>

<file path=ppt/ink/ink3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8.8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 10594 0 0,'0'-5'3392'0'0,"0"5"-3323"0"0,21-1-1196 0 0,-19 1 1038 0 0,0 0-1 0 0,0 0 1 0 0,0 0-1 0 0,0 0 1 0 0,0 1-1 0 0,0-1 1 0 0,0 0-1 0 0,0 1 0 0 0,0 0 1 0 0,0-1-1 0 0,0 1 1 0 0,0 0-1 0 0,0 0 1 0 0,-1 0-1 0 0,1 0 1 0 0,0 1-1 0 0,-1-1 1 0 0,1 0-1 0 0,-1 1 1 0 0,1-1-1 0 0,-1 1 1 0 0,2 1-1 0 0,-3 0 79 0 0</inkml:trace>
</inkml:ink>
</file>

<file path=ppt/ink/ink3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9.1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0 9218 0 0,'-4'2'290'0'0,"0"-1"0"0"0,0 1 0 0 0,1 0 1 0 0,-1 0-1 0 0,1 0 0 0 0,0 1 0 0 0,-1-1 0 0 0,1 1 0 0 0,0-1 0 0 0,-4 7 0 0 0,3-3-667 0 0,1 0 0 0 0,0 1 0 0 0,0-1-1 0 0,-4 14 1 0 0,4-10-977 0 0,-16 45 1183 0 0,12-39 159 0 0</inkml:trace>
  <inkml:trace contextRef="#ctx0" brushRef="#br0" timeOffset="1">39 584 10594 0 0,'-3'1'472'0'0,"-1"-1"96"0"0,3 2-455 0 0,-1-2-113 0 0,4 2 64 0 0,-2 0-64 0 0,0-1 0 0 0,0 1-385 0 0,-7 26-1303 0 0,1-18 1688 0 0</inkml:trace>
</inkml:ink>
</file>

<file path=ppt/ink/ink3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5.2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318 55 6449 0 0,'1'-18'1284'0'0,"0"16"-1081"0"0,-1-1 1 0 0,0 0 0 0 0,0 0-1 0 0,0 0 1 0 0,0 0 0 0 0,0 1-1 0 0,0-1 1 0 0,-1 0 0 0 0,0-3-1 0 0,1 5-163 0 0,-1 1-1 0 0,1-1 0 0 0,0 1 0 0 0,0 0 0 0 0,-1-1 0 0 0,1 1 1 0 0,0 0-1 0 0,-1 0 0 0 0,1-1 0 0 0,0 1 0 0 0,-1 0 1 0 0,1 0-1 0 0,0-1 0 0 0,-1 1 0 0 0,1 0 0 0 0,-1 0 0 0 0,1 0 1 0 0,0 0-1 0 0,-1 0 0 0 0,1 0 0 0 0,-1-1 0 0 0,1 1 0 0 0,0 0 1 0 0,-1 0-1 0 0,1 0 0 0 0,-1 1 0 0 0,-21 7 1274 0 0,9 2-809 0 0,-1 0 0 0 0,1 0 0 0 0,1 1 0 0 0,0 1-1 0 0,0 0 1 0 0,-17 26 0 0 0,-53 90 745 0 0,69-104-913 0 0,6-14-265 0 0,4-5-22 0 0,-1 0-1 0 0,1 1 1 0 0,0-1 0 0 0,1 1 0 0 0,-1-1 0 0 0,1 1 0 0 0,0 0-1 0 0,1 0 1 0 0,-1 0 0 0 0,0 7 0 0 0,3-13-60 0 0,-1 1 0 0 0,0-1 0 0 0,1 1 0 0 0,-1 0 0 0 0,0-1 0 0 0,1 1 0 0 0,-1-1 0 0 0,1 1 0 0 0,-1-1 0 0 0,1 0 0 0 0,-1 1 0 0 0,1-1 0 0 0,-1 0 0 0 0,1 1 0 0 0,-1-1 0 0 0,1 0 0 0 0,-1 1 0 0 0,1-1 0 0 0,0 0 0 0 0,-1 0 0 0 0,1 0 0 0 0,0 0 0 0 0,-1 1 0 0 0,1-1 0 0 0,-1 0 0 0 0,2 0 0 0 0,24 2-525 0 0,-16-1 329 0 0,13 3 174 0 0,0 0 1 0 0,-1 2-1 0 0,0 0 0 0 0,0 2 1 0 0,-1 1-1 0 0,0 0 1 0 0,0 1-1 0 0,-1 2 1 0 0,0 0-1 0 0,-1 1 1 0 0,-1 0-1 0 0,0 2 1 0 0,0 0-1 0 0,20 25 0 0 0,-36-38 40 0 0,-1 0-1 0 0,1 0 0 0 0,-1 1 1 0 0,0-1-1 0 0,0 0 0 0 0,0 0 1 0 0,0 1-1 0 0,0-1 0 0 0,0 1 1 0 0,-1-1-1 0 0,1 1 0 0 0,-1-1 1 0 0,1 1-1 0 0,-1-1 0 0 0,0 1 1 0 0,0 0-1 0 0,-1 2 0 0 0,0 1 54 0 0,0-1-1 0 0,0 0 0 0 0,-1 0 1 0 0,0 0-1 0 0,0 0 0 0 0,0 0 1 0 0,-1-1-1 0 0,-3 6 0 0 0,-1 0 99 0 0,-1 0-1 0 0,0 0 1 0 0,-1 0 0 0 0,0-1-1 0 0,-1 0 1 0 0,-12 9 0 0 0,-7-1 146 0 0,0-2 0 0 0,-1 0 0 0 0,-1-2 0 0 0,0-1 1 0 0,-34 8-1 0 0,-3 2-1831 0 0,3 3-3280 0 0</inkml:trace>
</inkml:ink>
</file>

<file path=ppt/ink/ink3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6.0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266 96 5529 0 0,'-4'-13'1117'0'0,"2"4"-562"0"0,-1 1-1 0 0,0-1 1 0 0,0 1 0 0 0,-1 0-1 0 0,0 0 1 0 0,-6-8-1 0 0,9 14-502 0 0,-1 1-1 0 0,1 0 1 0 0,0-1-1 0 0,-1 1 1 0 0,1 0-1 0 0,0 0 0 0 0,-1 0 1 0 0,1 0-1 0 0,-1 0 1 0 0,0 0-1 0 0,1 0 1 0 0,-1 1-1 0 0,0-1 0 0 0,1 1 1 0 0,-1-1-1 0 0,0 1 1 0 0,0 0-1 0 0,0-1 1 0 0,1 1-1 0 0,-1 0 0 0 0,0 0 1 0 0,0 0-1 0 0,0 1 1 0 0,1-1-1 0 0,-1 0 1 0 0,0 1-1 0 0,0-1 0 0 0,1 1 1 0 0,-1-1-1 0 0,0 1 1 0 0,1 0-1 0 0,-1 0 1 0 0,0 0-1 0 0,1 0 0 0 0,-1 0 1 0 0,1 0-1 0 0,-2 1 1 0 0,-5 5 243 0 0,-1 0 0 0 0,1 1 0 0 0,0 0 0 0 0,0 0 1 0 0,1 0-1 0 0,1 1 0 0 0,-1 0 0 0 0,-7 15 1 0 0,-36 84 1048 0 0,41-87-1243 0 0,2-4-52 0 0,1-1 0 0 0,0 1 0 0 0,2 1 1 0 0,0-1-1 0 0,1 1 0 0 0,0-1 0 0 0,2 1 0 0 0,0 0 0 0 0,1 0 0 0 0,3 28 1 0 0,-1-36-29 0 0,0-1 0 0 0,0 1 0 0 0,1 0 0 0 0,0-1 0 0 0,1 0 0 0 0,0 0 0 0 0,0 0 1 0 0,1 0-1 0 0,0-1 0 0 0,1 1 0 0 0,0-1 0 0 0,0-1 0 0 0,1 1 0 0 0,-1-1 0 0 0,2 0 1 0 0,-1-1-1 0 0,1 1 0 0 0,0-2 0 0 0,0 1 0 0 0,14 6 0 0 0,-16-9-2 0 0,0 0 1 0 0,0 0-1 0 0,1-1 1 0 0,-1 0-1 0 0,1 0 0 0 0,-1-1 1 0 0,1 0-1 0 0,-1 0 1 0 0,1-1-1 0 0,0 1 0 0 0,-1-1 1 0 0,1-1-1 0 0,0 1 1 0 0,8-3-1 0 0,-11 2 3 0 0,-1 0 0 0 0,1-1 0 0 0,-1 1 1 0 0,1-1-1 0 0,-1 0 0 0 0,0 0 0 0 0,0 0 0 0 0,0 0 0 0 0,0-1 0 0 0,0 1 0 0 0,0-1 0 0 0,-1 0 1 0 0,1 1-1 0 0,-1-1 0 0 0,0-1 0 0 0,1 1 0 0 0,-2 0 0 0 0,1 0 0 0 0,0-1 0 0 0,-1 1 1 0 0,1-1-1 0 0,-1 1 0 0 0,0-1 0 0 0,0 0 0 0 0,0 0 0 0 0,0-5 0 0 0,-1 2-33 0 0,1 0-1 0 0,-1 1 1 0 0,-1-1-1 0 0,1 1 1 0 0,-1-1-1 0 0,0 0 1 0 0,-1 1-1 0 0,1-1 1 0 0,-1 1 0 0 0,0 0-1 0 0,-1 0 1 0 0,0 0-1 0 0,0 0 1 0 0,0 0-1 0 0,-5-6 1 0 0,6 9-38 0 0,0 1 0 0 0,0-1 1 0 0,0 1-1 0 0,-1 0 0 0 0,1 0 1 0 0,0 0-1 0 0,-1 0 0 0 0,0 0 1 0 0,1 0-1 0 0,-1 1 1 0 0,0-1-1 0 0,0 1 0 0 0,0 0 1 0 0,0 0-1 0 0,0 0 0 0 0,0 0 1 0 0,0 0-1 0 0,0 1 0 0 0,0-1 1 0 0,0 1-1 0 0,-1 0 0 0 0,1 0 1 0 0,0 0-1 0 0,0 1 0 0 0,0-1 1 0 0,0 1-1 0 0,-1-1 0 0 0,1 1 1 0 0,0 0-1 0 0,0 0 1 0 0,0 1-1 0 0,1-1 0 0 0,-4 2 1 0 0,-14 9-945 0 0,0 0 0 0 0,1 1 0 0 0,0 1 0 0 0,1 0 1 0 0,1 2-1 0 0,-20 21 0 0 0,21-17-2700 0 0</inkml:trace>
</inkml:ink>
</file>

<file path=ppt/ink/ink3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6.8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37 100 5985 0 0,'-28'-3'1730'0'0,"20"0"502"0"0,18-2-1067 0 0,194-30 3217 0 0,-80 16-3531 0 0,-87 11-1166 0 0,52-19 0 0 0</inkml:trace>
</inkml:ink>
</file>

<file path=ppt/ink/ink3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9.2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419 61 6913 0 0,'-2'-23'1042'0'0,"2"20"-929"0"0,0 0 0 0 0,0-1 0 0 0,0 1 0 0 0,0 0 0 0 0,-1 0 0 0 0,0 0 0 0 0,1 0 0 0 0,-2-3 0 0 0,1 5-91 0 0,1 1 1 0 0,0-1-1 0 0,0 1 1 0 0,-1 0 0 0 0,1-1-1 0 0,0 1 1 0 0,-1-1 0 0 0,1 1-1 0 0,0 0 1 0 0,-1 0-1 0 0,1-1 1 0 0,-1 1 0 0 0,1 0-1 0 0,0 0 1 0 0,-1-1 0 0 0,1 1-1 0 0,-1 0 1 0 0,1 0 0 0 0,-1 0-1 0 0,1 0 1 0 0,-1 0-1 0 0,1 0 1 0 0,-1 0 0 0 0,-18 6 620 0 0,2 8 110 0 0,1-1-1 0 0,0 2 0 0 0,1 0 1 0 0,1 1-1 0 0,0 1 0 0 0,-19 31 1 0 0,10-17-423 0 0,2-3-66 0 0,-39 55 555 0 0,53-71-606 0 0,0 0 0 0 0,1 0 0 0 0,0 0 0 0 0,1 1 0 0 0,-5 15 0 0 0,10-26-218 0 0,0 0 1 0 0,0 1 0 0 0,0-1-1 0 0,0 0 1 0 0,0 0 0 0 0,0 0-1 0 0,1 0 1 0 0,-1 1-1 0 0,1-1 1 0 0,-1 0 0 0 0,1 0-1 0 0,0 0 1 0 0,0 0-1 0 0,0 0 1 0 0,0 0 0 0 0,0 0-1 0 0,0-1 1 0 0,1 1-1 0 0,-1 0 1 0 0,1 0 0 0 0,-1-1-1 0 0,1 1 1 0 0,-1-1 0 0 0,1 0-1 0 0,0 1 1 0 0,4 1-1 0 0,6 4-219 0 0,0 0 0 0 0,1-1 1 0 0,15 6-1 0 0,-11-5 192 0 0,-4-1 18 0 0,0 0 1 0 0,0 1-1 0 0,0 0 0 0 0,20 17 0 0 0,-31-22 35 0 0,1 0 0 0 0,0 0 0 0 0,-1 1 0 0 0,1 0 0 0 0,-1-1 0 0 0,0 1 0 0 0,0 0 0 0 0,0 0 0 0 0,0 0 0 0 0,-1 0 0 0 0,1 1 0 0 0,-1-1 0 0 0,0 0 0 0 0,0 1 0 0 0,0-1 0 0 0,0 0 1 0 0,0 1-1 0 0,-1-1 0 0 0,0 1 0 0 0,0-1 0 0 0,0 1 0 0 0,0 0 0 0 0,0-1 0 0 0,-1 1 0 0 0,0 3 0 0 0,-4 8 17 0 0,-1 0 1 0 0,0 0 0 0 0,-1 0-1 0 0,0-1 1 0 0,-1 0-1 0 0,-1 0 1 0 0,-1-1 0 0 0,1 0-1 0 0,-2-1 1 0 0,0 0-1 0 0,0-1 1 0 0,-1 0 0 0 0,-1-1-1 0 0,0 0 1 0 0,0-1 0 0 0,-1 0-1 0 0,-18 8 1 0 0,18-10-407 0 0,0-1 1 0 0,-1-1-1 0 0,0 0 1 0 0,-1-1-1 0 0,1 0 1 0 0,-22 1-1 0 0,28-3-818 0 0,2-1-207 0 0</inkml:trace>
</inkml:ink>
</file>

<file path=ppt/ink/ink3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9.8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311 0 11979 0 0,'2'3'121'0'0,"1"1"1"0"0,-1-1-1 0 0,0 1 1 0 0,0-1 0 0 0,0 1-1 0 0,0 0 1 0 0,-1-1 0 0 0,1 1-1 0 0,0 7 1 0 0,-1-2-189 0 0,0 0 0 0 0,-1 0 1 0 0,0 0-1 0 0,0 1 0 0 0,-1-1 1 0 0,0 0-1 0 0,-1 0 0 0 0,0 0 1 0 0,-1 0-1 0 0,1 0 0 0 0,-2 0 1 0 0,-4 10-1 0 0,-8 12-72 0 0,-35 53 1 0 0,44-73 445 0 0,-1-2 0 0 0,0 1 0 0 0,0-1 0 0 0,-1 0 0 0 0,0 0 1 0 0,-1-1-1 0 0,-11 7 0 0 0,17-12-312 0 0,0 0 0 0 0,0-1 0 0 0,-1 1 0 0 0,1-1 0 0 0,-1 0 0 0 0,1 0-1 0 0,-1-1 1 0 0,0 0 0 0 0,0 1 0 0 0,0-2 0 0 0,1 1 0 0 0,-1 0 0 0 0,0-1 0 0 0,0 0 0 0 0,0 0 0 0 0,0-1 0 0 0,0 1 0 0 0,0-1 0 0 0,0 0 0 0 0,-8-3 0 0 0,9 2-73 0 0,0-1-1 0 0,0 0 1 0 0,0 0 0 0 0,1 0 0 0 0,-1 0-1 0 0,1 0 1 0 0,0-1 0 0 0,0 0 0 0 0,0 1 0 0 0,1-1-1 0 0,-1 0 1 0 0,1 0 0 0 0,0-1 0 0 0,0 1-1 0 0,0 0 1 0 0,1-1 0 0 0,-1 1 0 0 0,1-1 0 0 0,0 1-1 0 0,0-1 1 0 0,1 0 0 0 0,0-7 0 0 0,-2-8-30 0 0,2-1 0 0 0,1 0 0 0 0,5-35 0 0 0,-5 51 111 0 0,0 0 0 0 0,0 0 1 0 0,1 1-1 0 0,-1-1 0 0 0,1 0 1 0 0,0 1-1 0 0,1 0 0 0 0,-1-1 0 0 0,1 1 1 0 0,0 0-1 0 0,0 0 0 0 0,0 0 1 0 0,0 0-1 0 0,0 1 0 0 0,1 0 1 0 0,0-1-1 0 0,0 1 0 0 0,0 0 1 0 0,0 1-1 0 0,0-1 0 0 0,1 1 1 0 0,-1 0-1 0 0,1 0 0 0 0,-1 0 1 0 0,1 0-1 0 0,0 1 0 0 0,0 0 1 0 0,0 0-1 0 0,0 0 0 0 0,-1 1 0 0 0,7 0 1 0 0,-4-1 48 0 0,0 1 1 0 0,-1 1 0 0 0,1-1-1 0 0,0 1 1 0 0,0 0-1 0 0,-1 1 1 0 0,1 0 0 0 0,-1 0-1 0 0,1 0 1 0 0,-1 1 0 0 0,0 0-1 0 0,0 0 1 0 0,0 0-1 0 0,0 1 1 0 0,-1 0 0 0 0,1 0-1 0 0,-1 0 1 0 0,0 1-1 0 0,0 0 1 0 0,-1 0 0 0 0,1 0-1 0 0,4 8 1 0 0,-2 1 90 0 0,-2 0 1 0 0,1 0-1 0 0,-2 0 1 0 0,0 1-1 0 0,-1 0 1 0 0,0-1 0 0 0,-1 1-1 0 0,-1 0 1 0 0,0 0-1 0 0,-1 0 1 0 0,0 0-1 0 0,-2 0 1 0 0,0 0-1 0 0,-5 21 1 0 0,-3 6-545 0 0,-2-2 0 0 0,-2 0 0 0 0,-36 73 0 0 0,45-106-736 0 0</inkml:trace>
</inkml:ink>
</file>

<file path=ppt/ink/ink3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0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0 103 9362 0 0,'5'-1'100'0'0,"-1"0"0"0"0,1-1 0 0 0,-1 1 0 0 0,0-1 0 0 0,0 0 0 0 0,1-1 0 0 0,-1 1 0 0 0,-1-1 0 0 0,7-4 0 0 0,7-5-68 0 0,-14 10-27 0 0,18-10-469 0 0,-1 0 0 0 0,2 2-1 0 0,-1 0 1 0 0,31-9 0 0 0,-45 17-2437 0 0</inkml:trace>
</inkml:ink>
</file>

<file path=ppt/ink/ink3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0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79 8754 0 0,'-11'11'2969'0'0,"42"-31"173"0"0,-18 11-4060 0 0,7 0 17 0 0,1 1 0 0 0,-1 1 0 0 0,1 0-1 0 0,0 2 1 0 0,1 1 0 0 0,-1 0 0 0 0,26 0 0 0 0,17-4 511 0 0,-43 3 379 0 0</inkml:trace>
</inkml:ink>
</file>

<file path=ppt/ink/ink3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2.4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1 8754 0 0,'-1'0'57'0'0,"1"0"1"0"0,-1 0-1 0 0,1 0 0 0 0,-1 0 1 0 0,0 0-1 0 0,1 0 0 0 0,-1 0 1 0 0,0 0-1 0 0,1 0 0 0 0,-1 1 1 0 0,1-1-1 0 0,-1 0 0 0 0,0 0 1 0 0,1 1-1 0 0,-1-1 1 0 0,1 0-1 0 0,-1 1 0 0 0,1-1 1 0 0,-1 1-1 0 0,1-1 0 0 0,-1 0 1 0 0,1 1-1 0 0,0-1 0 0 0,-1 1 1 0 0,1 0-1 0 0,-1-1 0 0 0,1 2 1 0 0,-13 14 200 0 0,7-4 156 0 0,-1 1-1 0 0,1 0 1 0 0,1 0-1 0 0,1 1 1 0 0,-1 0 0 0 0,-1 15-1 0 0,-10 86 1932 0 0,14-90-1864 0 0,0 1 0 0 0,2-1 0 0 0,2 1 0 0 0,0-1 0 0 0,9 40 0 0 0,-8-52-305 0 0,0 0-1 0 0,1 0 1 0 0,1 0 0 0 0,0 0-1 0 0,1 0 1 0 0,1-1 0 0 0,0 0 0 0 0,0-1-1 0 0,1 0 1 0 0,0 0 0 0 0,20 19-1 0 0,-26-28-213 0 0,0 0-1 0 0,0-1 1 0 0,0 1-1 0 0,1-1 1 0 0,-1 1-1 0 0,0-1 1 0 0,1 0-1 0 0,-1 0 1 0 0,1 0-1 0 0,-1-1 0 0 0,1 1 1 0 0,-1-1-1 0 0,1 1 1 0 0,0-1-1 0 0,-1 0 1 0 0,5 0-1 0 0,-4 0-213 0 0,-1 0-1 0 0,0-1 1 0 0,0 1-1 0 0,1-1 1 0 0,-1 0 0 0 0,0 0-1 0 0,0 0 1 0 0,0 0-1 0 0,0 0 1 0 0,0 0-1 0 0,0 0 1 0 0,2-2 0 0 0</inkml:trace>
</inkml:ink>
</file>

<file path=ppt/ink/ink3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2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23 2761 0 0,'-3'-20'8455'0'0,"3"19"-8126"0"0,10-1 751 0 0,-9 2-1184 0 0,3 7-1999 0 0,-3-4 1940 0 0,0 0-1 0 0,0 0 1 0 0,0-1 0 0 0,0 1 0 0 0,0 0 0 0 0,-1 0-1 0 0,1 0 1 0 0,-1 0 0 0 0,0 0 0 0 0,0 0 0 0 0,0 0-1 0 0,0 0 1 0 0,-1 0 0 0 0,0 5 0 0 0,-2-1 163 0 0</inkml:trace>
</inkml:ink>
</file>

<file path=ppt/ink/ink3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4.7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3 6913 0 0,'-6'-2'2311'0'0,"-3"8"1372"0"0,3 4-3111 0 0,0 0 0 0 0,1 1 0 0 0,0-1 1 0 0,1 1-1 0 0,0 0 0 0 0,1 0 0 0 0,0 1 1 0 0,1-1-1 0 0,-2 22 0 0 0,1 6-304 0 0,3 66-1 0 0,8-42-3296 0 0</inkml:trace>
</inkml:ink>
</file>

<file path=ppt/ink/ink3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5.1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12 139 2304 0 0,'5'35'-1080'0'0,"-12"11"1945"0"0,3-25 526 0 0,1 0 0 0 0,1 1 1 0 0,2 33-1 0 0,0-50-1214 0 0,0 0 1 0 0,1 0-1 0 0,0 0 0 0 0,0 0 1 0 0,0 0-1 0 0,1 0 0 0 0,-1-1 1 0 0,1 1-1 0 0,0 0 0 0 0,1-1 1 0 0,-1 0-1 0 0,1 1 1 0 0,0-1-1 0 0,0 0 0 0 0,0-1 1 0 0,0 1-1 0 0,1 0 0 0 0,0-1 1 0 0,-1 0-1 0 0,8 5 0 0 0,-8-7-165 0 0,1 1 0 0 0,-1-1 0 0 0,0 0 0 0 0,1 0 0 0 0,-1-1 0 0 0,1 1 0 0 0,-1-1 0 0 0,1 1 0 0 0,-1-1 0 0 0,1 0 0 0 0,0 0 0 0 0,-1-1 0 0 0,1 1 0 0 0,-1-1 0 0 0,1 0 0 0 0,-1 0 0 0 0,0 0 0 0 0,1 0 0 0 0,-1 0 0 0 0,0-1 0 0 0,0 0 0 0 0,0 0 0 0 0,0 1 0 0 0,4-5 0 0 0,7-4 80 0 0,-1 0 0 0 0,0-2-1 0 0,18-20 1 0 0,-14 14-215 0 0,-1-1 0 0 0,-1-1 1 0 0,-1 0-1 0 0,-1-1 0 0 0,-1-1 0 0 0,19-44 0 0 0,-29 60-2 0 0,-1-1 0 0 0,0 1 0 0 0,0 0 0 0 0,0-1 0 0 0,-1 0-1 0 0,0 1 1 0 0,0-1 0 0 0,-1 1 0 0 0,1-1 0 0 0,-2 1 0 0 0,1 0 0 0 0,-5-13 0 0 0,5 14 55 0 0,-1 0 0 0 0,0 0 0 0 0,-1 1 0 0 0,1-1 0 0 0,-1 1 0 0 0,0-1 0 0 0,0 1 0 0 0,0 0 0 0 0,-1 0 0 0 0,1 0 0 0 0,-1 1 0 0 0,0-1 1 0 0,0 1-1 0 0,-1 0 0 0 0,1 0 0 0 0,-8-3 0 0 0,0 2-322 0 0</inkml:trace>
</inkml:ink>
</file>

<file path=ppt/ink/ink3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5.5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9 14283 0 0,'-1'0'-21'0'0,"1"-1"0"0"0,0 1 0 0 0,-1-1 0 0 0,1 1 0 0 0,0-1 0 0 0,-1 1 0 0 0,1-1 0 0 0,-1 1 0 0 0,1-1 0 0 0,0 1 0 0 0,-1 0 0 0 0,1-1 0 0 0,-1 1 0 0 0,1 0 0 0 0,-1-1 0 0 0,0 1 0 0 0,1 0 0 0 0,-1 0 0 0 0,1 0-1 0 0,-1-1 1 0 0,1 1 0 0 0,-1 0 0 0 0,0 0 0 0 0,1 0 0 0 0,-1 0 0 0 0,0 0 0 0 0,1 15-1656 0 0,1 5 2098 0 0,-3 83 1429 0 0,2 74 336 0 0,2-145-1909 0 0,1-1 1 0 0,2 0-1 0 0,13 48 0 0 0,-11-48-179 0 0,-6-24-392 0 0,0 0-1 0 0,1 0 1 0 0,0-1 0 0 0,0 1 0 0 0,0 0-1 0 0,6 9 1 0 0</inkml:trace>
</inkml:ink>
</file>

<file path=ppt/ink/ink3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0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5 262 6913 0 0,'-2'-7'-203'0'0,"1"1"0"0"0,0-1-1 0 0,1 0 1 0 0,0 0 0 0 0,0 1-1 0 0,0-1 1 0 0,1 0 0 0 0,0 0-1 0 0,0 1 1 0 0,1-1-1 0 0,0 1 1 0 0,0-1 0 0 0,0 1-1 0 0,1-1 1 0 0,0 1 0 0 0,7-10-1 0 0,-3 4-114 0 0,0 0 1 0 0,2 1-1 0 0,-1 0 0 0 0,1 1 0 0 0,1 0 0 0 0,0 0 0 0 0,17-12 1 0 0,-20 17 770 0 0,1 0 0 0 0,0 0 1 0 0,0 0-1 0 0,1 1 0 0 0,-1 1 1 0 0,1 0-1 0 0,0 0 0 0 0,0 0 1 0 0,0 1-1 0 0,13-1 0 0 0,-18 2-317 0 0,0 1-1 0 0,-1 1 0 0 0,1-1 1 0 0,0 0-1 0 0,-1 1 0 0 0,1 0 0 0 0,-1 0 1 0 0,1 0-1 0 0,-1 0 0 0 0,1 0 1 0 0,-1 1-1 0 0,0 0 0 0 0,0 0 1 0 0,1-1-1 0 0,-1 2 0 0 0,0-1 1 0 0,-1 0-1 0 0,1 1 0 0 0,0-1 0 0 0,-1 1 1 0 0,0 0-1 0 0,1 0 0 0 0,-1 0 1 0 0,0 0-1 0 0,0 0 0 0 0,-1 0 1 0 0,1 0-1 0 0,-1 1 0 0 0,2 4 0 0 0,0 0-119 0 0,-1 1-1 0 0,0 0 0 0 0,0 0 0 0 0,-1 1 0 0 0,0-1 0 0 0,-1 0 1 0 0,0 0-1 0 0,0 0 0 0 0,-1 1 0 0 0,0-1 0 0 0,-1 0 0 0 0,0 0 1 0 0,0 0-1 0 0,-1 0 0 0 0,0-1 0 0 0,0 1 0 0 0,-7 11 0 0 0,-8 10 888 0 0,-1 0-1 0 0,-1-1 1 0 0,-27 30-1 0 0,39-49-384 0 0,6-8-443 0 0,0 0-1 0 0,1 0 0 0 0,-1 0 1 0 0,1 0-1 0 0,-1 0 0 0 0,1 0 1 0 0,0 1-1 0 0,0-1 0 0 0,0 0 1 0 0,0 1-1 0 0,0-1 0 0 0,1 0 1 0 0,-1 1-1 0 0,1-1 0 0 0,0 1 0 0 0,-1-1 1 0 0,1 1-1 0 0,0-1 0 0 0,0 1 1 0 0,1-1-1 0 0,-1 1 0 0 0,0-1 1 0 0,1 1-1 0 0,0-1 0 0 0,-1 1 1 0 0,1-1-1 0 0,0 0 0 0 0,3 5 1 0 0,-1-3 13 0 0,0 0 1 0 0,1 0-1 0 0,0 0 1 0 0,-1-1-1 0 0,1 1 1 0 0,1-1-1 0 0,-1 0 1 0 0,0 0-1 0 0,1-1 1 0 0,0 1-1 0 0,-1-1 0 0 0,1 0 1 0 0,6 2-1 0 0,2-1 29 0 0,0-1-1 0 0,0 0 1 0 0,1 0-1 0 0,-1-1 1 0 0,0-1-1 0 0,0 0 1 0 0,0-1-1 0 0,1-1 1 0 0,15-3-1 0 0,-5 1-1582 0 0,36-1-1 0 0,-46 5 532 0 0</inkml:trace>
</inkml:ink>
</file>

<file path=ppt/ink/ink3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3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3225 0 0,'10'28'7341'0'0,"0"1"-5110"0"0,-7-20-2289 0 0,0 1 0 0 0,-1-1 1 0 0,-1 1-1 0 0,1 0 0 0 0,-1 15 1 0 0,-17 164 1420 0 0,0 1 94 0 0,16-172-5134 0 0,0-2-1300 0 0</inkml:trace>
</inkml:ink>
</file>

<file path=ppt/ink/ink3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9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76 5529 0 0,'1'-4'-6'0'0,"0"1"1"0"0,1 0-1 0 0,0 0 0 0 0,0-1 1 0 0,0 1-1 0 0,0 0 0 0 0,0 1 1 0 0,0-1-1 0 0,6-5 0 0 0,13-17 4508 0 0,-23 34-2300 0 0,-9 20-564 0 0,10-26-1692 0 0,-6 16 231 0 0,1 1-1 0 0,1-1 1 0 0,1 1 0 0 0,1 0-1 0 0,0 0 1 0 0,1 37-1 0 0,2-47-131 0 0,1-1 0 0 0,-1 1 0 0 0,2-1 0 0 0,-1 1 0 0 0,1-1 0 0 0,1 0-1 0 0,0 0 1 0 0,0 0 0 0 0,1 0 0 0 0,0-1 0 0 0,0 1 0 0 0,1-1 0 0 0,0 0 0 0 0,1 0 0 0 0,0-1-1 0 0,8 9 1 0 0,-12-14-49 0 0,-1-1-1 0 0,1 1 1 0 0,0-1-1 0 0,-1 0 1 0 0,1 0-1 0 0,0 0 1 0 0,0 0-1 0 0,0 0 1 0 0,0 0-1 0 0,0 0 1 0 0,0-1-1 0 0,0 1 1 0 0,0-1-1 0 0,1 1 1 0 0,-1-1-1 0 0,0 0 1 0 0,0 0-1 0 0,0 0 1 0 0,0 0-1 0 0,1 0 1 0 0,1-1-1 0 0,0 0 51 0 0,0-1 0 0 0,0 1 0 0 0,0-1 0 0 0,0 0 0 0 0,0 0 0 0 0,-1 0 0 0 0,1-1 0 0 0,-1 1 0 0 0,0-1 0 0 0,5-4 0 0 0,-1-1 130 0 0,0 1 0 0 0,-1-1-1 0 0,0-1 1 0 0,0 1 0 0 0,-1-1 0 0 0,0 0-1 0 0,-1 0 1 0 0,6-15 0 0 0,-8 13-34 0 0,0 1 0 0 0,0-1 0 0 0,-1 0 0 0 0,-1 0 0 0 0,0 0 0 0 0,0 0 0 0 0,-1 0 0 0 0,0 1 0 0 0,-1-1 0 0 0,0 0 0 0 0,-1 1 0 0 0,0-1 0 0 0,-8-17 0 0 0,7 20-240 0 0,0 1 0 0 0,0-1 0 0 0,0 1 0 0 0,-1 0 0 0 0,0 0 0 0 0,-1 0 0 0 0,1 1 1 0 0,-1 0-1 0 0,0 0 0 0 0,-1 0 0 0 0,0 1 0 0 0,0 0 0 0 0,0 0 0 0 0,0 1 0 0 0,-1 0 0 0 0,1 0 1 0 0,-1 1-1 0 0,-9-3 0 0 0,-2 2-6392 0 0</inkml:trace>
</inkml:ink>
</file>

<file path=ppt/ink/ink3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3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3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3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3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3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3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3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3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3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3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3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3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3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3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3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3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3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3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3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3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3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3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3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3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3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3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3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3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3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3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3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3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3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3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3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3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3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3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3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3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3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3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3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3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3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3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3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3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3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3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3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3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3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3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3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3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3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3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3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3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3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3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3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3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3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3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3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3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3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3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3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3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3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3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3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3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3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3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3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3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3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3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3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3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3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3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3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3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3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3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3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3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3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3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3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3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3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3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3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3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3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3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3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3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3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3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3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3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3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3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3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3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3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3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3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3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3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3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3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3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3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3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3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3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3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3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3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3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3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3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3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3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3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3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3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3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3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3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3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3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3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3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3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3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3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3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3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3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3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3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3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3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3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3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3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3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3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3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3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3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3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3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3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3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3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3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3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3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3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3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3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3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3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3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3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3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3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3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3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3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3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3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3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3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3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3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3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3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3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3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3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3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3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3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3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3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3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3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3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3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3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3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3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3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3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3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3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3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3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3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3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3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3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3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3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3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3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3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3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3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3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3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3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4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4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4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4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4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4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4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4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4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4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4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4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4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4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4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4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4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4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4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4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4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4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4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4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4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4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4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4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4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4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4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4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4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4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4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4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4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4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4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4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4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4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4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4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4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4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4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4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4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4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4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4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4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4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4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4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4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4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4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4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4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4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4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4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4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4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4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4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4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4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4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4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4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4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4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4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4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4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4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4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4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4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4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4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4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4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4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4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4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4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4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4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4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4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4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4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4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4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4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4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4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4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4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4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4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4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4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4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4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4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4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4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4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4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4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4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4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4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4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4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4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4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4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4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4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4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4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4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4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4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4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4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4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4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4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4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4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4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4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4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4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4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4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4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4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4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4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4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4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4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4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4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4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4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4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4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4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4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4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4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4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4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4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4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4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4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4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4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4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4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4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4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4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4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4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4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4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4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4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4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4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4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4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4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4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4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4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4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4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4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4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4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4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4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4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4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4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4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4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4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4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4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4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4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4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4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4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4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4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4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4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4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4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4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4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4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4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4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4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4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4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4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4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4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4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4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4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4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4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4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4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4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4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4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4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4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4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4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4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4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4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4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4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4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4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4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4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4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4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4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4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4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4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4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4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4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4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4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4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4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4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4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4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4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4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4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4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4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4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4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4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4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4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4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4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4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63" Type="http://schemas.openxmlformats.org/officeDocument/2006/relationships/image" Target="../media/image32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80.png"/><Relationship Id="rId170" Type="http://schemas.openxmlformats.org/officeDocument/2006/relationships/customXml" Target="../ink/ink85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26" Type="http://schemas.openxmlformats.org/officeDocument/2006/relationships/customXml" Target="../ink/ink113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53" Type="http://schemas.openxmlformats.org/officeDocument/2006/relationships/image" Target="../media/image27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181" Type="http://schemas.openxmlformats.org/officeDocument/2006/relationships/image" Target="../media/image91.png"/><Relationship Id="rId216" Type="http://schemas.openxmlformats.org/officeDocument/2006/relationships/customXml" Target="../ink/ink108.xml"/><Relationship Id="rId237" Type="http://schemas.openxmlformats.org/officeDocument/2006/relationships/image" Target="../media/image119.png"/><Relationship Id="rId22" Type="http://schemas.openxmlformats.org/officeDocument/2006/relationships/customXml" Target="../ink/ink11.xml"/><Relationship Id="rId43" Type="http://schemas.openxmlformats.org/officeDocument/2006/relationships/image" Target="../media/image22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0.png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171" Type="http://schemas.openxmlformats.org/officeDocument/2006/relationships/image" Target="../media/image86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4.png"/><Relationship Id="rId12" Type="http://schemas.openxmlformats.org/officeDocument/2006/relationships/customXml" Target="../ink/ink6.xml"/><Relationship Id="rId33" Type="http://schemas.openxmlformats.org/officeDocument/2006/relationships/image" Target="../media/image17.png"/><Relationship Id="rId108" Type="http://schemas.openxmlformats.org/officeDocument/2006/relationships/customXml" Target="../ink/ink54.xml"/><Relationship Id="rId129" Type="http://schemas.openxmlformats.org/officeDocument/2006/relationships/image" Target="../media/image65.png"/><Relationship Id="rId54" Type="http://schemas.openxmlformats.org/officeDocument/2006/relationships/customXml" Target="../ink/ink27.xml"/><Relationship Id="rId75" Type="http://schemas.openxmlformats.org/officeDocument/2006/relationships/image" Target="../media/image38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1.png"/><Relationship Id="rId182" Type="http://schemas.openxmlformats.org/officeDocument/2006/relationships/customXml" Target="../ink/ink91.xml"/><Relationship Id="rId217" Type="http://schemas.openxmlformats.org/officeDocument/2006/relationships/image" Target="../media/image109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44" Type="http://schemas.openxmlformats.org/officeDocument/2006/relationships/customXml" Target="../ink/ink22.xml"/><Relationship Id="rId65" Type="http://schemas.openxmlformats.org/officeDocument/2006/relationships/image" Target="../media/image33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6.png"/><Relationship Id="rId172" Type="http://schemas.openxmlformats.org/officeDocument/2006/relationships/customXml" Target="../ink/ink86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28" Type="http://schemas.openxmlformats.org/officeDocument/2006/relationships/customXml" Target="../ink/ink114.xml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34" Type="http://schemas.openxmlformats.org/officeDocument/2006/relationships/customXml" Target="../ink/ink17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141" Type="http://schemas.openxmlformats.org/officeDocument/2006/relationships/image" Target="../media/image71.png"/><Relationship Id="rId7" Type="http://schemas.openxmlformats.org/officeDocument/2006/relationships/image" Target="../media/image4.png"/><Relationship Id="rId162" Type="http://schemas.openxmlformats.org/officeDocument/2006/relationships/customXml" Target="../ink/ink81.xml"/><Relationship Id="rId183" Type="http://schemas.openxmlformats.org/officeDocument/2006/relationships/image" Target="../media/image92.png"/><Relationship Id="rId218" Type="http://schemas.openxmlformats.org/officeDocument/2006/relationships/customXml" Target="../ink/ink109.xml"/><Relationship Id="rId239" Type="http://schemas.openxmlformats.org/officeDocument/2006/relationships/image" Target="../media/image120.png"/><Relationship Id="rId24" Type="http://schemas.openxmlformats.org/officeDocument/2006/relationships/customXml" Target="../ink/ink12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31" Type="http://schemas.openxmlformats.org/officeDocument/2006/relationships/image" Target="../media/image66.png"/><Relationship Id="rId152" Type="http://schemas.openxmlformats.org/officeDocument/2006/relationships/customXml" Target="../ink/ink76.xml"/><Relationship Id="rId173" Type="http://schemas.openxmlformats.org/officeDocument/2006/relationships/image" Target="../media/image87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5.png"/><Relationship Id="rId240" Type="http://schemas.openxmlformats.org/officeDocument/2006/relationships/customXml" Target="../ink/ink120.xml"/><Relationship Id="rId14" Type="http://schemas.openxmlformats.org/officeDocument/2006/relationships/customXml" Target="../ink/ink7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163" Type="http://schemas.openxmlformats.org/officeDocument/2006/relationships/image" Target="../media/image82.png"/><Relationship Id="rId184" Type="http://schemas.openxmlformats.org/officeDocument/2006/relationships/customXml" Target="../ink/ink92.xml"/><Relationship Id="rId219" Type="http://schemas.openxmlformats.org/officeDocument/2006/relationships/image" Target="../media/image110.png"/><Relationship Id="rId230" Type="http://schemas.openxmlformats.org/officeDocument/2006/relationships/customXml" Target="../ink/ink115.xml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74" Type="http://schemas.openxmlformats.org/officeDocument/2006/relationships/customXml" Target="../ink/ink87.xml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220" Type="http://schemas.openxmlformats.org/officeDocument/2006/relationships/customXml" Target="../ink/ink110.xml"/><Relationship Id="rId241" Type="http://schemas.openxmlformats.org/officeDocument/2006/relationships/image" Target="../media/image121.png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5.png"/><Relationship Id="rId185" Type="http://schemas.openxmlformats.org/officeDocument/2006/relationships/image" Target="../media/image93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08.png"/><Relationship Id="rId236" Type="http://schemas.openxmlformats.org/officeDocument/2006/relationships/customXml" Target="../ink/ink118.xml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75" Type="http://schemas.openxmlformats.org/officeDocument/2006/relationships/image" Target="../media/image88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3.png"/><Relationship Id="rId186" Type="http://schemas.openxmlformats.org/officeDocument/2006/relationships/customXml" Target="../ink/ink93.xml"/><Relationship Id="rId211" Type="http://schemas.openxmlformats.org/officeDocument/2006/relationships/image" Target="../media/image106.png"/><Relationship Id="rId232" Type="http://schemas.openxmlformats.org/officeDocument/2006/relationships/customXml" Target="../ink/ink116.xml"/><Relationship Id="rId27" Type="http://schemas.openxmlformats.org/officeDocument/2006/relationships/image" Target="../media/image14.png"/><Relationship Id="rId48" Type="http://schemas.openxmlformats.org/officeDocument/2006/relationships/customXml" Target="../ink/ink24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8.png"/><Relationship Id="rId176" Type="http://schemas.openxmlformats.org/officeDocument/2006/relationships/customXml" Target="../ink/ink88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1.xml"/><Relationship Id="rId17" Type="http://schemas.openxmlformats.org/officeDocument/2006/relationships/image" Target="../media/image9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66" Type="http://schemas.openxmlformats.org/officeDocument/2006/relationships/customXml" Target="../ink/ink83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7.png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customXml" Target="../ink/ink78.xml"/><Relationship Id="rId177" Type="http://schemas.openxmlformats.org/officeDocument/2006/relationships/image" Target="../media/image89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2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3.png"/><Relationship Id="rId146" Type="http://schemas.openxmlformats.org/officeDocument/2006/relationships/customXml" Target="../ink/ink73.xml"/><Relationship Id="rId167" Type="http://schemas.openxmlformats.org/officeDocument/2006/relationships/image" Target="../media/image84.png"/><Relationship Id="rId188" Type="http://schemas.openxmlformats.org/officeDocument/2006/relationships/customXml" Target="../ink/ink94.xml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40" Type="http://schemas.openxmlformats.org/officeDocument/2006/relationships/customXml" Target="../ink/ink20.xml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image" Target="../media/image79.png"/><Relationship Id="rId178" Type="http://schemas.openxmlformats.org/officeDocument/2006/relationships/customXml" Target="../ink/ink89.xml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30" Type="http://schemas.openxmlformats.org/officeDocument/2006/relationships/customXml" Target="../ink/ink15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168" Type="http://schemas.openxmlformats.org/officeDocument/2006/relationships/customXml" Target="../ink/ink8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" Type="http://schemas.openxmlformats.org/officeDocument/2006/relationships/image" Target="../media/image2.png"/><Relationship Id="rId214" Type="http://schemas.openxmlformats.org/officeDocument/2006/relationships/customXml" Target="../ink/ink107.xml"/><Relationship Id="rId235" Type="http://schemas.openxmlformats.org/officeDocument/2006/relationships/image" Target="../media/image118.png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3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3.xml"/><Relationship Id="rId21" Type="http://schemas.openxmlformats.org/officeDocument/2006/relationships/image" Target="../media/image131.png"/><Relationship Id="rId42" Type="http://schemas.openxmlformats.org/officeDocument/2006/relationships/customXml" Target="../ink/ink141.xml"/><Relationship Id="rId47" Type="http://schemas.openxmlformats.org/officeDocument/2006/relationships/image" Target="../media/image144.png"/><Relationship Id="rId63" Type="http://schemas.openxmlformats.org/officeDocument/2006/relationships/image" Target="../media/image152.png"/><Relationship Id="rId68" Type="http://schemas.openxmlformats.org/officeDocument/2006/relationships/customXml" Target="../ink/ink154.xml"/><Relationship Id="rId2" Type="http://schemas.openxmlformats.org/officeDocument/2006/relationships/customXml" Target="../ink/ink121.xml"/><Relationship Id="rId16" Type="http://schemas.openxmlformats.org/officeDocument/2006/relationships/customXml" Target="../ink/ink128.xml"/><Relationship Id="rId29" Type="http://schemas.openxmlformats.org/officeDocument/2006/relationships/image" Target="../media/image135.png"/><Relationship Id="rId11" Type="http://schemas.openxmlformats.org/officeDocument/2006/relationships/image" Target="../media/image126.png"/><Relationship Id="rId24" Type="http://schemas.openxmlformats.org/officeDocument/2006/relationships/customXml" Target="../ink/ink132.xml"/><Relationship Id="rId32" Type="http://schemas.openxmlformats.org/officeDocument/2006/relationships/customXml" Target="../ink/ink136.xml"/><Relationship Id="rId37" Type="http://schemas.openxmlformats.org/officeDocument/2006/relationships/image" Target="../media/image139.png"/><Relationship Id="rId40" Type="http://schemas.openxmlformats.org/officeDocument/2006/relationships/customXml" Target="../ink/ink140.xml"/><Relationship Id="rId45" Type="http://schemas.openxmlformats.org/officeDocument/2006/relationships/image" Target="../media/image143.png"/><Relationship Id="rId53" Type="http://schemas.openxmlformats.org/officeDocument/2006/relationships/image" Target="../media/image147.png"/><Relationship Id="rId58" Type="http://schemas.openxmlformats.org/officeDocument/2006/relationships/customXml" Target="../ink/ink149.xml"/><Relationship Id="rId66" Type="http://schemas.openxmlformats.org/officeDocument/2006/relationships/customXml" Target="../ink/ink153.xml"/><Relationship Id="rId74" Type="http://schemas.openxmlformats.org/officeDocument/2006/relationships/customXml" Target="../ink/ink157.xml"/><Relationship Id="rId5" Type="http://schemas.openxmlformats.org/officeDocument/2006/relationships/image" Target="../media/image123.png"/><Relationship Id="rId61" Type="http://schemas.openxmlformats.org/officeDocument/2006/relationships/image" Target="../media/image151.png"/><Relationship Id="rId19" Type="http://schemas.openxmlformats.org/officeDocument/2006/relationships/image" Target="../media/image130.png"/><Relationship Id="rId14" Type="http://schemas.openxmlformats.org/officeDocument/2006/relationships/customXml" Target="../ink/ink127.xml"/><Relationship Id="rId22" Type="http://schemas.openxmlformats.org/officeDocument/2006/relationships/customXml" Target="../ink/ink131.xml"/><Relationship Id="rId27" Type="http://schemas.openxmlformats.org/officeDocument/2006/relationships/image" Target="../media/image134.png"/><Relationship Id="rId30" Type="http://schemas.openxmlformats.org/officeDocument/2006/relationships/customXml" Target="../ink/ink135.xml"/><Relationship Id="rId35" Type="http://schemas.openxmlformats.org/officeDocument/2006/relationships/image" Target="../media/image138.png"/><Relationship Id="rId43" Type="http://schemas.openxmlformats.org/officeDocument/2006/relationships/image" Target="../media/image142.png"/><Relationship Id="rId48" Type="http://schemas.openxmlformats.org/officeDocument/2006/relationships/customXml" Target="../ink/ink144.xml"/><Relationship Id="rId56" Type="http://schemas.openxmlformats.org/officeDocument/2006/relationships/customXml" Target="../ink/ink148.xml"/><Relationship Id="rId64" Type="http://schemas.openxmlformats.org/officeDocument/2006/relationships/customXml" Target="../ink/ink152.xml"/><Relationship Id="rId69" Type="http://schemas.openxmlformats.org/officeDocument/2006/relationships/image" Target="../media/image155.png"/><Relationship Id="rId8" Type="http://schemas.openxmlformats.org/officeDocument/2006/relationships/customXml" Target="../ink/ink124.xml"/><Relationship Id="rId51" Type="http://schemas.openxmlformats.org/officeDocument/2006/relationships/image" Target="../media/image146.png"/><Relationship Id="rId72" Type="http://schemas.openxmlformats.org/officeDocument/2006/relationships/customXml" Target="../ink/ink156.xml"/><Relationship Id="rId3" Type="http://schemas.openxmlformats.org/officeDocument/2006/relationships/image" Target="../media/image122.png"/><Relationship Id="rId12" Type="http://schemas.openxmlformats.org/officeDocument/2006/relationships/customXml" Target="../ink/ink126.xml"/><Relationship Id="rId17" Type="http://schemas.openxmlformats.org/officeDocument/2006/relationships/image" Target="../media/image129.png"/><Relationship Id="rId25" Type="http://schemas.openxmlformats.org/officeDocument/2006/relationships/image" Target="../media/image133.png"/><Relationship Id="rId33" Type="http://schemas.openxmlformats.org/officeDocument/2006/relationships/image" Target="../media/image137.png"/><Relationship Id="rId38" Type="http://schemas.openxmlformats.org/officeDocument/2006/relationships/customXml" Target="../ink/ink139.xml"/><Relationship Id="rId46" Type="http://schemas.openxmlformats.org/officeDocument/2006/relationships/customXml" Target="../ink/ink143.xml"/><Relationship Id="rId59" Type="http://schemas.openxmlformats.org/officeDocument/2006/relationships/image" Target="../media/image150.png"/><Relationship Id="rId67" Type="http://schemas.openxmlformats.org/officeDocument/2006/relationships/image" Target="../media/image154.png"/><Relationship Id="rId20" Type="http://schemas.openxmlformats.org/officeDocument/2006/relationships/customXml" Target="../ink/ink130.xml"/><Relationship Id="rId41" Type="http://schemas.openxmlformats.org/officeDocument/2006/relationships/image" Target="../media/image141.png"/><Relationship Id="rId54" Type="http://schemas.openxmlformats.org/officeDocument/2006/relationships/customXml" Target="../ink/ink147.xml"/><Relationship Id="rId62" Type="http://schemas.openxmlformats.org/officeDocument/2006/relationships/customXml" Target="../ink/ink151.xml"/><Relationship Id="rId70" Type="http://schemas.openxmlformats.org/officeDocument/2006/relationships/customXml" Target="../ink/ink155.xml"/><Relationship Id="rId75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3.xml"/><Relationship Id="rId15" Type="http://schemas.openxmlformats.org/officeDocument/2006/relationships/image" Target="../media/image128.png"/><Relationship Id="rId23" Type="http://schemas.openxmlformats.org/officeDocument/2006/relationships/image" Target="../media/image132.png"/><Relationship Id="rId28" Type="http://schemas.openxmlformats.org/officeDocument/2006/relationships/customXml" Target="../ink/ink134.xml"/><Relationship Id="rId36" Type="http://schemas.openxmlformats.org/officeDocument/2006/relationships/customXml" Target="../ink/ink138.xml"/><Relationship Id="rId49" Type="http://schemas.openxmlformats.org/officeDocument/2006/relationships/image" Target="../media/image145.png"/><Relationship Id="rId57" Type="http://schemas.openxmlformats.org/officeDocument/2006/relationships/image" Target="../media/image149.png"/><Relationship Id="rId10" Type="http://schemas.openxmlformats.org/officeDocument/2006/relationships/customXml" Target="../ink/ink125.xml"/><Relationship Id="rId31" Type="http://schemas.openxmlformats.org/officeDocument/2006/relationships/image" Target="../media/image136.png"/><Relationship Id="rId44" Type="http://schemas.openxmlformats.org/officeDocument/2006/relationships/customXml" Target="../ink/ink142.xml"/><Relationship Id="rId52" Type="http://schemas.openxmlformats.org/officeDocument/2006/relationships/customXml" Target="../ink/ink146.xml"/><Relationship Id="rId60" Type="http://schemas.openxmlformats.org/officeDocument/2006/relationships/customXml" Target="../ink/ink150.xml"/><Relationship Id="rId65" Type="http://schemas.openxmlformats.org/officeDocument/2006/relationships/image" Target="../media/image153.png"/><Relationship Id="rId73" Type="http://schemas.openxmlformats.org/officeDocument/2006/relationships/image" Target="../media/image157.png"/><Relationship Id="rId4" Type="http://schemas.openxmlformats.org/officeDocument/2006/relationships/customXml" Target="../ink/ink122.xml"/><Relationship Id="rId9" Type="http://schemas.openxmlformats.org/officeDocument/2006/relationships/image" Target="../media/image125.png"/><Relationship Id="rId13" Type="http://schemas.openxmlformats.org/officeDocument/2006/relationships/image" Target="../media/image127.png"/><Relationship Id="rId18" Type="http://schemas.openxmlformats.org/officeDocument/2006/relationships/customXml" Target="../ink/ink129.xml"/><Relationship Id="rId39" Type="http://schemas.openxmlformats.org/officeDocument/2006/relationships/image" Target="../media/image140.png"/><Relationship Id="rId34" Type="http://schemas.openxmlformats.org/officeDocument/2006/relationships/customXml" Target="../ink/ink137.xml"/><Relationship Id="rId50" Type="http://schemas.openxmlformats.org/officeDocument/2006/relationships/customXml" Target="../ink/ink145.xml"/><Relationship Id="rId55" Type="http://schemas.openxmlformats.org/officeDocument/2006/relationships/image" Target="../media/image148.png"/><Relationship Id="rId7" Type="http://schemas.openxmlformats.org/officeDocument/2006/relationships/image" Target="../media/image124.png"/><Relationship Id="rId71" Type="http://schemas.openxmlformats.org/officeDocument/2006/relationships/image" Target="../media/image156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11.png"/><Relationship Id="rId21" Type="http://schemas.openxmlformats.org/officeDocument/2006/relationships/image" Target="../media/image4712.png"/><Relationship Id="rId42" Type="http://schemas.openxmlformats.org/officeDocument/2006/relationships/customXml" Target="../ink/ink178.xml"/><Relationship Id="rId63" Type="http://schemas.openxmlformats.org/officeDocument/2006/relationships/image" Target="../media/image6611.png"/><Relationship Id="rId84" Type="http://schemas.openxmlformats.org/officeDocument/2006/relationships/customXml" Target="../ink/ink199.xml"/><Relationship Id="rId138" Type="http://schemas.openxmlformats.org/officeDocument/2006/relationships/customXml" Target="../ink/ink226.xml"/><Relationship Id="rId159" Type="http://schemas.openxmlformats.org/officeDocument/2006/relationships/image" Target="../media/image11411.png"/><Relationship Id="rId107" Type="http://schemas.openxmlformats.org/officeDocument/2006/relationships/image" Target="../media/image8811.png"/><Relationship Id="rId11" Type="http://schemas.openxmlformats.org/officeDocument/2006/relationships/image" Target="../media/image6.png"/><Relationship Id="rId32" Type="http://schemas.openxmlformats.org/officeDocument/2006/relationships/customXml" Target="../ink/ink173.xml"/><Relationship Id="rId53" Type="http://schemas.openxmlformats.org/officeDocument/2006/relationships/image" Target="../media/image6111.png"/><Relationship Id="rId74" Type="http://schemas.openxmlformats.org/officeDocument/2006/relationships/customXml" Target="../ink/ink194.xml"/><Relationship Id="rId128" Type="http://schemas.openxmlformats.org/officeDocument/2006/relationships/customXml" Target="../ink/ink221.xml"/><Relationship Id="rId149" Type="http://schemas.openxmlformats.org/officeDocument/2006/relationships/image" Target="../media/image10911.png"/><Relationship Id="rId5" Type="http://schemas.openxmlformats.org/officeDocument/2006/relationships/image" Target="../media/image4012.png"/><Relationship Id="rId95" Type="http://schemas.openxmlformats.org/officeDocument/2006/relationships/image" Target="../media/image8211.png"/><Relationship Id="rId160" Type="http://schemas.openxmlformats.org/officeDocument/2006/relationships/customXml" Target="../ink/ink237.xml"/><Relationship Id="rId22" Type="http://schemas.openxmlformats.org/officeDocument/2006/relationships/customXml" Target="../ink/ink168.xml"/><Relationship Id="rId43" Type="http://schemas.openxmlformats.org/officeDocument/2006/relationships/image" Target="../media/image5712.png"/><Relationship Id="rId64" Type="http://schemas.openxmlformats.org/officeDocument/2006/relationships/customXml" Target="../ink/ink189.xml"/><Relationship Id="rId118" Type="http://schemas.openxmlformats.org/officeDocument/2006/relationships/customXml" Target="../ink/ink216.xml"/><Relationship Id="rId139" Type="http://schemas.openxmlformats.org/officeDocument/2006/relationships/image" Target="../media/image10411.png"/><Relationship Id="rId85" Type="http://schemas.openxmlformats.org/officeDocument/2006/relationships/image" Target="../media/image7711.png"/><Relationship Id="rId150" Type="http://schemas.openxmlformats.org/officeDocument/2006/relationships/customXml" Target="../ink/ink232.xml"/><Relationship Id="rId12" Type="http://schemas.openxmlformats.org/officeDocument/2006/relationships/customXml" Target="../ink/ink163.xml"/><Relationship Id="rId17" Type="http://schemas.openxmlformats.org/officeDocument/2006/relationships/image" Target="../media/image4512.png"/><Relationship Id="rId33" Type="http://schemas.openxmlformats.org/officeDocument/2006/relationships/image" Target="../media/image5212.png"/><Relationship Id="rId38" Type="http://schemas.openxmlformats.org/officeDocument/2006/relationships/customXml" Target="../ink/ink176.xml"/><Relationship Id="rId59" Type="http://schemas.openxmlformats.org/officeDocument/2006/relationships/image" Target="../media/image6411.png"/><Relationship Id="rId103" Type="http://schemas.openxmlformats.org/officeDocument/2006/relationships/image" Target="../media/image8611.png"/><Relationship Id="rId108" Type="http://schemas.openxmlformats.org/officeDocument/2006/relationships/customXml" Target="../ink/ink211.xml"/><Relationship Id="rId124" Type="http://schemas.openxmlformats.org/officeDocument/2006/relationships/customXml" Target="../ink/ink219.xml"/><Relationship Id="rId129" Type="http://schemas.openxmlformats.org/officeDocument/2006/relationships/image" Target="../media/image9911.png"/><Relationship Id="rId54" Type="http://schemas.openxmlformats.org/officeDocument/2006/relationships/customXml" Target="../ink/ink184.xml"/><Relationship Id="rId70" Type="http://schemas.openxmlformats.org/officeDocument/2006/relationships/customXml" Target="../ink/ink192.xml"/><Relationship Id="rId75" Type="http://schemas.openxmlformats.org/officeDocument/2006/relationships/image" Target="../media/image7211.png"/><Relationship Id="rId91" Type="http://schemas.openxmlformats.org/officeDocument/2006/relationships/image" Target="../media/image8011.png"/><Relationship Id="rId96" Type="http://schemas.openxmlformats.org/officeDocument/2006/relationships/customXml" Target="../ink/ink205.xml"/><Relationship Id="rId140" Type="http://schemas.openxmlformats.org/officeDocument/2006/relationships/customXml" Target="../ink/ink227.xml"/><Relationship Id="rId145" Type="http://schemas.openxmlformats.org/officeDocument/2006/relationships/image" Target="../media/image10711.png"/><Relationship Id="rId161" Type="http://schemas.openxmlformats.org/officeDocument/2006/relationships/image" Target="../media/image115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0.xml"/><Relationship Id="rId23" Type="http://schemas.openxmlformats.org/officeDocument/2006/relationships/image" Target="../media/image4812.png"/><Relationship Id="rId28" Type="http://schemas.openxmlformats.org/officeDocument/2006/relationships/customXml" Target="../ink/ink171.xml"/><Relationship Id="rId49" Type="http://schemas.openxmlformats.org/officeDocument/2006/relationships/image" Target="../media/image6011.png"/><Relationship Id="rId114" Type="http://schemas.openxmlformats.org/officeDocument/2006/relationships/customXml" Target="../ink/ink214.xml"/><Relationship Id="rId119" Type="http://schemas.openxmlformats.org/officeDocument/2006/relationships/image" Target="../media/image9411.png"/><Relationship Id="rId44" Type="http://schemas.openxmlformats.org/officeDocument/2006/relationships/customXml" Target="../ink/ink179.xml"/><Relationship Id="rId60" Type="http://schemas.openxmlformats.org/officeDocument/2006/relationships/customXml" Target="../ink/ink187.xml"/><Relationship Id="rId65" Type="http://schemas.openxmlformats.org/officeDocument/2006/relationships/image" Target="../media/image6711.png"/><Relationship Id="rId81" Type="http://schemas.openxmlformats.org/officeDocument/2006/relationships/image" Target="../media/image7511.png"/><Relationship Id="rId86" Type="http://schemas.openxmlformats.org/officeDocument/2006/relationships/customXml" Target="../ink/ink200.xml"/><Relationship Id="rId130" Type="http://schemas.openxmlformats.org/officeDocument/2006/relationships/customXml" Target="../ink/ink222.xml"/><Relationship Id="rId135" Type="http://schemas.openxmlformats.org/officeDocument/2006/relationships/image" Target="../media/image10211.png"/><Relationship Id="rId151" Type="http://schemas.openxmlformats.org/officeDocument/2006/relationships/image" Target="../media/image11011.png"/><Relationship Id="rId156" Type="http://schemas.openxmlformats.org/officeDocument/2006/relationships/customXml" Target="../ink/ink235.xml"/><Relationship Id="rId13" Type="http://schemas.openxmlformats.org/officeDocument/2006/relationships/image" Target="../media/image4312.png"/><Relationship Id="rId18" Type="http://schemas.openxmlformats.org/officeDocument/2006/relationships/customXml" Target="../ink/ink166.xml"/><Relationship Id="rId39" Type="http://schemas.openxmlformats.org/officeDocument/2006/relationships/image" Target="../media/image5512.png"/><Relationship Id="rId109" Type="http://schemas.openxmlformats.org/officeDocument/2006/relationships/image" Target="../media/image8911.png"/><Relationship Id="rId34" Type="http://schemas.openxmlformats.org/officeDocument/2006/relationships/customXml" Target="../ink/ink174.xml"/><Relationship Id="rId50" Type="http://schemas.openxmlformats.org/officeDocument/2006/relationships/customXml" Target="../ink/ink182.xml"/><Relationship Id="rId55" Type="http://schemas.openxmlformats.org/officeDocument/2006/relationships/image" Target="../media/image6211.png"/><Relationship Id="rId76" Type="http://schemas.openxmlformats.org/officeDocument/2006/relationships/customXml" Target="../ink/ink195.xml"/><Relationship Id="rId97" Type="http://schemas.openxmlformats.org/officeDocument/2006/relationships/image" Target="../media/image8311.png"/><Relationship Id="rId104" Type="http://schemas.openxmlformats.org/officeDocument/2006/relationships/customXml" Target="../ink/ink209.xml"/><Relationship Id="rId120" Type="http://schemas.openxmlformats.org/officeDocument/2006/relationships/customXml" Target="../ink/ink217.xml"/><Relationship Id="rId125" Type="http://schemas.openxmlformats.org/officeDocument/2006/relationships/image" Target="../media/image9711.png"/><Relationship Id="rId141" Type="http://schemas.openxmlformats.org/officeDocument/2006/relationships/image" Target="../media/image10511.png"/><Relationship Id="rId146" Type="http://schemas.openxmlformats.org/officeDocument/2006/relationships/customXml" Target="../ink/ink230.xml"/><Relationship Id="rId7" Type="http://schemas.openxmlformats.org/officeDocument/2006/relationships/image" Target="../media/image4112.png"/><Relationship Id="rId71" Type="http://schemas.openxmlformats.org/officeDocument/2006/relationships/image" Target="../media/image7011.png"/><Relationship Id="rId92" Type="http://schemas.openxmlformats.org/officeDocument/2006/relationships/customXml" Target="../ink/ink203.xml"/><Relationship Id="rId2" Type="http://schemas.openxmlformats.org/officeDocument/2006/relationships/customXml" Target="../ink/ink158.xml"/><Relationship Id="rId29" Type="http://schemas.openxmlformats.org/officeDocument/2006/relationships/image" Target="../media/image15.png"/><Relationship Id="rId24" Type="http://schemas.openxmlformats.org/officeDocument/2006/relationships/customXml" Target="../ink/ink169.xml"/><Relationship Id="rId40" Type="http://schemas.openxmlformats.org/officeDocument/2006/relationships/customXml" Target="../ink/ink177.xml"/><Relationship Id="rId45" Type="http://schemas.openxmlformats.org/officeDocument/2006/relationships/image" Target="../media/image5812.png"/><Relationship Id="rId66" Type="http://schemas.openxmlformats.org/officeDocument/2006/relationships/customXml" Target="../ink/ink190.xml"/><Relationship Id="rId87" Type="http://schemas.openxmlformats.org/officeDocument/2006/relationships/image" Target="../media/image7811.png"/><Relationship Id="rId110" Type="http://schemas.openxmlformats.org/officeDocument/2006/relationships/customXml" Target="../ink/ink212.xml"/><Relationship Id="rId115" Type="http://schemas.openxmlformats.org/officeDocument/2006/relationships/image" Target="../media/image9211.png"/><Relationship Id="rId131" Type="http://schemas.openxmlformats.org/officeDocument/2006/relationships/image" Target="../media/image10011.png"/><Relationship Id="rId136" Type="http://schemas.openxmlformats.org/officeDocument/2006/relationships/customXml" Target="../ink/ink225.xml"/><Relationship Id="rId157" Type="http://schemas.openxmlformats.org/officeDocument/2006/relationships/image" Target="../media/image11311.png"/><Relationship Id="rId61" Type="http://schemas.openxmlformats.org/officeDocument/2006/relationships/image" Target="../media/image6511.png"/><Relationship Id="rId82" Type="http://schemas.openxmlformats.org/officeDocument/2006/relationships/customXml" Target="../ink/ink198.xml"/><Relationship Id="rId152" Type="http://schemas.openxmlformats.org/officeDocument/2006/relationships/customXml" Target="../ink/ink233.xml"/><Relationship Id="rId19" Type="http://schemas.openxmlformats.org/officeDocument/2006/relationships/image" Target="../media/image4612.png"/><Relationship Id="rId14" Type="http://schemas.openxmlformats.org/officeDocument/2006/relationships/customXml" Target="../ink/ink164.xml"/><Relationship Id="rId30" Type="http://schemas.openxmlformats.org/officeDocument/2006/relationships/customXml" Target="../ink/ink172.xml"/><Relationship Id="rId35" Type="http://schemas.openxmlformats.org/officeDocument/2006/relationships/image" Target="../media/image5312.png"/><Relationship Id="rId56" Type="http://schemas.openxmlformats.org/officeDocument/2006/relationships/customXml" Target="../ink/ink185.xml"/><Relationship Id="rId77" Type="http://schemas.openxmlformats.org/officeDocument/2006/relationships/image" Target="../media/image7311.png"/><Relationship Id="rId100" Type="http://schemas.openxmlformats.org/officeDocument/2006/relationships/customXml" Target="../ink/ink207.xml"/><Relationship Id="rId105" Type="http://schemas.openxmlformats.org/officeDocument/2006/relationships/image" Target="../media/image8711.png"/><Relationship Id="rId126" Type="http://schemas.openxmlformats.org/officeDocument/2006/relationships/customXml" Target="../ink/ink220.xml"/><Relationship Id="rId147" Type="http://schemas.openxmlformats.org/officeDocument/2006/relationships/image" Target="../media/image10811.png"/><Relationship Id="rId8" Type="http://schemas.openxmlformats.org/officeDocument/2006/relationships/customXml" Target="../ink/ink161.xml"/><Relationship Id="rId51" Type="http://schemas.openxmlformats.org/officeDocument/2006/relationships/image" Target="../media/image26.png"/><Relationship Id="rId72" Type="http://schemas.openxmlformats.org/officeDocument/2006/relationships/customXml" Target="../ink/ink193.xml"/><Relationship Id="rId93" Type="http://schemas.openxmlformats.org/officeDocument/2006/relationships/image" Target="../media/image8111.png"/><Relationship Id="rId98" Type="http://schemas.openxmlformats.org/officeDocument/2006/relationships/customXml" Target="../ink/ink206.xml"/><Relationship Id="rId121" Type="http://schemas.openxmlformats.org/officeDocument/2006/relationships/image" Target="../media/image9511.png"/><Relationship Id="rId142" Type="http://schemas.openxmlformats.org/officeDocument/2006/relationships/customXml" Target="../ink/ink228.xml"/><Relationship Id="rId3" Type="http://schemas.openxmlformats.org/officeDocument/2006/relationships/image" Target="../media/image3912.png"/><Relationship Id="rId25" Type="http://schemas.openxmlformats.org/officeDocument/2006/relationships/image" Target="../media/image4912.png"/><Relationship Id="rId46" Type="http://schemas.openxmlformats.org/officeDocument/2006/relationships/customXml" Target="../ink/ink180.xml"/><Relationship Id="rId67" Type="http://schemas.openxmlformats.org/officeDocument/2006/relationships/image" Target="../media/image6811.png"/><Relationship Id="rId116" Type="http://schemas.openxmlformats.org/officeDocument/2006/relationships/customXml" Target="../ink/ink215.xml"/><Relationship Id="rId137" Type="http://schemas.openxmlformats.org/officeDocument/2006/relationships/image" Target="../media/image10311.png"/><Relationship Id="rId158" Type="http://schemas.openxmlformats.org/officeDocument/2006/relationships/customXml" Target="../ink/ink236.xml"/><Relationship Id="rId20" Type="http://schemas.openxmlformats.org/officeDocument/2006/relationships/customXml" Target="../ink/ink167.xml"/><Relationship Id="rId41" Type="http://schemas.openxmlformats.org/officeDocument/2006/relationships/image" Target="../media/image5612.png"/><Relationship Id="rId62" Type="http://schemas.openxmlformats.org/officeDocument/2006/relationships/customXml" Target="../ink/ink188.xml"/><Relationship Id="rId83" Type="http://schemas.openxmlformats.org/officeDocument/2006/relationships/image" Target="../media/image7611.png"/><Relationship Id="rId88" Type="http://schemas.openxmlformats.org/officeDocument/2006/relationships/customXml" Target="../ink/ink201.xml"/><Relationship Id="rId111" Type="http://schemas.openxmlformats.org/officeDocument/2006/relationships/image" Target="../media/image9011.png"/><Relationship Id="rId132" Type="http://schemas.openxmlformats.org/officeDocument/2006/relationships/customXml" Target="../ink/ink223.xml"/><Relationship Id="rId153" Type="http://schemas.openxmlformats.org/officeDocument/2006/relationships/image" Target="../media/image11111.png"/><Relationship Id="rId15" Type="http://schemas.openxmlformats.org/officeDocument/2006/relationships/image" Target="../media/image4412.png"/><Relationship Id="rId36" Type="http://schemas.openxmlformats.org/officeDocument/2006/relationships/customXml" Target="../ink/ink175.xml"/><Relationship Id="rId57" Type="http://schemas.openxmlformats.org/officeDocument/2006/relationships/image" Target="../media/image6311.png"/><Relationship Id="rId106" Type="http://schemas.openxmlformats.org/officeDocument/2006/relationships/customXml" Target="../ink/ink210.xml"/><Relationship Id="rId127" Type="http://schemas.openxmlformats.org/officeDocument/2006/relationships/image" Target="../media/image9811.png"/><Relationship Id="rId10" Type="http://schemas.openxmlformats.org/officeDocument/2006/relationships/customXml" Target="../ink/ink162.xml"/><Relationship Id="rId31" Type="http://schemas.openxmlformats.org/officeDocument/2006/relationships/image" Target="../media/image5112.png"/><Relationship Id="rId52" Type="http://schemas.openxmlformats.org/officeDocument/2006/relationships/customXml" Target="../ink/ink183.xml"/><Relationship Id="rId73" Type="http://schemas.openxmlformats.org/officeDocument/2006/relationships/image" Target="../media/image7111.png"/><Relationship Id="rId78" Type="http://schemas.openxmlformats.org/officeDocument/2006/relationships/customXml" Target="../ink/ink196.xml"/><Relationship Id="rId94" Type="http://schemas.openxmlformats.org/officeDocument/2006/relationships/customXml" Target="../ink/ink204.xml"/><Relationship Id="rId99" Type="http://schemas.openxmlformats.org/officeDocument/2006/relationships/image" Target="../media/image8411.png"/><Relationship Id="rId101" Type="http://schemas.openxmlformats.org/officeDocument/2006/relationships/image" Target="../media/image8511.png"/><Relationship Id="rId122" Type="http://schemas.openxmlformats.org/officeDocument/2006/relationships/customXml" Target="../ink/ink218.xml"/><Relationship Id="rId143" Type="http://schemas.openxmlformats.org/officeDocument/2006/relationships/image" Target="../media/image10611.png"/><Relationship Id="rId148" Type="http://schemas.openxmlformats.org/officeDocument/2006/relationships/customXml" Target="../ink/ink231.xml"/><Relationship Id="rId4" Type="http://schemas.openxmlformats.org/officeDocument/2006/relationships/customXml" Target="../ink/ink159.xml"/><Relationship Id="rId9" Type="http://schemas.openxmlformats.org/officeDocument/2006/relationships/image" Target="../media/image4212.png"/><Relationship Id="rId26" Type="http://schemas.openxmlformats.org/officeDocument/2006/relationships/customXml" Target="../ink/ink170.xml"/><Relationship Id="rId47" Type="http://schemas.openxmlformats.org/officeDocument/2006/relationships/image" Target="../media/image5911.png"/><Relationship Id="rId68" Type="http://schemas.openxmlformats.org/officeDocument/2006/relationships/customXml" Target="../ink/ink191.xml"/><Relationship Id="rId89" Type="http://schemas.openxmlformats.org/officeDocument/2006/relationships/image" Target="../media/image7911.png"/><Relationship Id="rId112" Type="http://schemas.openxmlformats.org/officeDocument/2006/relationships/customXml" Target="../ink/ink213.xml"/><Relationship Id="rId133" Type="http://schemas.openxmlformats.org/officeDocument/2006/relationships/image" Target="../media/image10111.png"/><Relationship Id="rId154" Type="http://schemas.openxmlformats.org/officeDocument/2006/relationships/customXml" Target="../ink/ink234.xml"/><Relationship Id="rId16" Type="http://schemas.openxmlformats.org/officeDocument/2006/relationships/customXml" Target="../ink/ink165.xml"/><Relationship Id="rId37" Type="http://schemas.openxmlformats.org/officeDocument/2006/relationships/image" Target="../media/image5412.png"/><Relationship Id="rId58" Type="http://schemas.openxmlformats.org/officeDocument/2006/relationships/customXml" Target="../ink/ink186.xml"/><Relationship Id="rId79" Type="http://schemas.openxmlformats.org/officeDocument/2006/relationships/image" Target="../media/image7411.png"/><Relationship Id="rId102" Type="http://schemas.openxmlformats.org/officeDocument/2006/relationships/customXml" Target="../ink/ink208.xml"/><Relationship Id="rId123" Type="http://schemas.openxmlformats.org/officeDocument/2006/relationships/image" Target="../media/image9611.png"/><Relationship Id="rId144" Type="http://schemas.openxmlformats.org/officeDocument/2006/relationships/customXml" Target="../ink/ink229.xml"/><Relationship Id="rId90" Type="http://schemas.openxmlformats.org/officeDocument/2006/relationships/customXml" Target="../ink/ink202.xml"/><Relationship Id="rId27" Type="http://schemas.openxmlformats.org/officeDocument/2006/relationships/image" Target="../media/image5012.png"/><Relationship Id="rId48" Type="http://schemas.openxmlformats.org/officeDocument/2006/relationships/customXml" Target="../ink/ink181.xml"/><Relationship Id="rId69" Type="http://schemas.openxmlformats.org/officeDocument/2006/relationships/image" Target="../media/image6911.png"/><Relationship Id="rId113" Type="http://schemas.openxmlformats.org/officeDocument/2006/relationships/image" Target="../media/image9111.png"/><Relationship Id="rId134" Type="http://schemas.openxmlformats.org/officeDocument/2006/relationships/customXml" Target="../ink/ink224.xml"/><Relationship Id="rId80" Type="http://schemas.openxmlformats.org/officeDocument/2006/relationships/customXml" Target="../ink/ink197.xml"/><Relationship Id="rId155" Type="http://schemas.openxmlformats.org/officeDocument/2006/relationships/image" Target="../media/image11211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3.png"/><Relationship Id="rId21" Type="http://schemas.openxmlformats.org/officeDocument/2006/relationships/image" Target="../media/image12511.png"/><Relationship Id="rId42" Type="http://schemas.openxmlformats.org/officeDocument/2006/relationships/customXml" Target="../ink/ink258.xml"/><Relationship Id="rId63" Type="http://schemas.openxmlformats.org/officeDocument/2006/relationships/image" Target="../media/image14611.png"/><Relationship Id="rId84" Type="http://schemas.openxmlformats.org/officeDocument/2006/relationships/customXml" Target="../ink/ink279.xml"/><Relationship Id="rId138" Type="http://schemas.openxmlformats.org/officeDocument/2006/relationships/customXml" Target="../ink/ink306.xml"/><Relationship Id="rId107" Type="http://schemas.openxmlformats.org/officeDocument/2006/relationships/image" Target="../media/image168.png"/><Relationship Id="rId11" Type="http://schemas.openxmlformats.org/officeDocument/2006/relationships/image" Target="../media/image12011.png"/><Relationship Id="rId32" Type="http://schemas.openxmlformats.org/officeDocument/2006/relationships/customXml" Target="../ink/ink253.xml"/><Relationship Id="rId53" Type="http://schemas.openxmlformats.org/officeDocument/2006/relationships/image" Target="../media/image14111.png"/><Relationship Id="rId74" Type="http://schemas.openxmlformats.org/officeDocument/2006/relationships/customXml" Target="../ink/ink274.xml"/><Relationship Id="rId128" Type="http://schemas.openxmlformats.org/officeDocument/2006/relationships/customXml" Target="../ink/ink301.xml"/><Relationship Id="rId5" Type="http://schemas.openxmlformats.org/officeDocument/2006/relationships/image" Target="../media/image11711.png"/><Relationship Id="rId90" Type="http://schemas.openxmlformats.org/officeDocument/2006/relationships/customXml" Target="../ink/ink282.xml"/><Relationship Id="rId95" Type="http://schemas.openxmlformats.org/officeDocument/2006/relationships/image" Target="../media/image162.png"/><Relationship Id="rId22" Type="http://schemas.openxmlformats.org/officeDocument/2006/relationships/customXml" Target="../ink/ink248.xml"/><Relationship Id="rId27" Type="http://schemas.openxmlformats.org/officeDocument/2006/relationships/image" Target="../media/image12811.png"/><Relationship Id="rId43" Type="http://schemas.openxmlformats.org/officeDocument/2006/relationships/image" Target="../media/image13611.png"/><Relationship Id="rId48" Type="http://schemas.openxmlformats.org/officeDocument/2006/relationships/customXml" Target="../ink/ink261.xml"/><Relationship Id="rId64" Type="http://schemas.openxmlformats.org/officeDocument/2006/relationships/customXml" Target="../ink/ink269.xml"/><Relationship Id="rId69" Type="http://schemas.openxmlformats.org/officeDocument/2006/relationships/image" Target="../media/image14910.png"/><Relationship Id="rId113" Type="http://schemas.openxmlformats.org/officeDocument/2006/relationships/image" Target="../media/image171.png"/><Relationship Id="rId118" Type="http://schemas.openxmlformats.org/officeDocument/2006/relationships/customXml" Target="../ink/ink296.xml"/><Relationship Id="rId134" Type="http://schemas.openxmlformats.org/officeDocument/2006/relationships/customXml" Target="../ink/ink304.xml"/><Relationship Id="rId139" Type="http://schemas.openxmlformats.org/officeDocument/2006/relationships/image" Target="../media/image184.png"/><Relationship Id="rId80" Type="http://schemas.openxmlformats.org/officeDocument/2006/relationships/customXml" Target="../ink/ink277.xml"/><Relationship Id="rId85" Type="http://schemas.openxmlformats.org/officeDocument/2006/relationships/image" Target="../media/image1571.png"/><Relationship Id="rId12" Type="http://schemas.openxmlformats.org/officeDocument/2006/relationships/customXml" Target="../ink/ink243.xml"/><Relationship Id="rId17" Type="http://schemas.openxmlformats.org/officeDocument/2006/relationships/image" Target="../media/image12311.png"/><Relationship Id="rId33" Type="http://schemas.openxmlformats.org/officeDocument/2006/relationships/image" Target="../media/image13111.png"/><Relationship Id="rId38" Type="http://schemas.openxmlformats.org/officeDocument/2006/relationships/customXml" Target="../ink/ink256.xml"/><Relationship Id="rId59" Type="http://schemas.openxmlformats.org/officeDocument/2006/relationships/image" Target="../media/image14411.png"/><Relationship Id="rId103" Type="http://schemas.openxmlformats.org/officeDocument/2006/relationships/image" Target="../media/image166.png"/><Relationship Id="rId108" Type="http://schemas.openxmlformats.org/officeDocument/2006/relationships/customXml" Target="../ink/ink291.xml"/><Relationship Id="rId124" Type="http://schemas.openxmlformats.org/officeDocument/2006/relationships/customXml" Target="../ink/ink299.xml"/><Relationship Id="rId129" Type="http://schemas.openxmlformats.org/officeDocument/2006/relationships/image" Target="../media/image179.png"/><Relationship Id="rId54" Type="http://schemas.openxmlformats.org/officeDocument/2006/relationships/customXml" Target="../ink/ink264.xml"/><Relationship Id="rId70" Type="http://schemas.openxmlformats.org/officeDocument/2006/relationships/customXml" Target="../ink/ink272.xml"/><Relationship Id="rId75" Type="http://schemas.openxmlformats.org/officeDocument/2006/relationships/image" Target="../media/image1521.png"/><Relationship Id="rId91" Type="http://schemas.openxmlformats.org/officeDocument/2006/relationships/image" Target="../media/image160.png"/><Relationship Id="rId96" Type="http://schemas.openxmlformats.org/officeDocument/2006/relationships/customXml" Target="../ink/ink285.xml"/><Relationship Id="rId140" Type="http://schemas.openxmlformats.org/officeDocument/2006/relationships/customXml" Target="../ink/ink307.xml"/><Relationship Id="rId145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0.xml"/><Relationship Id="rId23" Type="http://schemas.openxmlformats.org/officeDocument/2006/relationships/image" Target="../media/image12611.png"/><Relationship Id="rId28" Type="http://schemas.openxmlformats.org/officeDocument/2006/relationships/customXml" Target="../ink/ink251.xml"/><Relationship Id="rId49" Type="http://schemas.openxmlformats.org/officeDocument/2006/relationships/image" Target="../media/image13911.png"/><Relationship Id="rId114" Type="http://schemas.openxmlformats.org/officeDocument/2006/relationships/customXml" Target="../ink/ink294.xml"/><Relationship Id="rId119" Type="http://schemas.openxmlformats.org/officeDocument/2006/relationships/image" Target="../media/image174.png"/><Relationship Id="rId44" Type="http://schemas.openxmlformats.org/officeDocument/2006/relationships/customXml" Target="../ink/ink259.xml"/><Relationship Id="rId60" Type="http://schemas.openxmlformats.org/officeDocument/2006/relationships/customXml" Target="../ink/ink267.xml"/><Relationship Id="rId65" Type="http://schemas.openxmlformats.org/officeDocument/2006/relationships/image" Target="../media/image14711.png"/><Relationship Id="rId81" Type="http://schemas.openxmlformats.org/officeDocument/2006/relationships/image" Target="../media/image1551.png"/><Relationship Id="rId86" Type="http://schemas.openxmlformats.org/officeDocument/2006/relationships/customXml" Target="../ink/ink280.xml"/><Relationship Id="rId130" Type="http://schemas.openxmlformats.org/officeDocument/2006/relationships/customXml" Target="../ink/ink302.xml"/><Relationship Id="rId135" Type="http://schemas.openxmlformats.org/officeDocument/2006/relationships/image" Target="../media/image182.png"/><Relationship Id="rId13" Type="http://schemas.openxmlformats.org/officeDocument/2006/relationships/image" Target="../media/image12111.png"/><Relationship Id="rId18" Type="http://schemas.openxmlformats.org/officeDocument/2006/relationships/customXml" Target="../ink/ink246.xml"/><Relationship Id="rId39" Type="http://schemas.openxmlformats.org/officeDocument/2006/relationships/image" Target="../media/image13411.png"/><Relationship Id="rId109" Type="http://schemas.openxmlformats.org/officeDocument/2006/relationships/image" Target="../media/image169.png"/><Relationship Id="rId34" Type="http://schemas.openxmlformats.org/officeDocument/2006/relationships/customXml" Target="../ink/ink254.xml"/><Relationship Id="rId50" Type="http://schemas.openxmlformats.org/officeDocument/2006/relationships/customXml" Target="../ink/ink262.xml"/><Relationship Id="rId55" Type="http://schemas.openxmlformats.org/officeDocument/2006/relationships/image" Target="../media/image14211.png"/><Relationship Id="rId76" Type="http://schemas.openxmlformats.org/officeDocument/2006/relationships/customXml" Target="../ink/ink275.xml"/><Relationship Id="rId97" Type="http://schemas.openxmlformats.org/officeDocument/2006/relationships/image" Target="../media/image163.png"/><Relationship Id="rId104" Type="http://schemas.openxmlformats.org/officeDocument/2006/relationships/customXml" Target="../ink/ink289.xml"/><Relationship Id="rId120" Type="http://schemas.openxmlformats.org/officeDocument/2006/relationships/customXml" Target="../ink/ink297.xml"/><Relationship Id="rId125" Type="http://schemas.openxmlformats.org/officeDocument/2006/relationships/image" Target="../media/image177.png"/><Relationship Id="rId141" Type="http://schemas.openxmlformats.org/officeDocument/2006/relationships/image" Target="../media/image185.png"/><Relationship Id="rId7" Type="http://schemas.openxmlformats.org/officeDocument/2006/relationships/image" Target="../media/image11811.png"/><Relationship Id="rId71" Type="http://schemas.openxmlformats.org/officeDocument/2006/relationships/image" Target="../media/image1503.png"/><Relationship Id="rId92" Type="http://schemas.openxmlformats.org/officeDocument/2006/relationships/customXml" Target="../ink/ink283.xml"/><Relationship Id="rId2" Type="http://schemas.openxmlformats.org/officeDocument/2006/relationships/customXml" Target="../ink/ink238.xml"/><Relationship Id="rId29" Type="http://schemas.openxmlformats.org/officeDocument/2006/relationships/image" Target="../media/image12911.png"/><Relationship Id="rId24" Type="http://schemas.openxmlformats.org/officeDocument/2006/relationships/customXml" Target="../ink/ink249.xml"/><Relationship Id="rId40" Type="http://schemas.openxmlformats.org/officeDocument/2006/relationships/customXml" Target="../ink/ink257.xml"/><Relationship Id="rId45" Type="http://schemas.openxmlformats.org/officeDocument/2006/relationships/image" Target="../media/image13711.png"/><Relationship Id="rId66" Type="http://schemas.openxmlformats.org/officeDocument/2006/relationships/customXml" Target="../ink/ink270.xml"/><Relationship Id="rId87" Type="http://schemas.openxmlformats.org/officeDocument/2006/relationships/image" Target="../media/image1581.png"/><Relationship Id="rId110" Type="http://schemas.openxmlformats.org/officeDocument/2006/relationships/customXml" Target="../ink/ink292.xml"/><Relationship Id="rId115" Type="http://schemas.openxmlformats.org/officeDocument/2006/relationships/image" Target="../media/image172.png"/><Relationship Id="rId131" Type="http://schemas.openxmlformats.org/officeDocument/2006/relationships/image" Target="../media/image180.png"/><Relationship Id="rId136" Type="http://schemas.openxmlformats.org/officeDocument/2006/relationships/customXml" Target="../ink/ink305.xml"/><Relationship Id="rId61" Type="http://schemas.openxmlformats.org/officeDocument/2006/relationships/image" Target="../media/image14511.png"/><Relationship Id="rId82" Type="http://schemas.openxmlformats.org/officeDocument/2006/relationships/customXml" Target="../ink/ink278.xml"/><Relationship Id="rId19" Type="http://schemas.openxmlformats.org/officeDocument/2006/relationships/image" Target="../media/image12411.png"/><Relationship Id="rId14" Type="http://schemas.openxmlformats.org/officeDocument/2006/relationships/customXml" Target="../ink/ink244.xml"/><Relationship Id="rId30" Type="http://schemas.openxmlformats.org/officeDocument/2006/relationships/customXml" Target="../ink/ink252.xml"/><Relationship Id="rId35" Type="http://schemas.openxmlformats.org/officeDocument/2006/relationships/image" Target="../media/image13211.png"/><Relationship Id="rId56" Type="http://schemas.openxmlformats.org/officeDocument/2006/relationships/customXml" Target="../ink/ink265.xml"/><Relationship Id="rId77" Type="http://schemas.openxmlformats.org/officeDocument/2006/relationships/image" Target="../media/image1531.png"/><Relationship Id="rId100" Type="http://schemas.openxmlformats.org/officeDocument/2006/relationships/customXml" Target="../ink/ink287.xml"/><Relationship Id="rId105" Type="http://schemas.openxmlformats.org/officeDocument/2006/relationships/image" Target="../media/image167.png"/><Relationship Id="rId126" Type="http://schemas.openxmlformats.org/officeDocument/2006/relationships/customXml" Target="../ink/ink300.xml"/><Relationship Id="rId8" Type="http://schemas.openxmlformats.org/officeDocument/2006/relationships/customXml" Target="../ink/ink241.xml"/><Relationship Id="rId51" Type="http://schemas.openxmlformats.org/officeDocument/2006/relationships/image" Target="../media/image14011.png"/><Relationship Id="rId72" Type="http://schemas.openxmlformats.org/officeDocument/2006/relationships/customXml" Target="../ink/ink273.xml"/><Relationship Id="rId93" Type="http://schemas.openxmlformats.org/officeDocument/2006/relationships/image" Target="../media/image161.png"/><Relationship Id="rId98" Type="http://schemas.openxmlformats.org/officeDocument/2006/relationships/customXml" Target="../ink/ink286.xml"/><Relationship Id="rId121" Type="http://schemas.openxmlformats.org/officeDocument/2006/relationships/image" Target="../media/image175.png"/><Relationship Id="rId142" Type="http://schemas.openxmlformats.org/officeDocument/2006/relationships/customXml" Target="../ink/ink308.xml"/><Relationship Id="rId3" Type="http://schemas.openxmlformats.org/officeDocument/2006/relationships/image" Target="../media/image11611.png"/><Relationship Id="rId25" Type="http://schemas.openxmlformats.org/officeDocument/2006/relationships/image" Target="../media/image12711.png"/><Relationship Id="rId46" Type="http://schemas.openxmlformats.org/officeDocument/2006/relationships/customXml" Target="../ink/ink260.xml"/><Relationship Id="rId67" Type="http://schemas.openxmlformats.org/officeDocument/2006/relationships/image" Target="../media/image14811.png"/><Relationship Id="rId116" Type="http://schemas.openxmlformats.org/officeDocument/2006/relationships/customXml" Target="../ink/ink295.xml"/><Relationship Id="rId137" Type="http://schemas.openxmlformats.org/officeDocument/2006/relationships/image" Target="../media/image183.png"/><Relationship Id="rId20" Type="http://schemas.openxmlformats.org/officeDocument/2006/relationships/customXml" Target="../ink/ink247.xml"/><Relationship Id="rId41" Type="http://schemas.openxmlformats.org/officeDocument/2006/relationships/image" Target="../media/image13511.png"/><Relationship Id="rId62" Type="http://schemas.openxmlformats.org/officeDocument/2006/relationships/customXml" Target="../ink/ink268.xml"/><Relationship Id="rId83" Type="http://schemas.openxmlformats.org/officeDocument/2006/relationships/image" Target="../media/image1561.png"/><Relationship Id="rId88" Type="http://schemas.openxmlformats.org/officeDocument/2006/relationships/customXml" Target="../ink/ink281.xml"/><Relationship Id="rId111" Type="http://schemas.openxmlformats.org/officeDocument/2006/relationships/image" Target="../media/image170.png"/><Relationship Id="rId132" Type="http://schemas.openxmlformats.org/officeDocument/2006/relationships/customXml" Target="../ink/ink303.xml"/><Relationship Id="rId15" Type="http://schemas.openxmlformats.org/officeDocument/2006/relationships/image" Target="../media/image12211.png"/><Relationship Id="rId36" Type="http://schemas.openxmlformats.org/officeDocument/2006/relationships/customXml" Target="../ink/ink255.xml"/><Relationship Id="rId57" Type="http://schemas.openxmlformats.org/officeDocument/2006/relationships/image" Target="../media/image14311.png"/><Relationship Id="rId106" Type="http://schemas.openxmlformats.org/officeDocument/2006/relationships/customXml" Target="../ink/ink290.xml"/><Relationship Id="rId127" Type="http://schemas.openxmlformats.org/officeDocument/2006/relationships/image" Target="../media/image178.png"/><Relationship Id="rId10" Type="http://schemas.openxmlformats.org/officeDocument/2006/relationships/customXml" Target="../ink/ink242.xml"/><Relationship Id="rId31" Type="http://schemas.openxmlformats.org/officeDocument/2006/relationships/image" Target="../media/image13011.png"/><Relationship Id="rId52" Type="http://schemas.openxmlformats.org/officeDocument/2006/relationships/customXml" Target="../ink/ink263.xml"/><Relationship Id="rId73" Type="http://schemas.openxmlformats.org/officeDocument/2006/relationships/image" Target="../media/image1512.png"/><Relationship Id="rId78" Type="http://schemas.openxmlformats.org/officeDocument/2006/relationships/customXml" Target="../ink/ink276.xml"/><Relationship Id="rId94" Type="http://schemas.openxmlformats.org/officeDocument/2006/relationships/customXml" Target="../ink/ink284.xml"/><Relationship Id="rId99" Type="http://schemas.openxmlformats.org/officeDocument/2006/relationships/image" Target="../media/image164.png"/><Relationship Id="rId101" Type="http://schemas.openxmlformats.org/officeDocument/2006/relationships/image" Target="../media/image165.png"/><Relationship Id="rId122" Type="http://schemas.openxmlformats.org/officeDocument/2006/relationships/customXml" Target="../ink/ink298.xml"/><Relationship Id="rId143" Type="http://schemas.openxmlformats.org/officeDocument/2006/relationships/image" Target="../media/image186.png"/><Relationship Id="rId4" Type="http://schemas.openxmlformats.org/officeDocument/2006/relationships/customXml" Target="../ink/ink239.xml"/><Relationship Id="rId9" Type="http://schemas.openxmlformats.org/officeDocument/2006/relationships/image" Target="../media/image11911.png"/><Relationship Id="rId26" Type="http://schemas.openxmlformats.org/officeDocument/2006/relationships/customXml" Target="../ink/ink250.xml"/><Relationship Id="rId47" Type="http://schemas.openxmlformats.org/officeDocument/2006/relationships/image" Target="../media/image13811.png"/><Relationship Id="rId68" Type="http://schemas.openxmlformats.org/officeDocument/2006/relationships/customXml" Target="../ink/ink271.xml"/><Relationship Id="rId89" Type="http://schemas.openxmlformats.org/officeDocument/2006/relationships/image" Target="../media/image159.png"/><Relationship Id="rId112" Type="http://schemas.openxmlformats.org/officeDocument/2006/relationships/customXml" Target="../ink/ink293.xml"/><Relationship Id="rId133" Type="http://schemas.openxmlformats.org/officeDocument/2006/relationships/image" Target="../media/image181.png"/><Relationship Id="rId16" Type="http://schemas.openxmlformats.org/officeDocument/2006/relationships/customXml" Target="../ink/ink245.xml"/><Relationship Id="rId37" Type="http://schemas.openxmlformats.org/officeDocument/2006/relationships/image" Target="../media/image13311.png"/><Relationship Id="rId58" Type="http://schemas.openxmlformats.org/officeDocument/2006/relationships/customXml" Target="../ink/ink266.xml"/><Relationship Id="rId79" Type="http://schemas.openxmlformats.org/officeDocument/2006/relationships/image" Target="../media/image1541.png"/><Relationship Id="rId102" Type="http://schemas.openxmlformats.org/officeDocument/2006/relationships/customXml" Target="../ink/ink288.xml"/><Relationship Id="rId123" Type="http://schemas.openxmlformats.org/officeDocument/2006/relationships/image" Target="../media/image176.png"/><Relationship Id="rId144" Type="http://schemas.openxmlformats.org/officeDocument/2006/relationships/customXml" Target="../ink/ink309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5.png"/><Relationship Id="rId299" Type="http://schemas.openxmlformats.org/officeDocument/2006/relationships/image" Target="../media/image336.png"/><Relationship Id="rId21" Type="http://schemas.openxmlformats.org/officeDocument/2006/relationships/image" Target="../media/image197.png"/><Relationship Id="rId63" Type="http://schemas.openxmlformats.org/officeDocument/2006/relationships/image" Target="../media/image218.png"/><Relationship Id="rId159" Type="http://schemas.openxmlformats.org/officeDocument/2006/relationships/image" Target="../media/image266.png"/><Relationship Id="rId170" Type="http://schemas.openxmlformats.org/officeDocument/2006/relationships/customXml" Target="../ink/ink394.xml"/><Relationship Id="rId226" Type="http://schemas.openxmlformats.org/officeDocument/2006/relationships/customXml" Target="../ink/ink422.xml"/><Relationship Id="rId268" Type="http://schemas.openxmlformats.org/officeDocument/2006/relationships/customXml" Target="../ink/ink443.xml"/><Relationship Id="rId32" Type="http://schemas.openxmlformats.org/officeDocument/2006/relationships/customXml" Target="../ink/ink325.xml"/><Relationship Id="rId74" Type="http://schemas.openxmlformats.org/officeDocument/2006/relationships/customXml" Target="../ink/ink346.xml"/><Relationship Id="rId128" Type="http://schemas.openxmlformats.org/officeDocument/2006/relationships/customXml" Target="../ink/ink373.xml"/><Relationship Id="rId5" Type="http://schemas.openxmlformats.org/officeDocument/2006/relationships/image" Target="../media/image189.png"/><Relationship Id="rId181" Type="http://schemas.openxmlformats.org/officeDocument/2006/relationships/image" Target="../media/image277.png"/><Relationship Id="rId237" Type="http://schemas.openxmlformats.org/officeDocument/2006/relationships/image" Target="../media/image305.png"/><Relationship Id="rId279" Type="http://schemas.openxmlformats.org/officeDocument/2006/relationships/image" Target="../media/image326.png"/><Relationship Id="rId43" Type="http://schemas.openxmlformats.org/officeDocument/2006/relationships/image" Target="../media/image208.png"/><Relationship Id="rId139" Type="http://schemas.openxmlformats.org/officeDocument/2006/relationships/image" Target="../media/image256.png"/><Relationship Id="rId290" Type="http://schemas.openxmlformats.org/officeDocument/2006/relationships/customXml" Target="../ink/ink454.xml"/><Relationship Id="rId304" Type="http://schemas.openxmlformats.org/officeDocument/2006/relationships/customXml" Target="../ink/ink461.xml"/><Relationship Id="rId85" Type="http://schemas.openxmlformats.org/officeDocument/2006/relationships/image" Target="../media/image229.png"/><Relationship Id="rId150" Type="http://schemas.openxmlformats.org/officeDocument/2006/relationships/customXml" Target="../ink/ink384.xml"/><Relationship Id="rId192" Type="http://schemas.openxmlformats.org/officeDocument/2006/relationships/customXml" Target="../ink/ink405.xml"/><Relationship Id="rId206" Type="http://schemas.openxmlformats.org/officeDocument/2006/relationships/customXml" Target="../ink/ink412.xml"/><Relationship Id="rId248" Type="http://schemas.openxmlformats.org/officeDocument/2006/relationships/customXml" Target="../ink/ink433.xml"/><Relationship Id="rId12" Type="http://schemas.openxmlformats.org/officeDocument/2006/relationships/customXml" Target="../ink/ink315.xml"/><Relationship Id="rId108" Type="http://schemas.openxmlformats.org/officeDocument/2006/relationships/customXml" Target="../ink/ink363.xml"/><Relationship Id="rId54" Type="http://schemas.openxmlformats.org/officeDocument/2006/relationships/customXml" Target="../ink/ink336.xml"/><Relationship Id="rId96" Type="http://schemas.openxmlformats.org/officeDocument/2006/relationships/customXml" Target="../ink/ink357.xml"/><Relationship Id="rId161" Type="http://schemas.openxmlformats.org/officeDocument/2006/relationships/image" Target="../media/image267.png"/><Relationship Id="rId217" Type="http://schemas.openxmlformats.org/officeDocument/2006/relationships/image" Target="../media/image295.png"/><Relationship Id="rId259" Type="http://schemas.openxmlformats.org/officeDocument/2006/relationships/image" Target="../media/image316.png"/><Relationship Id="rId23" Type="http://schemas.openxmlformats.org/officeDocument/2006/relationships/image" Target="../media/image198.png"/><Relationship Id="rId119" Type="http://schemas.openxmlformats.org/officeDocument/2006/relationships/image" Target="../media/image246.png"/><Relationship Id="rId270" Type="http://schemas.openxmlformats.org/officeDocument/2006/relationships/customXml" Target="../ink/ink444.xml"/><Relationship Id="rId44" Type="http://schemas.openxmlformats.org/officeDocument/2006/relationships/customXml" Target="../ink/ink331.xml"/><Relationship Id="rId65" Type="http://schemas.openxmlformats.org/officeDocument/2006/relationships/image" Target="../media/image219.png"/><Relationship Id="rId86" Type="http://schemas.openxmlformats.org/officeDocument/2006/relationships/customXml" Target="../ink/ink352.xml"/><Relationship Id="rId130" Type="http://schemas.openxmlformats.org/officeDocument/2006/relationships/customXml" Target="../ink/ink374.xml"/><Relationship Id="rId151" Type="http://schemas.openxmlformats.org/officeDocument/2006/relationships/image" Target="../media/image262.png"/><Relationship Id="rId172" Type="http://schemas.openxmlformats.org/officeDocument/2006/relationships/customXml" Target="../ink/ink395.xml"/><Relationship Id="rId193" Type="http://schemas.openxmlformats.org/officeDocument/2006/relationships/image" Target="../media/image283.png"/><Relationship Id="rId207" Type="http://schemas.openxmlformats.org/officeDocument/2006/relationships/image" Target="../media/image290.png"/><Relationship Id="rId228" Type="http://schemas.openxmlformats.org/officeDocument/2006/relationships/customXml" Target="../ink/ink423.xml"/><Relationship Id="rId249" Type="http://schemas.openxmlformats.org/officeDocument/2006/relationships/image" Target="../media/image311.png"/><Relationship Id="rId13" Type="http://schemas.openxmlformats.org/officeDocument/2006/relationships/image" Target="../media/image193.png"/><Relationship Id="rId109" Type="http://schemas.openxmlformats.org/officeDocument/2006/relationships/image" Target="../media/image241.png"/><Relationship Id="rId260" Type="http://schemas.openxmlformats.org/officeDocument/2006/relationships/customXml" Target="../ink/ink439.xml"/><Relationship Id="rId281" Type="http://schemas.openxmlformats.org/officeDocument/2006/relationships/image" Target="../media/image327.png"/><Relationship Id="rId34" Type="http://schemas.openxmlformats.org/officeDocument/2006/relationships/customXml" Target="../ink/ink326.xml"/><Relationship Id="rId55" Type="http://schemas.openxmlformats.org/officeDocument/2006/relationships/image" Target="../media/image214.png"/><Relationship Id="rId76" Type="http://schemas.openxmlformats.org/officeDocument/2006/relationships/customXml" Target="../ink/ink347.xml"/><Relationship Id="rId97" Type="http://schemas.openxmlformats.org/officeDocument/2006/relationships/image" Target="../media/image235.png"/><Relationship Id="rId120" Type="http://schemas.openxmlformats.org/officeDocument/2006/relationships/customXml" Target="../ink/ink369.xml"/><Relationship Id="rId141" Type="http://schemas.openxmlformats.org/officeDocument/2006/relationships/image" Target="../media/image257.png"/><Relationship Id="rId7" Type="http://schemas.openxmlformats.org/officeDocument/2006/relationships/image" Target="../media/image190.png"/><Relationship Id="rId162" Type="http://schemas.openxmlformats.org/officeDocument/2006/relationships/customXml" Target="../ink/ink390.xml"/><Relationship Id="rId183" Type="http://schemas.openxmlformats.org/officeDocument/2006/relationships/image" Target="../media/image278.png"/><Relationship Id="rId218" Type="http://schemas.openxmlformats.org/officeDocument/2006/relationships/customXml" Target="../ink/ink418.xml"/><Relationship Id="rId239" Type="http://schemas.openxmlformats.org/officeDocument/2006/relationships/image" Target="../media/image306.png"/><Relationship Id="rId250" Type="http://schemas.openxmlformats.org/officeDocument/2006/relationships/customXml" Target="../ink/ink434.xml"/><Relationship Id="rId271" Type="http://schemas.openxmlformats.org/officeDocument/2006/relationships/image" Target="../media/image322.png"/><Relationship Id="rId292" Type="http://schemas.openxmlformats.org/officeDocument/2006/relationships/customXml" Target="../ink/ink455.xml"/><Relationship Id="rId306" Type="http://schemas.openxmlformats.org/officeDocument/2006/relationships/customXml" Target="../ink/ink462.xml"/><Relationship Id="rId24" Type="http://schemas.openxmlformats.org/officeDocument/2006/relationships/customXml" Target="../ink/ink321.xml"/><Relationship Id="rId45" Type="http://schemas.openxmlformats.org/officeDocument/2006/relationships/image" Target="../media/image209.png"/><Relationship Id="rId66" Type="http://schemas.openxmlformats.org/officeDocument/2006/relationships/customXml" Target="../ink/ink342.xml"/><Relationship Id="rId87" Type="http://schemas.openxmlformats.org/officeDocument/2006/relationships/image" Target="../media/image230.png"/><Relationship Id="rId110" Type="http://schemas.openxmlformats.org/officeDocument/2006/relationships/customXml" Target="../ink/ink364.xml"/><Relationship Id="rId131" Type="http://schemas.openxmlformats.org/officeDocument/2006/relationships/image" Target="../media/image252.png"/><Relationship Id="rId152" Type="http://schemas.openxmlformats.org/officeDocument/2006/relationships/customXml" Target="../ink/ink385.xml"/><Relationship Id="rId173" Type="http://schemas.openxmlformats.org/officeDocument/2006/relationships/image" Target="../media/image273.png"/><Relationship Id="rId194" Type="http://schemas.openxmlformats.org/officeDocument/2006/relationships/customXml" Target="../ink/ink406.xml"/><Relationship Id="rId208" Type="http://schemas.openxmlformats.org/officeDocument/2006/relationships/customXml" Target="../ink/ink413.xml"/><Relationship Id="rId229" Type="http://schemas.openxmlformats.org/officeDocument/2006/relationships/image" Target="../media/image301.png"/><Relationship Id="rId240" Type="http://schemas.openxmlformats.org/officeDocument/2006/relationships/customXml" Target="../ink/ink429.xml"/><Relationship Id="rId261" Type="http://schemas.openxmlformats.org/officeDocument/2006/relationships/image" Target="../media/image317.png"/><Relationship Id="rId14" Type="http://schemas.openxmlformats.org/officeDocument/2006/relationships/customXml" Target="../ink/ink316.xml"/><Relationship Id="rId35" Type="http://schemas.openxmlformats.org/officeDocument/2006/relationships/image" Target="../media/image204.png"/><Relationship Id="rId56" Type="http://schemas.openxmlformats.org/officeDocument/2006/relationships/customXml" Target="../ink/ink337.xml"/><Relationship Id="rId77" Type="http://schemas.openxmlformats.org/officeDocument/2006/relationships/image" Target="../media/image225.png"/><Relationship Id="rId100" Type="http://schemas.openxmlformats.org/officeDocument/2006/relationships/customXml" Target="../ink/ink359.xml"/><Relationship Id="rId282" Type="http://schemas.openxmlformats.org/officeDocument/2006/relationships/customXml" Target="../ink/ink450.xml"/><Relationship Id="rId8" Type="http://schemas.openxmlformats.org/officeDocument/2006/relationships/customXml" Target="../ink/ink313.xml"/><Relationship Id="rId98" Type="http://schemas.openxmlformats.org/officeDocument/2006/relationships/customXml" Target="../ink/ink358.xml"/><Relationship Id="rId121" Type="http://schemas.openxmlformats.org/officeDocument/2006/relationships/image" Target="../media/image247.png"/><Relationship Id="rId142" Type="http://schemas.openxmlformats.org/officeDocument/2006/relationships/customXml" Target="../ink/ink380.xml"/><Relationship Id="rId163" Type="http://schemas.openxmlformats.org/officeDocument/2006/relationships/image" Target="../media/image268.png"/><Relationship Id="rId184" Type="http://schemas.openxmlformats.org/officeDocument/2006/relationships/customXml" Target="../ink/ink401.xml"/><Relationship Id="rId219" Type="http://schemas.openxmlformats.org/officeDocument/2006/relationships/image" Target="../media/image296.png"/><Relationship Id="rId230" Type="http://schemas.openxmlformats.org/officeDocument/2006/relationships/customXml" Target="../ink/ink424.xml"/><Relationship Id="rId251" Type="http://schemas.openxmlformats.org/officeDocument/2006/relationships/image" Target="../media/image312.png"/><Relationship Id="rId25" Type="http://schemas.openxmlformats.org/officeDocument/2006/relationships/image" Target="../media/image199.png"/><Relationship Id="rId46" Type="http://schemas.openxmlformats.org/officeDocument/2006/relationships/customXml" Target="../ink/ink332.xml"/><Relationship Id="rId67" Type="http://schemas.openxmlformats.org/officeDocument/2006/relationships/image" Target="../media/image220.png"/><Relationship Id="rId272" Type="http://schemas.openxmlformats.org/officeDocument/2006/relationships/customXml" Target="../ink/ink445.xml"/><Relationship Id="rId293" Type="http://schemas.openxmlformats.org/officeDocument/2006/relationships/image" Target="../media/image333.png"/><Relationship Id="rId307" Type="http://schemas.openxmlformats.org/officeDocument/2006/relationships/image" Target="../media/image340.png"/><Relationship Id="rId88" Type="http://schemas.openxmlformats.org/officeDocument/2006/relationships/customXml" Target="../ink/ink353.xml"/><Relationship Id="rId111" Type="http://schemas.openxmlformats.org/officeDocument/2006/relationships/image" Target="../media/image242.png"/><Relationship Id="rId132" Type="http://schemas.openxmlformats.org/officeDocument/2006/relationships/customXml" Target="../ink/ink375.xml"/><Relationship Id="rId153" Type="http://schemas.openxmlformats.org/officeDocument/2006/relationships/image" Target="../media/image263.png"/><Relationship Id="rId174" Type="http://schemas.openxmlformats.org/officeDocument/2006/relationships/customXml" Target="../ink/ink396.xml"/><Relationship Id="rId195" Type="http://schemas.openxmlformats.org/officeDocument/2006/relationships/image" Target="../media/image284.png"/><Relationship Id="rId209" Type="http://schemas.openxmlformats.org/officeDocument/2006/relationships/image" Target="../media/image291.png"/><Relationship Id="rId220" Type="http://schemas.openxmlformats.org/officeDocument/2006/relationships/customXml" Target="../ink/ink419.xml"/><Relationship Id="rId241" Type="http://schemas.openxmlformats.org/officeDocument/2006/relationships/image" Target="../media/image307.png"/><Relationship Id="rId15" Type="http://schemas.openxmlformats.org/officeDocument/2006/relationships/image" Target="../media/image194.png"/><Relationship Id="rId36" Type="http://schemas.openxmlformats.org/officeDocument/2006/relationships/customXml" Target="../ink/ink327.xml"/><Relationship Id="rId57" Type="http://schemas.openxmlformats.org/officeDocument/2006/relationships/image" Target="../media/image215.png"/><Relationship Id="rId262" Type="http://schemas.openxmlformats.org/officeDocument/2006/relationships/customXml" Target="../ink/ink440.xml"/><Relationship Id="rId283" Type="http://schemas.openxmlformats.org/officeDocument/2006/relationships/image" Target="../media/image328.png"/><Relationship Id="rId78" Type="http://schemas.openxmlformats.org/officeDocument/2006/relationships/customXml" Target="../ink/ink348.xml"/><Relationship Id="rId99" Type="http://schemas.openxmlformats.org/officeDocument/2006/relationships/image" Target="../media/image236.png"/><Relationship Id="rId101" Type="http://schemas.openxmlformats.org/officeDocument/2006/relationships/image" Target="../media/image237.png"/><Relationship Id="rId122" Type="http://schemas.openxmlformats.org/officeDocument/2006/relationships/customXml" Target="../ink/ink370.xml"/><Relationship Id="rId143" Type="http://schemas.openxmlformats.org/officeDocument/2006/relationships/image" Target="../media/image258.png"/><Relationship Id="rId164" Type="http://schemas.openxmlformats.org/officeDocument/2006/relationships/customXml" Target="../ink/ink391.xml"/><Relationship Id="rId185" Type="http://schemas.openxmlformats.org/officeDocument/2006/relationships/image" Target="../media/image279.png"/><Relationship Id="rId9" Type="http://schemas.openxmlformats.org/officeDocument/2006/relationships/image" Target="../media/image191.png"/><Relationship Id="rId210" Type="http://schemas.openxmlformats.org/officeDocument/2006/relationships/customXml" Target="../ink/ink414.xml"/><Relationship Id="rId26" Type="http://schemas.openxmlformats.org/officeDocument/2006/relationships/customXml" Target="../ink/ink322.xml"/><Relationship Id="rId231" Type="http://schemas.openxmlformats.org/officeDocument/2006/relationships/image" Target="../media/image302.png"/><Relationship Id="rId252" Type="http://schemas.openxmlformats.org/officeDocument/2006/relationships/customXml" Target="../ink/ink435.xml"/><Relationship Id="rId273" Type="http://schemas.openxmlformats.org/officeDocument/2006/relationships/image" Target="../media/image323.png"/><Relationship Id="rId294" Type="http://schemas.openxmlformats.org/officeDocument/2006/relationships/customXml" Target="../ink/ink456.xml"/><Relationship Id="rId308" Type="http://schemas.openxmlformats.org/officeDocument/2006/relationships/customXml" Target="../ink/ink463.xml"/><Relationship Id="rId47" Type="http://schemas.openxmlformats.org/officeDocument/2006/relationships/image" Target="../media/image210.png"/><Relationship Id="rId68" Type="http://schemas.openxmlformats.org/officeDocument/2006/relationships/customXml" Target="../ink/ink343.xml"/><Relationship Id="rId89" Type="http://schemas.openxmlformats.org/officeDocument/2006/relationships/image" Target="../media/image231.png"/><Relationship Id="rId112" Type="http://schemas.openxmlformats.org/officeDocument/2006/relationships/customXml" Target="../ink/ink365.xml"/><Relationship Id="rId133" Type="http://schemas.openxmlformats.org/officeDocument/2006/relationships/image" Target="../media/image253.png"/><Relationship Id="rId154" Type="http://schemas.openxmlformats.org/officeDocument/2006/relationships/customXml" Target="../ink/ink386.xml"/><Relationship Id="rId175" Type="http://schemas.openxmlformats.org/officeDocument/2006/relationships/image" Target="../media/image274.png"/><Relationship Id="rId196" Type="http://schemas.openxmlformats.org/officeDocument/2006/relationships/customXml" Target="../ink/ink407.xml"/><Relationship Id="rId200" Type="http://schemas.openxmlformats.org/officeDocument/2006/relationships/customXml" Target="../ink/ink409.xml"/><Relationship Id="rId16" Type="http://schemas.openxmlformats.org/officeDocument/2006/relationships/customXml" Target="../ink/ink317.xml"/><Relationship Id="rId221" Type="http://schemas.openxmlformats.org/officeDocument/2006/relationships/image" Target="../media/image297.png"/><Relationship Id="rId242" Type="http://schemas.openxmlformats.org/officeDocument/2006/relationships/customXml" Target="../ink/ink430.xml"/><Relationship Id="rId263" Type="http://schemas.openxmlformats.org/officeDocument/2006/relationships/image" Target="../media/image318.png"/><Relationship Id="rId284" Type="http://schemas.openxmlformats.org/officeDocument/2006/relationships/customXml" Target="../ink/ink451.xml"/><Relationship Id="rId37" Type="http://schemas.openxmlformats.org/officeDocument/2006/relationships/image" Target="../media/image205.png"/><Relationship Id="rId58" Type="http://schemas.openxmlformats.org/officeDocument/2006/relationships/customXml" Target="../ink/ink338.xml"/><Relationship Id="rId79" Type="http://schemas.openxmlformats.org/officeDocument/2006/relationships/image" Target="../media/image226.png"/><Relationship Id="rId102" Type="http://schemas.openxmlformats.org/officeDocument/2006/relationships/customXml" Target="../ink/ink360.xml"/><Relationship Id="rId123" Type="http://schemas.openxmlformats.org/officeDocument/2006/relationships/image" Target="../media/image248.png"/><Relationship Id="rId144" Type="http://schemas.openxmlformats.org/officeDocument/2006/relationships/customXml" Target="../ink/ink381.xml"/><Relationship Id="rId90" Type="http://schemas.openxmlformats.org/officeDocument/2006/relationships/customXml" Target="../ink/ink354.xml"/><Relationship Id="rId165" Type="http://schemas.openxmlformats.org/officeDocument/2006/relationships/image" Target="../media/image269.png"/><Relationship Id="rId186" Type="http://schemas.openxmlformats.org/officeDocument/2006/relationships/customXml" Target="../ink/ink402.xml"/><Relationship Id="rId211" Type="http://schemas.openxmlformats.org/officeDocument/2006/relationships/image" Target="../media/image292.png"/><Relationship Id="rId232" Type="http://schemas.openxmlformats.org/officeDocument/2006/relationships/customXml" Target="../ink/ink425.xml"/><Relationship Id="rId253" Type="http://schemas.openxmlformats.org/officeDocument/2006/relationships/image" Target="../media/image313.png"/><Relationship Id="rId274" Type="http://schemas.openxmlformats.org/officeDocument/2006/relationships/customXml" Target="../ink/ink446.xml"/><Relationship Id="rId295" Type="http://schemas.openxmlformats.org/officeDocument/2006/relationships/image" Target="../media/image334.png"/><Relationship Id="rId309" Type="http://schemas.openxmlformats.org/officeDocument/2006/relationships/image" Target="../media/image341.png"/><Relationship Id="rId27" Type="http://schemas.openxmlformats.org/officeDocument/2006/relationships/image" Target="../media/image200.png"/><Relationship Id="rId48" Type="http://schemas.openxmlformats.org/officeDocument/2006/relationships/customXml" Target="../ink/ink333.xml"/><Relationship Id="rId69" Type="http://schemas.openxmlformats.org/officeDocument/2006/relationships/image" Target="../media/image221.png"/><Relationship Id="rId113" Type="http://schemas.openxmlformats.org/officeDocument/2006/relationships/image" Target="../media/image243.png"/><Relationship Id="rId134" Type="http://schemas.openxmlformats.org/officeDocument/2006/relationships/customXml" Target="../ink/ink376.xml"/><Relationship Id="rId80" Type="http://schemas.openxmlformats.org/officeDocument/2006/relationships/customXml" Target="../ink/ink349.xml"/><Relationship Id="rId155" Type="http://schemas.openxmlformats.org/officeDocument/2006/relationships/image" Target="../media/image264.png"/><Relationship Id="rId176" Type="http://schemas.openxmlformats.org/officeDocument/2006/relationships/customXml" Target="../ink/ink397.xml"/><Relationship Id="rId197" Type="http://schemas.openxmlformats.org/officeDocument/2006/relationships/image" Target="../media/image285.png"/><Relationship Id="rId201" Type="http://schemas.openxmlformats.org/officeDocument/2006/relationships/image" Target="../media/image287.png"/><Relationship Id="rId222" Type="http://schemas.openxmlformats.org/officeDocument/2006/relationships/customXml" Target="../ink/ink420.xml"/><Relationship Id="rId243" Type="http://schemas.openxmlformats.org/officeDocument/2006/relationships/image" Target="../media/image308.png"/><Relationship Id="rId264" Type="http://schemas.openxmlformats.org/officeDocument/2006/relationships/customXml" Target="../ink/ink441.xml"/><Relationship Id="rId285" Type="http://schemas.openxmlformats.org/officeDocument/2006/relationships/image" Target="../media/image329.png"/><Relationship Id="rId17" Type="http://schemas.openxmlformats.org/officeDocument/2006/relationships/image" Target="../media/image195.png"/><Relationship Id="rId38" Type="http://schemas.openxmlformats.org/officeDocument/2006/relationships/customXml" Target="../ink/ink328.xml"/><Relationship Id="rId59" Type="http://schemas.openxmlformats.org/officeDocument/2006/relationships/image" Target="../media/image216.png"/><Relationship Id="rId103" Type="http://schemas.openxmlformats.org/officeDocument/2006/relationships/image" Target="../media/image238.png"/><Relationship Id="rId124" Type="http://schemas.openxmlformats.org/officeDocument/2006/relationships/customXml" Target="../ink/ink371.xml"/><Relationship Id="rId310" Type="http://schemas.openxmlformats.org/officeDocument/2006/relationships/customXml" Target="../ink/ink464.xml"/><Relationship Id="rId70" Type="http://schemas.openxmlformats.org/officeDocument/2006/relationships/customXml" Target="../ink/ink344.xml"/><Relationship Id="rId91" Type="http://schemas.openxmlformats.org/officeDocument/2006/relationships/image" Target="../media/image232.png"/><Relationship Id="rId145" Type="http://schemas.openxmlformats.org/officeDocument/2006/relationships/image" Target="../media/image259.png"/><Relationship Id="rId166" Type="http://schemas.openxmlformats.org/officeDocument/2006/relationships/customXml" Target="../ink/ink392.xml"/><Relationship Id="rId187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15.xml"/><Relationship Id="rId233" Type="http://schemas.openxmlformats.org/officeDocument/2006/relationships/image" Target="../media/image303.png"/><Relationship Id="rId254" Type="http://schemas.openxmlformats.org/officeDocument/2006/relationships/customXml" Target="../ink/ink436.xml"/><Relationship Id="rId28" Type="http://schemas.openxmlformats.org/officeDocument/2006/relationships/customXml" Target="../ink/ink323.xml"/><Relationship Id="rId49" Type="http://schemas.openxmlformats.org/officeDocument/2006/relationships/image" Target="../media/image211.png"/><Relationship Id="rId114" Type="http://schemas.openxmlformats.org/officeDocument/2006/relationships/customXml" Target="../ink/ink366.xml"/><Relationship Id="rId275" Type="http://schemas.openxmlformats.org/officeDocument/2006/relationships/image" Target="../media/image324.png"/><Relationship Id="rId296" Type="http://schemas.openxmlformats.org/officeDocument/2006/relationships/customXml" Target="../ink/ink457.xml"/><Relationship Id="rId300" Type="http://schemas.openxmlformats.org/officeDocument/2006/relationships/customXml" Target="../ink/ink459.xml"/><Relationship Id="rId60" Type="http://schemas.openxmlformats.org/officeDocument/2006/relationships/customXml" Target="../ink/ink339.xml"/><Relationship Id="rId81" Type="http://schemas.openxmlformats.org/officeDocument/2006/relationships/image" Target="../media/image227.png"/><Relationship Id="rId135" Type="http://schemas.openxmlformats.org/officeDocument/2006/relationships/image" Target="../media/image254.png"/><Relationship Id="rId156" Type="http://schemas.openxmlformats.org/officeDocument/2006/relationships/customXml" Target="../ink/ink387.xml"/><Relationship Id="rId177" Type="http://schemas.openxmlformats.org/officeDocument/2006/relationships/image" Target="../media/image275.png"/><Relationship Id="rId198" Type="http://schemas.openxmlformats.org/officeDocument/2006/relationships/customXml" Target="../ink/ink408.xml"/><Relationship Id="rId202" Type="http://schemas.openxmlformats.org/officeDocument/2006/relationships/customXml" Target="../ink/ink410.xml"/><Relationship Id="rId223" Type="http://schemas.openxmlformats.org/officeDocument/2006/relationships/image" Target="../media/image298.png"/><Relationship Id="rId244" Type="http://schemas.openxmlformats.org/officeDocument/2006/relationships/customXml" Target="../ink/ink431.xml"/><Relationship Id="rId18" Type="http://schemas.openxmlformats.org/officeDocument/2006/relationships/customXml" Target="../ink/ink318.xml"/><Relationship Id="rId39" Type="http://schemas.openxmlformats.org/officeDocument/2006/relationships/image" Target="../media/image206.png"/><Relationship Id="rId265" Type="http://schemas.openxmlformats.org/officeDocument/2006/relationships/image" Target="../media/image319.png"/><Relationship Id="rId286" Type="http://schemas.openxmlformats.org/officeDocument/2006/relationships/customXml" Target="../ink/ink452.xml"/><Relationship Id="rId50" Type="http://schemas.openxmlformats.org/officeDocument/2006/relationships/customXml" Target="../ink/ink334.xml"/><Relationship Id="rId104" Type="http://schemas.openxmlformats.org/officeDocument/2006/relationships/customXml" Target="../ink/ink361.xml"/><Relationship Id="rId125" Type="http://schemas.openxmlformats.org/officeDocument/2006/relationships/image" Target="../media/image249.png"/><Relationship Id="rId146" Type="http://schemas.openxmlformats.org/officeDocument/2006/relationships/customXml" Target="../ink/ink382.xml"/><Relationship Id="rId167" Type="http://schemas.openxmlformats.org/officeDocument/2006/relationships/image" Target="../media/image270.png"/><Relationship Id="rId188" Type="http://schemas.openxmlformats.org/officeDocument/2006/relationships/customXml" Target="../ink/ink403.xml"/><Relationship Id="rId311" Type="http://schemas.openxmlformats.org/officeDocument/2006/relationships/image" Target="../media/image342.png"/><Relationship Id="rId71" Type="http://schemas.openxmlformats.org/officeDocument/2006/relationships/image" Target="../media/image222.png"/><Relationship Id="rId92" Type="http://schemas.openxmlformats.org/officeDocument/2006/relationships/customXml" Target="../ink/ink355.xml"/><Relationship Id="rId213" Type="http://schemas.openxmlformats.org/officeDocument/2006/relationships/image" Target="../media/image293.png"/><Relationship Id="rId234" Type="http://schemas.openxmlformats.org/officeDocument/2006/relationships/customXml" Target="../ink/ink426.xml"/><Relationship Id="rId2" Type="http://schemas.openxmlformats.org/officeDocument/2006/relationships/customXml" Target="../ink/ink310.xml"/><Relationship Id="rId29" Type="http://schemas.openxmlformats.org/officeDocument/2006/relationships/image" Target="../media/image201.png"/><Relationship Id="rId255" Type="http://schemas.openxmlformats.org/officeDocument/2006/relationships/image" Target="../media/image314.png"/><Relationship Id="rId276" Type="http://schemas.openxmlformats.org/officeDocument/2006/relationships/customXml" Target="../ink/ink447.xml"/><Relationship Id="rId297" Type="http://schemas.openxmlformats.org/officeDocument/2006/relationships/image" Target="../media/image335.png"/><Relationship Id="rId40" Type="http://schemas.openxmlformats.org/officeDocument/2006/relationships/customXml" Target="../ink/ink329.xml"/><Relationship Id="rId115" Type="http://schemas.openxmlformats.org/officeDocument/2006/relationships/image" Target="../media/image244.png"/><Relationship Id="rId136" Type="http://schemas.openxmlformats.org/officeDocument/2006/relationships/customXml" Target="../ink/ink377.xml"/><Relationship Id="rId157" Type="http://schemas.openxmlformats.org/officeDocument/2006/relationships/image" Target="../media/image265.png"/><Relationship Id="rId178" Type="http://schemas.openxmlformats.org/officeDocument/2006/relationships/customXml" Target="../ink/ink398.xml"/><Relationship Id="rId301" Type="http://schemas.openxmlformats.org/officeDocument/2006/relationships/image" Target="../media/image337.png"/><Relationship Id="rId61" Type="http://schemas.openxmlformats.org/officeDocument/2006/relationships/image" Target="../media/image217.png"/><Relationship Id="rId82" Type="http://schemas.openxmlformats.org/officeDocument/2006/relationships/customXml" Target="../ink/ink350.xml"/><Relationship Id="rId199" Type="http://schemas.openxmlformats.org/officeDocument/2006/relationships/image" Target="../media/image286.png"/><Relationship Id="rId203" Type="http://schemas.openxmlformats.org/officeDocument/2006/relationships/image" Target="../media/image288.png"/><Relationship Id="rId19" Type="http://schemas.openxmlformats.org/officeDocument/2006/relationships/image" Target="../media/image196.png"/><Relationship Id="rId224" Type="http://schemas.openxmlformats.org/officeDocument/2006/relationships/customXml" Target="../ink/ink421.xml"/><Relationship Id="rId245" Type="http://schemas.openxmlformats.org/officeDocument/2006/relationships/image" Target="../media/image309.png"/><Relationship Id="rId266" Type="http://schemas.openxmlformats.org/officeDocument/2006/relationships/customXml" Target="../ink/ink442.xml"/><Relationship Id="rId287" Type="http://schemas.openxmlformats.org/officeDocument/2006/relationships/image" Target="../media/image330.png"/><Relationship Id="rId30" Type="http://schemas.openxmlformats.org/officeDocument/2006/relationships/customXml" Target="../ink/ink324.xml"/><Relationship Id="rId105" Type="http://schemas.openxmlformats.org/officeDocument/2006/relationships/image" Target="../media/image239.png"/><Relationship Id="rId126" Type="http://schemas.openxmlformats.org/officeDocument/2006/relationships/customXml" Target="../ink/ink372.xml"/><Relationship Id="rId147" Type="http://schemas.openxmlformats.org/officeDocument/2006/relationships/image" Target="../media/image260.png"/><Relationship Id="rId168" Type="http://schemas.openxmlformats.org/officeDocument/2006/relationships/customXml" Target="../ink/ink393.xml"/><Relationship Id="rId51" Type="http://schemas.openxmlformats.org/officeDocument/2006/relationships/image" Target="../media/image212.png"/><Relationship Id="rId72" Type="http://schemas.openxmlformats.org/officeDocument/2006/relationships/customXml" Target="../ink/ink345.xml"/><Relationship Id="rId93" Type="http://schemas.openxmlformats.org/officeDocument/2006/relationships/image" Target="../media/image233.png"/><Relationship Id="rId189" Type="http://schemas.openxmlformats.org/officeDocument/2006/relationships/image" Target="../media/image281.png"/><Relationship Id="rId3" Type="http://schemas.openxmlformats.org/officeDocument/2006/relationships/image" Target="../media/image188.png"/><Relationship Id="rId214" Type="http://schemas.openxmlformats.org/officeDocument/2006/relationships/customXml" Target="../ink/ink416.xml"/><Relationship Id="rId235" Type="http://schemas.openxmlformats.org/officeDocument/2006/relationships/image" Target="../media/image304.png"/><Relationship Id="rId256" Type="http://schemas.openxmlformats.org/officeDocument/2006/relationships/customXml" Target="../ink/ink437.xml"/><Relationship Id="rId277" Type="http://schemas.openxmlformats.org/officeDocument/2006/relationships/image" Target="../media/image325.png"/><Relationship Id="rId298" Type="http://schemas.openxmlformats.org/officeDocument/2006/relationships/customXml" Target="../ink/ink458.xml"/><Relationship Id="rId116" Type="http://schemas.openxmlformats.org/officeDocument/2006/relationships/customXml" Target="../ink/ink367.xml"/><Relationship Id="rId137" Type="http://schemas.openxmlformats.org/officeDocument/2006/relationships/image" Target="../media/image255.png"/><Relationship Id="rId158" Type="http://schemas.openxmlformats.org/officeDocument/2006/relationships/customXml" Target="../ink/ink388.xml"/><Relationship Id="rId302" Type="http://schemas.openxmlformats.org/officeDocument/2006/relationships/customXml" Target="../ink/ink460.xml"/><Relationship Id="rId20" Type="http://schemas.openxmlformats.org/officeDocument/2006/relationships/customXml" Target="../ink/ink319.xml"/><Relationship Id="rId41" Type="http://schemas.openxmlformats.org/officeDocument/2006/relationships/image" Target="../media/image207.png"/><Relationship Id="rId62" Type="http://schemas.openxmlformats.org/officeDocument/2006/relationships/customXml" Target="../ink/ink340.xml"/><Relationship Id="rId83" Type="http://schemas.openxmlformats.org/officeDocument/2006/relationships/image" Target="../media/image228.png"/><Relationship Id="rId179" Type="http://schemas.openxmlformats.org/officeDocument/2006/relationships/image" Target="../media/image276.png"/><Relationship Id="rId190" Type="http://schemas.openxmlformats.org/officeDocument/2006/relationships/customXml" Target="../ink/ink404.xml"/><Relationship Id="rId204" Type="http://schemas.openxmlformats.org/officeDocument/2006/relationships/customXml" Target="../ink/ink411.xml"/><Relationship Id="rId225" Type="http://schemas.openxmlformats.org/officeDocument/2006/relationships/image" Target="../media/image299.png"/><Relationship Id="rId246" Type="http://schemas.openxmlformats.org/officeDocument/2006/relationships/customXml" Target="../ink/ink432.xml"/><Relationship Id="rId267" Type="http://schemas.openxmlformats.org/officeDocument/2006/relationships/image" Target="../media/image320.png"/><Relationship Id="rId288" Type="http://schemas.openxmlformats.org/officeDocument/2006/relationships/customXml" Target="../ink/ink453.xml"/><Relationship Id="rId106" Type="http://schemas.openxmlformats.org/officeDocument/2006/relationships/customXml" Target="../ink/ink362.xml"/><Relationship Id="rId127" Type="http://schemas.openxmlformats.org/officeDocument/2006/relationships/image" Target="../media/image250.png"/><Relationship Id="rId10" Type="http://schemas.openxmlformats.org/officeDocument/2006/relationships/customXml" Target="../ink/ink314.xml"/><Relationship Id="rId31" Type="http://schemas.openxmlformats.org/officeDocument/2006/relationships/image" Target="../media/image202.png"/><Relationship Id="rId52" Type="http://schemas.openxmlformats.org/officeDocument/2006/relationships/customXml" Target="../ink/ink335.xml"/><Relationship Id="rId73" Type="http://schemas.openxmlformats.org/officeDocument/2006/relationships/image" Target="../media/image223.png"/><Relationship Id="rId94" Type="http://schemas.openxmlformats.org/officeDocument/2006/relationships/customXml" Target="../ink/ink356.xml"/><Relationship Id="rId148" Type="http://schemas.openxmlformats.org/officeDocument/2006/relationships/customXml" Target="../ink/ink383.xml"/><Relationship Id="rId169" Type="http://schemas.openxmlformats.org/officeDocument/2006/relationships/image" Target="../media/image271.png"/><Relationship Id="rId4" Type="http://schemas.openxmlformats.org/officeDocument/2006/relationships/customXml" Target="../ink/ink311.xml"/><Relationship Id="rId180" Type="http://schemas.openxmlformats.org/officeDocument/2006/relationships/customXml" Target="../ink/ink399.xml"/><Relationship Id="rId215" Type="http://schemas.openxmlformats.org/officeDocument/2006/relationships/image" Target="../media/image294.png"/><Relationship Id="rId236" Type="http://schemas.openxmlformats.org/officeDocument/2006/relationships/customXml" Target="../ink/ink427.xml"/><Relationship Id="rId257" Type="http://schemas.openxmlformats.org/officeDocument/2006/relationships/image" Target="../media/image315.png"/><Relationship Id="rId278" Type="http://schemas.openxmlformats.org/officeDocument/2006/relationships/customXml" Target="../ink/ink448.xml"/><Relationship Id="rId303" Type="http://schemas.openxmlformats.org/officeDocument/2006/relationships/image" Target="../media/image338.png"/><Relationship Id="rId42" Type="http://schemas.openxmlformats.org/officeDocument/2006/relationships/customXml" Target="../ink/ink330.xml"/><Relationship Id="rId84" Type="http://schemas.openxmlformats.org/officeDocument/2006/relationships/customXml" Target="../ink/ink351.xml"/><Relationship Id="rId138" Type="http://schemas.openxmlformats.org/officeDocument/2006/relationships/customXml" Target="../ink/ink378.xml"/><Relationship Id="rId191" Type="http://schemas.openxmlformats.org/officeDocument/2006/relationships/image" Target="../media/image282.png"/><Relationship Id="rId205" Type="http://schemas.openxmlformats.org/officeDocument/2006/relationships/image" Target="../media/image289.png"/><Relationship Id="rId247" Type="http://schemas.openxmlformats.org/officeDocument/2006/relationships/image" Target="../media/image310.png"/><Relationship Id="rId107" Type="http://schemas.openxmlformats.org/officeDocument/2006/relationships/image" Target="../media/image240.png"/><Relationship Id="rId289" Type="http://schemas.openxmlformats.org/officeDocument/2006/relationships/image" Target="../media/image331.png"/><Relationship Id="rId11" Type="http://schemas.openxmlformats.org/officeDocument/2006/relationships/image" Target="../media/image192.png"/><Relationship Id="rId53" Type="http://schemas.openxmlformats.org/officeDocument/2006/relationships/image" Target="../media/image213.png"/><Relationship Id="rId149" Type="http://schemas.openxmlformats.org/officeDocument/2006/relationships/image" Target="../media/image261.png"/><Relationship Id="rId95" Type="http://schemas.openxmlformats.org/officeDocument/2006/relationships/image" Target="../media/image234.png"/><Relationship Id="rId160" Type="http://schemas.openxmlformats.org/officeDocument/2006/relationships/customXml" Target="../ink/ink389.xml"/><Relationship Id="rId216" Type="http://schemas.openxmlformats.org/officeDocument/2006/relationships/customXml" Target="../ink/ink417.xml"/><Relationship Id="rId258" Type="http://schemas.openxmlformats.org/officeDocument/2006/relationships/customXml" Target="../ink/ink438.xml"/><Relationship Id="rId22" Type="http://schemas.openxmlformats.org/officeDocument/2006/relationships/customXml" Target="../ink/ink320.xml"/><Relationship Id="rId64" Type="http://schemas.openxmlformats.org/officeDocument/2006/relationships/customXml" Target="../ink/ink341.xml"/><Relationship Id="rId118" Type="http://schemas.openxmlformats.org/officeDocument/2006/relationships/customXml" Target="../ink/ink368.xml"/><Relationship Id="rId171" Type="http://schemas.openxmlformats.org/officeDocument/2006/relationships/image" Target="../media/image272.png"/><Relationship Id="rId227" Type="http://schemas.openxmlformats.org/officeDocument/2006/relationships/image" Target="../media/image300.png"/><Relationship Id="rId269" Type="http://schemas.openxmlformats.org/officeDocument/2006/relationships/image" Target="../media/image321.png"/><Relationship Id="rId33" Type="http://schemas.openxmlformats.org/officeDocument/2006/relationships/image" Target="../media/image203.png"/><Relationship Id="rId129" Type="http://schemas.openxmlformats.org/officeDocument/2006/relationships/image" Target="../media/image251.png"/><Relationship Id="rId280" Type="http://schemas.openxmlformats.org/officeDocument/2006/relationships/customXml" Target="../ink/ink449.xml"/><Relationship Id="rId75" Type="http://schemas.openxmlformats.org/officeDocument/2006/relationships/image" Target="../media/image224.png"/><Relationship Id="rId140" Type="http://schemas.openxmlformats.org/officeDocument/2006/relationships/customXml" Target="../ink/ink379.xml"/><Relationship Id="rId182" Type="http://schemas.openxmlformats.org/officeDocument/2006/relationships/customXml" Target="../ink/ink400.xml"/><Relationship Id="rId6" Type="http://schemas.openxmlformats.org/officeDocument/2006/relationships/customXml" Target="../ink/ink312.xml"/><Relationship Id="rId238" Type="http://schemas.openxmlformats.org/officeDocument/2006/relationships/customXml" Target="../ink/ink428.xml"/><Relationship Id="rId291" Type="http://schemas.openxmlformats.org/officeDocument/2006/relationships/image" Target="../media/image332.png"/><Relationship Id="rId305" Type="http://schemas.openxmlformats.org/officeDocument/2006/relationships/image" Target="../media/image33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21.png"/><Relationship Id="rId21" Type="http://schemas.openxmlformats.org/officeDocument/2006/relationships/image" Target="../media/image1781.png"/><Relationship Id="rId42" Type="http://schemas.openxmlformats.org/officeDocument/2006/relationships/customXml" Target="../ink/ink485.xml"/><Relationship Id="rId63" Type="http://schemas.openxmlformats.org/officeDocument/2006/relationships/image" Target="../media/image1971.png"/><Relationship Id="rId84" Type="http://schemas.openxmlformats.org/officeDocument/2006/relationships/customXml" Target="../ink/ink506.xml"/><Relationship Id="rId138" Type="http://schemas.openxmlformats.org/officeDocument/2006/relationships/customXml" Target="../ink/ink533.xml"/><Relationship Id="rId159" Type="http://schemas.openxmlformats.org/officeDocument/2006/relationships/image" Target="../media/image2431.png"/><Relationship Id="rId107" Type="http://schemas.openxmlformats.org/officeDocument/2006/relationships/image" Target="../media/image2171.png"/><Relationship Id="rId11" Type="http://schemas.openxmlformats.org/officeDocument/2006/relationships/image" Target="../media/image1731.png"/><Relationship Id="rId32" Type="http://schemas.openxmlformats.org/officeDocument/2006/relationships/customXml" Target="../ink/ink480.xml"/><Relationship Id="rId53" Type="http://schemas.openxmlformats.org/officeDocument/2006/relationships/image" Target="../media/image1931.png"/><Relationship Id="rId74" Type="http://schemas.openxmlformats.org/officeDocument/2006/relationships/customXml" Target="../ink/ink501.xml"/><Relationship Id="rId128" Type="http://schemas.openxmlformats.org/officeDocument/2006/relationships/customXml" Target="../ink/ink528.xml"/><Relationship Id="rId149" Type="http://schemas.openxmlformats.org/officeDocument/2006/relationships/image" Target="../media/image2381.png"/><Relationship Id="rId5" Type="http://schemas.openxmlformats.org/officeDocument/2006/relationships/image" Target="../media/image1701.png"/><Relationship Id="rId95" Type="http://schemas.openxmlformats.org/officeDocument/2006/relationships/image" Target="../media/image2121.png"/><Relationship Id="rId160" Type="http://schemas.openxmlformats.org/officeDocument/2006/relationships/customXml" Target="../ink/ink544.xml"/><Relationship Id="rId22" Type="http://schemas.openxmlformats.org/officeDocument/2006/relationships/customXml" Target="../ink/ink475.xml"/><Relationship Id="rId43" Type="http://schemas.openxmlformats.org/officeDocument/2006/relationships/image" Target="../media/image1881.png"/><Relationship Id="rId64" Type="http://schemas.openxmlformats.org/officeDocument/2006/relationships/customXml" Target="../ink/ink496.xml"/><Relationship Id="rId118" Type="http://schemas.openxmlformats.org/officeDocument/2006/relationships/customXml" Target="../ink/ink523.xml"/><Relationship Id="rId139" Type="http://schemas.openxmlformats.org/officeDocument/2006/relationships/image" Target="../media/image2331.png"/><Relationship Id="rId85" Type="http://schemas.openxmlformats.org/officeDocument/2006/relationships/image" Target="../media/image2081.png"/><Relationship Id="rId150" Type="http://schemas.openxmlformats.org/officeDocument/2006/relationships/customXml" Target="../ink/ink539.xml"/><Relationship Id="rId12" Type="http://schemas.openxmlformats.org/officeDocument/2006/relationships/customXml" Target="../ink/ink470.xml"/><Relationship Id="rId17" Type="http://schemas.openxmlformats.org/officeDocument/2006/relationships/image" Target="../media/image1761.png"/><Relationship Id="rId33" Type="http://schemas.openxmlformats.org/officeDocument/2006/relationships/image" Target="../media/image1831.png"/><Relationship Id="rId38" Type="http://schemas.openxmlformats.org/officeDocument/2006/relationships/customXml" Target="../ink/ink483.xml"/><Relationship Id="rId59" Type="http://schemas.openxmlformats.org/officeDocument/2006/relationships/image" Target="../media/image14411.png"/><Relationship Id="rId103" Type="http://schemas.openxmlformats.org/officeDocument/2006/relationships/image" Target="../media/image2161.png"/><Relationship Id="rId108" Type="http://schemas.openxmlformats.org/officeDocument/2006/relationships/customXml" Target="../ink/ink518.xml"/><Relationship Id="rId124" Type="http://schemas.openxmlformats.org/officeDocument/2006/relationships/customXml" Target="../ink/ink526.xml"/><Relationship Id="rId129" Type="http://schemas.openxmlformats.org/officeDocument/2006/relationships/image" Target="../media/image2281.png"/><Relationship Id="rId54" Type="http://schemas.openxmlformats.org/officeDocument/2006/relationships/customXml" Target="../ink/ink491.xml"/><Relationship Id="rId70" Type="http://schemas.openxmlformats.org/officeDocument/2006/relationships/customXml" Target="../ink/ink499.xml"/><Relationship Id="rId75" Type="http://schemas.openxmlformats.org/officeDocument/2006/relationships/image" Target="../media/image2031.png"/><Relationship Id="rId91" Type="http://schemas.openxmlformats.org/officeDocument/2006/relationships/image" Target="../media/image160.png"/><Relationship Id="rId96" Type="http://schemas.openxmlformats.org/officeDocument/2006/relationships/customXml" Target="../ink/ink512.xml"/><Relationship Id="rId140" Type="http://schemas.openxmlformats.org/officeDocument/2006/relationships/customXml" Target="../ink/ink534.xml"/><Relationship Id="rId145" Type="http://schemas.openxmlformats.org/officeDocument/2006/relationships/image" Target="../media/image2361.png"/><Relationship Id="rId161" Type="http://schemas.openxmlformats.org/officeDocument/2006/relationships/image" Target="../media/image24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7.xml"/><Relationship Id="rId23" Type="http://schemas.openxmlformats.org/officeDocument/2006/relationships/image" Target="../media/image1791.png"/><Relationship Id="rId28" Type="http://schemas.openxmlformats.org/officeDocument/2006/relationships/customXml" Target="../ink/ink478.xml"/><Relationship Id="rId49" Type="http://schemas.openxmlformats.org/officeDocument/2006/relationships/image" Target="../media/image1912.png"/><Relationship Id="rId114" Type="http://schemas.openxmlformats.org/officeDocument/2006/relationships/customXml" Target="../ink/ink521.xml"/><Relationship Id="rId119" Type="http://schemas.openxmlformats.org/officeDocument/2006/relationships/image" Target="../media/image2231.png"/><Relationship Id="rId44" Type="http://schemas.openxmlformats.org/officeDocument/2006/relationships/customXml" Target="../ink/ink486.xml"/><Relationship Id="rId60" Type="http://schemas.openxmlformats.org/officeDocument/2006/relationships/customXml" Target="../ink/ink494.xml"/><Relationship Id="rId65" Type="http://schemas.openxmlformats.org/officeDocument/2006/relationships/image" Target="../media/image1981.png"/><Relationship Id="rId81" Type="http://schemas.openxmlformats.org/officeDocument/2006/relationships/image" Target="../media/image2061.png"/><Relationship Id="rId86" Type="http://schemas.openxmlformats.org/officeDocument/2006/relationships/customXml" Target="../ink/ink507.xml"/><Relationship Id="rId130" Type="http://schemas.openxmlformats.org/officeDocument/2006/relationships/customXml" Target="../ink/ink529.xml"/><Relationship Id="rId135" Type="http://schemas.openxmlformats.org/officeDocument/2006/relationships/image" Target="../media/image2312.png"/><Relationship Id="rId151" Type="http://schemas.openxmlformats.org/officeDocument/2006/relationships/image" Target="../media/image2391.png"/><Relationship Id="rId156" Type="http://schemas.openxmlformats.org/officeDocument/2006/relationships/customXml" Target="../ink/ink542.xml"/><Relationship Id="rId13" Type="http://schemas.openxmlformats.org/officeDocument/2006/relationships/image" Target="../media/image1741.png"/><Relationship Id="rId18" Type="http://schemas.openxmlformats.org/officeDocument/2006/relationships/customXml" Target="../ink/ink473.xml"/><Relationship Id="rId39" Type="http://schemas.openxmlformats.org/officeDocument/2006/relationships/image" Target="../media/image1861.png"/><Relationship Id="rId109" Type="http://schemas.openxmlformats.org/officeDocument/2006/relationships/image" Target="../media/image2181.png"/><Relationship Id="rId34" Type="http://schemas.openxmlformats.org/officeDocument/2006/relationships/customXml" Target="../ink/ink481.xml"/><Relationship Id="rId50" Type="http://schemas.openxmlformats.org/officeDocument/2006/relationships/customXml" Target="../ink/ink489.xml"/><Relationship Id="rId55" Type="http://schemas.openxmlformats.org/officeDocument/2006/relationships/image" Target="../media/image1941.png"/><Relationship Id="rId76" Type="http://schemas.openxmlformats.org/officeDocument/2006/relationships/customXml" Target="../ink/ink502.xml"/><Relationship Id="rId97" Type="http://schemas.openxmlformats.org/officeDocument/2006/relationships/image" Target="../media/image2131.png"/><Relationship Id="rId104" Type="http://schemas.openxmlformats.org/officeDocument/2006/relationships/customXml" Target="../ink/ink516.xml"/><Relationship Id="rId120" Type="http://schemas.openxmlformats.org/officeDocument/2006/relationships/customXml" Target="../ink/ink524.xml"/><Relationship Id="rId125" Type="http://schemas.openxmlformats.org/officeDocument/2006/relationships/image" Target="../media/image2261.png"/><Relationship Id="rId141" Type="http://schemas.openxmlformats.org/officeDocument/2006/relationships/image" Target="../media/image2341.png"/><Relationship Id="rId146" Type="http://schemas.openxmlformats.org/officeDocument/2006/relationships/customXml" Target="../ink/ink537.xml"/><Relationship Id="rId7" Type="http://schemas.openxmlformats.org/officeDocument/2006/relationships/image" Target="../media/image1712.png"/><Relationship Id="rId71" Type="http://schemas.openxmlformats.org/officeDocument/2006/relationships/image" Target="../media/image2011.png"/><Relationship Id="rId92" Type="http://schemas.openxmlformats.org/officeDocument/2006/relationships/customXml" Target="../ink/ink510.xml"/><Relationship Id="rId162" Type="http://schemas.openxmlformats.org/officeDocument/2006/relationships/customXml" Target="../ink/ink545.xml"/><Relationship Id="rId2" Type="http://schemas.openxmlformats.org/officeDocument/2006/relationships/customXml" Target="../ink/ink465.xml"/><Relationship Id="rId29" Type="http://schemas.openxmlformats.org/officeDocument/2006/relationships/image" Target="../media/image1812.png"/><Relationship Id="rId24" Type="http://schemas.openxmlformats.org/officeDocument/2006/relationships/customXml" Target="../ink/ink476.xml"/><Relationship Id="rId40" Type="http://schemas.openxmlformats.org/officeDocument/2006/relationships/customXml" Target="../ink/ink484.xml"/><Relationship Id="rId45" Type="http://schemas.openxmlformats.org/officeDocument/2006/relationships/image" Target="../media/image1891.png"/><Relationship Id="rId66" Type="http://schemas.openxmlformats.org/officeDocument/2006/relationships/customXml" Target="../ink/ink497.xml"/><Relationship Id="rId87" Type="http://schemas.openxmlformats.org/officeDocument/2006/relationships/image" Target="../media/image2091.png"/><Relationship Id="rId110" Type="http://schemas.openxmlformats.org/officeDocument/2006/relationships/customXml" Target="../ink/ink519.xml"/><Relationship Id="rId115" Type="http://schemas.openxmlformats.org/officeDocument/2006/relationships/image" Target="../media/image2212.png"/><Relationship Id="rId131" Type="http://schemas.openxmlformats.org/officeDocument/2006/relationships/image" Target="../media/image2291.png"/><Relationship Id="rId136" Type="http://schemas.openxmlformats.org/officeDocument/2006/relationships/customXml" Target="../ink/ink532.xml"/><Relationship Id="rId157" Type="http://schemas.openxmlformats.org/officeDocument/2006/relationships/image" Target="../media/image2421.png"/><Relationship Id="rId61" Type="http://schemas.openxmlformats.org/officeDocument/2006/relationships/image" Target="../media/image1961.png"/><Relationship Id="rId82" Type="http://schemas.openxmlformats.org/officeDocument/2006/relationships/customXml" Target="../ink/ink505.xml"/><Relationship Id="rId152" Type="http://schemas.openxmlformats.org/officeDocument/2006/relationships/customXml" Target="../ink/ink540.xml"/><Relationship Id="rId19" Type="http://schemas.openxmlformats.org/officeDocument/2006/relationships/image" Target="../media/image1771.png"/><Relationship Id="rId14" Type="http://schemas.openxmlformats.org/officeDocument/2006/relationships/customXml" Target="../ink/ink471.xml"/><Relationship Id="rId30" Type="http://schemas.openxmlformats.org/officeDocument/2006/relationships/customXml" Target="../ink/ink479.xml"/><Relationship Id="rId35" Type="http://schemas.openxmlformats.org/officeDocument/2006/relationships/image" Target="../media/image1841.png"/><Relationship Id="rId56" Type="http://schemas.openxmlformats.org/officeDocument/2006/relationships/customXml" Target="../ink/ink492.xml"/><Relationship Id="rId77" Type="http://schemas.openxmlformats.org/officeDocument/2006/relationships/image" Target="../media/image2041.png"/><Relationship Id="rId100" Type="http://schemas.openxmlformats.org/officeDocument/2006/relationships/customXml" Target="../ink/ink514.xml"/><Relationship Id="rId105" Type="http://schemas.openxmlformats.org/officeDocument/2006/relationships/image" Target="../media/image167.png"/><Relationship Id="rId126" Type="http://schemas.openxmlformats.org/officeDocument/2006/relationships/customXml" Target="../ink/ink527.xml"/><Relationship Id="rId147" Type="http://schemas.openxmlformats.org/officeDocument/2006/relationships/image" Target="../media/image2371.png"/><Relationship Id="rId8" Type="http://schemas.openxmlformats.org/officeDocument/2006/relationships/customXml" Target="../ink/ink468.xml"/><Relationship Id="rId51" Type="http://schemas.openxmlformats.org/officeDocument/2006/relationships/image" Target="../media/image1921.png"/><Relationship Id="rId72" Type="http://schemas.openxmlformats.org/officeDocument/2006/relationships/customXml" Target="../ink/ink500.xml"/><Relationship Id="rId93" Type="http://schemas.openxmlformats.org/officeDocument/2006/relationships/image" Target="../media/image2112.png"/><Relationship Id="rId98" Type="http://schemas.openxmlformats.org/officeDocument/2006/relationships/customXml" Target="../ink/ink513.xml"/><Relationship Id="rId121" Type="http://schemas.openxmlformats.org/officeDocument/2006/relationships/image" Target="../media/image2241.png"/><Relationship Id="rId142" Type="http://schemas.openxmlformats.org/officeDocument/2006/relationships/customXml" Target="../ink/ink535.xml"/><Relationship Id="rId163" Type="http://schemas.openxmlformats.org/officeDocument/2006/relationships/image" Target="../media/image2451.png"/><Relationship Id="rId3" Type="http://schemas.openxmlformats.org/officeDocument/2006/relationships/image" Target="../media/image1691.png"/><Relationship Id="rId25" Type="http://schemas.openxmlformats.org/officeDocument/2006/relationships/image" Target="../media/image12711.png"/><Relationship Id="rId46" Type="http://schemas.openxmlformats.org/officeDocument/2006/relationships/customXml" Target="../ink/ink487.xml"/><Relationship Id="rId67" Type="http://schemas.openxmlformats.org/officeDocument/2006/relationships/image" Target="../media/image1991.png"/><Relationship Id="rId116" Type="http://schemas.openxmlformats.org/officeDocument/2006/relationships/customXml" Target="../ink/ink522.xml"/><Relationship Id="rId137" Type="http://schemas.openxmlformats.org/officeDocument/2006/relationships/image" Target="../media/image2321.png"/><Relationship Id="rId158" Type="http://schemas.openxmlformats.org/officeDocument/2006/relationships/customXml" Target="../ink/ink543.xml"/><Relationship Id="rId20" Type="http://schemas.openxmlformats.org/officeDocument/2006/relationships/customXml" Target="../ink/ink474.xml"/><Relationship Id="rId41" Type="http://schemas.openxmlformats.org/officeDocument/2006/relationships/image" Target="../media/image1871.png"/><Relationship Id="rId62" Type="http://schemas.openxmlformats.org/officeDocument/2006/relationships/customXml" Target="../ink/ink495.xml"/><Relationship Id="rId83" Type="http://schemas.openxmlformats.org/officeDocument/2006/relationships/image" Target="../media/image2071.png"/><Relationship Id="rId88" Type="http://schemas.openxmlformats.org/officeDocument/2006/relationships/customXml" Target="../ink/ink508.xml"/><Relationship Id="rId111" Type="http://schemas.openxmlformats.org/officeDocument/2006/relationships/image" Target="../media/image2191.png"/><Relationship Id="rId132" Type="http://schemas.openxmlformats.org/officeDocument/2006/relationships/customXml" Target="../ink/ink530.xml"/><Relationship Id="rId153" Type="http://schemas.openxmlformats.org/officeDocument/2006/relationships/image" Target="../media/image2401.png"/><Relationship Id="rId15" Type="http://schemas.openxmlformats.org/officeDocument/2006/relationships/image" Target="../media/image1751.png"/><Relationship Id="rId36" Type="http://schemas.openxmlformats.org/officeDocument/2006/relationships/customXml" Target="../ink/ink482.xml"/><Relationship Id="rId57" Type="http://schemas.openxmlformats.org/officeDocument/2006/relationships/image" Target="../media/image1951.png"/><Relationship Id="rId106" Type="http://schemas.openxmlformats.org/officeDocument/2006/relationships/customXml" Target="../ink/ink517.xml"/><Relationship Id="rId127" Type="http://schemas.openxmlformats.org/officeDocument/2006/relationships/image" Target="../media/image2271.png"/><Relationship Id="rId10" Type="http://schemas.openxmlformats.org/officeDocument/2006/relationships/customXml" Target="../ink/ink469.xml"/><Relationship Id="rId31" Type="http://schemas.openxmlformats.org/officeDocument/2006/relationships/image" Target="../media/image1821.png"/><Relationship Id="rId52" Type="http://schemas.openxmlformats.org/officeDocument/2006/relationships/customXml" Target="../ink/ink490.xml"/><Relationship Id="rId73" Type="http://schemas.openxmlformats.org/officeDocument/2006/relationships/image" Target="../media/image2021.png"/><Relationship Id="rId78" Type="http://schemas.openxmlformats.org/officeDocument/2006/relationships/customXml" Target="../ink/ink503.xml"/><Relationship Id="rId94" Type="http://schemas.openxmlformats.org/officeDocument/2006/relationships/customXml" Target="../ink/ink511.xml"/><Relationship Id="rId99" Type="http://schemas.openxmlformats.org/officeDocument/2006/relationships/image" Target="../media/image2141.png"/><Relationship Id="rId101" Type="http://schemas.openxmlformats.org/officeDocument/2006/relationships/image" Target="../media/image2151.png"/><Relationship Id="rId122" Type="http://schemas.openxmlformats.org/officeDocument/2006/relationships/customXml" Target="../ink/ink525.xml"/><Relationship Id="rId143" Type="http://schemas.openxmlformats.org/officeDocument/2006/relationships/image" Target="../media/image2351.png"/><Relationship Id="rId148" Type="http://schemas.openxmlformats.org/officeDocument/2006/relationships/customXml" Target="../ink/ink538.xml"/><Relationship Id="rId4" Type="http://schemas.openxmlformats.org/officeDocument/2006/relationships/customXml" Target="../ink/ink466.xml"/><Relationship Id="rId9" Type="http://schemas.openxmlformats.org/officeDocument/2006/relationships/image" Target="../media/image1721.png"/><Relationship Id="rId26" Type="http://schemas.openxmlformats.org/officeDocument/2006/relationships/customXml" Target="../ink/ink477.xml"/><Relationship Id="rId47" Type="http://schemas.openxmlformats.org/officeDocument/2006/relationships/image" Target="../media/image1901.png"/><Relationship Id="rId68" Type="http://schemas.openxmlformats.org/officeDocument/2006/relationships/customXml" Target="../ink/ink498.xml"/><Relationship Id="rId89" Type="http://schemas.openxmlformats.org/officeDocument/2006/relationships/image" Target="../media/image2101.png"/><Relationship Id="rId112" Type="http://schemas.openxmlformats.org/officeDocument/2006/relationships/customXml" Target="../ink/ink520.xml"/><Relationship Id="rId133" Type="http://schemas.openxmlformats.org/officeDocument/2006/relationships/image" Target="../media/image2301.png"/><Relationship Id="rId154" Type="http://schemas.openxmlformats.org/officeDocument/2006/relationships/customXml" Target="../ink/ink541.xml"/><Relationship Id="rId16" Type="http://schemas.openxmlformats.org/officeDocument/2006/relationships/customXml" Target="../ink/ink472.xml"/><Relationship Id="rId37" Type="http://schemas.openxmlformats.org/officeDocument/2006/relationships/image" Target="../media/image1851.png"/><Relationship Id="rId58" Type="http://schemas.openxmlformats.org/officeDocument/2006/relationships/customXml" Target="../ink/ink493.xml"/><Relationship Id="rId79" Type="http://schemas.openxmlformats.org/officeDocument/2006/relationships/image" Target="../media/image2051.png"/><Relationship Id="rId102" Type="http://schemas.openxmlformats.org/officeDocument/2006/relationships/customXml" Target="../ink/ink515.xml"/><Relationship Id="rId123" Type="http://schemas.openxmlformats.org/officeDocument/2006/relationships/image" Target="../media/image2251.png"/><Relationship Id="rId144" Type="http://schemas.openxmlformats.org/officeDocument/2006/relationships/customXml" Target="../ink/ink536.xml"/><Relationship Id="rId90" Type="http://schemas.openxmlformats.org/officeDocument/2006/relationships/customXml" Target="../ink/ink509.xml"/><Relationship Id="rId27" Type="http://schemas.openxmlformats.org/officeDocument/2006/relationships/image" Target="../media/image1801.png"/><Relationship Id="rId48" Type="http://schemas.openxmlformats.org/officeDocument/2006/relationships/customXml" Target="../ink/ink488.xml"/><Relationship Id="rId69" Type="http://schemas.openxmlformats.org/officeDocument/2006/relationships/image" Target="../media/image2001.png"/><Relationship Id="rId113" Type="http://schemas.openxmlformats.org/officeDocument/2006/relationships/image" Target="../media/image2201.png"/><Relationship Id="rId134" Type="http://schemas.openxmlformats.org/officeDocument/2006/relationships/customXml" Target="../ink/ink531.xml"/><Relationship Id="rId80" Type="http://schemas.openxmlformats.org/officeDocument/2006/relationships/customXml" Target="../ink/ink504.xml"/><Relationship Id="rId155" Type="http://schemas.openxmlformats.org/officeDocument/2006/relationships/image" Target="../media/image2412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01.png"/><Relationship Id="rId21" Type="http://schemas.openxmlformats.org/officeDocument/2006/relationships/image" Target="../media/image1781.png"/><Relationship Id="rId42" Type="http://schemas.openxmlformats.org/officeDocument/2006/relationships/customXml" Target="../ink/ink566.xml"/><Relationship Id="rId63" Type="http://schemas.openxmlformats.org/officeDocument/2006/relationships/image" Target="../media/image1971.png"/><Relationship Id="rId84" Type="http://schemas.openxmlformats.org/officeDocument/2006/relationships/customXml" Target="../ink/ink587.xml"/><Relationship Id="rId138" Type="http://schemas.openxmlformats.org/officeDocument/2006/relationships/customXml" Target="../ink/ink614.xml"/><Relationship Id="rId159" Type="http://schemas.openxmlformats.org/officeDocument/2006/relationships/image" Target="../media/image2712.png"/><Relationship Id="rId170" Type="http://schemas.openxmlformats.org/officeDocument/2006/relationships/customXml" Target="../ink/ink630.xml"/><Relationship Id="rId191" Type="http://schemas.openxmlformats.org/officeDocument/2006/relationships/image" Target="../media/image2871.png"/><Relationship Id="rId205" Type="http://schemas.openxmlformats.org/officeDocument/2006/relationships/image" Target="../media/image2941.png"/><Relationship Id="rId107" Type="http://schemas.openxmlformats.org/officeDocument/2006/relationships/image" Target="../media/image2171.png"/><Relationship Id="rId11" Type="http://schemas.openxmlformats.org/officeDocument/2006/relationships/image" Target="../media/image1731.png"/><Relationship Id="rId32" Type="http://schemas.openxmlformats.org/officeDocument/2006/relationships/customXml" Target="../ink/ink561.xml"/><Relationship Id="rId53" Type="http://schemas.openxmlformats.org/officeDocument/2006/relationships/image" Target="../media/image1931.png"/><Relationship Id="rId74" Type="http://schemas.openxmlformats.org/officeDocument/2006/relationships/customXml" Target="../ink/ink582.xml"/><Relationship Id="rId128" Type="http://schemas.openxmlformats.org/officeDocument/2006/relationships/customXml" Target="../ink/ink609.xml"/><Relationship Id="rId149" Type="http://schemas.openxmlformats.org/officeDocument/2006/relationships/image" Target="../media/image2661.png"/><Relationship Id="rId5" Type="http://schemas.openxmlformats.org/officeDocument/2006/relationships/image" Target="../media/image1701.png"/><Relationship Id="rId95" Type="http://schemas.openxmlformats.org/officeDocument/2006/relationships/image" Target="../media/image2121.png"/><Relationship Id="rId160" Type="http://schemas.openxmlformats.org/officeDocument/2006/relationships/customXml" Target="../ink/ink625.xml"/><Relationship Id="rId181" Type="http://schemas.openxmlformats.org/officeDocument/2006/relationships/image" Target="../media/image2821.png"/><Relationship Id="rId22" Type="http://schemas.openxmlformats.org/officeDocument/2006/relationships/customXml" Target="../ink/ink556.xml"/><Relationship Id="rId43" Type="http://schemas.openxmlformats.org/officeDocument/2006/relationships/image" Target="../media/image1881.png"/><Relationship Id="rId64" Type="http://schemas.openxmlformats.org/officeDocument/2006/relationships/customXml" Target="../ink/ink577.xml"/><Relationship Id="rId118" Type="http://schemas.openxmlformats.org/officeDocument/2006/relationships/customXml" Target="../ink/ink604.xml"/><Relationship Id="rId139" Type="http://schemas.openxmlformats.org/officeDocument/2006/relationships/image" Target="../media/image2612.png"/><Relationship Id="rId85" Type="http://schemas.openxmlformats.org/officeDocument/2006/relationships/image" Target="../media/image2081.png"/><Relationship Id="rId150" Type="http://schemas.openxmlformats.org/officeDocument/2006/relationships/customXml" Target="../ink/ink620.xml"/><Relationship Id="rId171" Type="http://schemas.openxmlformats.org/officeDocument/2006/relationships/image" Target="../media/image2771.png"/><Relationship Id="rId192" Type="http://schemas.openxmlformats.org/officeDocument/2006/relationships/customXml" Target="../ink/ink641.xml"/><Relationship Id="rId12" Type="http://schemas.openxmlformats.org/officeDocument/2006/relationships/customXml" Target="../ink/ink551.xml"/><Relationship Id="rId33" Type="http://schemas.openxmlformats.org/officeDocument/2006/relationships/image" Target="../media/image1831.png"/><Relationship Id="rId108" Type="http://schemas.openxmlformats.org/officeDocument/2006/relationships/customXml" Target="../ink/ink599.xml"/><Relationship Id="rId129" Type="http://schemas.openxmlformats.org/officeDocument/2006/relationships/image" Target="../media/image2561.png"/><Relationship Id="rId54" Type="http://schemas.openxmlformats.org/officeDocument/2006/relationships/customXml" Target="../ink/ink572.xml"/><Relationship Id="rId75" Type="http://schemas.openxmlformats.org/officeDocument/2006/relationships/image" Target="../media/image2031.png"/><Relationship Id="rId96" Type="http://schemas.openxmlformats.org/officeDocument/2006/relationships/customXml" Target="../ink/ink593.xml"/><Relationship Id="rId140" Type="http://schemas.openxmlformats.org/officeDocument/2006/relationships/customXml" Target="../ink/ink615.xml"/><Relationship Id="rId161" Type="http://schemas.openxmlformats.org/officeDocument/2006/relationships/image" Target="../media/image2721.png"/><Relationship Id="rId182" Type="http://schemas.openxmlformats.org/officeDocument/2006/relationships/customXml" Target="../ink/ink636.xml"/><Relationship Id="rId6" Type="http://schemas.openxmlformats.org/officeDocument/2006/relationships/customXml" Target="../ink/ink548.xml"/><Relationship Id="rId23" Type="http://schemas.openxmlformats.org/officeDocument/2006/relationships/image" Target="../media/image1791.png"/><Relationship Id="rId119" Type="http://schemas.openxmlformats.org/officeDocument/2006/relationships/image" Target="../media/image2512.png"/><Relationship Id="rId44" Type="http://schemas.openxmlformats.org/officeDocument/2006/relationships/customXml" Target="../ink/ink567.xml"/><Relationship Id="rId65" Type="http://schemas.openxmlformats.org/officeDocument/2006/relationships/image" Target="../media/image1981.png"/><Relationship Id="rId86" Type="http://schemas.openxmlformats.org/officeDocument/2006/relationships/customXml" Target="../ink/ink588.xml"/><Relationship Id="rId130" Type="http://schemas.openxmlformats.org/officeDocument/2006/relationships/customXml" Target="../ink/ink610.xml"/><Relationship Id="rId151" Type="http://schemas.openxmlformats.org/officeDocument/2006/relationships/image" Target="../media/image2671.png"/><Relationship Id="rId172" Type="http://schemas.openxmlformats.org/officeDocument/2006/relationships/customXml" Target="../ink/ink631.xml"/><Relationship Id="rId193" Type="http://schemas.openxmlformats.org/officeDocument/2006/relationships/image" Target="../media/image2881.png"/><Relationship Id="rId13" Type="http://schemas.openxmlformats.org/officeDocument/2006/relationships/image" Target="../media/image1741.png"/><Relationship Id="rId109" Type="http://schemas.openxmlformats.org/officeDocument/2006/relationships/image" Target="../media/image2461.png"/><Relationship Id="rId34" Type="http://schemas.openxmlformats.org/officeDocument/2006/relationships/customXml" Target="../ink/ink562.xml"/><Relationship Id="rId55" Type="http://schemas.openxmlformats.org/officeDocument/2006/relationships/image" Target="../media/image1941.png"/><Relationship Id="rId76" Type="http://schemas.openxmlformats.org/officeDocument/2006/relationships/customXml" Target="../ink/ink583.xml"/><Relationship Id="rId97" Type="http://schemas.openxmlformats.org/officeDocument/2006/relationships/image" Target="../media/image2131.png"/><Relationship Id="rId120" Type="http://schemas.openxmlformats.org/officeDocument/2006/relationships/customXml" Target="../ink/ink605.xml"/><Relationship Id="rId141" Type="http://schemas.openxmlformats.org/officeDocument/2006/relationships/image" Target="../media/image2621.png"/><Relationship Id="rId7" Type="http://schemas.openxmlformats.org/officeDocument/2006/relationships/image" Target="../media/image1712.png"/><Relationship Id="rId162" Type="http://schemas.openxmlformats.org/officeDocument/2006/relationships/customXml" Target="../ink/ink626.xml"/><Relationship Id="rId183" Type="http://schemas.openxmlformats.org/officeDocument/2006/relationships/image" Target="../media/image2831.png"/><Relationship Id="rId24" Type="http://schemas.openxmlformats.org/officeDocument/2006/relationships/customXml" Target="../ink/ink557.xml"/><Relationship Id="rId40" Type="http://schemas.openxmlformats.org/officeDocument/2006/relationships/customXml" Target="../ink/ink565.xml"/><Relationship Id="rId45" Type="http://schemas.openxmlformats.org/officeDocument/2006/relationships/image" Target="../media/image1891.png"/><Relationship Id="rId66" Type="http://schemas.openxmlformats.org/officeDocument/2006/relationships/customXml" Target="../ink/ink578.xml"/><Relationship Id="rId87" Type="http://schemas.openxmlformats.org/officeDocument/2006/relationships/image" Target="../media/image2091.png"/><Relationship Id="rId110" Type="http://schemas.openxmlformats.org/officeDocument/2006/relationships/customXml" Target="../ink/ink600.xml"/><Relationship Id="rId115" Type="http://schemas.openxmlformats.org/officeDocument/2006/relationships/image" Target="../media/image2491.png"/><Relationship Id="rId131" Type="http://schemas.openxmlformats.org/officeDocument/2006/relationships/image" Target="../media/image2571.png"/><Relationship Id="rId136" Type="http://schemas.openxmlformats.org/officeDocument/2006/relationships/customXml" Target="../ink/ink613.xml"/><Relationship Id="rId157" Type="http://schemas.openxmlformats.org/officeDocument/2006/relationships/image" Target="../media/image2701.png"/><Relationship Id="rId178" Type="http://schemas.openxmlformats.org/officeDocument/2006/relationships/customXml" Target="../ink/ink634.xml"/><Relationship Id="rId61" Type="http://schemas.openxmlformats.org/officeDocument/2006/relationships/image" Target="../media/image1961.png"/><Relationship Id="rId82" Type="http://schemas.openxmlformats.org/officeDocument/2006/relationships/customXml" Target="../ink/ink586.xml"/><Relationship Id="rId152" Type="http://schemas.openxmlformats.org/officeDocument/2006/relationships/customXml" Target="../ink/ink621.xml"/><Relationship Id="rId173" Type="http://schemas.openxmlformats.org/officeDocument/2006/relationships/image" Target="../media/image2781.png"/><Relationship Id="rId194" Type="http://schemas.openxmlformats.org/officeDocument/2006/relationships/customXml" Target="../ink/ink642.xml"/><Relationship Id="rId199" Type="http://schemas.openxmlformats.org/officeDocument/2006/relationships/image" Target="../media/image2912.png"/><Relationship Id="rId203" Type="http://schemas.openxmlformats.org/officeDocument/2006/relationships/image" Target="../media/image2931.png"/><Relationship Id="rId19" Type="http://schemas.openxmlformats.org/officeDocument/2006/relationships/image" Target="../media/image1771.png"/><Relationship Id="rId14" Type="http://schemas.openxmlformats.org/officeDocument/2006/relationships/customXml" Target="../ink/ink552.xml"/><Relationship Id="rId30" Type="http://schemas.openxmlformats.org/officeDocument/2006/relationships/customXml" Target="../ink/ink560.xml"/><Relationship Id="rId35" Type="http://schemas.openxmlformats.org/officeDocument/2006/relationships/image" Target="../media/image1841.png"/><Relationship Id="rId56" Type="http://schemas.openxmlformats.org/officeDocument/2006/relationships/customXml" Target="../ink/ink573.xml"/><Relationship Id="rId77" Type="http://schemas.openxmlformats.org/officeDocument/2006/relationships/image" Target="../media/image2041.png"/><Relationship Id="rId100" Type="http://schemas.openxmlformats.org/officeDocument/2006/relationships/customXml" Target="../ink/ink595.xml"/><Relationship Id="rId105" Type="http://schemas.openxmlformats.org/officeDocument/2006/relationships/image" Target="../media/image167.png"/><Relationship Id="rId126" Type="http://schemas.openxmlformats.org/officeDocument/2006/relationships/customXml" Target="../ink/ink608.xml"/><Relationship Id="rId147" Type="http://schemas.openxmlformats.org/officeDocument/2006/relationships/image" Target="../media/image2651.png"/><Relationship Id="rId168" Type="http://schemas.openxmlformats.org/officeDocument/2006/relationships/customXml" Target="../ink/ink629.xml"/><Relationship Id="rId8" Type="http://schemas.openxmlformats.org/officeDocument/2006/relationships/customXml" Target="../ink/ink549.xml"/><Relationship Id="rId51" Type="http://schemas.openxmlformats.org/officeDocument/2006/relationships/image" Target="../media/image1921.png"/><Relationship Id="rId72" Type="http://schemas.openxmlformats.org/officeDocument/2006/relationships/customXml" Target="../ink/ink581.xml"/><Relationship Id="rId93" Type="http://schemas.openxmlformats.org/officeDocument/2006/relationships/image" Target="../media/image2112.png"/><Relationship Id="rId98" Type="http://schemas.openxmlformats.org/officeDocument/2006/relationships/customXml" Target="../ink/ink594.xml"/><Relationship Id="rId121" Type="http://schemas.openxmlformats.org/officeDocument/2006/relationships/image" Target="../media/image2521.png"/><Relationship Id="rId142" Type="http://schemas.openxmlformats.org/officeDocument/2006/relationships/customXml" Target="../ink/ink616.xml"/><Relationship Id="rId163" Type="http://schemas.openxmlformats.org/officeDocument/2006/relationships/image" Target="../media/image2731.png"/><Relationship Id="rId184" Type="http://schemas.openxmlformats.org/officeDocument/2006/relationships/customXml" Target="../ink/ink637.xml"/><Relationship Id="rId189" Type="http://schemas.openxmlformats.org/officeDocument/2006/relationships/image" Target="../media/image2861.png"/><Relationship Id="rId3" Type="http://schemas.openxmlformats.org/officeDocument/2006/relationships/image" Target="../media/image1691.png"/><Relationship Id="rId25" Type="http://schemas.openxmlformats.org/officeDocument/2006/relationships/image" Target="../media/image12711.png"/><Relationship Id="rId46" Type="http://schemas.openxmlformats.org/officeDocument/2006/relationships/customXml" Target="../ink/ink568.xml"/><Relationship Id="rId67" Type="http://schemas.openxmlformats.org/officeDocument/2006/relationships/image" Target="../media/image1991.png"/><Relationship Id="rId116" Type="http://schemas.openxmlformats.org/officeDocument/2006/relationships/customXml" Target="../ink/ink603.xml"/><Relationship Id="rId137" Type="http://schemas.openxmlformats.org/officeDocument/2006/relationships/image" Target="../media/image2601.png"/><Relationship Id="rId158" Type="http://schemas.openxmlformats.org/officeDocument/2006/relationships/customXml" Target="../ink/ink624.xml"/><Relationship Id="rId20" Type="http://schemas.openxmlformats.org/officeDocument/2006/relationships/customXml" Target="../ink/ink555.xml"/><Relationship Id="rId41" Type="http://schemas.openxmlformats.org/officeDocument/2006/relationships/image" Target="../media/image1871.png"/><Relationship Id="rId62" Type="http://schemas.openxmlformats.org/officeDocument/2006/relationships/customXml" Target="../ink/ink576.xml"/><Relationship Id="rId83" Type="http://schemas.openxmlformats.org/officeDocument/2006/relationships/image" Target="../media/image2071.png"/><Relationship Id="rId88" Type="http://schemas.openxmlformats.org/officeDocument/2006/relationships/customXml" Target="../ink/ink589.xml"/><Relationship Id="rId111" Type="http://schemas.openxmlformats.org/officeDocument/2006/relationships/image" Target="../media/image2471.png"/><Relationship Id="rId132" Type="http://schemas.openxmlformats.org/officeDocument/2006/relationships/customXml" Target="../ink/ink611.xml"/><Relationship Id="rId153" Type="http://schemas.openxmlformats.org/officeDocument/2006/relationships/image" Target="../media/image2681.png"/><Relationship Id="rId174" Type="http://schemas.openxmlformats.org/officeDocument/2006/relationships/customXml" Target="../ink/ink632.xml"/><Relationship Id="rId179" Type="http://schemas.openxmlformats.org/officeDocument/2006/relationships/image" Target="../media/image2812.png"/><Relationship Id="rId195" Type="http://schemas.openxmlformats.org/officeDocument/2006/relationships/image" Target="../media/image2891.png"/><Relationship Id="rId190" Type="http://schemas.openxmlformats.org/officeDocument/2006/relationships/customXml" Target="../ink/ink640.xml"/><Relationship Id="rId204" Type="http://schemas.openxmlformats.org/officeDocument/2006/relationships/customXml" Target="../ink/ink647.xml"/><Relationship Id="rId15" Type="http://schemas.openxmlformats.org/officeDocument/2006/relationships/image" Target="../media/image1751.png"/><Relationship Id="rId36" Type="http://schemas.openxmlformats.org/officeDocument/2006/relationships/customXml" Target="../ink/ink563.xml"/><Relationship Id="rId57" Type="http://schemas.openxmlformats.org/officeDocument/2006/relationships/image" Target="../media/image1951.png"/><Relationship Id="rId106" Type="http://schemas.openxmlformats.org/officeDocument/2006/relationships/customXml" Target="../ink/ink598.xml"/><Relationship Id="rId127" Type="http://schemas.openxmlformats.org/officeDocument/2006/relationships/image" Target="../media/image2551.png"/><Relationship Id="rId10" Type="http://schemas.openxmlformats.org/officeDocument/2006/relationships/customXml" Target="../ink/ink550.xml"/><Relationship Id="rId31" Type="http://schemas.openxmlformats.org/officeDocument/2006/relationships/image" Target="../media/image1821.png"/><Relationship Id="rId52" Type="http://schemas.openxmlformats.org/officeDocument/2006/relationships/customXml" Target="../ink/ink571.xml"/><Relationship Id="rId73" Type="http://schemas.openxmlformats.org/officeDocument/2006/relationships/image" Target="../media/image2021.png"/><Relationship Id="rId78" Type="http://schemas.openxmlformats.org/officeDocument/2006/relationships/customXml" Target="../ink/ink584.xml"/><Relationship Id="rId94" Type="http://schemas.openxmlformats.org/officeDocument/2006/relationships/customXml" Target="../ink/ink592.xml"/><Relationship Id="rId99" Type="http://schemas.openxmlformats.org/officeDocument/2006/relationships/image" Target="../media/image2141.png"/><Relationship Id="rId101" Type="http://schemas.openxmlformats.org/officeDocument/2006/relationships/image" Target="../media/image2151.png"/><Relationship Id="rId122" Type="http://schemas.openxmlformats.org/officeDocument/2006/relationships/customXml" Target="../ink/ink606.xml"/><Relationship Id="rId143" Type="http://schemas.openxmlformats.org/officeDocument/2006/relationships/image" Target="../media/image2631.png"/><Relationship Id="rId148" Type="http://schemas.openxmlformats.org/officeDocument/2006/relationships/customXml" Target="../ink/ink619.xml"/><Relationship Id="rId164" Type="http://schemas.openxmlformats.org/officeDocument/2006/relationships/customXml" Target="../ink/ink627.xml"/><Relationship Id="rId169" Type="http://schemas.openxmlformats.org/officeDocument/2006/relationships/image" Target="../media/image2761.png"/><Relationship Id="rId185" Type="http://schemas.openxmlformats.org/officeDocument/2006/relationships/image" Target="../media/image2841.png"/><Relationship Id="rId4" Type="http://schemas.openxmlformats.org/officeDocument/2006/relationships/customXml" Target="../ink/ink547.xml"/><Relationship Id="rId9" Type="http://schemas.openxmlformats.org/officeDocument/2006/relationships/image" Target="../media/image1721.png"/><Relationship Id="rId180" Type="http://schemas.openxmlformats.org/officeDocument/2006/relationships/customXml" Target="../ink/ink635.xml"/><Relationship Id="rId26" Type="http://schemas.openxmlformats.org/officeDocument/2006/relationships/customXml" Target="../ink/ink558.xml"/><Relationship Id="rId47" Type="http://schemas.openxmlformats.org/officeDocument/2006/relationships/image" Target="../media/image1901.png"/><Relationship Id="rId68" Type="http://schemas.openxmlformats.org/officeDocument/2006/relationships/customXml" Target="../ink/ink579.xml"/><Relationship Id="rId89" Type="http://schemas.openxmlformats.org/officeDocument/2006/relationships/image" Target="../media/image2101.png"/><Relationship Id="rId112" Type="http://schemas.openxmlformats.org/officeDocument/2006/relationships/customXml" Target="../ink/ink601.xml"/><Relationship Id="rId133" Type="http://schemas.openxmlformats.org/officeDocument/2006/relationships/image" Target="../media/image2581.png"/><Relationship Id="rId154" Type="http://schemas.openxmlformats.org/officeDocument/2006/relationships/customXml" Target="../ink/ink622.xml"/><Relationship Id="rId175" Type="http://schemas.openxmlformats.org/officeDocument/2006/relationships/image" Target="../media/image2791.png"/><Relationship Id="rId196" Type="http://schemas.openxmlformats.org/officeDocument/2006/relationships/customXml" Target="../ink/ink643.xml"/><Relationship Id="rId200" Type="http://schemas.openxmlformats.org/officeDocument/2006/relationships/customXml" Target="../ink/ink645.xml"/><Relationship Id="rId16" Type="http://schemas.openxmlformats.org/officeDocument/2006/relationships/customXml" Target="../ink/ink553.xml"/><Relationship Id="rId37" Type="http://schemas.openxmlformats.org/officeDocument/2006/relationships/image" Target="../media/image1851.png"/><Relationship Id="rId58" Type="http://schemas.openxmlformats.org/officeDocument/2006/relationships/customXml" Target="../ink/ink574.xml"/><Relationship Id="rId79" Type="http://schemas.openxmlformats.org/officeDocument/2006/relationships/image" Target="../media/image2051.png"/><Relationship Id="rId102" Type="http://schemas.openxmlformats.org/officeDocument/2006/relationships/customXml" Target="../ink/ink596.xml"/><Relationship Id="rId123" Type="http://schemas.openxmlformats.org/officeDocument/2006/relationships/image" Target="../media/image2531.png"/><Relationship Id="rId144" Type="http://schemas.openxmlformats.org/officeDocument/2006/relationships/customXml" Target="../ink/ink617.xml"/><Relationship Id="rId90" Type="http://schemas.openxmlformats.org/officeDocument/2006/relationships/customXml" Target="../ink/ink590.xml"/><Relationship Id="rId165" Type="http://schemas.openxmlformats.org/officeDocument/2006/relationships/image" Target="../media/image2741.png"/><Relationship Id="rId186" Type="http://schemas.openxmlformats.org/officeDocument/2006/relationships/customXml" Target="../ink/ink638.xml"/><Relationship Id="rId27" Type="http://schemas.openxmlformats.org/officeDocument/2006/relationships/image" Target="../media/image1801.png"/><Relationship Id="rId48" Type="http://schemas.openxmlformats.org/officeDocument/2006/relationships/customXml" Target="../ink/ink569.xml"/><Relationship Id="rId69" Type="http://schemas.openxmlformats.org/officeDocument/2006/relationships/image" Target="../media/image2001.png"/><Relationship Id="rId113" Type="http://schemas.openxmlformats.org/officeDocument/2006/relationships/image" Target="../media/image2481.png"/><Relationship Id="rId134" Type="http://schemas.openxmlformats.org/officeDocument/2006/relationships/customXml" Target="../ink/ink612.xml"/><Relationship Id="rId80" Type="http://schemas.openxmlformats.org/officeDocument/2006/relationships/customXml" Target="../ink/ink585.xml"/><Relationship Id="rId155" Type="http://schemas.openxmlformats.org/officeDocument/2006/relationships/image" Target="../media/image2691.png"/><Relationship Id="rId176" Type="http://schemas.openxmlformats.org/officeDocument/2006/relationships/customXml" Target="../ink/ink633.xml"/><Relationship Id="rId197" Type="http://schemas.openxmlformats.org/officeDocument/2006/relationships/image" Target="../media/image2901.png"/><Relationship Id="rId201" Type="http://schemas.openxmlformats.org/officeDocument/2006/relationships/image" Target="../media/image2921.png"/><Relationship Id="rId17" Type="http://schemas.openxmlformats.org/officeDocument/2006/relationships/image" Target="../media/image1761.png"/><Relationship Id="rId38" Type="http://schemas.openxmlformats.org/officeDocument/2006/relationships/customXml" Target="../ink/ink564.xml"/><Relationship Id="rId59" Type="http://schemas.openxmlformats.org/officeDocument/2006/relationships/image" Target="../media/image14411.png"/><Relationship Id="rId103" Type="http://schemas.openxmlformats.org/officeDocument/2006/relationships/image" Target="../media/image2161.png"/><Relationship Id="rId124" Type="http://schemas.openxmlformats.org/officeDocument/2006/relationships/customXml" Target="../ink/ink607.xml"/><Relationship Id="rId70" Type="http://schemas.openxmlformats.org/officeDocument/2006/relationships/customXml" Target="../ink/ink580.xml"/><Relationship Id="rId91" Type="http://schemas.openxmlformats.org/officeDocument/2006/relationships/image" Target="../media/image160.png"/><Relationship Id="rId145" Type="http://schemas.openxmlformats.org/officeDocument/2006/relationships/image" Target="../media/image2641.png"/><Relationship Id="rId166" Type="http://schemas.openxmlformats.org/officeDocument/2006/relationships/customXml" Target="../ink/ink628.xml"/><Relationship Id="rId187" Type="http://schemas.openxmlformats.org/officeDocument/2006/relationships/image" Target="../media/image2851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559.xml"/><Relationship Id="rId49" Type="http://schemas.openxmlformats.org/officeDocument/2006/relationships/image" Target="../media/image1912.png"/><Relationship Id="rId114" Type="http://schemas.openxmlformats.org/officeDocument/2006/relationships/customXml" Target="../ink/ink602.xml"/><Relationship Id="rId60" Type="http://schemas.openxmlformats.org/officeDocument/2006/relationships/customXml" Target="../ink/ink575.xml"/><Relationship Id="rId81" Type="http://schemas.openxmlformats.org/officeDocument/2006/relationships/image" Target="../media/image2061.png"/><Relationship Id="rId135" Type="http://schemas.openxmlformats.org/officeDocument/2006/relationships/image" Target="../media/image2591.png"/><Relationship Id="rId156" Type="http://schemas.openxmlformats.org/officeDocument/2006/relationships/customXml" Target="../ink/ink623.xml"/><Relationship Id="rId177" Type="http://schemas.openxmlformats.org/officeDocument/2006/relationships/image" Target="../media/image2801.png"/><Relationship Id="rId198" Type="http://schemas.openxmlformats.org/officeDocument/2006/relationships/customXml" Target="../ink/ink644.xml"/><Relationship Id="rId202" Type="http://schemas.openxmlformats.org/officeDocument/2006/relationships/customXml" Target="../ink/ink646.xml"/><Relationship Id="rId18" Type="http://schemas.openxmlformats.org/officeDocument/2006/relationships/customXml" Target="../ink/ink554.xml"/><Relationship Id="rId39" Type="http://schemas.openxmlformats.org/officeDocument/2006/relationships/image" Target="../media/image1861.png"/><Relationship Id="rId50" Type="http://schemas.openxmlformats.org/officeDocument/2006/relationships/customXml" Target="../ink/ink570.xml"/><Relationship Id="rId104" Type="http://schemas.openxmlformats.org/officeDocument/2006/relationships/customXml" Target="../ink/ink597.xml"/><Relationship Id="rId125" Type="http://schemas.openxmlformats.org/officeDocument/2006/relationships/image" Target="../media/image2541.png"/><Relationship Id="rId146" Type="http://schemas.openxmlformats.org/officeDocument/2006/relationships/customXml" Target="../ink/ink618.xml"/><Relationship Id="rId167" Type="http://schemas.openxmlformats.org/officeDocument/2006/relationships/image" Target="../media/image2751.png"/><Relationship Id="rId188" Type="http://schemas.openxmlformats.org/officeDocument/2006/relationships/customXml" Target="../ink/ink639.xml"/><Relationship Id="rId71" Type="http://schemas.openxmlformats.org/officeDocument/2006/relationships/image" Target="../media/image2011.png"/><Relationship Id="rId92" Type="http://schemas.openxmlformats.org/officeDocument/2006/relationships/customXml" Target="../ink/ink591.xml"/><Relationship Id="rId2" Type="http://schemas.openxmlformats.org/officeDocument/2006/relationships/customXml" Target="../ink/ink546.xml"/><Relationship Id="rId29" Type="http://schemas.openxmlformats.org/officeDocument/2006/relationships/image" Target="../media/image181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01.png"/><Relationship Id="rId21" Type="http://schemas.openxmlformats.org/officeDocument/2006/relationships/image" Target="../media/image1781.png"/><Relationship Id="rId42" Type="http://schemas.openxmlformats.org/officeDocument/2006/relationships/customXml" Target="../ink/ink668.xml"/><Relationship Id="rId63" Type="http://schemas.openxmlformats.org/officeDocument/2006/relationships/image" Target="../media/image1971.png"/><Relationship Id="rId84" Type="http://schemas.openxmlformats.org/officeDocument/2006/relationships/customXml" Target="../ink/ink689.xml"/><Relationship Id="rId138" Type="http://schemas.openxmlformats.org/officeDocument/2006/relationships/customXml" Target="../ink/ink716.xml"/><Relationship Id="rId107" Type="http://schemas.openxmlformats.org/officeDocument/2006/relationships/image" Target="../media/image2171.png"/><Relationship Id="rId11" Type="http://schemas.openxmlformats.org/officeDocument/2006/relationships/image" Target="../media/image1731.png"/><Relationship Id="rId32" Type="http://schemas.openxmlformats.org/officeDocument/2006/relationships/customXml" Target="../ink/ink663.xml"/><Relationship Id="rId53" Type="http://schemas.openxmlformats.org/officeDocument/2006/relationships/image" Target="../media/image1931.png"/><Relationship Id="rId74" Type="http://schemas.openxmlformats.org/officeDocument/2006/relationships/customXml" Target="../ink/ink684.xml"/><Relationship Id="rId128" Type="http://schemas.openxmlformats.org/officeDocument/2006/relationships/customXml" Target="../ink/ink711.xml"/><Relationship Id="rId5" Type="http://schemas.openxmlformats.org/officeDocument/2006/relationships/image" Target="../media/image1701.png"/><Relationship Id="rId90" Type="http://schemas.openxmlformats.org/officeDocument/2006/relationships/customXml" Target="../ink/ink692.xml"/><Relationship Id="rId95" Type="http://schemas.openxmlformats.org/officeDocument/2006/relationships/image" Target="../media/image2121.png"/><Relationship Id="rId22" Type="http://schemas.openxmlformats.org/officeDocument/2006/relationships/customXml" Target="../ink/ink658.xml"/><Relationship Id="rId27" Type="http://schemas.openxmlformats.org/officeDocument/2006/relationships/image" Target="../media/image1801.png"/><Relationship Id="rId43" Type="http://schemas.openxmlformats.org/officeDocument/2006/relationships/image" Target="../media/image1881.png"/><Relationship Id="rId48" Type="http://schemas.openxmlformats.org/officeDocument/2006/relationships/customXml" Target="../ink/ink671.xml"/><Relationship Id="rId64" Type="http://schemas.openxmlformats.org/officeDocument/2006/relationships/customXml" Target="../ink/ink679.xml"/><Relationship Id="rId69" Type="http://schemas.openxmlformats.org/officeDocument/2006/relationships/image" Target="../media/image2001.png"/><Relationship Id="rId113" Type="http://schemas.openxmlformats.org/officeDocument/2006/relationships/image" Target="../media/image2481.png"/><Relationship Id="rId118" Type="http://schemas.openxmlformats.org/officeDocument/2006/relationships/customXml" Target="../ink/ink706.xml"/><Relationship Id="rId134" Type="http://schemas.openxmlformats.org/officeDocument/2006/relationships/customXml" Target="../ink/ink714.xml"/><Relationship Id="rId139" Type="http://schemas.openxmlformats.org/officeDocument/2006/relationships/image" Target="../media/image2612.png"/><Relationship Id="rId80" Type="http://schemas.openxmlformats.org/officeDocument/2006/relationships/customXml" Target="../ink/ink687.xml"/><Relationship Id="rId85" Type="http://schemas.openxmlformats.org/officeDocument/2006/relationships/image" Target="../media/image2081.png"/><Relationship Id="rId12" Type="http://schemas.openxmlformats.org/officeDocument/2006/relationships/customXml" Target="../ink/ink653.xml"/><Relationship Id="rId17" Type="http://schemas.openxmlformats.org/officeDocument/2006/relationships/image" Target="../media/image1761.png"/><Relationship Id="rId33" Type="http://schemas.openxmlformats.org/officeDocument/2006/relationships/image" Target="../media/image1831.png"/><Relationship Id="rId38" Type="http://schemas.openxmlformats.org/officeDocument/2006/relationships/customXml" Target="../ink/ink666.xml"/><Relationship Id="rId59" Type="http://schemas.openxmlformats.org/officeDocument/2006/relationships/image" Target="../media/image14411.png"/><Relationship Id="rId103" Type="http://schemas.openxmlformats.org/officeDocument/2006/relationships/image" Target="../media/image2161.png"/><Relationship Id="rId108" Type="http://schemas.openxmlformats.org/officeDocument/2006/relationships/customXml" Target="../ink/ink701.xml"/><Relationship Id="rId124" Type="http://schemas.openxmlformats.org/officeDocument/2006/relationships/customXml" Target="../ink/ink709.xml"/><Relationship Id="rId129" Type="http://schemas.openxmlformats.org/officeDocument/2006/relationships/image" Target="../media/image2561.png"/><Relationship Id="rId54" Type="http://schemas.openxmlformats.org/officeDocument/2006/relationships/customXml" Target="../ink/ink674.xml"/><Relationship Id="rId70" Type="http://schemas.openxmlformats.org/officeDocument/2006/relationships/customXml" Target="../ink/ink682.xml"/><Relationship Id="rId75" Type="http://schemas.openxmlformats.org/officeDocument/2006/relationships/image" Target="../media/image2031.png"/><Relationship Id="rId91" Type="http://schemas.openxmlformats.org/officeDocument/2006/relationships/image" Target="../media/image160.png"/><Relationship Id="rId96" Type="http://schemas.openxmlformats.org/officeDocument/2006/relationships/customXml" Target="../ink/ink695.xml"/><Relationship Id="rId140" Type="http://schemas.openxmlformats.org/officeDocument/2006/relationships/customXml" Target="../ink/ink717.xml"/><Relationship Id="rId145" Type="http://schemas.openxmlformats.org/officeDocument/2006/relationships/image" Target="../media/image29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50.xml"/><Relationship Id="rId23" Type="http://schemas.openxmlformats.org/officeDocument/2006/relationships/image" Target="../media/image1791.png"/><Relationship Id="rId28" Type="http://schemas.openxmlformats.org/officeDocument/2006/relationships/customXml" Target="../ink/ink661.xml"/><Relationship Id="rId49" Type="http://schemas.openxmlformats.org/officeDocument/2006/relationships/image" Target="../media/image1912.png"/><Relationship Id="rId114" Type="http://schemas.openxmlformats.org/officeDocument/2006/relationships/customXml" Target="../ink/ink704.xml"/><Relationship Id="rId119" Type="http://schemas.openxmlformats.org/officeDocument/2006/relationships/image" Target="../media/image2512.png"/><Relationship Id="rId44" Type="http://schemas.openxmlformats.org/officeDocument/2006/relationships/customXml" Target="../ink/ink669.xml"/><Relationship Id="rId60" Type="http://schemas.openxmlformats.org/officeDocument/2006/relationships/customXml" Target="../ink/ink677.xml"/><Relationship Id="rId65" Type="http://schemas.openxmlformats.org/officeDocument/2006/relationships/image" Target="../media/image1981.png"/><Relationship Id="rId81" Type="http://schemas.openxmlformats.org/officeDocument/2006/relationships/image" Target="../media/image2061.png"/><Relationship Id="rId86" Type="http://schemas.openxmlformats.org/officeDocument/2006/relationships/customXml" Target="../ink/ink690.xml"/><Relationship Id="rId130" Type="http://schemas.openxmlformats.org/officeDocument/2006/relationships/customXml" Target="../ink/ink712.xml"/><Relationship Id="rId135" Type="http://schemas.openxmlformats.org/officeDocument/2006/relationships/image" Target="../media/image2591.png"/><Relationship Id="rId13" Type="http://schemas.openxmlformats.org/officeDocument/2006/relationships/image" Target="../media/image1741.png"/><Relationship Id="rId18" Type="http://schemas.openxmlformats.org/officeDocument/2006/relationships/customXml" Target="../ink/ink656.xml"/><Relationship Id="rId39" Type="http://schemas.openxmlformats.org/officeDocument/2006/relationships/image" Target="../media/image1861.png"/><Relationship Id="rId109" Type="http://schemas.openxmlformats.org/officeDocument/2006/relationships/image" Target="../media/image2461.png"/><Relationship Id="rId34" Type="http://schemas.openxmlformats.org/officeDocument/2006/relationships/customXml" Target="../ink/ink664.xml"/><Relationship Id="rId50" Type="http://schemas.openxmlformats.org/officeDocument/2006/relationships/customXml" Target="../ink/ink672.xml"/><Relationship Id="rId55" Type="http://schemas.openxmlformats.org/officeDocument/2006/relationships/image" Target="../media/image1941.png"/><Relationship Id="rId76" Type="http://schemas.openxmlformats.org/officeDocument/2006/relationships/customXml" Target="../ink/ink685.xml"/><Relationship Id="rId97" Type="http://schemas.openxmlformats.org/officeDocument/2006/relationships/image" Target="../media/image2131.png"/><Relationship Id="rId104" Type="http://schemas.openxmlformats.org/officeDocument/2006/relationships/customXml" Target="../ink/ink699.xml"/><Relationship Id="rId120" Type="http://schemas.openxmlformats.org/officeDocument/2006/relationships/customXml" Target="../ink/ink707.xml"/><Relationship Id="rId125" Type="http://schemas.openxmlformats.org/officeDocument/2006/relationships/image" Target="../media/image2541.png"/><Relationship Id="rId141" Type="http://schemas.openxmlformats.org/officeDocument/2006/relationships/image" Target="../media/image2951.png"/><Relationship Id="rId7" Type="http://schemas.openxmlformats.org/officeDocument/2006/relationships/image" Target="../media/image1712.png"/><Relationship Id="rId71" Type="http://schemas.openxmlformats.org/officeDocument/2006/relationships/image" Target="../media/image2011.png"/><Relationship Id="rId92" Type="http://schemas.openxmlformats.org/officeDocument/2006/relationships/customXml" Target="../ink/ink693.xml"/><Relationship Id="rId2" Type="http://schemas.openxmlformats.org/officeDocument/2006/relationships/customXml" Target="../ink/ink648.xml"/><Relationship Id="rId29" Type="http://schemas.openxmlformats.org/officeDocument/2006/relationships/image" Target="../media/image1812.png"/><Relationship Id="rId24" Type="http://schemas.openxmlformats.org/officeDocument/2006/relationships/customXml" Target="../ink/ink659.xml"/><Relationship Id="rId40" Type="http://schemas.openxmlformats.org/officeDocument/2006/relationships/customXml" Target="../ink/ink667.xml"/><Relationship Id="rId45" Type="http://schemas.openxmlformats.org/officeDocument/2006/relationships/image" Target="../media/image1891.png"/><Relationship Id="rId66" Type="http://schemas.openxmlformats.org/officeDocument/2006/relationships/customXml" Target="../ink/ink680.xml"/><Relationship Id="rId87" Type="http://schemas.openxmlformats.org/officeDocument/2006/relationships/image" Target="../media/image2091.png"/><Relationship Id="rId110" Type="http://schemas.openxmlformats.org/officeDocument/2006/relationships/customXml" Target="../ink/ink702.xml"/><Relationship Id="rId115" Type="http://schemas.openxmlformats.org/officeDocument/2006/relationships/image" Target="../media/image2491.png"/><Relationship Id="rId131" Type="http://schemas.openxmlformats.org/officeDocument/2006/relationships/image" Target="../media/image2571.png"/><Relationship Id="rId136" Type="http://schemas.openxmlformats.org/officeDocument/2006/relationships/customXml" Target="../ink/ink715.xml"/><Relationship Id="rId61" Type="http://schemas.openxmlformats.org/officeDocument/2006/relationships/image" Target="../media/image1961.png"/><Relationship Id="rId82" Type="http://schemas.openxmlformats.org/officeDocument/2006/relationships/customXml" Target="../ink/ink688.xml"/><Relationship Id="rId19" Type="http://schemas.openxmlformats.org/officeDocument/2006/relationships/image" Target="../media/image1771.png"/><Relationship Id="rId14" Type="http://schemas.openxmlformats.org/officeDocument/2006/relationships/customXml" Target="../ink/ink654.xml"/><Relationship Id="rId30" Type="http://schemas.openxmlformats.org/officeDocument/2006/relationships/customXml" Target="../ink/ink662.xml"/><Relationship Id="rId35" Type="http://schemas.openxmlformats.org/officeDocument/2006/relationships/image" Target="../media/image1841.png"/><Relationship Id="rId56" Type="http://schemas.openxmlformats.org/officeDocument/2006/relationships/customXml" Target="../ink/ink675.xml"/><Relationship Id="rId77" Type="http://schemas.openxmlformats.org/officeDocument/2006/relationships/image" Target="../media/image2041.png"/><Relationship Id="rId100" Type="http://schemas.openxmlformats.org/officeDocument/2006/relationships/customXml" Target="../ink/ink697.xml"/><Relationship Id="rId105" Type="http://schemas.openxmlformats.org/officeDocument/2006/relationships/image" Target="../media/image167.png"/><Relationship Id="rId126" Type="http://schemas.openxmlformats.org/officeDocument/2006/relationships/customXml" Target="../ink/ink710.xml"/><Relationship Id="rId8" Type="http://schemas.openxmlformats.org/officeDocument/2006/relationships/customXml" Target="../ink/ink651.xml"/><Relationship Id="rId51" Type="http://schemas.openxmlformats.org/officeDocument/2006/relationships/image" Target="../media/image1921.png"/><Relationship Id="rId72" Type="http://schemas.openxmlformats.org/officeDocument/2006/relationships/customXml" Target="../ink/ink683.xml"/><Relationship Id="rId93" Type="http://schemas.openxmlformats.org/officeDocument/2006/relationships/image" Target="../media/image2112.png"/><Relationship Id="rId98" Type="http://schemas.openxmlformats.org/officeDocument/2006/relationships/customXml" Target="../ink/ink696.xml"/><Relationship Id="rId121" Type="http://schemas.openxmlformats.org/officeDocument/2006/relationships/image" Target="../media/image2521.png"/><Relationship Id="rId142" Type="http://schemas.openxmlformats.org/officeDocument/2006/relationships/customXml" Target="../ink/ink718.xml"/><Relationship Id="rId3" Type="http://schemas.openxmlformats.org/officeDocument/2006/relationships/image" Target="../media/image1691.png"/><Relationship Id="rId25" Type="http://schemas.openxmlformats.org/officeDocument/2006/relationships/image" Target="../media/image12711.png"/><Relationship Id="rId46" Type="http://schemas.openxmlformats.org/officeDocument/2006/relationships/customXml" Target="../ink/ink670.xml"/><Relationship Id="rId67" Type="http://schemas.openxmlformats.org/officeDocument/2006/relationships/image" Target="../media/image1991.png"/><Relationship Id="rId116" Type="http://schemas.openxmlformats.org/officeDocument/2006/relationships/customXml" Target="../ink/ink705.xml"/><Relationship Id="rId137" Type="http://schemas.openxmlformats.org/officeDocument/2006/relationships/image" Target="../media/image2601.png"/><Relationship Id="rId20" Type="http://schemas.openxmlformats.org/officeDocument/2006/relationships/customXml" Target="../ink/ink657.xml"/><Relationship Id="rId41" Type="http://schemas.openxmlformats.org/officeDocument/2006/relationships/image" Target="../media/image1871.png"/><Relationship Id="rId62" Type="http://schemas.openxmlformats.org/officeDocument/2006/relationships/customXml" Target="../ink/ink678.xml"/><Relationship Id="rId83" Type="http://schemas.openxmlformats.org/officeDocument/2006/relationships/image" Target="../media/image2071.png"/><Relationship Id="rId88" Type="http://schemas.openxmlformats.org/officeDocument/2006/relationships/customXml" Target="../ink/ink691.xml"/><Relationship Id="rId111" Type="http://schemas.openxmlformats.org/officeDocument/2006/relationships/image" Target="../media/image2471.png"/><Relationship Id="rId132" Type="http://schemas.openxmlformats.org/officeDocument/2006/relationships/customXml" Target="../ink/ink713.xml"/><Relationship Id="rId15" Type="http://schemas.openxmlformats.org/officeDocument/2006/relationships/image" Target="../media/image1751.png"/><Relationship Id="rId36" Type="http://schemas.openxmlformats.org/officeDocument/2006/relationships/customXml" Target="../ink/ink665.xml"/><Relationship Id="rId57" Type="http://schemas.openxmlformats.org/officeDocument/2006/relationships/image" Target="../media/image1951.png"/><Relationship Id="rId106" Type="http://schemas.openxmlformats.org/officeDocument/2006/relationships/customXml" Target="../ink/ink700.xml"/><Relationship Id="rId127" Type="http://schemas.openxmlformats.org/officeDocument/2006/relationships/image" Target="../media/image2551.png"/><Relationship Id="rId10" Type="http://schemas.openxmlformats.org/officeDocument/2006/relationships/customXml" Target="../ink/ink652.xml"/><Relationship Id="rId31" Type="http://schemas.openxmlformats.org/officeDocument/2006/relationships/image" Target="../media/image1821.png"/><Relationship Id="rId52" Type="http://schemas.openxmlformats.org/officeDocument/2006/relationships/customXml" Target="../ink/ink673.xml"/><Relationship Id="rId73" Type="http://schemas.openxmlformats.org/officeDocument/2006/relationships/image" Target="../media/image2021.png"/><Relationship Id="rId78" Type="http://schemas.openxmlformats.org/officeDocument/2006/relationships/customXml" Target="../ink/ink686.xml"/><Relationship Id="rId94" Type="http://schemas.openxmlformats.org/officeDocument/2006/relationships/customXml" Target="../ink/ink694.xml"/><Relationship Id="rId99" Type="http://schemas.openxmlformats.org/officeDocument/2006/relationships/image" Target="../media/image2141.png"/><Relationship Id="rId101" Type="http://schemas.openxmlformats.org/officeDocument/2006/relationships/image" Target="../media/image2151.png"/><Relationship Id="rId122" Type="http://schemas.openxmlformats.org/officeDocument/2006/relationships/customXml" Target="../ink/ink708.xml"/><Relationship Id="rId143" Type="http://schemas.openxmlformats.org/officeDocument/2006/relationships/image" Target="../media/image2961.png"/><Relationship Id="rId4" Type="http://schemas.openxmlformats.org/officeDocument/2006/relationships/customXml" Target="../ink/ink649.xml"/><Relationship Id="rId9" Type="http://schemas.openxmlformats.org/officeDocument/2006/relationships/image" Target="../media/image1721.png"/><Relationship Id="rId26" Type="http://schemas.openxmlformats.org/officeDocument/2006/relationships/customXml" Target="../ink/ink660.xml"/><Relationship Id="rId47" Type="http://schemas.openxmlformats.org/officeDocument/2006/relationships/image" Target="../media/image1901.png"/><Relationship Id="rId68" Type="http://schemas.openxmlformats.org/officeDocument/2006/relationships/customXml" Target="../ink/ink681.xml"/><Relationship Id="rId89" Type="http://schemas.openxmlformats.org/officeDocument/2006/relationships/image" Target="../media/image2101.png"/><Relationship Id="rId112" Type="http://schemas.openxmlformats.org/officeDocument/2006/relationships/customXml" Target="../ink/ink703.xml"/><Relationship Id="rId133" Type="http://schemas.openxmlformats.org/officeDocument/2006/relationships/image" Target="../media/image2581.png"/><Relationship Id="rId16" Type="http://schemas.openxmlformats.org/officeDocument/2006/relationships/customXml" Target="../ink/ink655.xml"/><Relationship Id="rId37" Type="http://schemas.openxmlformats.org/officeDocument/2006/relationships/image" Target="../media/image1851.png"/><Relationship Id="rId58" Type="http://schemas.openxmlformats.org/officeDocument/2006/relationships/customXml" Target="../ink/ink676.xml"/><Relationship Id="rId79" Type="http://schemas.openxmlformats.org/officeDocument/2006/relationships/image" Target="../media/image2051.png"/><Relationship Id="rId102" Type="http://schemas.openxmlformats.org/officeDocument/2006/relationships/customXml" Target="../ink/ink698.xml"/><Relationship Id="rId123" Type="http://schemas.openxmlformats.org/officeDocument/2006/relationships/image" Target="../media/image2531.png"/><Relationship Id="rId144" Type="http://schemas.openxmlformats.org/officeDocument/2006/relationships/customXml" Target="../ink/ink719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71.png"/><Relationship Id="rId21" Type="http://schemas.openxmlformats.org/officeDocument/2006/relationships/image" Target="../media/image1781.png"/><Relationship Id="rId63" Type="http://schemas.openxmlformats.org/officeDocument/2006/relationships/image" Target="../media/image1971.png"/><Relationship Id="rId159" Type="http://schemas.openxmlformats.org/officeDocument/2006/relationships/image" Target="../media/image362.png"/><Relationship Id="rId170" Type="http://schemas.openxmlformats.org/officeDocument/2006/relationships/customXml" Target="../ink/ink804.xml"/><Relationship Id="rId226" Type="http://schemas.openxmlformats.org/officeDocument/2006/relationships/customXml" Target="../ink/ink832.xml"/><Relationship Id="rId268" Type="http://schemas.openxmlformats.org/officeDocument/2006/relationships/customXml" Target="../ink/ink853.xml"/><Relationship Id="rId32" Type="http://schemas.openxmlformats.org/officeDocument/2006/relationships/customXml" Target="../ink/ink735.xml"/><Relationship Id="rId74" Type="http://schemas.openxmlformats.org/officeDocument/2006/relationships/customXml" Target="../ink/ink756.xml"/><Relationship Id="rId128" Type="http://schemas.openxmlformats.org/officeDocument/2006/relationships/customXml" Target="../ink/ink783.xml"/><Relationship Id="rId5" Type="http://schemas.openxmlformats.org/officeDocument/2006/relationships/image" Target="../media/image1701.png"/><Relationship Id="rId181" Type="http://schemas.openxmlformats.org/officeDocument/2006/relationships/image" Target="../media/image373.png"/><Relationship Id="rId237" Type="http://schemas.openxmlformats.org/officeDocument/2006/relationships/image" Target="../media/image401.png"/><Relationship Id="rId279" Type="http://schemas.openxmlformats.org/officeDocument/2006/relationships/image" Target="../media/image422.png"/><Relationship Id="rId22" Type="http://schemas.openxmlformats.org/officeDocument/2006/relationships/customXml" Target="../ink/ink730.xml"/><Relationship Id="rId43" Type="http://schemas.openxmlformats.org/officeDocument/2006/relationships/image" Target="../media/image1881.png"/><Relationship Id="rId64" Type="http://schemas.openxmlformats.org/officeDocument/2006/relationships/customXml" Target="../ink/ink751.xml"/><Relationship Id="rId118" Type="http://schemas.openxmlformats.org/officeDocument/2006/relationships/customXml" Target="../ink/ink778.xml"/><Relationship Id="rId139" Type="http://schemas.openxmlformats.org/officeDocument/2006/relationships/image" Target="../media/image352.png"/><Relationship Id="rId85" Type="http://schemas.openxmlformats.org/officeDocument/2006/relationships/image" Target="../media/image3012.png"/><Relationship Id="rId150" Type="http://schemas.openxmlformats.org/officeDocument/2006/relationships/customXml" Target="../ink/ink794.xml"/><Relationship Id="rId171" Type="http://schemas.openxmlformats.org/officeDocument/2006/relationships/image" Target="../media/image368.png"/><Relationship Id="rId192" Type="http://schemas.openxmlformats.org/officeDocument/2006/relationships/customXml" Target="../ink/ink815.xml"/><Relationship Id="rId206" Type="http://schemas.openxmlformats.org/officeDocument/2006/relationships/customXml" Target="../ink/ink822.xml"/><Relationship Id="rId227" Type="http://schemas.openxmlformats.org/officeDocument/2006/relationships/image" Target="../media/image396.png"/><Relationship Id="rId248" Type="http://schemas.openxmlformats.org/officeDocument/2006/relationships/customXml" Target="../ink/ink843.xml"/><Relationship Id="rId269" Type="http://schemas.openxmlformats.org/officeDocument/2006/relationships/image" Target="../media/image417.png"/><Relationship Id="rId12" Type="http://schemas.openxmlformats.org/officeDocument/2006/relationships/customXml" Target="../ink/ink725.xml"/><Relationship Id="rId33" Type="http://schemas.openxmlformats.org/officeDocument/2006/relationships/image" Target="../media/image1831.png"/><Relationship Id="rId108" Type="http://schemas.openxmlformats.org/officeDocument/2006/relationships/customXml" Target="../ink/ink773.xml"/><Relationship Id="rId129" Type="http://schemas.openxmlformats.org/officeDocument/2006/relationships/image" Target="../media/image347.png"/><Relationship Id="rId280" Type="http://schemas.openxmlformats.org/officeDocument/2006/relationships/customXml" Target="../ink/ink859.xml"/><Relationship Id="rId54" Type="http://schemas.openxmlformats.org/officeDocument/2006/relationships/customXml" Target="../ink/ink746.xml"/><Relationship Id="rId75" Type="http://schemas.openxmlformats.org/officeDocument/2006/relationships/image" Target="../media/image2031.png"/><Relationship Id="rId96" Type="http://schemas.openxmlformats.org/officeDocument/2006/relationships/customXml" Target="../ink/ink767.xml"/><Relationship Id="rId140" Type="http://schemas.openxmlformats.org/officeDocument/2006/relationships/customXml" Target="../ink/ink789.xml"/><Relationship Id="rId161" Type="http://schemas.openxmlformats.org/officeDocument/2006/relationships/image" Target="../media/image363.png"/><Relationship Id="rId182" Type="http://schemas.openxmlformats.org/officeDocument/2006/relationships/customXml" Target="../ink/ink810.xml"/><Relationship Id="rId217" Type="http://schemas.openxmlformats.org/officeDocument/2006/relationships/image" Target="../media/image391.png"/><Relationship Id="rId6" Type="http://schemas.openxmlformats.org/officeDocument/2006/relationships/customXml" Target="../ink/ink722.xml"/><Relationship Id="rId238" Type="http://schemas.openxmlformats.org/officeDocument/2006/relationships/customXml" Target="../ink/ink838.xml"/><Relationship Id="rId259" Type="http://schemas.openxmlformats.org/officeDocument/2006/relationships/image" Target="../media/image412.png"/><Relationship Id="rId23" Type="http://schemas.openxmlformats.org/officeDocument/2006/relationships/image" Target="../media/image1791.png"/><Relationship Id="rId119" Type="http://schemas.openxmlformats.org/officeDocument/2006/relationships/image" Target="../media/image3181.png"/><Relationship Id="rId270" Type="http://schemas.openxmlformats.org/officeDocument/2006/relationships/customXml" Target="../ink/ink854.xml"/><Relationship Id="rId44" Type="http://schemas.openxmlformats.org/officeDocument/2006/relationships/customXml" Target="../ink/ink741.xml"/><Relationship Id="rId65" Type="http://schemas.openxmlformats.org/officeDocument/2006/relationships/image" Target="../media/image1981.png"/><Relationship Id="rId86" Type="http://schemas.openxmlformats.org/officeDocument/2006/relationships/customXml" Target="../ink/ink762.xml"/><Relationship Id="rId130" Type="http://schemas.openxmlformats.org/officeDocument/2006/relationships/customXml" Target="../ink/ink784.xml"/><Relationship Id="rId151" Type="http://schemas.openxmlformats.org/officeDocument/2006/relationships/image" Target="../media/image358.png"/><Relationship Id="rId172" Type="http://schemas.openxmlformats.org/officeDocument/2006/relationships/customXml" Target="../ink/ink805.xml"/><Relationship Id="rId193" Type="http://schemas.openxmlformats.org/officeDocument/2006/relationships/image" Target="../media/image379.png"/><Relationship Id="rId207" Type="http://schemas.openxmlformats.org/officeDocument/2006/relationships/image" Target="../media/image386.png"/><Relationship Id="rId228" Type="http://schemas.openxmlformats.org/officeDocument/2006/relationships/customXml" Target="../ink/ink833.xml"/><Relationship Id="rId249" Type="http://schemas.openxmlformats.org/officeDocument/2006/relationships/image" Target="../media/image407.png"/><Relationship Id="rId13" Type="http://schemas.openxmlformats.org/officeDocument/2006/relationships/image" Target="../media/image1741.png"/><Relationship Id="rId109" Type="http://schemas.openxmlformats.org/officeDocument/2006/relationships/image" Target="../media/image3131.png"/><Relationship Id="rId260" Type="http://schemas.openxmlformats.org/officeDocument/2006/relationships/customXml" Target="../ink/ink849.xml"/><Relationship Id="rId281" Type="http://schemas.openxmlformats.org/officeDocument/2006/relationships/image" Target="../media/image423.png"/><Relationship Id="rId34" Type="http://schemas.openxmlformats.org/officeDocument/2006/relationships/customXml" Target="../ink/ink736.xml"/><Relationship Id="rId55" Type="http://schemas.openxmlformats.org/officeDocument/2006/relationships/image" Target="../media/image1941.png"/><Relationship Id="rId76" Type="http://schemas.openxmlformats.org/officeDocument/2006/relationships/customXml" Target="../ink/ink757.xml"/><Relationship Id="rId97" Type="http://schemas.openxmlformats.org/officeDocument/2006/relationships/image" Target="../media/image3071.png"/><Relationship Id="rId120" Type="http://schemas.openxmlformats.org/officeDocument/2006/relationships/customXml" Target="../ink/ink779.xml"/><Relationship Id="rId141" Type="http://schemas.openxmlformats.org/officeDocument/2006/relationships/image" Target="../media/image353.png"/><Relationship Id="rId7" Type="http://schemas.openxmlformats.org/officeDocument/2006/relationships/image" Target="../media/image1712.png"/><Relationship Id="rId162" Type="http://schemas.openxmlformats.org/officeDocument/2006/relationships/customXml" Target="../ink/ink800.xml"/><Relationship Id="rId183" Type="http://schemas.openxmlformats.org/officeDocument/2006/relationships/image" Target="../media/image374.png"/><Relationship Id="rId218" Type="http://schemas.openxmlformats.org/officeDocument/2006/relationships/customXml" Target="../ink/ink828.xml"/><Relationship Id="rId239" Type="http://schemas.openxmlformats.org/officeDocument/2006/relationships/image" Target="../media/image402.png"/><Relationship Id="rId250" Type="http://schemas.openxmlformats.org/officeDocument/2006/relationships/customXml" Target="../ink/ink844.xml"/><Relationship Id="rId271" Type="http://schemas.openxmlformats.org/officeDocument/2006/relationships/image" Target="../media/image418.png"/><Relationship Id="rId24" Type="http://schemas.openxmlformats.org/officeDocument/2006/relationships/customXml" Target="../ink/ink731.xml"/><Relationship Id="rId45" Type="http://schemas.openxmlformats.org/officeDocument/2006/relationships/image" Target="../media/image1891.png"/><Relationship Id="rId66" Type="http://schemas.openxmlformats.org/officeDocument/2006/relationships/customXml" Target="../ink/ink752.xml"/><Relationship Id="rId87" Type="http://schemas.openxmlformats.org/officeDocument/2006/relationships/image" Target="../media/image3021.png"/><Relationship Id="rId110" Type="http://schemas.openxmlformats.org/officeDocument/2006/relationships/customXml" Target="../ink/ink774.xml"/><Relationship Id="rId131" Type="http://schemas.openxmlformats.org/officeDocument/2006/relationships/image" Target="../media/image348.png"/><Relationship Id="rId152" Type="http://schemas.openxmlformats.org/officeDocument/2006/relationships/customXml" Target="../ink/ink795.xml"/><Relationship Id="rId173" Type="http://schemas.openxmlformats.org/officeDocument/2006/relationships/image" Target="../media/image369.png"/><Relationship Id="rId194" Type="http://schemas.openxmlformats.org/officeDocument/2006/relationships/customXml" Target="../ink/ink816.xml"/><Relationship Id="rId208" Type="http://schemas.openxmlformats.org/officeDocument/2006/relationships/customXml" Target="../ink/ink823.xml"/><Relationship Id="rId229" Type="http://schemas.openxmlformats.org/officeDocument/2006/relationships/image" Target="../media/image397.png"/><Relationship Id="rId240" Type="http://schemas.openxmlformats.org/officeDocument/2006/relationships/customXml" Target="../ink/ink839.xml"/><Relationship Id="rId261" Type="http://schemas.openxmlformats.org/officeDocument/2006/relationships/image" Target="../media/image413.png"/><Relationship Id="rId14" Type="http://schemas.openxmlformats.org/officeDocument/2006/relationships/customXml" Target="../ink/ink726.xml"/><Relationship Id="rId35" Type="http://schemas.openxmlformats.org/officeDocument/2006/relationships/image" Target="../media/image1841.png"/><Relationship Id="rId56" Type="http://schemas.openxmlformats.org/officeDocument/2006/relationships/customXml" Target="../ink/ink747.xml"/><Relationship Id="rId77" Type="http://schemas.openxmlformats.org/officeDocument/2006/relationships/image" Target="../media/image2071.png"/><Relationship Id="rId100" Type="http://schemas.openxmlformats.org/officeDocument/2006/relationships/customXml" Target="../ink/ink769.xml"/><Relationship Id="rId8" Type="http://schemas.openxmlformats.org/officeDocument/2006/relationships/customXml" Target="../ink/ink723.xml"/><Relationship Id="rId98" Type="http://schemas.openxmlformats.org/officeDocument/2006/relationships/customXml" Target="../ink/ink768.xml"/><Relationship Id="rId121" Type="http://schemas.openxmlformats.org/officeDocument/2006/relationships/image" Target="../media/image343.png"/><Relationship Id="rId142" Type="http://schemas.openxmlformats.org/officeDocument/2006/relationships/customXml" Target="../ink/ink790.xml"/><Relationship Id="rId163" Type="http://schemas.openxmlformats.org/officeDocument/2006/relationships/image" Target="../media/image364.png"/><Relationship Id="rId184" Type="http://schemas.openxmlformats.org/officeDocument/2006/relationships/customXml" Target="../ink/ink811.xml"/><Relationship Id="rId219" Type="http://schemas.openxmlformats.org/officeDocument/2006/relationships/image" Target="../media/image392.png"/><Relationship Id="rId230" Type="http://schemas.openxmlformats.org/officeDocument/2006/relationships/customXml" Target="../ink/ink834.xml"/><Relationship Id="rId251" Type="http://schemas.openxmlformats.org/officeDocument/2006/relationships/image" Target="../media/image408.png"/><Relationship Id="rId25" Type="http://schemas.openxmlformats.org/officeDocument/2006/relationships/image" Target="../media/image12711.png"/><Relationship Id="rId46" Type="http://schemas.openxmlformats.org/officeDocument/2006/relationships/customXml" Target="../ink/ink742.xml"/><Relationship Id="rId67" Type="http://schemas.openxmlformats.org/officeDocument/2006/relationships/image" Target="../media/image1991.png"/><Relationship Id="rId272" Type="http://schemas.openxmlformats.org/officeDocument/2006/relationships/customXml" Target="../ink/ink855.xml"/><Relationship Id="rId88" Type="http://schemas.openxmlformats.org/officeDocument/2006/relationships/customXml" Target="../ink/ink763.xml"/><Relationship Id="rId111" Type="http://schemas.openxmlformats.org/officeDocument/2006/relationships/image" Target="../media/image3141.png"/><Relationship Id="rId132" Type="http://schemas.openxmlformats.org/officeDocument/2006/relationships/customXml" Target="../ink/ink785.xml"/><Relationship Id="rId153" Type="http://schemas.openxmlformats.org/officeDocument/2006/relationships/image" Target="../media/image359.png"/><Relationship Id="rId174" Type="http://schemas.openxmlformats.org/officeDocument/2006/relationships/customXml" Target="../ink/ink806.xml"/><Relationship Id="rId195" Type="http://schemas.openxmlformats.org/officeDocument/2006/relationships/image" Target="../media/image380.png"/><Relationship Id="rId209" Type="http://schemas.openxmlformats.org/officeDocument/2006/relationships/image" Target="../media/image387.png"/><Relationship Id="rId220" Type="http://schemas.openxmlformats.org/officeDocument/2006/relationships/customXml" Target="../ink/ink829.xml"/><Relationship Id="rId241" Type="http://schemas.openxmlformats.org/officeDocument/2006/relationships/image" Target="../media/image403.png"/><Relationship Id="rId15" Type="http://schemas.openxmlformats.org/officeDocument/2006/relationships/image" Target="../media/image1751.png"/><Relationship Id="rId36" Type="http://schemas.openxmlformats.org/officeDocument/2006/relationships/customXml" Target="../ink/ink737.xml"/><Relationship Id="rId57" Type="http://schemas.openxmlformats.org/officeDocument/2006/relationships/image" Target="../media/image1951.png"/><Relationship Id="rId262" Type="http://schemas.openxmlformats.org/officeDocument/2006/relationships/customXml" Target="../ink/ink850.xml"/><Relationship Id="rId78" Type="http://schemas.openxmlformats.org/officeDocument/2006/relationships/customXml" Target="../ink/ink758.xml"/><Relationship Id="rId99" Type="http://schemas.openxmlformats.org/officeDocument/2006/relationships/image" Target="../media/image3081.png"/><Relationship Id="rId101" Type="http://schemas.openxmlformats.org/officeDocument/2006/relationships/image" Target="../media/image3091.png"/><Relationship Id="rId122" Type="http://schemas.openxmlformats.org/officeDocument/2006/relationships/customXml" Target="../ink/ink780.xml"/><Relationship Id="rId143" Type="http://schemas.openxmlformats.org/officeDocument/2006/relationships/image" Target="../media/image354.png"/><Relationship Id="rId164" Type="http://schemas.openxmlformats.org/officeDocument/2006/relationships/customXml" Target="../ink/ink801.xml"/><Relationship Id="rId185" Type="http://schemas.openxmlformats.org/officeDocument/2006/relationships/image" Target="../media/image375.png"/><Relationship Id="rId9" Type="http://schemas.openxmlformats.org/officeDocument/2006/relationships/image" Target="../media/image1721.png"/><Relationship Id="rId210" Type="http://schemas.openxmlformats.org/officeDocument/2006/relationships/customXml" Target="../ink/ink824.xml"/><Relationship Id="rId26" Type="http://schemas.openxmlformats.org/officeDocument/2006/relationships/customXml" Target="../ink/ink732.xml"/><Relationship Id="rId231" Type="http://schemas.openxmlformats.org/officeDocument/2006/relationships/image" Target="../media/image398.png"/><Relationship Id="rId252" Type="http://schemas.openxmlformats.org/officeDocument/2006/relationships/customXml" Target="../ink/ink845.xml"/><Relationship Id="rId273" Type="http://schemas.openxmlformats.org/officeDocument/2006/relationships/image" Target="../media/image419.png"/><Relationship Id="rId47" Type="http://schemas.openxmlformats.org/officeDocument/2006/relationships/image" Target="../media/image1901.png"/><Relationship Id="rId68" Type="http://schemas.openxmlformats.org/officeDocument/2006/relationships/customXml" Target="../ink/ink753.xml"/><Relationship Id="rId89" Type="http://schemas.openxmlformats.org/officeDocument/2006/relationships/image" Target="../media/image3031.png"/><Relationship Id="rId112" Type="http://schemas.openxmlformats.org/officeDocument/2006/relationships/customXml" Target="../ink/ink775.xml"/><Relationship Id="rId133" Type="http://schemas.openxmlformats.org/officeDocument/2006/relationships/image" Target="../media/image349.png"/><Relationship Id="rId154" Type="http://schemas.openxmlformats.org/officeDocument/2006/relationships/customXml" Target="../ink/ink796.xml"/><Relationship Id="rId175" Type="http://schemas.openxmlformats.org/officeDocument/2006/relationships/image" Target="../media/image370.png"/><Relationship Id="rId196" Type="http://schemas.openxmlformats.org/officeDocument/2006/relationships/customXml" Target="../ink/ink817.xml"/><Relationship Id="rId200" Type="http://schemas.openxmlformats.org/officeDocument/2006/relationships/customXml" Target="../ink/ink819.xml"/><Relationship Id="rId16" Type="http://schemas.openxmlformats.org/officeDocument/2006/relationships/customXml" Target="../ink/ink727.xml"/><Relationship Id="rId221" Type="http://schemas.openxmlformats.org/officeDocument/2006/relationships/image" Target="../media/image393.png"/><Relationship Id="rId242" Type="http://schemas.openxmlformats.org/officeDocument/2006/relationships/customXml" Target="../ink/ink840.xml"/><Relationship Id="rId263" Type="http://schemas.openxmlformats.org/officeDocument/2006/relationships/image" Target="../media/image414.png"/><Relationship Id="rId37" Type="http://schemas.openxmlformats.org/officeDocument/2006/relationships/image" Target="../media/image1851.png"/><Relationship Id="rId58" Type="http://schemas.openxmlformats.org/officeDocument/2006/relationships/customXml" Target="../ink/ink748.xml"/><Relationship Id="rId79" Type="http://schemas.openxmlformats.org/officeDocument/2006/relationships/image" Target="../media/image2981.png"/><Relationship Id="rId102" Type="http://schemas.openxmlformats.org/officeDocument/2006/relationships/customXml" Target="../ink/ink770.xml"/><Relationship Id="rId123" Type="http://schemas.openxmlformats.org/officeDocument/2006/relationships/image" Target="../media/image344.png"/><Relationship Id="rId144" Type="http://schemas.openxmlformats.org/officeDocument/2006/relationships/customXml" Target="../ink/ink791.xml"/><Relationship Id="rId90" Type="http://schemas.openxmlformats.org/officeDocument/2006/relationships/customXml" Target="../ink/ink764.xml"/><Relationship Id="rId165" Type="http://schemas.openxmlformats.org/officeDocument/2006/relationships/image" Target="../media/image365.png"/><Relationship Id="rId186" Type="http://schemas.openxmlformats.org/officeDocument/2006/relationships/customXml" Target="../ink/ink812.xml"/><Relationship Id="rId211" Type="http://schemas.openxmlformats.org/officeDocument/2006/relationships/image" Target="../media/image388.png"/><Relationship Id="rId232" Type="http://schemas.openxmlformats.org/officeDocument/2006/relationships/customXml" Target="../ink/ink835.xml"/><Relationship Id="rId253" Type="http://schemas.openxmlformats.org/officeDocument/2006/relationships/image" Target="../media/image409.png"/><Relationship Id="rId274" Type="http://schemas.openxmlformats.org/officeDocument/2006/relationships/customXml" Target="../ink/ink856.xml"/><Relationship Id="rId27" Type="http://schemas.openxmlformats.org/officeDocument/2006/relationships/image" Target="../media/image1801.png"/><Relationship Id="rId48" Type="http://schemas.openxmlformats.org/officeDocument/2006/relationships/customXml" Target="../ink/ink743.xml"/><Relationship Id="rId69" Type="http://schemas.openxmlformats.org/officeDocument/2006/relationships/image" Target="../media/image2001.png"/><Relationship Id="rId113" Type="http://schemas.openxmlformats.org/officeDocument/2006/relationships/image" Target="../media/image3151.png"/><Relationship Id="rId134" Type="http://schemas.openxmlformats.org/officeDocument/2006/relationships/customXml" Target="../ink/ink786.xml"/><Relationship Id="rId80" Type="http://schemas.openxmlformats.org/officeDocument/2006/relationships/customXml" Target="../ink/ink759.xml"/><Relationship Id="rId155" Type="http://schemas.openxmlformats.org/officeDocument/2006/relationships/image" Target="../media/image360.png"/><Relationship Id="rId176" Type="http://schemas.openxmlformats.org/officeDocument/2006/relationships/customXml" Target="../ink/ink807.xml"/><Relationship Id="rId197" Type="http://schemas.openxmlformats.org/officeDocument/2006/relationships/image" Target="../media/image381.png"/><Relationship Id="rId201" Type="http://schemas.openxmlformats.org/officeDocument/2006/relationships/image" Target="../media/image383.png"/><Relationship Id="rId222" Type="http://schemas.openxmlformats.org/officeDocument/2006/relationships/customXml" Target="../ink/ink830.xml"/><Relationship Id="rId243" Type="http://schemas.openxmlformats.org/officeDocument/2006/relationships/image" Target="../media/image404.png"/><Relationship Id="rId264" Type="http://schemas.openxmlformats.org/officeDocument/2006/relationships/customXml" Target="../ink/ink851.xml"/><Relationship Id="rId17" Type="http://schemas.openxmlformats.org/officeDocument/2006/relationships/image" Target="../media/image1761.png"/><Relationship Id="rId38" Type="http://schemas.openxmlformats.org/officeDocument/2006/relationships/customXml" Target="../ink/ink738.xml"/><Relationship Id="rId59" Type="http://schemas.openxmlformats.org/officeDocument/2006/relationships/image" Target="../media/image14411.png"/><Relationship Id="rId103" Type="http://schemas.openxmlformats.org/officeDocument/2006/relationships/image" Target="../media/image3101.png"/><Relationship Id="rId124" Type="http://schemas.openxmlformats.org/officeDocument/2006/relationships/customXml" Target="../ink/ink781.xml"/><Relationship Id="rId70" Type="http://schemas.openxmlformats.org/officeDocument/2006/relationships/customXml" Target="../ink/ink754.xml"/><Relationship Id="rId91" Type="http://schemas.openxmlformats.org/officeDocument/2006/relationships/image" Target="../media/image3041.png"/><Relationship Id="rId145" Type="http://schemas.openxmlformats.org/officeDocument/2006/relationships/image" Target="../media/image355.png"/><Relationship Id="rId166" Type="http://schemas.openxmlformats.org/officeDocument/2006/relationships/customXml" Target="../ink/ink802.xml"/><Relationship Id="rId187" Type="http://schemas.openxmlformats.org/officeDocument/2006/relationships/image" Target="../media/image37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25.xml"/><Relationship Id="rId233" Type="http://schemas.openxmlformats.org/officeDocument/2006/relationships/image" Target="../media/image399.png"/><Relationship Id="rId254" Type="http://schemas.openxmlformats.org/officeDocument/2006/relationships/customXml" Target="../ink/ink846.xml"/><Relationship Id="rId28" Type="http://schemas.openxmlformats.org/officeDocument/2006/relationships/customXml" Target="../ink/ink733.xml"/><Relationship Id="rId49" Type="http://schemas.openxmlformats.org/officeDocument/2006/relationships/image" Target="../media/image1912.png"/><Relationship Id="rId114" Type="http://schemas.openxmlformats.org/officeDocument/2006/relationships/customXml" Target="../ink/ink776.xml"/><Relationship Id="rId275" Type="http://schemas.openxmlformats.org/officeDocument/2006/relationships/image" Target="../media/image420.png"/><Relationship Id="rId60" Type="http://schemas.openxmlformats.org/officeDocument/2006/relationships/customXml" Target="../ink/ink749.xml"/><Relationship Id="rId81" Type="http://schemas.openxmlformats.org/officeDocument/2006/relationships/image" Target="../media/image2991.png"/><Relationship Id="rId135" Type="http://schemas.openxmlformats.org/officeDocument/2006/relationships/image" Target="../media/image350.png"/><Relationship Id="rId156" Type="http://schemas.openxmlformats.org/officeDocument/2006/relationships/customXml" Target="../ink/ink797.xml"/><Relationship Id="rId177" Type="http://schemas.openxmlformats.org/officeDocument/2006/relationships/image" Target="../media/image371.png"/><Relationship Id="rId198" Type="http://schemas.openxmlformats.org/officeDocument/2006/relationships/customXml" Target="../ink/ink818.xml"/><Relationship Id="rId202" Type="http://schemas.openxmlformats.org/officeDocument/2006/relationships/customXml" Target="../ink/ink820.xml"/><Relationship Id="rId223" Type="http://schemas.openxmlformats.org/officeDocument/2006/relationships/image" Target="../media/image394.png"/><Relationship Id="rId244" Type="http://schemas.openxmlformats.org/officeDocument/2006/relationships/customXml" Target="../ink/ink841.xml"/><Relationship Id="rId18" Type="http://schemas.openxmlformats.org/officeDocument/2006/relationships/customXml" Target="../ink/ink728.xml"/><Relationship Id="rId39" Type="http://schemas.openxmlformats.org/officeDocument/2006/relationships/image" Target="../media/image1861.png"/><Relationship Id="rId265" Type="http://schemas.openxmlformats.org/officeDocument/2006/relationships/image" Target="../media/image415.png"/><Relationship Id="rId50" Type="http://schemas.openxmlformats.org/officeDocument/2006/relationships/customXml" Target="../ink/ink744.xml"/><Relationship Id="rId104" Type="http://schemas.openxmlformats.org/officeDocument/2006/relationships/customXml" Target="../ink/ink771.xml"/><Relationship Id="rId125" Type="http://schemas.openxmlformats.org/officeDocument/2006/relationships/image" Target="../media/image345.png"/><Relationship Id="rId146" Type="http://schemas.openxmlformats.org/officeDocument/2006/relationships/customXml" Target="../ink/ink792.xml"/><Relationship Id="rId167" Type="http://schemas.openxmlformats.org/officeDocument/2006/relationships/image" Target="../media/image366.png"/><Relationship Id="rId188" Type="http://schemas.openxmlformats.org/officeDocument/2006/relationships/customXml" Target="../ink/ink813.xml"/><Relationship Id="rId71" Type="http://schemas.openxmlformats.org/officeDocument/2006/relationships/image" Target="../media/image2011.png"/><Relationship Id="rId92" Type="http://schemas.openxmlformats.org/officeDocument/2006/relationships/customXml" Target="../ink/ink765.xml"/><Relationship Id="rId213" Type="http://schemas.openxmlformats.org/officeDocument/2006/relationships/image" Target="../media/image389.png"/><Relationship Id="rId234" Type="http://schemas.openxmlformats.org/officeDocument/2006/relationships/customXml" Target="../ink/ink836.xml"/><Relationship Id="rId2" Type="http://schemas.openxmlformats.org/officeDocument/2006/relationships/customXml" Target="../ink/ink720.xml"/><Relationship Id="rId29" Type="http://schemas.openxmlformats.org/officeDocument/2006/relationships/image" Target="../media/image1812.png"/><Relationship Id="rId255" Type="http://schemas.openxmlformats.org/officeDocument/2006/relationships/image" Target="../media/image410.png"/><Relationship Id="rId276" Type="http://schemas.openxmlformats.org/officeDocument/2006/relationships/customXml" Target="../ink/ink857.xml"/><Relationship Id="rId40" Type="http://schemas.openxmlformats.org/officeDocument/2006/relationships/customXml" Target="../ink/ink739.xml"/><Relationship Id="rId115" Type="http://schemas.openxmlformats.org/officeDocument/2006/relationships/image" Target="../media/image3161.png"/><Relationship Id="rId136" Type="http://schemas.openxmlformats.org/officeDocument/2006/relationships/customXml" Target="../ink/ink787.xml"/><Relationship Id="rId157" Type="http://schemas.openxmlformats.org/officeDocument/2006/relationships/image" Target="../media/image361.png"/><Relationship Id="rId178" Type="http://schemas.openxmlformats.org/officeDocument/2006/relationships/customXml" Target="../ink/ink808.xml"/><Relationship Id="rId61" Type="http://schemas.openxmlformats.org/officeDocument/2006/relationships/image" Target="../media/image1961.png"/><Relationship Id="rId82" Type="http://schemas.openxmlformats.org/officeDocument/2006/relationships/customXml" Target="../ink/ink760.xml"/><Relationship Id="rId199" Type="http://schemas.openxmlformats.org/officeDocument/2006/relationships/image" Target="../media/image382.png"/><Relationship Id="rId203" Type="http://schemas.openxmlformats.org/officeDocument/2006/relationships/image" Target="../media/image384.png"/><Relationship Id="rId19" Type="http://schemas.openxmlformats.org/officeDocument/2006/relationships/image" Target="../media/image1771.png"/><Relationship Id="rId224" Type="http://schemas.openxmlformats.org/officeDocument/2006/relationships/customXml" Target="../ink/ink831.xml"/><Relationship Id="rId245" Type="http://schemas.openxmlformats.org/officeDocument/2006/relationships/image" Target="../media/image405.png"/><Relationship Id="rId266" Type="http://schemas.openxmlformats.org/officeDocument/2006/relationships/customXml" Target="../ink/ink852.xml"/><Relationship Id="rId30" Type="http://schemas.openxmlformats.org/officeDocument/2006/relationships/customXml" Target="../ink/ink734.xml"/><Relationship Id="rId105" Type="http://schemas.openxmlformats.org/officeDocument/2006/relationships/image" Target="../media/image3112.png"/><Relationship Id="rId126" Type="http://schemas.openxmlformats.org/officeDocument/2006/relationships/customXml" Target="../ink/ink782.xml"/><Relationship Id="rId147" Type="http://schemas.openxmlformats.org/officeDocument/2006/relationships/image" Target="../media/image356.png"/><Relationship Id="rId168" Type="http://schemas.openxmlformats.org/officeDocument/2006/relationships/customXml" Target="../ink/ink803.xml"/><Relationship Id="rId51" Type="http://schemas.openxmlformats.org/officeDocument/2006/relationships/image" Target="../media/image1921.png"/><Relationship Id="rId72" Type="http://schemas.openxmlformats.org/officeDocument/2006/relationships/customXml" Target="../ink/ink755.xml"/><Relationship Id="rId93" Type="http://schemas.openxmlformats.org/officeDocument/2006/relationships/image" Target="../media/image3051.png"/><Relationship Id="rId189" Type="http://schemas.openxmlformats.org/officeDocument/2006/relationships/image" Target="../media/image377.png"/><Relationship Id="rId3" Type="http://schemas.openxmlformats.org/officeDocument/2006/relationships/image" Target="../media/image1691.png"/><Relationship Id="rId214" Type="http://schemas.openxmlformats.org/officeDocument/2006/relationships/customXml" Target="../ink/ink826.xml"/><Relationship Id="rId235" Type="http://schemas.openxmlformats.org/officeDocument/2006/relationships/image" Target="../media/image400.png"/><Relationship Id="rId256" Type="http://schemas.openxmlformats.org/officeDocument/2006/relationships/customXml" Target="../ink/ink847.xml"/><Relationship Id="rId277" Type="http://schemas.openxmlformats.org/officeDocument/2006/relationships/image" Target="../media/image421.png"/><Relationship Id="rId116" Type="http://schemas.openxmlformats.org/officeDocument/2006/relationships/customXml" Target="../ink/ink777.xml"/><Relationship Id="rId137" Type="http://schemas.openxmlformats.org/officeDocument/2006/relationships/image" Target="../media/image351.png"/><Relationship Id="rId158" Type="http://schemas.openxmlformats.org/officeDocument/2006/relationships/customXml" Target="../ink/ink798.xml"/><Relationship Id="rId20" Type="http://schemas.openxmlformats.org/officeDocument/2006/relationships/customXml" Target="../ink/ink729.xml"/><Relationship Id="rId41" Type="http://schemas.openxmlformats.org/officeDocument/2006/relationships/image" Target="../media/image1871.png"/><Relationship Id="rId62" Type="http://schemas.openxmlformats.org/officeDocument/2006/relationships/customXml" Target="../ink/ink750.xml"/><Relationship Id="rId83" Type="http://schemas.openxmlformats.org/officeDocument/2006/relationships/image" Target="../media/image3001.png"/><Relationship Id="rId179" Type="http://schemas.openxmlformats.org/officeDocument/2006/relationships/image" Target="../media/image372.png"/><Relationship Id="rId190" Type="http://schemas.openxmlformats.org/officeDocument/2006/relationships/customXml" Target="../ink/ink814.xml"/><Relationship Id="rId204" Type="http://schemas.openxmlformats.org/officeDocument/2006/relationships/customXml" Target="../ink/ink821.xml"/><Relationship Id="rId225" Type="http://schemas.openxmlformats.org/officeDocument/2006/relationships/image" Target="../media/image395.png"/><Relationship Id="rId246" Type="http://schemas.openxmlformats.org/officeDocument/2006/relationships/customXml" Target="../ink/ink842.xml"/><Relationship Id="rId267" Type="http://schemas.openxmlformats.org/officeDocument/2006/relationships/image" Target="../media/image416.png"/><Relationship Id="rId106" Type="http://schemas.openxmlformats.org/officeDocument/2006/relationships/customXml" Target="../ink/ink772.xml"/><Relationship Id="rId127" Type="http://schemas.openxmlformats.org/officeDocument/2006/relationships/image" Target="../media/image346.png"/><Relationship Id="rId10" Type="http://schemas.openxmlformats.org/officeDocument/2006/relationships/customXml" Target="../ink/ink724.xml"/><Relationship Id="rId31" Type="http://schemas.openxmlformats.org/officeDocument/2006/relationships/image" Target="../media/image1821.png"/><Relationship Id="rId52" Type="http://schemas.openxmlformats.org/officeDocument/2006/relationships/customXml" Target="../ink/ink745.xml"/><Relationship Id="rId73" Type="http://schemas.openxmlformats.org/officeDocument/2006/relationships/image" Target="../media/image2021.png"/><Relationship Id="rId94" Type="http://schemas.openxmlformats.org/officeDocument/2006/relationships/customXml" Target="../ink/ink766.xml"/><Relationship Id="rId148" Type="http://schemas.openxmlformats.org/officeDocument/2006/relationships/customXml" Target="../ink/ink793.xml"/><Relationship Id="rId169" Type="http://schemas.openxmlformats.org/officeDocument/2006/relationships/image" Target="../media/image367.png"/><Relationship Id="rId4" Type="http://schemas.openxmlformats.org/officeDocument/2006/relationships/customXml" Target="../ink/ink721.xml"/><Relationship Id="rId180" Type="http://schemas.openxmlformats.org/officeDocument/2006/relationships/customXml" Target="../ink/ink809.xml"/><Relationship Id="rId215" Type="http://schemas.openxmlformats.org/officeDocument/2006/relationships/image" Target="../media/image390.png"/><Relationship Id="rId236" Type="http://schemas.openxmlformats.org/officeDocument/2006/relationships/customXml" Target="../ink/ink837.xml"/><Relationship Id="rId257" Type="http://schemas.openxmlformats.org/officeDocument/2006/relationships/image" Target="../media/image411.png"/><Relationship Id="rId278" Type="http://schemas.openxmlformats.org/officeDocument/2006/relationships/customXml" Target="../ink/ink858.xml"/><Relationship Id="rId42" Type="http://schemas.openxmlformats.org/officeDocument/2006/relationships/customXml" Target="../ink/ink740.xml"/><Relationship Id="rId84" Type="http://schemas.openxmlformats.org/officeDocument/2006/relationships/customXml" Target="../ink/ink761.xml"/><Relationship Id="rId138" Type="http://schemas.openxmlformats.org/officeDocument/2006/relationships/customXml" Target="../ink/ink788.xml"/><Relationship Id="rId191" Type="http://schemas.openxmlformats.org/officeDocument/2006/relationships/image" Target="../media/image378.png"/><Relationship Id="rId205" Type="http://schemas.openxmlformats.org/officeDocument/2006/relationships/image" Target="../media/image385.png"/><Relationship Id="rId247" Type="http://schemas.openxmlformats.org/officeDocument/2006/relationships/image" Target="../media/image406.png"/><Relationship Id="rId107" Type="http://schemas.openxmlformats.org/officeDocument/2006/relationships/image" Target="../media/image3121.png"/><Relationship Id="rId11" Type="http://schemas.openxmlformats.org/officeDocument/2006/relationships/image" Target="../media/image1731.png"/><Relationship Id="rId53" Type="http://schemas.openxmlformats.org/officeDocument/2006/relationships/image" Target="../media/image1931.png"/><Relationship Id="rId149" Type="http://schemas.openxmlformats.org/officeDocument/2006/relationships/image" Target="../media/image357.png"/><Relationship Id="rId95" Type="http://schemas.openxmlformats.org/officeDocument/2006/relationships/image" Target="../media/image3061.png"/><Relationship Id="rId160" Type="http://schemas.openxmlformats.org/officeDocument/2006/relationships/customXml" Target="../ink/ink799.xml"/><Relationship Id="rId216" Type="http://schemas.openxmlformats.org/officeDocument/2006/relationships/customXml" Target="../ink/ink827.xml"/><Relationship Id="rId258" Type="http://schemas.openxmlformats.org/officeDocument/2006/relationships/customXml" Target="../ink/ink848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3.png"/><Relationship Id="rId21" Type="http://schemas.openxmlformats.org/officeDocument/2006/relationships/image" Target="../media/image197.png"/><Relationship Id="rId42" Type="http://schemas.openxmlformats.org/officeDocument/2006/relationships/customXml" Target="../ink/ink880.xml"/><Relationship Id="rId63" Type="http://schemas.openxmlformats.org/officeDocument/2006/relationships/image" Target="../media/image218.png"/><Relationship Id="rId84" Type="http://schemas.openxmlformats.org/officeDocument/2006/relationships/customXml" Target="../ink/ink901.xml"/><Relationship Id="rId138" Type="http://schemas.openxmlformats.org/officeDocument/2006/relationships/customXml" Target="../ink/ink928.xml"/><Relationship Id="rId159" Type="http://schemas.openxmlformats.org/officeDocument/2006/relationships/image" Target="../media/image464.png"/><Relationship Id="rId170" Type="http://schemas.openxmlformats.org/officeDocument/2006/relationships/customXml" Target="../ink/ink944.xml"/><Relationship Id="rId191" Type="http://schemas.openxmlformats.org/officeDocument/2006/relationships/image" Target="../media/image480.png"/><Relationship Id="rId205" Type="http://schemas.openxmlformats.org/officeDocument/2006/relationships/image" Target="../media/image487.png"/><Relationship Id="rId107" Type="http://schemas.openxmlformats.org/officeDocument/2006/relationships/image" Target="../media/image438.png"/><Relationship Id="rId11" Type="http://schemas.openxmlformats.org/officeDocument/2006/relationships/image" Target="../media/image192.png"/><Relationship Id="rId32" Type="http://schemas.openxmlformats.org/officeDocument/2006/relationships/customXml" Target="../ink/ink875.xml"/><Relationship Id="rId53" Type="http://schemas.openxmlformats.org/officeDocument/2006/relationships/image" Target="../media/image213.png"/><Relationship Id="rId74" Type="http://schemas.openxmlformats.org/officeDocument/2006/relationships/customXml" Target="../ink/ink896.xml"/><Relationship Id="rId128" Type="http://schemas.openxmlformats.org/officeDocument/2006/relationships/customXml" Target="../ink/ink923.xml"/><Relationship Id="rId149" Type="http://schemas.openxmlformats.org/officeDocument/2006/relationships/image" Target="../media/image459.png"/><Relationship Id="rId5" Type="http://schemas.openxmlformats.org/officeDocument/2006/relationships/image" Target="../media/image189.png"/><Relationship Id="rId95" Type="http://schemas.openxmlformats.org/officeDocument/2006/relationships/image" Target="../media/image432.png"/><Relationship Id="rId160" Type="http://schemas.openxmlformats.org/officeDocument/2006/relationships/customXml" Target="../ink/ink939.xml"/><Relationship Id="rId181" Type="http://schemas.openxmlformats.org/officeDocument/2006/relationships/image" Target="../media/image475.png"/><Relationship Id="rId216" Type="http://schemas.openxmlformats.org/officeDocument/2006/relationships/customXml" Target="../ink/ink967.xml"/><Relationship Id="rId22" Type="http://schemas.openxmlformats.org/officeDocument/2006/relationships/customXml" Target="../ink/ink870.xml"/><Relationship Id="rId43" Type="http://schemas.openxmlformats.org/officeDocument/2006/relationships/image" Target="../media/image208.png"/><Relationship Id="rId64" Type="http://schemas.openxmlformats.org/officeDocument/2006/relationships/customXml" Target="../ink/ink891.xml"/><Relationship Id="rId118" Type="http://schemas.openxmlformats.org/officeDocument/2006/relationships/customXml" Target="../ink/ink918.xml"/><Relationship Id="rId139" Type="http://schemas.openxmlformats.org/officeDocument/2006/relationships/image" Target="../media/image454.png"/><Relationship Id="rId85" Type="http://schemas.openxmlformats.org/officeDocument/2006/relationships/image" Target="../media/image427.png"/><Relationship Id="rId150" Type="http://schemas.openxmlformats.org/officeDocument/2006/relationships/customXml" Target="../ink/ink934.xml"/><Relationship Id="rId171" Type="http://schemas.openxmlformats.org/officeDocument/2006/relationships/image" Target="../media/image470.png"/><Relationship Id="rId192" Type="http://schemas.openxmlformats.org/officeDocument/2006/relationships/customXml" Target="../ink/ink955.xml"/><Relationship Id="rId206" Type="http://schemas.openxmlformats.org/officeDocument/2006/relationships/customXml" Target="../ink/ink962.xml"/><Relationship Id="rId12" Type="http://schemas.openxmlformats.org/officeDocument/2006/relationships/customXml" Target="../ink/ink865.xml"/><Relationship Id="rId33" Type="http://schemas.openxmlformats.org/officeDocument/2006/relationships/image" Target="../media/image203.png"/><Relationship Id="rId108" Type="http://schemas.openxmlformats.org/officeDocument/2006/relationships/customXml" Target="../ink/ink913.xml"/><Relationship Id="rId129" Type="http://schemas.openxmlformats.org/officeDocument/2006/relationships/image" Target="../media/image449.png"/><Relationship Id="rId54" Type="http://schemas.openxmlformats.org/officeDocument/2006/relationships/customXml" Target="../ink/ink886.xml"/><Relationship Id="rId75" Type="http://schemas.openxmlformats.org/officeDocument/2006/relationships/image" Target="../media/image224.png"/><Relationship Id="rId96" Type="http://schemas.openxmlformats.org/officeDocument/2006/relationships/customXml" Target="../ink/ink907.xml"/><Relationship Id="rId140" Type="http://schemas.openxmlformats.org/officeDocument/2006/relationships/customXml" Target="../ink/ink929.xml"/><Relationship Id="rId161" Type="http://schemas.openxmlformats.org/officeDocument/2006/relationships/image" Target="../media/image465.png"/><Relationship Id="rId182" Type="http://schemas.openxmlformats.org/officeDocument/2006/relationships/customXml" Target="../ink/ink950.xml"/><Relationship Id="rId217" Type="http://schemas.openxmlformats.org/officeDocument/2006/relationships/image" Target="../media/image493.png"/><Relationship Id="rId6" Type="http://schemas.openxmlformats.org/officeDocument/2006/relationships/customXml" Target="../ink/ink862.xml"/><Relationship Id="rId23" Type="http://schemas.openxmlformats.org/officeDocument/2006/relationships/image" Target="../media/image198.png"/><Relationship Id="rId119" Type="http://schemas.openxmlformats.org/officeDocument/2006/relationships/image" Target="../media/image444.png"/><Relationship Id="rId44" Type="http://schemas.openxmlformats.org/officeDocument/2006/relationships/customXml" Target="../ink/ink881.xml"/><Relationship Id="rId65" Type="http://schemas.openxmlformats.org/officeDocument/2006/relationships/image" Target="../media/image219.png"/><Relationship Id="rId86" Type="http://schemas.openxmlformats.org/officeDocument/2006/relationships/customXml" Target="../ink/ink902.xml"/><Relationship Id="rId130" Type="http://schemas.openxmlformats.org/officeDocument/2006/relationships/customXml" Target="../ink/ink924.xml"/><Relationship Id="rId151" Type="http://schemas.openxmlformats.org/officeDocument/2006/relationships/image" Target="../media/image460.png"/><Relationship Id="rId172" Type="http://schemas.openxmlformats.org/officeDocument/2006/relationships/customXml" Target="../ink/ink945.xml"/><Relationship Id="rId193" Type="http://schemas.openxmlformats.org/officeDocument/2006/relationships/image" Target="../media/image481.png"/><Relationship Id="rId207" Type="http://schemas.openxmlformats.org/officeDocument/2006/relationships/image" Target="../media/image488.png"/><Relationship Id="rId13" Type="http://schemas.openxmlformats.org/officeDocument/2006/relationships/image" Target="../media/image193.png"/><Relationship Id="rId109" Type="http://schemas.openxmlformats.org/officeDocument/2006/relationships/image" Target="../media/image439.png"/><Relationship Id="rId34" Type="http://schemas.openxmlformats.org/officeDocument/2006/relationships/customXml" Target="../ink/ink876.xml"/><Relationship Id="rId55" Type="http://schemas.openxmlformats.org/officeDocument/2006/relationships/image" Target="../media/image214.png"/><Relationship Id="rId76" Type="http://schemas.openxmlformats.org/officeDocument/2006/relationships/customXml" Target="../ink/ink897.xml"/><Relationship Id="rId97" Type="http://schemas.openxmlformats.org/officeDocument/2006/relationships/image" Target="../media/image433.png"/><Relationship Id="rId120" Type="http://schemas.openxmlformats.org/officeDocument/2006/relationships/customXml" Target="../ink/ink919.xml"/><Relationship Id="rId141" Type="http://schemas.openxmlformats.org/officeDocument/2006/relationships/image" Target="../media/image455.png"/><Relationship Id="rId7" Type="http://schemas.openxmlformats.org/officeDocument/2006/relationships/image" Target="../media/image190.png"/><Relationship Id="rId162" Type="http://schemas.openxmlformats.org/officeDocument/2006/relationships/customXml" Target="../ink/ink940.xml"/><Relationship Id="rId183" Type="http://schemas.openxmlformats.org/officeDocument/2006/relationships/image" Target="../media/image476.png"/><Relationship Id="rId218" Type="http://schemas.openxmlformats.org/officeDocument/2006/relationships/customXml" Target="../ink/ink968.xml"/><Relationship Id="rId24" Type="http://schemas.openxmlformats.org/officeDocument/2006/relationships/customXml" Target="../ink/ink871.xml"/><Relationship Id="rId45" Type="http://schemas.openxmlformats.org/officeDocument/2006/relationships/image" Target="../media/image209.png"/><Relationship Id="rId66" Type="http://schemas.openxmlformats.org/officeDocument/2006/relationships/customXml" Target="../ink/ink892.xml"/><Relationship Id="rId87" Type="http://schemas.openxmlformats.org/officeDocument/2006/relationships/image" Target="../media/image428.png"/><Relationship Id="rId110" Type="http://schemas.openxmlformats.org/officeDocument/2006/relationships/customXml" Target="../ink/ink914.xml"/><Relationship Id="rId131" Type="http://schemas.openxmlformats.org/officeDocument/2006/relationships/image" Target="../media/image450.png"/><Relationship Id="rId152" Type="http://schemas.openxmlformats.org/officeDocument/2006/relationships/customXml" Target="../ink/ink935.xml"/><Relationship Id="rId173" Type="http://schemas.openxmlformats.org/officeDocument/2006/relationships/image" Target="../media/image471.png"/><Relationship Id="rId194" Type="http://schemas.openxmlformats.org/officeDocument/2006/relationships/customXml" Target="../ink/ink956.xml"/><Relationship Id="rId208" Type="http://schemas.openxmlformats.org/officeDocument/2006/relationships/customXml" Target="../ink/ink963.xml"/><Relationship Id="rId14" Type="http://schemas.openxmlformats.org/officeDocument/2006/relationships/customXml" Target="../ink/ink866.xml"/><Relationship Id="rId30" Type="http://schemas.openxmlformats.org/officeDocument/2006/relationships/customXml" Target="../ink/ink874.xml"/><Relationship Id="rId35" Type="http://schemas.openxmlformats.org/officeDocument/2006/relationships/image" Target="../media/image204.png"/><Relationship Id="rId56" Type="http://schemas.openxmlformats.org/officeDocument/2006/relationships/customXml" Target="../ink/ink887.xml"/><Relationship Id="rId77" Type="http://schemas.openxmlformats.org/officeDocument/2006/relationships/image" Target="../media/image228.png"/><Relationship Id="rId100" Type="http://schemas.openxmlformats.org/officeDocument/2006/relationships/customXml" Target="../ink/ink909.xml"/><Relationship Id="rId105" Type="http://schemas.openxmlformats.org/officeDocument/2006/relationships/image" Target="../media/image437.png"/><Relationship Id="rId126" Type="http://schemas.openxmlformats.org/officeDocument/2006/relationships/customXml" Target="../ink/ink922.xml"/><Relationship Id="rId147" Type="http://schemas.openxmlformats.org/officeDocument/2006/relationships/image" Target="../media/image458.png"/><Relationship Id="rId168" Type="http://schemas.openxmlformats.org/officeDocument/2006/relationships/customXml" Target="../ink/ink943.xml"/><Relationship Id="rId8" Type="http://schemas.openxmlformats.org/officeDocument/2006/relationships/customXml" Target="../ink/ink863.xml"/><Relationship Id="rId51" Type="http://schemas.openxmlformats.org/officeDocument/2006/relationships/image" Target="../media/image212.png"/><Relationship Id="rId72" Type="http://schemas.openxmlformats.org/officeDocument/2006/relationships/customXml" Target="../ink/ink895.xml"/><Relationship Id="rId93" Type="http://schemas.openxmlformats.org/officeDocument/2006/relationships/image" Target="../media/image431.png"/><Relationship Id="rId98" Type="http://schemas.openxmlformats.org/officeDocument/2006/relationships/customXml" Target="../ink/ink908.xml"/><Relationship Id="rId121" Type="http://schemas.openxmlformats.org/officeDocument/2006/relationships/image" Target="../media/image445.png"/><Relationship Id="rId142" Type="http://schemas.openxmlformats.org/officeDocument/2006/relationships/customXml" Target="../ink/ink930.xml"/><Relationship Id="rId163" Type="http://schemas.openxmlformats.org/officeDocument/2006/relationships/image" Target="../media/image466.png"/><Relationship Id="rId184" Type="http://schemas.openxmlformats.org/officeDocument/2006/relationships/customXml" Target="../ink/ink951.xml"/><Relationship Id="rId189" Type="http://schemas.openxmlformats.org/officeDocument/2006/relationships/image" Target="../media/image479.png"/><Relationship Id="rId219" Type="http://schemas.openxmlformats.org/officeDocument/2006/relationships/image" Target="../media/image494.png"/><Relationship Id="rId3" Type="http://schemas.openxmlformats.org/officeDocument/2006/relationships/image" Target="../media/image188.png"/><Relationship Id="rId214" Type="http://schemas.openxmlformats.org/officeDocument/2006/relationships/customXml" Target="../ink/ink966.xml"/><Relationship Id="rId25" Type="http://schemas.openxmlformats.org/officeDocument/2006/relationships/image" Target="../media/image199.png"/><Relationship Id="rId46" Type="http://schemas.openxmlformats.org/officeDocument/2006/relationships/customXml" Target="../ink/ink882.xml"/><Relationship Id="rId67" Type="http://schemas.openxmlformats.org/officeDocument/2006/relationships/image" Target="../media/image220.png"/><Relationship Id="rId116" Type="http://schemas.openxmlformats.org/officeDocument/2006/relationships/customXml" Target="../ink/ink917.xml"/><Relationship Id="rId137" Type="http://schemas.openxmlformats.org/officeDocument/2006/relationships/image" Target="../media/image453.png"/><Relationship Id="rId158" Type="http://schemas.openxmlformats.org/officeDocument/2006/relationships/customXml" Target="../ink/ink938.xml"/><Relationship Id="rId20" Type="http://schemas.openxmlformats.org/officeDocument/2006/relationships/customXml" Target="../ink/ink869.xml"/><Relationship Id="rId41" Type="http://schemas.openxmlformats.org/officeDocument/2006/relationships/image" Target="../media/image207.png"/><Relationship Id="rId62" Type="http://schemas.openxmlformats.org/officeDocument/2006/relationships/customXml" Target="../ink/ink890.xml"/><Relationship Id="rId83" Type="http://schemas.openxmlformats.org/officeDocument/2006/relationships/image" Target="../media/image426.png"/><Relationship Id="rId88" Type="http://schemas.openxmlformats.org/officeDocument/2006/relationships/customXml" Target="../ink/ink903.xml"/><Relationship Id="rId111" Type="http://schemas.openxmlformats.org/officeDocument/2006/relationships/image" Target="../media/image440.png"/><Relationship Id="rId132" Type="http://schemas.openxmlformats.org/officeDocument/2006/relationships/customXml" Target="../ink/ink925.xml"/><Relationship Id="rId153" Type="http://schemas.openxmlformats.org/officeDocument/2006/relationships/image" Target="../media/image461.png"/><Relationship Id="rId174" Type="http://schemas.openxmlformats.org/officeDocument/2006/relationships/customXml" Target="../ink/ink946.xml"/><Relationship Id="rId179" Type="http://schemas.openxmlformats.org/officeDocument/2006/relationships/image" Target="../media/image474.png"/><Relationship Id="rId195" Type="http://schemas.openxmlformats.org/officeDocument/2006/relationships/image" Target="../media/image482.png"/><Relationship Id="rId209" Type="http://schemas.openxmlformats.org/officeDocument/2006/relationships/image" Target="../media/image489.png"/><Relationship Id="rId190" Type="http://schemas.openxmlformats.org/officeDocument/2006/relationships/customXml" Target="../ink/ink954.xml"/><Relationship Id="rId204" Type="http://schemas.openxmlformats.org/officeDocument/2006/relationships/customXml" Target="../ink/ink961.xml"/><Relationship Id="rId15" Type="http://schemas.openxmlformats.org/officeDocument/2006/relationships/image" Target="../media/image194.png"/><Relationship Id="rId36" Type="http://schemas.openxmlformats.org/officeDocument/2006/relationships/customXml" Target="../ink/ink877.xml"/><Relationship Id="rId57" Type="http://schemas.openxmlformats.org/officeDocument/2006/relationships/image" Target="../media/image215.png"/><Relationship Id="rId106" Type="http://schemas.openxmlformats.org/officeDocument/2006/relationships/customXml" Target="../ink/ink912.xml"/><Relationship Id="rId127" Type="http://schemas.openxmlformats.org/officeDocument/2006/relationships/image" Target="../media/image448.png"/><Relationship Id="rId10" Type="http://schemas.openxmlformats.org/officeDocument/2006/relationships/customXml" Target="../ink/ink864.xml"/><Relationship Id="rId31" Type="http://schemas.openxmlformats.org/officeDocument/2006/relationships/image" Target="../media/image202.png"/><Relationship Id="rId52" Type="http://schemas.openxmlformats.org/officeDocument/2006/relationships/customXml" Target="../ink/ink885.xml"/><Relationship Id="rId73" Type="http://schemas.openxmlformats.org/officeDocument/2006/relationships/image" Target="../media/image223.png"/><Relationship Id="rId78" Type="http://schemas.openxmlformats.org/officeDocument/2006/relationships/customXml" Target="../ink/ink898.xml"/><Relationship Id="rId94" Type="http://schemas.openxmlformats.org/officeDocument/2006/relationships/customXml" Target="../ink/ink906.xml"/><Relationship Id="rId99" Type="http://schemas.openxmlformats.org/officeDocument/2006/relationships/image" Target="../media/image434.png"/><Relationship Id="rId101" Type="http://schemas.openxmlformats.org/officeDocument/2006/relationships/image" Target="../media/image435.png"/><Relationship Id="rId122" Type="http://schemas.openxmlformats.org/officeDocument/2006/relationships/customXml" Target="../ink/ink920.xml"/><Relationship Id="rId143" Type="http://schemas.openxmlformats.org/officeDocument/2006/relationships/image" Target="../media/image456.png"/><Relationship Id="rId148" Type="http://schemas.openxmlformats.org/officeDocument/2006/relationships/customXml" Target="../ink/ink933.xml"/><Relationship Id="rId164" Type="http://schemas.openxmlformats.org/officeDocument/2006/relationships/customXml" Target="../ink/ink941.xml"/><Relationship Id="rId169" Type="http://schemas.openxmlformats.org/officeDocument/2006/relationships/image" Target="../media/image469.png"/><Relationship Id="rId185" Type="http://schemas.openxmlformats.org/officeDocument/2006/relationships/image" Target="../media/image477.png"/><Relationship Id="rId4" Type="http://schemas.openxmlformats.org/officeDocument/2006/relationships/customXml" Target="../ink/ink861.xml"/><Relationship Id="rId9" Type="http://schemas.openxmlformats.org/officeDocument/2006/relationships/image" Target="../media/image191.png"/><Relationship Id="rId180" Type="http://schemas.openxmlformats.org/officeDocument/2006/relationships/customXml" Target="../ink/ink949.xml"/><Relationship Id="rId210" Type="http://schemas.openxmlformats.org/officeDocument/2006/relationships/customXml" Target="../ink/ink964.xml"/><Relationship Id="rId215" Type="http://schemas.openxmlformats.org/officeDocument/2006/relationships/image" Target="../media/image492.png"/><Relationship Id="rId26" Type="http://schemas.openxmlformats.org/officeDocument/2006/relationships/customXml" Target="../ink/ink872.xml"/><Relationship Id="rId47" Type="http://schemas.openxmlformats.org/officeDocument/2006/relationships/image" Target="../media/image210.png"/><Relationship Id="rId68" Type="http://schemas.openxmlformats.org/officeDocument/2006/relationships/customXml" Target="../ink/ink893.xml"/><Relationship Id="rId89" Type="http://schemas.openxmlformats.org/officeDocument/2006/relationships/image" Target="../media/image429.png"/><Relationship Id="rId112" Type="http://schemas.openxmlformats.org/officeDocument/2006/relationships/customXml" Target="../ink/ink915.xml"/><Relationship Id="rId133" Type="http://schemas.openxmlformats.org/officeDocument/2006/relationships/image" Target="../media/image451.png"/><Relationship Id="rId154" Type="http://schemas.openxmlformats.org/officeDocument/2006/relationships/customXml" Target="../ink/ink936.xml"/><Relationship Id="rId175" Type="http://schemas.openxmlformats.org/officeDocument/2006/relationships/image" Target="../media/image472.png"/><Relationship Id="rId196" Type="http://schemas.openxmlformats.org/officeDocument/2006/relationships/customXml" Target="../ink/ink957.xml"/><Relationship Id="rId200" Type="http://schemas.openxmlformats.org/officeDocument/2006/relationships/customXml" Target="../ink/ink959.xml"/><Relationship Id="rId16" Type="http://schemas.openxmlformats.org/officeDocument/2006/relationships/customXml" Target="../ink/ink867.xml"/><Relationship Id="rId37" Type="http://schemas.openxmlformats.org/officeDocument/2006/relationships/image" Target="../media/image205.png"/><Relationship Id="rId58" Type="http://schemas.openxmlformats.org/officeDocument/2006/relationships/customXml" Target="../ink/ink888.xml"/><Relationship Id="rId79" Type="http://schemas.openxmlformats.org/officeDocument/2006/relationships/image" Target="../media/image424.png"/><Relationship Id="rId102" Type="http://schemas.openxmlformats.org/officeDocument/2006/relationships/customXml" Target="../ink/ink910.xml"/><Relationship Id="rId123" Type="http://schemas.openxmlformats.org/officeDocument/2006/relationships/image" Target="../media/image446.png"/><Relationship Id="rId144" Type="http://schemas.openxmlformats.org/officeDocument/2006/relationships/customXml" Target="../ink/ink931.xml"/><Relationship Id="rId90" Type="http://schemas.openxmlformats.org/officeDocument/2006/relationships/customXml" Target="../ink/ink904.xml"/><Relationship Id="rId165" Type="http://schemas.openxmlformats.org/officeDocument/2006/relationships/image" Target="../media/image467.png"/><Relationship Id="rId186" Type="http://schemas.openxmlformats.org/officeDocument/2006/relationships/customXml" Target="../ink/ink952.xml"/><Relationship Id="rId211" Type="http://schemas.openxmlformats.org/officeDocument/2006/relationships/image" Target="../media/image490.png"/><Relationship Id="rId27" Type="http://schemas.openxmlformats.org/officeDocument/2006/relationships/image" Target="../media/image200.png"/><Relationship Id="rId48" Type="http://schemas.openxmlformats.org/officeDocument/2006/relationships/customXml" Target="../ink/ink883.xml"/><Relationship Id="rId69" Type="http://schemas.openxmlformats.org/officeDocument/2006/relationships/image" Target="../media/image221.png"/><Relationship Id="rId113" Type="http://schemas.openxmlformats.org/officeDocument/2006/relationships/image" Target="../media/image441.png"/><Relationship Id="rId134" Type="http://schemas.openxmlformats.org/officeDocument/2006/relationships/customXml" Target="../ink/ink926.xml"/><Relationship Id="rId80" Type="http://schemas.openxmlformats.org/officeDocument/2006/relationships/customXml" Target="../ink/ink899.xml"/><Relationship Id="rId155" Type="http://schemas.openxmlformats.org/officeDocument/2006/relationships/image" Target="../media/image462.png"/><Relationship Id="rId176" Type="http://schemas.openxmlformats.org/officeDocument/2006/relationships/customXml" Target="../ink/ink947.xml"/><Relationship Id="rId197" Type="http://schemas.openxmlformats.org/officeDocument/2006/relationships/image" Target="../media/image483.png"/><Relationship Id="rId201" Type="http://schemas.openxmlformats.org/officeDocument/2006/relationships/image" Target="../media/image485.png"/><Relationship Id="rId17" Type="http://schemas.openxmlformats.org/officeDocument/2006/relationships/image" Target="../media/image195.png"/><Relationship Id="rId38" Type="http://schemas.openxmlformats.org/officeDocument/2006/relationships/customXml" Target="../ink/ink878.xml"/><Relationship Id="rId59" Type="http://schemas.openxmlformats.org/officeDocument/2006/relationships/image" Target="../media/image216.png"/><Relationship Id="rId103" Type="http://schemas.openxmlformats.org/officeDocument/2006/relationships/image" Target="../media/image436.png"/><Relationship Id="rId124" Type="http://schemas.openxmlformats.org/officeDocument/2006/relationships/customXml" Target="../ink/ink921.xml"/><Relationship Id="rId70" Type="http://schemas.openxmlformats.org/officeDocument/2006/relationships/customXml" Target="../ink/ink894.xml"/><Relationship Id="rId91" Type="http://schemas.openxmlformats.org/officeDocument/2006/relationships/image" Target="../media/image430.png"/><Relationship Id="rId145" Type="http://schemas.openxmlformats.org/officeDocument/2006/relationships/image" Target="../media/image457.png"/><Relationship Id="rId166" Type="http://schemas.openxmlformats.org/officeDocument/2006/relationships/customXml" Target="../ink/ink942.xml"/><Relationship Id="rId187" Type="http://schemas.openxmlformats.org/officeDocument/2006/relationships/image" Target="../media/image47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65.xml"/><Relationship Id="rId28" Type="http://schemas.openxmlformats.org/officeDocument/2006/relationships/customXml" Target="../ink/ink873.xml"/><Relationship Id="rId49" Type="http://schemas.openxmlformats.org/officeDocument/2006/relationships/image" Target="../media/image211.png"/><Relationship Id="rId114" Type="http://schemas.openxmlformats.org/officeDocument/2006/relationships/customXml" Target="../ink/ink916.xml"/><Relationship Id="rId60" Type="http://schemas.openxmlformats.org/officeDocument/2006/relationships/customXml" Target="../ink/ink889.xml"/><Relationship Id="rId81" Type="http://schemas.openxmlformats.org/officeDocument/2006/relationships/image" Target="../media/image425.png"/><Relationship Id="rId135" Type="http://schemas.openxmlformats.org/officeDocument/2006/relationships/image" Target="../media/image452.png"/><Relationship Id="rId156" Type="http://schemas.openxmlformats.org/officeDocument/2006/relationships/customXml" Target="../ink/ink937.xml"/><Relationship Id="rId177" Type="http://schemas.openxmlformats.org/officeDocument/2006/relationships/image" Target="../media/image473.png"/><Relationship Id="rId198" Type="http://schemas.openxmlformats.org/officeDocument/2006/relationships/customXml" Target="../ink/ink958.xml"/><Relationship Id="rId202" Type="http://schemas.openxmlformats.org/officeDocument/2006/relationships/customXml" Target="../ink/ink960.xml"/><Relationship Id="rId18" Type="http://schemas.openxmlformats.org/officeDocument/2006/relationships/customXml" Target="../ink/ink868.xml"/><Relationship Id="rId39" Type="http://schemas.openxmlformats.org/officeDocument/2006/relationships/image" Target="../media/image206.png"/><Relationship Id="rId50" Type="http://schemas.openxmlformats.org/officeDocument/2006/relationships/customXml" Target="../ink/ink884.xml"/><Relationship Id="rId104" Type="http://schemas.openxmlformats.org/officeDocument/2006/relationships/customXml" Target="../ink/ink911.xml"/><Relationship Id="rId125" Type="http://schemas.openxmlformats.org/officeDocument/2006/relationships/image" Target="../media/image447.png"/><Relationship Id="rId146" Type="http://schemas.openxmlformats.org/officeDocument/2006/relationships/customXml" Target="../ink/ink932.xml"/><Relationship Id="rId167" Type="http://schemas.openxmlformats.org/officeDocument/2006/relationships/image" Target="../media/image468.png"/><Relationship Id="rId188" Type="http://schemas.openxmlformats.org/officeDocument/2006/relationships/customXml" Target="../ink/ink953.xml"/><Relationship Id="rId71" Type="http://schemas.openxmlformats.org/officeDocument/2006/relationships/image" Target="../media/image222.png"/><Relationship Id="rId92" Type="http://schemas.openxmlformats.org/officeDocument/2006/relationships/customXml" Target="../ink/ink905.xml"/><Relationship Id="rId213" Type="http://schemas.openxmlformats.org/officeDocument/2006/relationships/image" Target="../media/image491.png"/><Relationship Id="rId2" Type="http://schemas.openxmlformats.org/officeDocument/2006/relationships/customXml" Target="../ink/ink860.xml"/><Relationship Id="rId29" Type="http://schemas.openxmlformats.org/officeDocument/2006/relationships/image" Target="../media/image201.png"/><Relationship Id="rId40" Type="http://schemas.openxmlformats.org/officeDocument/2006/relationships/customXml" Target="../ink/ink879.xml"/><Relationship Id="rId115" Type="http://schemas.openxmlformats.org/officeDocument/2006/relationships/image" Target="../media/image442.png"/><Relationship Id="rId136" Type="http://schemas.openxmlformats.org/officeDocument/2006/relationships/customXml" Target="../ink/ink927.xml"/><Relationship Id="rId157" Type="http://schemas.openxmlformats.org/officeDocument/2006/relationships/image" Target="../media/image463.png"/><Relationship Id="rId178" Type="http://schemas.openxmlformats.org/officeDocument/2006/relationships/customXml" Target="../ink/ink948.xml"/><Relationship Id="rId61" Type="http://schemas.openxmlformats.org/officeDocument/2006/relationships/image" Target="../media/image217.png"/><Relationship Id="rId82" Type="http://schemas.openxmlformats.org/officeDocument/2006/relationships/customXml" Target="../ink/ink900.xml"/><Relationship Id="rId199" Type="http://schemas.openxmlformats.org/officeDocument/2006/relationships/image" Target="../media/image484.png"/><Relationship Id="rId203" Type="http://schemas.openxmlformats.org/officeDocument/2006/relationships/image" Target="../media/image486.png"/><Relationship Id="rId19" Type="http://schemas.openxmlformats.org/officeDocument/2006/relationships/image" Target="../media/image196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71.png"/><Relationship Id="rId21" Type="http://schemas.openxmlformats.org/officeDocument/2006/relationships/image" Target="../media/image1781.png"/><Relationship Id="rId42" Type="http://schemas.openxmlformats.org/officeDocument/2006/relationships/customXml" Target="../ink/ink989.xml"/><Relationship Id="rId63" Type="http://schemas.openxmlformats.org/officeDocument/2006/relationships/image" Target="../media/image1971.png"/><Relationship Id="rId84" Type="http://schemas.openxmlformats.org/officeDocument/2006/relationships/customXml" Target="../ink/ink1010.xml"/><Relationship Id="rId138" Type="http://schemas.openxmlformats.org/officeDocument/2006/relationships/customXml" Target="../ink/ink1037.xml"/><Relationship Id="rId159" Type="http://schemas.openxmlformats.org/officeDocument/2006/relationships/image" Target="../media/image4041.png"/><Relationship Id="rId170" Type="http://schemas.openxmlformats.org/officeDocument/2006/relationships/customXml" Target="../ink/ink1053.xml"/><Relationship Id="rId191" Type="http://schemas.openxmlformats.org/officeDocument/2006/relationships/image" Target="../media/image4161.png"/><Relationship Id="rId205" Type="http://schemas.openxmlformats.org/officeDocument/2006/relationships/image" Target="../media/image4231.png"/><Relationship Id="rId107" Type="http://schemas.openxmlformats.org/officeDocument/2006/relationships/image" Target="../media/image3831.png"/><Relationship Id="rId11" Type="http://schemas.openxmlformats.org/officeDocument/2006/relationships/image" Target="../media/image1731.png"/><Relationship Id="rId32" Type="http://schemas.openxmlformats.org/officeDocument/2006/relationships/customXml" Target="../ink/ink984.xml"/><Relationship Id="rId53" Type="http://schemas.openxmlformats.org/officeDocument/2006/relationships/image" Target="../media/image1931.png"/><Relationship Id="rId74" Type="http://schemas.openxmlformats.org/officeDocument/2006/relationships/customXml" Target="../ink/ink1005.xml"/><Relationship Id="rId128" Type="http://schemas.openxmlformats.org/officeDocument/2006/relationships/customXml" Target="../ink/ink1032.xml"/><Relationship Id="rId149" Type="http://schemas.openxmlformats.org/officeDocument/2006/relationships/image" Target="../media/image4013.png"/><Relationship Id="rId5" Type="http://schemas.openxmlformats.org/officeDocument/2006/relationships/image" Target="../media/image1701.png"/><Relationship Id="rId95" Type="http://schemas.openxmlformats.org/officeDocument/2006/relationships/image" Target="../media/image3771.png"/><Relationship Id="rId160" Type="http://schemas.openxmlformats.org/officeDocument/2006/relationships/customXml" Target="../ink/ink1048.xml"/><Relationship Id="rId181" Type="http://schemas.openxmlformats.org/officeDocument/2006/relationships/image" Target="../media/image4121.png"/><Relationship Id="rId216" Type="http://schemas.openxmlformats.org/officeDocument/2006/relationships/customXml" Target="../ink/ink1076.xml"/><Relationship Id="rId22" Type="http://schemas.openxmlformats.org/officeDocument/2006/relationships/customXml" Target="../ink/ink979.xml"/><Relationship Id="rId43" Type="http://schemas.openxmlformats.org/officeDocument/2006/relationships/image" Target="../media/image1881.png"/><Relationship Id="rId64" Type="http://schemas.openxmlformats.org/officeDocument/2006/relationships/customXml" Target="../ink/ink1000.xml"/><Relationship Id="rId118" Type="http://schemas.openxmlformats.org/officeDocument/2006/relationships/customXml" Target="../ink/ink1027.xml"/><Relationship Id="rId139" Type="http://schemas.openxmlformats.org/officeDocument/2006/relationships/image" Target="../media/image3971.png"/><Relationship Id="rId85" Type="http://schemas.openxmlformats.org/officeDocument/2006/relationships/image" Target="../media/image3721.png"/><Relationship Id="rId150" Type="http://schemas.openxmlformats.org/officeDocument/2006/relationships/customXml" Target="../ink/ink1043.xml"/><Relationship Id="rId171" Type="http://schemas.openxmlformats.org/officeDocument/2006/relationships/image" Target="../media/image4081.png"/><Relationship Id="rId192" Type="http://schemas.openxmlformats.org/officeDocument/2006/relationships/customXml" Target="../ink/ink1064.xml"/><Relationship Id="rId206" Type="http://schemas.openxmlformats.org/officeDocument/2006/relationships/customXml" Target="../ink/ink1071.xml"/><Relationship Id="rId12" Type="http://schemas.openxmlformats.org/officeDocument/2006/relationships/customXml" Target="../ink/ink974.xml"/><Relationship Id="rId33" Type="http://schemas.openxmlformats.org/officeDocument/2006/relationships/image" Target="../media/image1831.png"/><Relationship Id="rId108" Type="http://schemas.openxmlformats.org/officeDocument/2006/relationships/customXml" Target="../ink/ink1022.xml"/><Relationship Id="rId129" Type="http://schemas.openxmlformats.org/officeDocument/2006/relationships/image" Target="../media/image3921.png"/><Relationship Id="rId54" Type="http://schemas.openxmlformats.org/officeDocument/2006/relationships/customXml" Target="../ink/ink995.xml"/><Relationship Id="rId75" Type="http://schemas.openxmlformats.org/officeDocument/2006/relationships/image" Target="../media/image2031.png"/><Relationship Id="rId96" Type="http://schemas.openxmlformats.org/officeDocument/2006/relationships/customXml" Target="../ink/ink1016.xml"/><Relationship Id="rId140" Type="http://schemas.openxmlformats.org/officeDocument/2006/relationships/customXml" Target="../ink/ink1038.xml"/><Relationship Id="rId161" Type="http://schemas.openxmlformats.org/officeDocument/2006/relationships/image" Target="../media/image4051.png"/><Relationship Id="rId182" Type="http://schemas.openxmlformats.org/officeDocument/2006/relationships/customXml" Target="../ink/ink1059.xml"/><Relationship Id="rId217" Type="http://schemas.openxmlformats.org/officeDocument/2006/relationships/image" Target="../media/image4291.png"/><Relationship Id="rId6" Type="http://schemas.openxmlformats.org/officeDocument/2006/relationships/customXml" Target="../ink/ink971.xml"/><Relationship Id="rId23" Type="http://schemas.openxmlformats.org/officeDocument/2006/relationships/image" Target="../media/image1791.png"/><Relationship Id="rId119" Type="http://schemas.openxmlformats.org/officeDocument/2006/relationships/image" Target="../media/image3871.png"/><Relationship Id="rId44" Type="http://schemas.openxmlformats.org/officeDocument/2006/relationships/customXml" Target="../ink/ink990.xml"/><Relationship Id="rId65" Type="http://schemas.openxmlformats.org/officeDocument/2006/relationships/image" Target="../media/image1981.png"/><Relationship Id="rId86" Type="http://schemas.openxmlformats.org/officeDocument/2006/relationships/customXml" Target="../ink/ink1011.xml"/><Relationship Id="rId130" Type="http://schemas.openxmlformats.org/officeDocument/2006/relationships/customXml" Target="../ink/ink1033.xml"/><Relationship Id="rId151" Type="http://schemas.openxmlformats.org/officeDocument/2006/relationships/image" Target="../media/image4021.png"/><Relationship Id="rId172" Type="http://schemas.openxmlformats.org/officeDocument/2006/relationships/customXml" Target="../ink/ink1054.xml"/><Relationship Id="rId193" Type="http://schemas.openxmlformats.org/officeDocument/2006/relationships/image" Target="../media/image4171.png"/><Relationship Id="rId207" Type="http://schemas.openxmlformats.org/officeDocument/2006/relationships/image" Target="../media/image4241.png"/><Relationship Id="rId13" Type="http://schemas.openxmlformats.org/officeDocument/2006/relationships/image" Target="../media/image1741.png"/><Relationship Id="rId109" Type="http://schemas.openxmlformats.org/officeDocument/2006/relationships/image" Target="../media/image3841.png"/><Relationship Id="rId34" Type="http://schemas.openxmlformats.org/officeDocument/2006/relationships/customXml" Target="../ink/ink985.xml"/><Relationship Id="rId55" Type="http://schemas.openxmlformats.org/officeDocument/2006/relationships/image" Target="../media/image1941.png"/><Relationship Id="rId76" Type="http://schemas.openxmlformats.org/officeDocument/2006/relationships/customXml" Target="../ink/ink1006.xml"/><Relationship Id="rId97" Type="http://schemas.openxmlformats.org/officeDocument/2006/relationships/image" Target="../media/image3781.png"/><Relationship Id="rId120" Type="http://schemas.openxmlformats.org/officeDocument/2006/relationships/customXml" Target="../ink/ink1028.xml"/><Relationship Id="rId141" Type="http://schemas.openxmlformats.org/officeDocument/2006/relationships/image" Target="../media/image3981.png"/><Relationship Id="rId7" Type="http://schemas.openxmlformats.org/officeDocument/2006/relationships/image" Target="../media/image1712.png"/><Relationship Id="rId162" Type="http://schemas.openxmlformats.org/officeDocument/2006/relationships/customXml" Target="../ink/ink1049.xml"/><Relationship Id="rId183" Type="http://schemas.openxmlformats.org/officeDocument/2006/relationships/image" Target="../media/image4131.png"/><Relationship Id="rId218" Type="http://schemas.openxmlformats.org/officeDocument/2006/relationships/customXml" Target="../ink/ink1077.xml"/><Relationship Id="rId24" Type="http://schemas.openxmlformats.org/officeDocument/2006/relationships/customXml" Target="../ink/ink980.xml"/><Relationship Id="rId45" Type="http://schemas.openxmlformats.org/officeDocument/2006/relationships/image" Target="../media/image1891.png"/><Relationship Id="rId66" Type="http://schemas.openxmlformats.org/officeDocument/2006/relationships/customXml" Target="../ink/ink1001.xml"/><Relationship Id="rId87" Type="http://schemas.openxmlformats.org/officeDocument/2006/relationships/image" Target="../media/image3731.png"/><Relationship Id="rId110" Type="http://schemas.openxmlformats.org/officeDocument/2006/relationships/customXml" Target="../ink/ink1023.xml"/><Relationship Id="rId131" Type="http://schemas.openxmlformats.org/officeDocument/2006/relationships/image" Target="../media/image3931.png"/><Relationship Id="rId152" Type="http://schemas.openxmlformats.org/officeDocument/2006/relationships/customXml" Target="../ink/ink1044.xml"/><Relationship Id="rId173" Type="http://schemas.openxmlformats.org/officeDocument/2006/relationships/image" Target="../media/image4091.png"/><Relationship Id="rId194" Type="http://schemas.openxmlformats.org/officeDocument/2006/relationships/customXml" Target="../ink/ink1065.xml"/><Relationship Id="rId208" Type="http://schemas.openxmlformats.org/officeDocument/2006/relationships/customXml" Target="../ink/ink1072.xml"/><Relationship Id="rId14" Type="http://schemas.openxmlformats.org/officeDocument/2006/relationships/customXml" Target="../ink/ink975.xml"/><Relationship Id="rId30" Type="http://schemas.openxmlformats.org/officeDocument/2006/relationships/customXml" Target="../ink/ink983.xml"/><Relationship Id="rId35" Type="http://schemas.openxmlformats.org/officeDocument/2006/relationships/image" Target="../media/image1841.png"/><Relationship Id="rId56" Type="http://schemas.openxmlformats.org/officeDocument/2006/relationships/customXml" Target="../ink/ink996.xml"/><Relationship Id="rId77" Type="http://schemas.openxmlformats.org/officeDocument/2006/relationships/image" Target="../media/image2071.png"/><Relationship Id="rId100" Type="http://schemas.openxmlformats.org/officeDocument/2006/relationships/customXml" Target="../ink/ink1018.xml"/><Relationship Id="rId105" Type="http://schemas.openxmlformats.org/officeDocument/2006/relationships/image" Target="../media/image3821.png"/><Relationship Id="rId126" Type="http://schemas.openxmlformats.org/officeDocument/2006/relationships/customXml" Target="../ink/ink1031.xml"/><Relationship Id="rId147" Type="http://schemas.openxmlformats.org/officeDocument/2006/relationships/image" Target="../media/image3321.png"/><Relationship Id="rId168" Type="http://schemas.openxmlformats.org/officeDocument/2006/relationships/customXml" Target="../ink/ink1052.xml"/><Relationship Id="rId8" Type="http://schemas.openxmlformats.org/officeDocument/2006/relationships/customXml" Target="../ink/ink972.xml"/><Relationship Id="rId51" Type="http://schemas.openxmlformats.org/officeDocument/2006/relationships/image" Target="../media/image1921.png"/><Relationship Id="rId72" Type="http://schemas.openxmlformats.org/officeDocument/2006/relationships/customXml" Target="../ink/ink1004.xml"/><Relationship Id="rId93" Type="http://schemas.openxmlformats.org/officeDocument/2006/relationships/image" Target="../media/image3761.png"/><Relationship Id="rId98" Type="http://schemas.openxmlformats.org/officeDocument/2006/relationships/customXml" Target="../ink/ink1017.xml"/><Relationship Id="rId121" Type="http://schemas.openxmlformats.org/officeDocument/2006/relationships/image" Target="../media/image3881.png"/><Relationship Id="rId142" Type="http://schemas.openxmlformats.org/officeDocument/2006/relationships/customXml" Target="../ink/ink1039.xml"/><Relationship Id="rId163" Type="http://schemas.openxmlformats.org/officeDocument/2006/relationships/image" Target="../media/image4061.png"/><Relationship Id="rId184" Type="http://schemas.openxmlformats.org/officeDocument/2006/relationships/customXml" Target="../ink/ink1060.xml"/><Relationship Id="rId189" Type="http://schemas.openxmlformats.org/officeDocument/2006/relationships/image" Target="../media/image4151.png"/><Relationship Id="rId219" Type="http://schemas.openxmlformats.org/officeDocument/2006/relationships/image" Target="../media/image4301.png"/><Relationship Id="rId3" Type="http://schemas.openxmlformats.org/officeDocument/2006/relationships/image" Target="../media/image1691.png"/><Relationship Id="rId214" Type="http://schemas.openxmlformats.org/officeDocument/2006/relationships/customXml" Target="../ink/ink1075.xml"/><Relationship Id="rId25" Type="http://schemas.openxmlformats.org/officeDocument/2006/relationships/image" Target="../media/image12711.png"/><Relationship Id="rId46" Type="http://schemas.openxmlformats.org/officeDocument/2006/relationships/customXml" Target="../ink/ink991.xml"/><Relationship Id="rId67" Type="http://schemas.openxmlformats.org/officeDocument/2006/relationships/image" Target="../media/image1991.png"/><Relationship Id="rId116" Type="http://schemas.openxmlformats.org/officeDocument/2006/relationships/customXml" Target="../ink/ink1026.xml"/><Relationship Id="rId137" Type="http://schemas.openxmlformats.org/officeDocument/2006/relationships/image" Target="../media/image3961.png"/><Relationship Id="rId158" Type="http://schemas.openxmlformats.org/officeDocument/2006/relationships/customXml" Target="../ink/ink1047.xml"/><Relationship Id="rId20" Type="http://schemas.openxmlformats.org/officeDocument/2006/relationships/customXml" Target="../ink/ink978.xml"/><Relationship Id="rId41" Type="http://schemas.openxmlformats.org/officeDocument/2006/relationships/image" Target="../media/image1871.png"/><Relationship Id="rId62" Type="http://schemas.openxmlformats.org/officeDocument/2006/relationships/customXml" Target="../ink/ink999.xml"/><Relationship Id="rId83" Type="http://schemas.openxmlformats.org/officeDocument/2006/relationships/image" Target="../media/image3712.png"/><Relationship Id="rId88" Type="http://schemas.openxmlformats.org/officeDocument/2006/relationships/customXml" Target="../ink/ink1012.xml"/><Relationship Id="rId111" Type="http://schemas.openxmlformats.org/officeDocument/2006/relationships/image" Target="../media/image3851.png"/><Relationship Id="rId132" Type="http://schemas.openxmlformats.org/officeDocument/2006/relationships/customXml" Target="../ink/ink1034.xml"/><Relationship Id="rId153" Type="http://schemas.openxmlformats.org/officeDocument/2006/relationships/image" Target="../media/image3351.png"/><Relationship Id="rId174" Type="http://schemas.openxmlformats.org/officeDocument/2006/relationships/customXml" Target="../ink/ink1055.xml"/><Relationship Id="rId179" Type="http://schemas.openxmlformats.org/officeDocument/2006/relationships/image" Target="../media/image4113.png"/><Relationship Id="rId195" Type="http://schemas.openxmlformats.org/officeDocument/2006/relationships/image" Target="../media/image4181.png"/><Relationship Id="rId209" Type="http://schemas.openxmlformats.org/officeDocument/2006/relationships/image" Target="../media/image4251.png"/><Relationship Id="rId190" Type="http://schemas.openxmlformats.org/officeDocument/2006/relationships/customXml" Target="../ink/ink1063.xml"/><Relationship Id="rId204" Type="http://schemas.openxmlformats.org/officeDocument/2006/relationships/customXml" Target="../ink/ink1070.xml"/><Relationship Id="rId15" Type="http://schemas.openxmlformats.org/officeDocument/2006/relationships/image" Target="../media/image1751.png"/><Relationship Id="rId36" Type="http://schemas.openxmlformats.org/officeDocument/2006/relationships/customXml" Target="../ink/ink986.xml"/><Relationship Id="rId57" Type="http://schemas.openxmlformats.org/officeDocument/2006/relationships/image" Target="../media/image1951.png"/><Relationship Id="rId106" Type="http://schemas.openxmlformats.org/officeDocument/2006/relationships/customXml" Target="../ink/ink1021.xml"/><Relationship Id="rId127" Type="http://schemas.openxmlformats.org/officeDocument/2006/relationships/image" Target="../media/image3913.png"/><Relationship Id="rId10" Type="http://schemas.openxmlformats.org/officeDocument/2006/relationships/customXml" Target="../ink/ink973.xml"/><Relationship Id="rId31" Type="http://schemas.openxmlformats.org/officeDocument/2006/relationships/image" Target="../media/image1821.png"/><Relationship Id="rId52" Type="http://schemas.openxmlformats.org/officeDocument/2006/relationships/customXml" Target="../ink/ink994.xml"/><Relationship Id="rId73" Type="http://schemas.openxmlformats.org/officeDocument/2006/relationships/image" Target="../media/image2021.png"/><Relationship Id="rId78" Type="http://schemas.openxmlformats.org/officeDocument/2006/relationships/customXml" Target="../ink/ink1007.xml"/><Relationship Id="rId94" Type="http://schemas.openxmlformats.org/officeDocument/2006/relationships/customXml" Target="../ink/ink1015.xml"/><Relationship Id="rId99" Type="http://schemas.openxmlformats.org/officeDocument/2006/relationships/image" Target="../media/image3791.png"/><Relationship Id="rId101" Type="http://schemas.openxmlformats.org/officeDocument/2006/relationships/image" Target="../media/image3801.png"/><Relationship Id="rId122" Type="http://schemas.openxmlformats.org/officeDocument/2006/relationships/customXml" Target="../ink/ink1029.xml"/><Relationship Id="rId143" Type="http://schemas.openxmlformats.org/officeDocument/2006/relationships/image" Target="../media/image3991.png"/><Relationship Id="rId148" Type="http://schemas.openxmlformats.org/officeDocument/2006/relationships/customXml" Target="../ink/ink1042.xml"/><Relationship Id="rId164" Type="http://schemas.openxmlformats.org/officeDocument/2006/relationships/customXml" Target="../ink/ink1050.xml"/><Relationship Id="rId169" Type="http://schemas.openxmlformats.org/officeDocument/2006/relationships/image" Target="../media/image3431.png"/><Relationship Id="rId185" Type="http://schemas.openxmlformats.org/officeDocument/2006/relationships/image" Target="../media/image4141.png"/><Relationship Id="rId4" Type="http://schemas.openxmlformats.org/officeDocument/2006/relationships/customXml" Target="../ink/ink970.xml"/><Relationship Id="rId9" Type="http://schemas.openxmlformats.org/officeDocument/2006/relationships/image" Target="../media/image1721.png"/><Relationship Id="rId180" Type="http://schemas.openxmlformats.org/officeDocument/2006/relationships/customXml" Target="../ink/ink1058.xml"/><Relationship Id="rId210" Type="http://schemas.openxmlformats.org/officeDocument/2006/relationships/customXml" Target="../ink/ink1073.xml"/><Relationship Id="rId215" Type="http://schemas.openxmlformats.org/officeDocument/2006/relationships/image" Target="../media/image4281.png"/><Relationship Id="rId26" Type="http://schemas.openxmlformats.org/officeDocument/2006/relationships/customXml" Target="../ink/ink981.xml"/><Relationship Id="rId47" Type="http://schemas.openxmlformats.org/officeDocument/2006/relationships/image" Target="../media/image1901.png"/><Relationship Id="rId68" Type="http://schemas.openxmlformats.org/officeDocument/2006/relationships/customXml" Target="../ink/ink1002.xml"/><Relationship Id="rId89" Type="http://schemas.openxmlformats.org/officeDocument/2006/relationships/image" Target="../media/image3741.png"/><Relationship Id="rId112" Type="http://schemas.openxmlformats.org/officeDocument/2006/relationships/customXml" Target="../ink/ink1024.xml"/><Relationship Id="rId133" Type="http://schemas.openxmlformats.org/officeDocument/2006/relationships/image" Target="../media/image3941.png"/><Relationship Id="rId154" Type="http://schemas.openxmlformats.org/officeDocument/2006/relationships/customXml" Target="../ink/ink1045.xml"/><Relationship Id="rId175" Type="http://schemas.openxmlformats.org/officeDocument/2006/relationships/image" Target="../media/image3461.png"/><Relationship Id="rId196" Type="http://schemas.openxmlformats.org/officeDocument/2006/relationships/customXml" Target="../ink/ink1066.xml"/><Relationship Id="rId200" Type="http://schemas.openxmlformats.org/officeDocument/2006/relationships/customXml" Target="../ink/ink1068.xml"/><Relationship Id="rId16" Type="http://schemas.openxmlformats.org/officeDocument/2006/relationships/customXml" Target="../ink/ink976.xml"/><Relationship Id="rId37" Type="http://schemas.openxmlformats.org/officeDocument/2006/relationships/image" Target="../media/image1851.png"/><Relationship Id="rId58" Type="http://schemas.openxmlformats.org/officeDocument/2006/relationships/customXml" Target="../ink/ink997.xml"/><Relationship Id="rId79" Type="http://schemas.openxmlformats.org/officeDocument/2006/relationships/image" Target="../media/image3691.png"/><Relationship Id="rId102" Type="http://schemas.openxmlformats.org/officeDocument/2006/relationships/customXml" Target="../ink/ink1019.xml"/><Relationship Id="rId123" Type="http://schemas.openxmlformats.org/officeDocument/2006/relationships/image" Target="../media/image3891.png"/><Relationship Id="rId144" Type="http://schemas.openxmlformats.org/officeDocument/2006/relationships/customXml" Target="../ink/ink1040.xml"/><Relationship Id="rId90" Type="http://schemas.openxmlformats.org/officeDocument/2006/relationships/customXml" Target="../ink/ink1013.xml"/><Relationship Id="rId165" Type="http://schemas.openxmlformats.org/officeDocument/2006/relationships/image" Target="../media/image3412.png"/><Relationship Id="rId186" Type="http://schemas.openxmlformats.org/officeDocument/2006/relationships/customXml" Target="../ink/ink1061.xml"/><Relationship Id="rId211" Type="http://schemas.openxmlformats.org/officeDocument/2006/relationships/image" Target="../media/image4261.png"/><Relationship Id="rId27" Type="http://schemas.openxmlformats.org/officeDocument/2006/relationships/image" Target="../media/image1801.png"/><Relationship Id="rId48" Type="http://schemas.openxmlformats.org/officeDocument/2006/relationships/customXml" Target="../ink/ink992.xml"/><Relationship Id="rId69" Type="http://schemas.openxmlformats.org/officeDocument/2006/relationships/image" Target="../media/image2001.png"/><Relationship Id="rId113" Type="http://schemas.openxmlformats.org/officeDocument/2006/relationships/image" Target="../media/image3151.png"/><Relationship Id="rId134" Type="http://schemas.openxmlformats.org/officeDocument/2006/relationships/customXml" Target="../ink/ink1035.xml"/><Relationship Id="rId80" Type="http://schemas.openxmlformats.org/officeDocument/2006/relationships/customXml" Target="../ink/ink1008.xml"/><Relationship Id="rId155" Type="http://schemas.openxmlformats.org/officeDocument/2006/relationships/image" Target="../media/image3361.png"/><Relationship Id="rId176" Type="http://schemas.openxmlformats.org/officeDocument/2006/relationships/customXml" Target="../ink/ink1056.xml"/><Relationship Id="rId197" Type="http://schemas.openxmlformats.org/officeDocument/2006/relationships/image" Target="../media/image4191.png"/><Relationship Id="rId201" Type="http://schemas.openxmlformats.org/officeDocument/2006/relationships/image" Target="../media/image4213.png"/><Relationship Id="rId17" Type="http://schemas.openxmlformats.org/officeDocument/2006/relationships/image" Target="../media/image1761.png"/><Relationship Id="rId38" Type="http://schemas.openxmlformats.org/officeDocument/2006/relationships/customXml" Target="../ink/ink987.xml"/><Relationship Id="rId59" Type="http://schemas.openxmlformats.org/officeDocument/2006/relationships/image" Target="../media/image14411.png"/><Relationship Id="rId103" Type="http://schemas.openxmlformats.org/officeDocument/2006/relationships/image" Target="../media/image3812.png"/><Relationship Id="rId124" Type="http://schemas.openxmlformats.org/officeDocument/2006/relationships/customXml" Target="../ink/ink1030.xml"/><Relationship Id="rId70" Type="http://schemas.openxmlformats.org/officeDocument/2006/relationships/customXml" Target="../ink/ink1003.xml"/><Relationship Id="rId91" Type="http://schemas.openxmlformats.org/officeDocument/2006/relationships/image" Target="../media/image3751.png"/><Relationship Id="rId145" Type="http://schemas.openxmlformats.org/officeDocument/2006/relationships/image" Target="../media/image4001.png"/><Relationship Id="rId166" Type="http://schemas.openxmlformats.org/officeDocument/2006/relationships/customXml" Target="../ink/ink1051.xml"/><Relationship Id="rId187" Type="http://schemas.openxmlformats.org/officeDocument/2006/relationships/image" Target="../media/image352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74.xml"/><Relationship Id="rId28" Type="http://schemas.openxmlformats.org/officeDocument/2006/relationships/customXml" Target="../ink/ink982.xml"/><Relationship Id="rId49" Type="http://schemas.openxmlformats.org/officeDocument/2006/relationships/image" Target="../media/image1912.png"/><Relationship Id="rId114" Type="http://schemas.openxmlformats.org/officeDocument/2006/relationships/customXml" Target="../ink/ink1025.xml"/><Relationship Id="rId60" Type="http://schemas.openxmlformats.org/officeDocument/2006/relationships/customXml" Target="../ink/ink998.xml"/><Relationship Id="rId81" Type="http://schemas.openxmlformats.org/officeDocument/2006/relationships/image" Target="../media/image3701.png"/><Relationship Id="rId135" Type="http://schemas.openxmlformats.org/officeDocument/2006/relationships/image" Target="../media/image3951.png"/><Relationship Id="rId156" Type="http://schemas.openxmlformats.org/officeDocument/2006/relationships/customXml" Target="../ink/ink1046.xml"/><Relationship Id="rId177" Type="http://schemas.openxmlformats.org/officeDocument/2006/relationships/image" Target="../media/image4101.png"/><Relationship Id="rId198" Type="http://schemas.openxmlformats.org/officeDocument/2006/relationships/customXml" Target="../ink/ink1067.xml"/><Relationship Id="rId202" Type="http://schemas.openxmlformats.org/officeDocument/2006/relationships/customXml" Target="../ink/ink1069.xml"/><Relationship Id="rId18" Type="http://schemas.openxmlformats.org/officeDocument/2006/relationships/customXml" Target="../ink/ink977.xml"/><Relationship Id="rId39" Type="http://schemas.openxmlformats.org/officeDocument/2006/relationships/image" Target="../media/image1861.png"/><Relationship Id="rId50" Type="http://schemas.openxmlformats.org/officeDocument/2006/relationships/customXml" Target="../ink/ink993.xml"/><Relationship Id="rId104" Type="http://schemas.openxmlformats.org/officeDocument/2006/relationships/customXml" Target="../ink/ink1020.xml"/><Relationship Id="rId125" Type="http://schemas.openxmlformats.org/officeDocument/2006/relationships/image" Target="../media/image3901.png"/><Relationship Id="rId146" Type="http://schemas.openxmlformats.org/officeDocument/2006/relationships/customXml" Target="../ink/ink1041.xml"/><Relationship Id="rId167" Type="http://schemas.openxmlformats.org/officeDocument/2006/relationships/image" Target="../media/image4071.png"/><Relationship Id="rId188" Type="http://schemas.openxmlformats.org/officeDocument/2006/relationships/customXml" Target="../ink/ink1062.xml"/><Relationship Id="rId71" Type="http://schemas.openxmlformats.org/officeDocument/2006/relationships/image" Target="../media/image2011.png"/><Relationship Id="rId92" Type="http://schemas.openxmlformats.org/officeDocument/2006/relationships/customXml" Target="../ink/ink1014.xml"/><Relationship Id="rId213" Type="http://schemas.openxmlformats.org/officeDocument/2006/relationships/image" Target="../media/image4271.png"/><Relationship Id="rId2" Type="http://schemas.openxmlformats.org/officeDocument/2006/relationships/customXml" Target="../ink/ink969.xml"/><Relationship Id="rId29" Type="http://schemas.openxmlformats.org/officeDocument/2006/relationships/image" Target="../media/image1812.png"/><Relationship Id="rId40" Type="http://schemas.openxmlformats.org/officeDocument/2006/relationships/customXml" Target="../ink/ink988.xml"/><Relationship Id="rId115" Type="http://schemas.openxmlformats.org/officeDocument/2006/relationships/image" Target="../media/image3861.png"/><Relationship Id="rId136" Type="http://schemas.openxmlformats.org/officeDocument/2006/relationships/customXml" Target="../ink/ink1036.xml"/><Relationship Id="rId157" Type="http://schemas.openxmlformats.org/officeDocument/2006/relationships/image" Target="../media/image4031.png"/><Relationship Id="rId178" Type="http://schemas.openxmlformats.org/officeDocument/2006/relationships/customXml" Target="../ink/ink1057.xml"/><Relationship Id="rId61" Type="http://schemas.openxmlformats.org/officeDocument/2006/relationships/image" Target="../media/image1961.png"/><Relationship Id="rId82" Type="http://schemas.openxmlformats.org/officeDocument/2006/relationships/customXml" Target="../ink/ink1009.xml"/><Relationship Id="rId199" Type="http://schemas.openxmlformats.org/officeDocument/2006/relationships/image" Target="../media/image4201.png"/><Relationship Id="rId203" Type="http://schemas.openxmlformats.org/officeDocument/2006/relationships/image" Target="../media/image4221.png"/><Relationship Id="rId19" Type="http://schemas.openxmlformats.org/officeDocument/2006/relationships/image" Target="../media/image1771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81.png"/><Relationship Id="rId21" Type="http://schemas.openxmlformats.org/officeDocument/2006/relationships/image" Target="../media/image3971.png"/><Relationship Id="rId42" Type="http://schemas.openxmlformats.org/officeDocument/2006/relationships/customXml" Target="../ink/ink1098.xml"/><Relationship Id="rId63" Type="http://schemas.openxmlformats.org/officeDocument/2006/relationships/image" Target="../media/image4121.png"/><Relationship Id="rId84" Type="http://schemas.openxmlformats.org/officeDocument/2006/relationships/customXml" Target="../ink/ink1119.xml"/><Relationship Id="rId138" Type="http://schemas.openxmlformats.org/officeDocument/2006/relationships/customXml" Target="../ink/ink1146.xml"/><Relationship Id="rId159" Type="http://schemas.openxmlformats.org/officeDocument/2006/relationships/image" Target="../media/image4591.png"/><Relationship Id="rId170" Type="http://schemas.openxmlformats.org/officeDocument/2006/relationships/customXml" Target="../ink/ink1162.xml"/><Relationship Id="rId191" Type="http://schemas.openxmlformats.org/officeDocument/2006/relationships/image" Target="../media/image4751.png"/><Relationship Id="rId107" Type="http://schemas.openxmlformats.org/officeDocument/2006/relationships/image" Target="../media/image4331.png"/><Relationship Id="rId11" Type="http://schemas.openxmlformats.org/officeDocument/2006/relationships/image" Target="../media/image3921.png"/><Relationship Id="rId32" Type="http://schemas.openxmlformats.org/officeDocument/2006/relationships/customXml" Target="../ink/ink1093.xml"/><Relationship Id="rId53" Type="http://schemas.openxmlformats.org/officeDocument/2006/relationships/image" Target="../media/image4081.png"/><Relationship Id="rId74" Type="http://schemas.openxmlformats.org/officeDocument/2006/relationships/customXml" Target="../ink/ink1114.xml"/><Relationship Id="rId128" Type="http://schemas.openxmlformats.org/officeDocument/2006/relationships/customXml" Target="../ink/ink1141.xml"/><Relationship Id="rId149" Type="http://schemas.openxmlformats.org/officeDocument/2006/relationships/image" Target="../media/image4541.png"/><Relationship Id="rId5" Type="http://schemas.openxmlformats.org/officeDocument/2006/relationships/image" Target="../media/image3891.png"/><Relationship Id="rId95" Type="http://schemas.openxmlformats.org/officeDocument/2006/relationships/image" Target="../media/image4271.png"/><Relationship Id="rId160" Type="http://schemas.openxmlformats.org/officeDocument/2006/relationships/customXml" Target="../ink/ink1157.xml"/><Relationship Id="rId181" Type="http://schemas.openxmlformats.org/officeDocument/2006/relationships/image" Target="../media/image4701.png"/><Relationship Id="rId22" Type="http://schemas.openxmlformats.org/officeDocument/2006/relationships/customXml" Target="../ink/ink1088.xml"/><Relationship Id="rId43" Type="http://schemas.openxmlformats.org/officeDocument/2006/relationships/image" Target="../media/image4051.png"/><Relationship Id="rId64" Type="http://schemas.openxmlformats.org/officeDocument/2006/relationships/customXml" Target="../ink/ink1109.xml"/><Relationship Id="rId118" Type="http://schemas.openxmlformats.org/officeDocument/2006/relationships/customXml" Target="../ink/ink1136.xml"/><Relationship Id="rId139" Type="http://schemas.openxmlformats.org/officeDocument/2006/relationships/image" Target="../media/image4491.png"/><Relationship Id="rId85" Type="http://schemas.openxmlformats.org/officeDocument/2006/relationships/image" Target="../media/image4221.png"/><Relationship Id="rId150" Type="http://schemas.openxmlformats.org/officeDocument/2006/relationships/customXml" Target="../ink/ink1152.xml"/><Relationship Id="rId171" Type="http://schemas.openxmlformats.org/officeDocument/2006/relationships/image" Target="../media/image4651.png"/><Relationship Id="rId12" Type="http://schemas.openxmlformats.org/officeDocument/2006/relationships/customXml" Target="../ink/ink1083.xml"/><Relationship Id="rId33" Type="http://schemas.openxmlformats.org/officeDocument/2006/relationships/image" Target="../media/image4021.png"/><Relationship Id="rId108" Type="http://schemas.openxmlformats.org/officeDocument/2006/relationships/customXml" Target="../ink/ink1131.xml"/><Relationship Id="rId129" Type="http://schemas.openxmlformats.org/officeDocument/2006/relationships/image" Target="../media/image4441.png"/><Relationship Id="rId54" Type="http://schemas.openxmlformats.org/officeDocument/2006/relationships/customXml" Target="../ink/ink1104.xml"/><Relationship Id="rId75" Type="http://schemas.openxmlformats.org/officeDocument/2006/relationships/image" Target="../media/image4171.png"/><Relationship Id="rId96" Type="http://schemas.openxmlformats.org/officeDocument/2006/relationships/customXml" Target="../ink/ink1125.xml"/><Relationship Id="rId140" Type="http://schemas.openxmlformats.org/officeDocument/2006/relationships/customXml" Target="../ink/ink1147.xml"/><Relationship Id="rId161" Type="http://schemas.openxmlformats.org/officeDocument/2006/relationships/image" Target="../media/image4601.png"/><Relationship Id="rId182" Type="http://schemas.openxmlformats.org/officeDocument/2006/relationships/customXml" Target="../ink/ink1168.xml"/><Relationship Id="rId6" Type="http://schemas.openxmlformats.org/officeDocument/2006/relationships/customXml" Target="../ink/ink1080.xml"/><Relationship Id="rId23" Type="http://schemas.openxmlformats.org/officeDocument/2006/relationships/image" Target="../media/image3981.png"/><Relationship Id="rId119" Type="http://schemas.openxmlformats.org/officeDocument/2006/relationships/image" Target="../media/image4391.png"/><Relationship Id="rId44" Type="http://schemas.openxmlformats.org/officeDocument/2006/relationships/customXml" Target="../ink/ink1099.xml"/><Relationship Id="rId65" Type="http://schemas.openxmlformats.org/officeDocument/2006/relationships/image" Target="../media/image4131.png"/><Relationship Id="rId86" Type="http://schemas.openxmlformats.org/officeDocument/2006/relationships/customXml" Target="../ink/ink1120.xml"/><Relationship Id="rId130" Type="http://schemas.openxmlformats.org/officeDocument/2006/relationships/customXml" Target="../ink/ink1142.xml"/><Relationship Id="rId151" Type="http://schemas.openxmlformats.org/officeDocument/2006/relationships/image" Target="../media/image4551.png"/><Relationship Id="rId172" Type="http://schemas.openxmlformats.org/officeDocument/2006/relationships/customXml" Target="../ink/ink1163.xml"/><Relationship Id="rId13" Type="http://schemas.openxmlformats.org/officeDocument/2006/relationships/image" Target="../media/image3931.png"/><Relationship Id="rId18" Type="http://schemas.openxmlformats.org/officeDocument/2006/relationships/customXml" Target="../ink/ink1086.xml"/><Relationship Id="rId39" Type="http://schemas.openxmlformats.org/officeDocument/2006/relationships/image" Target="../media/image4031.png"/><Relationship Id="rId109" Type="http://schemas.openxmlformats.org/officeDocument/2006/relationships/image" Target="../media/image4341.png"/><Relationship Id="rId34" Type="http://schemas.openxmlformats.org/officeDocument/2006/relationships/customXml" Target="../ink/ink1094.xml"/><Relationship Id="rId50" Type="http://schemas.openxmlformats.org/officeDocument/2006/relationships/customXml" Target="../ink/ink1102.xml"/><Relationship Id="rId55" Type="http://schemas.openxmlformats.org/officeDocument/2006/relationships/image" Target="../media/image4091.png"/><Relationship Id="rId76" Type="http://schemas.openxmlformats.org/officeDocument/2006/relationships/customXml" Target="../ink/ink1115.xml"/><Relationship Id="rId97" Type="http://schemas.openxmlformats.org/officeDocument/2006/relationships/image" Target="../media/image4281.png"/><Relationship Id="rId104" Type="http://schemas.openxmlformats.org/officeDocument/2006/relationships/customXml" Target="../ink/ink1129.xml"/><Relationship Id="rId120" Type="http://schemas.openxmlformats.org/officeDocument/2006/relationships/customXml" Target="../ink/ink1137.xml"/><Relationship Id="rId125" Type="http://schemas.openxmlformats.org/officeDocument/2006/relationships/image" Target="../media/image4421.png"/><Relationship Id="rId141" Type="http://schemas.openxmlformats.org/officeDocument/2006/relationships/image" Target="../media/image4501.png"/><Relationship Id="rId146" Type="http://schemas.openxmlformats.org/officeDocument/2006/relationships/customXml" Target="../ink/ink1150.xml"/><Relationship Id="rId167" Type="http://schemas.openxmlformats.org/officeDocument/2006/relationships/image" Target="../media/image4631.png"/><Relationship Id="rId188" Type="http://schemas.openxmlformats.org/officeDocument/2006/relationships/customXml" Target="../ink/ink1171.xml"/><Relationship Id="rId7" Type="http://schemas.openxmlformats.org/officeDocument/2006/relationships/image" Target="../media/image3901.png"/><Relationship Id="rId71" Type="http://schemas.openxmlformats.org/officeDocument/2006/relationships/image" Target="../media/image4151.png"/><Relationship Id="rId92" Type="http://schemas.openxmlformats.org/officeDocument/2006/relationships/customXml" Target="../ink/ink1123.xml"/><Relationship Id="rId162" Type="http://schemas.openxmlformats.org/officeDocument/2006/relationships/customXml" Target="../ink/ink1158.xml"/><Relationship Id="rId183" Type="http://schemas.openxmlformats.org/officeDocument/2006/relationships/image" Target="../media/image4713.png"/><Relationship Id="rId2" Type="http://schemas.openxmlformats.org/officeDocument/2006/relationships/customXml" Target="../ink/ink1078.xml"/><Relationship Id="rId29" Type="http://schemas.openxmlformats.org/officeDocument/2006/relationships/image" Target="../media/image3321.png"/><Relationship Id="rId24" Type="http://schemas.openxmlformats.org/officeDocument/2006/relationships/customXml" Target="../ink/ink1089.xml"/><Relationship Id="rId40" Type="http://schemas.openxmlformats.org/officeDocument/2006/relationships/customXml" Target="../ink/ink1097.xml"/><Relationship Id="rId45" Type="http://schemas.openxmlformats.org/officeDocument/2006/relationships/image" Target="../media/image4061.png"/><Relationship Id="rId66" Type="http://schemas.openxmlformats.org/officeDocument/2006/relationships/customXml" Target="../ink/ink1110.xml"/><Relationship Id="rId87" Type="http://schemas.openxmlformats.org/officeDocument/2006/relationships/image" Target="../media/image4231.png"/><Relationship Id="rId110" Type="http://schemas.openxmlformats.org/officeDocument/2006/relationships/customXml" Target="../ink/ink1132.xml"/><Relationship Id="rId115" Type="http://schemas.openxmlformats.org/officeDocument/2006/relationships/image" Target="../media/image4371.png"/><Relationship Id="rId131" Type="http://schemas.openxmlformats.org/officeDocument/2006/relationships/image" Target="../media/image4451.png"/><Relationship Id="rId136" Type="http://schemas.openxmlformats.org/officeDocument/2006/relationships/customXml" Target="../ink/ink1145.xml"/><Relationship Id="rId157" Type="http://schemas.openxmlformats.org/officeDocument/2006/relationships/image" Target="../media/image4581.png"/><Relationship Id="rId178" Type="http://schemas.openxmlformats.org/officeDocument/2006/relationships/customXml" Target="../ink/ink1166.xml"/><Relationship Id="rId61" Type="http://schemas.openxmlformats.org/officeDocument/2006/relationships/image" Target="../media/image4113.png"/><Relationship Id="rId82" Type="http://schemas.openxmlformats.org/officeDocument/2006/relationships/customXml" Target="../ink/ink1118.xml"/><Relationship Id="rId152" Type="http://schemas.openxmlformats.org/officeDocument/2006/relationships/customXml" Target="../ink/ink1153.xml"/><Relationship Id="rId173" Type="http://schemas.openxmlformats.org/officeDocument/2006/relationships/image" Target="../media/image4661.png"/><Relationship Id="rId19" Type="http://schemas.openxmlformats.org/officeDocument/2006/relationships/image" Target="../media/image3961.png"/><Relationship Id="rId14" Type="http://schemas.openxmlformats.org/officeDocument/2006/relationships/customXml" Target="../ink/ink1084.xml"/><Relationship Id="rId30" Type="http://schemas.openxmlformats.org/officeDocument/2006/relationships/customXml" Target="../ink/ink1092.xml"/><Relationship Id="rId35" Type="http://schemas.openxmlformats.org/officeDocument/2006/relationships/image" Target="../media/image3351.png"/><Relationship Id="rId56" Type="http://schemas.openxmlformats.org/officeDocument/2006/relationships/customXml" Target="../ink/ink1105.xml"/><Relationship Id="rId77" Type="http://schemas.openxmlformats.org/officeDocument/2006/relationships/image" Target="../media/image4181.png"/><Relationship Id="rId100" Type="http://schemas.openxmlformats.org/officeDocument/2006/relationships/customXml" Target="../ink/ink1127.xml"/><Relationship Id="rId105" Type="http://schemas.openxmlformats.org/officeDocument/2006/relationships/image" Target="../media/image4321.png"/><Relationship Id="rId126" Type="http://schemas.openxmlformats.org/officeDocument/2006/relationships/customXml" Target="../ink/ink1140.xml"/><Relationship Id="rId147" Type="http://schemas.openxmlformats.org/officeDocument/2006/relationships/image" Target="../media/image4531.png"/><Relationship Id="rId168" Type="http://schemas.openxmlformats.org/officeDocument/2006/relationships/customXml" Target="../ink/ink1161.xml"/><Relationship Id="rId8" Type="http://schemas.openxmlformats.org/officeDocument/2006/relationships/customXml" Target="../ink/ink1081.xml"/><Relationship Id="rId51" Type="http://schemas.openxmlformats.org/officeDocument/2006/relationships/image" Target="../media/image3431.png"/><Relationship Id="rId72" Type="http://schemas.openxmlformats.org/officeDocument/2006/relationships/customXml" Target="../ink/ink1113.xml"/><Relationship Id="rId93" Type="http://schemas.openxmlformats.org/officeDocument/2006/relationships/image" Target="../media/image4261.png"/><Relationship Id="rId98" Type="http://schemas.openxmlformats.org/officeDocument/2006/relationships/customXml" Target="../ink/ink1126.xml"/><Relationship Id="rId121" Type="http://schemas.openxmlformats.org/officeDocument/2006/relationships/image" Target="../media/image4401.png"/><Relationship Id="rId142" Type="http://schemas.openxmlformats.org/officeDocument/2006/relationships/customXml" Target="../ink/ink1148.xml"/><Relationship Id="rId163" Type="http://schemas.openxmlformats.org/officeDocument/2006/relationships/image" Target="../media/image4613.png"/><Relationship Id="rId184" Type="http://schemas.openxmlformats.org/officeDocument/2006/relationships/customXml" Target="../ink/ink1169.xml"/><Relationship Id="rId189" Type="http://schemas.openxmlformats.org/officeDocument/2006/relationships/image" Target="../media/image4741.png"/><Relationship Id="rId3" Type="http://schemas.openxmlformats.org/officeDocument/2006/relationships/image" Target="../media/image3881.png"/><Relationship Id="rId25" Type="http://schemas.openxmlformats.org/officeDocument/2006/relationships/image" Target="../media/image3991.png"/><Relationship Id="rId46" Type="http://schemas.openxmlformats.org/officeDocument/2006/relationships/customXml" Target="../ink/ink1100.xml"/><Relationship Id="rId67" Type="http://schemas.openxmlformats.org/officeDocument/2006/relationships/image" Target="../media/image4141.png"/><Relationship Id="rId116" Type="http://schemas.openxmlformats.org/officeDocument/2006/relationships/customXml" Target="../ink/ink1135.xml"/><Relationship Id="rId137" Type="http://schemas.openxmlformats.org/officeDocument/2006/relationships/image" Target="../media/image4481.png"/><Relationship Id="rId158" Type="http://schemas.openxmlformats.org/officeDocument/2006/relationships/customXml" Target="../ink/ink1156.xml"/><Relationship Id="rId20" Type="http://schemas.openxmlformats.org/officeDocument/2006/relationships/customXml" Target="../ink/ink1087.xml"/><Relationship Id="rId41" Type="http://schemas.openxmlformats.org/officeDocument/2006/relationships/image" Target="../media/image4041.png"/><Relationship Id="rId62" Type="http://schemas.openxmlformats.org/officeDocument/2006/relationships/customXml" Target="../ink/ink1108.xml"/><Relationship Id="rId83" Type="http://schemas.openxmlformats.org/officeDocument/2006/relationships/image" Target="../media/image4213.png"/><Relationship Id="rId88" Type="http://schemas.openxmlformats.org/officeDocument/2006/relationships/customXml" Target="../ink/ink1121.xml"/><Relationship Id="rId111" Type="http://schemas.openxmlformats.org/officeDocument/2006/relationships/image" Target="../media/image4351.png"/><Relationship Id="rId132" Type="http://schemas.openxmlformats.org/officeDocument/2006/relationships/customXml" Target="../ink/ink1143.xml"/><Relationship Id="rId153" Type="http://schemas.openxmlformats.org/officeDocument/2006/relationships/image" Target="../media/image4561.png"/><Relationship Id="rId174" Type="http://schemas.openxmlformats.org/officeDocument/2006/relationships/customXml" Target="../ink/ink1164.xml"/><Relationship Id="rId179" Type="http://schemas.openxmlformats.org/officeDocument/2006/relationships/image" Target="../media/image4691.png"/><Relationship Id="rId190" Type="http://schemas.openxmlformats.org/officeDocument/2006/relationships/customXml" Target="../ink/ink1172.xml"/><Relationship Id="rId15" Type="http://schemas.openxmlformats.org/officeDocument/2006/relationships/image" Target="../media/image3941.png"/><Relationship Id="rId36" Type="http://schemas.openxmlformats.org/officeDocument/2006/relationships/customXml" Target="../ink/ink1095.xml"/><Relationship Id="rId57" Type="http://schemas.openxmlformats.org/officeDocument/2006/relationships/image" Target="../media/image3461.png"/><Relationship Id="rId106" Type="http://schemas.openxmlformats.org/officeDocument/2006/relationships/customXml" Target="../ink/ink1130.xml"/><Relationship Id="rId127" Type="http://schemas.openxmlformats.org/officeDocument/2006/relationships/image" Target="../media/image4431.png"/><Relationship Id="rId10" Type="http://schemas.openxmlformats.org/officeDocument/2006/relationships/customXml" Target="../ink/ink1082.xml"/><Relationship Id="rId31" Type="http://schemas.openxmlformats.org/officeDocument/2006/relationships/image" Target="../media/image4013.png"/><Relationship Id="rId52" Type="http://schemas.openxmlformats.org/officeDocument/2006/relationships/customXml" Target="../ink/ink1103.xml"/><Relationship Id="rId73" Type="http://schemas.openxmlformats.org/officeDocument/2006/relationships/image" Target="../media/image4161.png"/><Relationship Id="rId78" Type="http://schemas.openxmlformats.org/officeDocument/2006/relationships/customXml" Target="../ink/ink1116.xml"/><Relationship Id="rId94" Type="http://schemas.openxmlformats.org/officeDocument/2006/relationships/customXml" Target="../ink/ink1124.xml"/><Relationship Id="rId99" Type="http://schemas.openxmlformats.org/officeDocument/2006/relationships/image" Target="../media/image4291.png"/><Relationship Id="rId101" Type="http://schemas.openxmlformats.org/officeDocument/2006/relationships/image" Target="../media/image4301.png"/><Relationship Id="rId122" Type="http://schemas.openxmlformats.org/officeDocument/2006/relationships/customXml" Target="../ink/ink1138.xml"/><Relationship Id="rId143" Type="http://schemas.openxmlformats.org/officeDocument/2006/relationships/image" Target="../media/image4513.png"/><Relationship Id="rId148" Type="http://schemas.openxmlformats.org/officeDocument/2006/relationships/customXml" Target="../ink/ink1151.xml"/><Relationship Id="rId164" Type="http://schemas.openxmlformats.org/officeDocument/2006/relationships/customXml" Target="../ink/ink1159.xml"/><Relationship Id="rId169" Type="http://schemas.openxmlformats.org/officeDocument/2006/relationships/image" Target="../media/image4641.png"/><Relationship Id="rId185" Type="http://schemas.openxmlformats.org/officeDocument/2006/relationships/image" Target="../media/image4721.png"/><Relationship Id="rId4" Type="http://schemas.openxmlformats.org/officeDocument/2006/relationships/customXml" Target="../ink/ink1079.xml"/><Relationship Id="rId9" Type="http://schemas.openxmlformats.org/officeDocument/2006/relationships/image" Target="../media/image3913.png"/><Relationship Id="rId180" Type="http://schemas.openxmlformats.org/officeDocument/2006/relationships/customXml" Target="../ink/ink1167.xml"/><Relationship Id="rId26" Type="http://schemas.openxmlformats.org/officeDocument/2006/relationships/customXml" Target="../ink/ink1090.xml"/><Relationship Id="rId47" Type="http://schemas.openxmlformats.org/officeDocument/2006/relationships/image" Target="../media/image3412.png"/><Relationship Id="rId68" Type="http://schemas.openxmlformats.org/officeDocument/2006/relationships/customXml" Target="../ink/ink1111.xml"/><Relationship Id="rId89" Type="http://schemas.openxmlformats.org/officeDocument/2006/relationships/image" Target="../media/image4241.png"/><Relationship Id="rId112" Type="http://schemas.openxmlformats.org/officeDocument/2006/relationships/customXml" Target="../ink/ink1133.xml"/><Relationship Id="rId133" Type="http://schemas.openxmlformats.org/officeDocument/2006/relationships/image" Target="../media/image4461.png"/><Relationship Id="rId154" Type="http://schemas.openxmlformats.org/officeDocument/2006/relationships/customXml" Target="../ink/ink1154.xml"/><Relationship Id="rId175" Type="http://schemas.openxmlformats.org/officeDocument/2006/relationships/image" Target="../media/image4671.png"/><Relationship Id="rId16" Type="http://schemas.openxmlformats.org/officeDocument/2006/relationships/customXml" Target="../ink/ink1085.xml"/><Relationship Id="rId37" Type="http://schemas.openxmlformats.org/officeDocument/2006/relationships/image" Target="../media/image3361.png"/><Relationship Id="rId58" Type="http://schemas.openxmlformats.org/officeDocument/2006/relationships/customXml" Target="../ink/ink1106.xml"/><Relationship Id="rId79" Type="http://schemas.openxmlformats.org/officeDocument/2006/relationships/image" Target="../media/image4191.png"/><Relationship Id="rId102" Type="http://schemas.openxmlformats.org/officeDocument/2006/relationships/customXml" Target="../ink/ink1128.xml"/><Relationship Id="rId123" Type="http://schemas.openxmlformats.org/officeDocument/2006/relationships/image" Target="../media/image4413.png"/><Relationship Id="rId144" Type="http://schemas.openxmlformats.org/officeDocument/2006/relationships/customXml" Target="../ink/ink1149.xml"/><Relationship Id="rId90" Type="http://schemas.openxmlformats.org/officeDocument/2006/relationships/customXml" Target="../ink/ink1122.xml"/><Relationship Id="rId165" Type="http://schemas.openxmlformats.org/officeDocument/2006/relationships/image" Target="../media/image4621.png"/><Relationship Id="rId186" Type="http://schemas.openxmlformats.org/officeDocument/2006/relationships/customXml" Target="../ink/ink1170.xml"/><Relationship Id="rId27" Type="http://schemas.openxmlformats.org/officeDocument/2006/relationships/image" Target="../media/image4001.png"/><Relationship Id="rId48" Type="http://schemas.openxmlformats.org/officeDocument/2006/relationships/customXml" Target="../ink/ink1101.xml"/><Relationship Id="rId69" Type="http://schemas.openxmlformats.org/officeDocument/2006/relationships/image" Target="../media/image3521.png"/><Relationship Id="rId113" Type="http://schemas.openxmlformats.org/officeDocument/2006/relationships/image" Target="../media/image4361.png"/><Relationship Id="rId134" Type="http://schemas.openxmlformats.org/officeDocument/2006/relationships/customXml" Target="../ink/ink1144.xml"/><Relationship Id="rId80" Type="http://schemas.openxmlformats.org/officeDocument/2006/relationships/customXml" Target="../ink/ink1117.xml"/><Relationship Id="rId155" Type="http://schemas.openxmlformats.org/officeDocument/2006/relationships/image" Target="../media/image4571.png"/><Relationship Id="rId176" Type="http://schemas.openxmlformats.org/officeDocument/2006/relationships/customXml" Target="../ink/ink1165.xml"/><Relationship Id="rId17" Type="http://schemas.openxmlformats.org/officeDocument/2006/relationships/image" Target="../media/image3951.png"/><Relationship Id="rId38" Type="http://schemas.openxmlformats.org/officeDocument/2006/relationships/customXml" Target="../ink/ink1096.xml"/><Relationship Id="rId59" Type="http://schemas.openxmlformats.org/officeDocument/2006/relationships/image" Target="../media/image4101.png"/><Relationship Id="rId103" Type="http://schemas.openxmlformats.org/officeDocument/2006/relationships/image" Target="../media/image4313.png"/><Relationship Id="rId124" Type="http://schemas.openxmlformats.org/officeDocument/2006/relationships/customXml" Target="../ink/ink1139.xml"/><Relationship Id="rId70" Type="http://schemas.openxmlformats.org/officeDocument/2006/relationships/customXml" Target="../ink/ink1112.xml"/><Relationship Id="rId91" Type="http://schemas.openxmlformats.org/officeDocument/2006/relationships/image" Target="../media/image4251.png"/><Relationship Id="rId145" Type="http://schemas.openxmlformats.org/officeDocument/2006/relationships/image" Target="../media/image4521.png"/><Relationship Id="rId166" Type="http://schemas.openxmlformats.org/officeDocument/2006/relationships/customXml" Target="../ink/ink1160.xml"/><Relationship Id="rId187" Type="http://schemas.openxmlformats.org/officeDocument/2006/relationships/image" Target="../media/image4731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091.xml"/><Relationship Id="rId49" Type="http://schemas.openxmlformats.org/officeDocument/2006/relationships/image" Target="../media/image4071.png"/><Relationship Id="rId114" Type="http://schemas.openxmlformats.org/officeDocument/2006/relationships/customXml" Target="../ink/ink1134.xml"/><Relationship Id="rId60" Type="http://schemas.openxmlformats.org/officeDocument/2006/relationships/customXml" Target="../ink/ink1107.xml"/><Relationship Id="rId81" Type="http://schemas.openxmlformats.org/officeDocument/2006/relationships/image" Target="../media/image4201.png"/><Relationship Id="rId135" Type="http://schemas.openxmlformats.org/officeDocument/2006/relationships/image" Target="../media/image4471.png"/><Relationship Id="rId156" Type="http://schemas.openxmlformats.org/officeDocument/2006/relationships/customXml" Target="../ink/ink1155.xml"/><Relationship Id="rId177" Type="http://schemas.openxmlformats.org/officeDocument/2006/relationships/image" Target="../media/image4681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2.png"/><Relationship Id="rId21" Type="http://schemas.openxmlformats.org/officeDocument/2006/relationships/image" Target="../media/image504.png"/><Relationship Id="rId42" Type="http://schemas.openxmlformats.org/officeDocument/2006/relationships/customXml" Target="../ink/ink1193.xml"/><Relationship Id="rId63" Type="http://schemas.openxmlformats.org/officeDocument/2006/relationships/image" Target="../media/image525.png"/><Relationship Id="rId84" Type="http://schemas.openxmlformats.org/officeDocument/2006/relationships/customXml" Target="../ink/ink1214.xml"/><Relationship Id="rId138" Type="http://schemas.openxmlformats.org/officeDocument/2006/relationships/customXml" Target="../ink/ink1241.xml"/><Relationship Id="rId159" Type="http://schemas.openxmlformats.org/officeDocument/2006/relationships/image" Target="../media/image573.png"/><Relationship Id="rId170" Type="http://schemas.openxmlformats.org/officeDocument/2006/relationships/customXml" Target="../ink/ink1257.xml"/><Relationship Id="rId191" Type="http://schemas.openxmlformats.org/officeDocument/2006/relationships/image" Target="../media/image589.png"/><Relationship Id="rId205" Type="http://schemas.openxmlformats.org/officeDocument/2006/relationships/image" Target="../media/image596.png"/><Relationship Id="rId226" Type="http://schemas.openxmlformats.org/officeDocument/2006/relationships/customXml" Target="../ink/ink1285.xml"/><Relationship Id="rId107" Type="http://schemas.openxmlformats.org/officeDocument/2006/relationships/image" Target="../media/image547.png"/><Relationship Id="rId11" Type="http://schemas.openxmlformats.org/officeDocument/2006/relationships/image" Target="../media/image499.png"/><Relationship Id="rId32" Type="http://schemas.openxmlformats.org/officeDocument/2006/relationships/customXml" Target="../ink/ink1188.xml"/><Relationship Id="rId53" Type="http://schemas.openxmlformats.org/officeDocument/2006/relationships/image" Target="../media/image520.png"/><Relationship Id="rId74" Type="http://schemas.openxmlformats.org/officeDocument/2006/relationships/customXml" Target="../ink/ink1209.xml"/><Relationship Id="rId128" Type="http://schemas.openxmlformats.org/officeDocument/2006/relationships/customXml" Target="../ink/ink1236.xml"/><Relationship Id="rId149" Type="http://schemas.openxmlformats.org/officeDocument/2006/relationships/image" Target="../media/image568.png"/><Relationship Id="rId5" Type="http://schemas.openxmlformats.org/officeDocument/2006/relationships/image" Target="../media/image496.png"/><Relationship Id="rId95" Type="http://schemas.openxmlformats.org/officeDocument/2006/relationships/image" Target="../media/image541.png"/><Relationship Id="rId160" Type="http://schemas.openxmlformats.org/officeDocument/2006/relationships/customXml" Target="../ink/ink1252.xml"/><Relationship Id="rId181" Type="http://schemas.openxmlformats.org/officeDocument/2006/relationships/image" Target="../media/image584.png"/><Relationship Id="rId216" Type="http://schemas.openxmlformats.org/officeDocument/2006/relationships/customXml" Target="../ink/ink1280.xml"/><Relationship Id="rId237" Type="http://schemas.openxmlformats.org/officeDocument/2006/relationships/image" Target="../media/image612.png"/><Relationship Id="rId22" Type="http://schemas.openxmlformats.org/officeDocument/2006/relationships/customXml" Target="../ink/ink1183.xml"/><Relationship Id="rId43" Type="http://schemas.openxmlformats.org/officeDocument/2006/relationships/image" Target="../media/image515.png"/><Relationship Id="rId64" Type="http://schemas.openxmlformats.org/officeDocument/2006/relationships/customXml" Target="../ink/ink1204.xml"/><Relationship Id="rId118" Type="http://schemas.openxmlformats.org/officeDocument/2006/relationships/customXml" Target="../ink/ink1231.xml"/><Relationship Id="rId139" Type="http://schemas.openxmlformats.org/officeDocument/2006/relationships/image" Target="../media/image563.png"/><Relationship Id="rId85" Type="http://schemas.openxmlformats.org/officeDocument/2006/relationships/image" Target="../media/image536.png"/><Relationship Id="rId150" Type="http://schemas.openxmlformats.org/officeDocument/2006/relationships/customXml" Target="../ink/ink1247.xml"/><Relationship Id="rId171" Type="http://schemas.openxmlformats.org/officeDocument/2006/relationships/image" Target="../media/image579.png"/><Relationship Id="rId192" Type="http://schemas.openxmlformats.org/officeDocument/2006/relationships/customXml" Target="../ink/ink1268.xml"/><Relationship Id="rId206" Type="http://schemas.openxmlformats.org/officeDocument/2006/relationships/customXml" Target="../ink/ink1275.xml"/><Relationship Id="rId227" Type="http://schemas.openxmlformats.org/officeDocument/2006/relationships/image" Target="../media/image607.png"/><Relationship Id="rId12" Type="http://schemas.openxmlformats.org/officeDocument/2006/relationships/customXml" Target="../ink/ink1178.xml"/><Relationship Id="rId33" Type="http://schemas.openxmlformats.org/officeDocument/2006/relationships/image" Target="../media/image510.png"/><Relationship Id="rId108" Type="http://schemas.openxmlformats.org/officeDocument/2006/relationships/customXml" Target="../ink/ink1226.xml"/><Relationship Id="rId129" Type="http://schemas.openxmlformats.org/officeDocument/2006/relationships/image" Target="../media/image558.png"/><Relationship Id="rId54" Type="http://schemas.openxmlformats.org/officeDocument/2006/relationships/customXml" Target="../ink/ink1199.xml"/><Relationship Id="rId75" Type="http://schemas.openxmlformats.org/officeDocument/2006/relationships/image" Target="../media/image531.png"/><Relationship Id="rId96" Type="http://schemas.openxmlformats.org/officeDocument/2006/relationships/customXml" Target="../ink/ink1220.xml"/><Relationship Id="rId140" Type="http://schemas.openxmlformats.org/officeDocument/2006/relationships/customXml" Target="../ink/ink1242.xml"/><Relationship Id="rId161" Type="http://schemas.openxmlformats.org/officeDocument/2006/relationships/image" Target="../media/image574.png"/><Relationship Id="rId182" Type="http://schemas.openxmlformats.org/officeDocument/2006/relationships/customXml" Target="../ink/ink1263.xml"/><Relationship Id="rId217" Type="http://schemas.openxmlformats.org/officeDocument/2006/relationships/image" Target="../media/image602.png"/><Relationship Id="rId6" Type="http://schemas.openxmlformats.org/officeDocument/2006/relationships/customXml" Target="../ink/ink1175.xml"/><Relationship Id="rId238" Type="http://schemas.openxmlformats.org/officeDocument/2006/relationships/customXml" Target="../ink/ink1291.xml"/><Relationship Id="rId23" Type="http://schemas.openxmlformats.org/officeDocument/2006/relationships/image" Target="../media/image505.png"/><Relationship Id="rId119" Type="http://schemas.openxmlformats.org/officeDocument/2006/relationships/image" Target="../media/image553.png"/><Relationship Id="rId44" Type="http://schemas.openxmlformats.org/officeDocument/2006/relationships/customXml" Target="../ink/ink1194.xml"/><Relationship Id="rId65" Type="http://schemas.openxmlformats.org/officeDocument/2006/relationships/image" Target="../media/image526.png"/><Relationship Id="rId86" Type="http://schemas.openxmlformats.org/officeDocument/2006/relationships/customXml" Target="../ink/ink1215.xml"/><Relationship Id="rId130" Type="http://schemas.openxmlformats.org/officeDocument/2006/relationships/customXml" Target="../ink/ink1237.xml"/><Relationship Id="rId151" Type="http://schemas.openxmlformats.org/officeDocument/2006/relationships/image" Target="../media/image569.png"/><Relationship Id="rId172" Type="http://schemas.openxmlformats.org/officeDocument/2006/relationships/customXml" Target="../ink/ink1258.xml"/><Relationship Id="rId193" Type="http://schemas.openxmlformats.org/officeDocument/2006/relationships/image" Target="../media/image590.png"/><Relationship Id="rId207" Type="http://schemas.openxmlformats.org/officeDocument/2006/relationships/image" Target="../media/image597.png"/><Relationship Id="rId228" Type="http://schemas.openxmlformats.org/officeDocument/2006/relationships/customXml" Target="../ink/ink1286.xml"/><Relationship Id="rId13" Type="http://schemas.openxmlformats.org/officeDocument/2006/relationships/image" Target="../media/image500.png"/><Relationship Id="rId109" Type="http://schemas.openxmlformats.org/officeDocument/2006/relationships/image" Target="../media/image548.png"/><Relationship Id="rId34" Type="http://schemas.openxmlformats.org/officeDocument/2006/relationships/customXml" Target="../ink/ink1189.xml"/><Relationship Id="rId55" Type="http://schemas.openxmlformats.org/officeDocument/2006/relationships/image" Target="../media/image521.png"/><Relationship Id="rId76" Type="http://schemas.openxmlformats.org/officeDocument/2006/relationships/customXml" Target="../ink/ink1210.xml"/><Relationship Id="rId97" Type="http://schemas.openxmlformats.org/officeDocument/2006/relationships/image" Target="../media/image542.png"/><Relationship Id="rId120" Type="http://schemas.openxmlformats.org/officeDocument/2006/relationships/customXml" Target="../ink/ink1232.xml"/><Relationship Id="rId141" Type="http://schemas.openxmlformats.org/officeDocument/2006/relationships/image" Target="../media/image564.png"/><Relationship Id="rId7" Type="http://schemas.openxmlformats.org/officeDocument/2006/relationships/image" Target="../media/image497.png"/><Relationship Id="rId162" Type="http://schemas.openxmlformats.org/officeDocument/2006/relationships/customXml" Target="../ink/ink1253.xml"/><Relationship Id="rId183" Type="http://schemas.openxmlformats.org/officeDocument/2006/relationships/image" Target="../media/image585.png"/><Relationship Id="rId218" Type="http://schemas.openxmlformats.org/officeDocument/2006/relationships/customXml" Target="../ink/ink1281.xml"/><Relationship Id="rId239" Type="http://schemas.openxmlformats.org/officeDocument/2006/relationships/image" Target="../media/image613.png"/><Relationship Id="rId24" Type="http://schemas.openxmlformats.org/officeDocument/2006/relationships/customXml" Target="../ink/ink1184.xml"/><Relationship Id="rId45" Type="http://schemas.openxmlformats.org/officeDocument/2006/relationships/image" Target="../media/image516.png"/><Relationship Id="rId66" Type="http://schemas.openxmlformats.org/officeDocument/2006/relationships/customXml" Target="../ink/ink1205.xml"/><Relationship Id="rId87" Type="http://schemas.openxmlformats.org/officeDocument/2006/relationships/image" Target="../media/image537.png"/><Relationship Id="rId110" Type="http://schemas.openxmlformats.org/officeDocument/2006/relationships/customXml" Target="../ink/ink1227.xml"/><Relationship Id="rId131" Type="http://schemas.openxmlformats.org/officeDocument/2006/relationships/image" Target="../media/image559.png"/><Relationship Id="rId152" Type="http://schemas.openxmlformats.org/officeDocument/2006/relationships/customXml" Target="../ink/ink1248.xml"/><Relationship Id="rId173" Type="http://schemas.openxmlformats.org/officeDocument/2006/relationships/image" Target="../media/image580.png"/><Relationship Id="rId194" Type="http://schemas.openxmlformats.org/officeDocument/2006/relationships/customXml" Target="../ink/ink1269.xml"/><Relationship Id="rId208" Type="http://schemas.openxmlformats.org/officeDocument/2006/relationships/customXml" Target="../ink/ink1276.xml"/><Relationship Id="rId229" Type="http://schemas.openxmlformats.org/officeDocument/2006/relationships/image" Target="../media/image608.png"/><Relationship Id="rId14" Type="http://schemas.openxmlformats.org/officeDocument/2006/relationships/customXml" Target="../ink/ink1179.xml"/><Relationship Id="rId35" Type="http://schemas.openxmlformats.org/officeDocument/2006/relationships/image" Target="../media/image511.png"/><Relationship Id="rId56" Type="http://schemas.openxmlformats.org/officeDocument/2006/relationships/customXml" Target="../ink/ink1200.xml"/><Relationship Id="rId77" Type="http://schemas.openxmlformats.org/officeDocument/2006/relationships/image" Target="../media/image532.png"/><Relationship Id="rId100" Type="http://schemas.openxmlformats.org/officeDocument/2006/relationships/customXml" Target="../ink/ink1222.xml"/><Relationship Id="rId8" Type="http://schemas.openxmlformats.org/officeDocument/2006/relationships/customXml" Target="../ink/ink1176.xml"/><Relationship Id="rId98" Type="http://schemas.openxmlformats.org/officeDocument/2006/relationships/customXml" Target="../ink/ink1221.xml"/><Relationship Id="rId121" Type="http://schemas.openxmlformats.org/officeDocument/2006/relationships/image" Target="../media/image554.png"/><Relationship Id="rId142" Type="http://schemas.openxmlformats.org/officeDocument/2006/relationships/customXml" Target="../ink/ink1243.xml"/><Relationship Id="rId163" Type="http://schemas.openxmlformats.org/officeDocument/2006/relationships/image" Target="../media/image575.png"/><Relationship Id="rId184" Type="http://schemas.openxmlformats.org/officeDocument/2006/relationships/customXml" Target="../ink/ink1264.xml"/><Relationship Id="rId219" Type="http://schemas.openxmlformats.org/officeDocument/2006/relationships/image" Target="../media/image603.png"/><Relationship Id="rId230" Type="http://schemas.openxmlformats.org/officeDocument/2006/relationships/customXml" Target="../ink/ink1287.xml"/><Relationship Id="rId25" Type="http://schemas.openxmlformats.org/officeDocument/2006/relationships/image" Target="../media/image506.png"/><Relationship Id="rId46" Type="http://schemas.openxmlformats.org/officeDocument/2006/relationships/customXml" Target="../ink/ink1195.xml"/><Relationship Id="rId67" Type="http://schemas.openxmlformats.org/officeDocument/2006/relationships/image" Target="../media/image527.png"/><Relationship Id="rId88" Type="http://schemas.openxmlformats.org/officeDocument/2006/relationships/customXml" Target="../ink/ink1216.xml"/><Relationship Id="rId111" Type="http://schemas.openxmlformats.org/officeDocument/2006/relationships/image" Target="../media/image549.png"/><Relationship Id="rId132" Type="http://schemas.openxmlformats.org/officeDocument/2006/relationships/customXml" Target="../ink/ink1238.xml"/><Relationship Id="rId153" Type="http://schemas.openxmlformats.org/officeDocument/2006/relationships/image" Target="../media/image570.png"/><Relationship Id="rId174" Type="http://schemas.openxmlformats.org/officeDocument/2006/relationships/customXml" Target="../ink/ink1259.xml"/><Relationship Id="rId195" Type="http://schemas.openxmlformats.org/officeDocument/2006/relationships/image" Target="../media/image591.png"/><Relationship Id="rId209" Type="http://schemas.openxmlformats.org/officeDocument/2006/relationships/image" Target="../media/image598.png"/><Relationship Id="rId190" Type="http://schemas.openxmlformats.org/officeDocument/2006/relationships/customXml" Target="../ink/ink1267.xml"/><Relationship Id="rId204" Type="http://schemas.openxmlformats.org/officeDocument/2006/relationships/customXml" Target="../ink/ink1274.xml"/><Relationship Id="rId220" Type="http://schemas.openxmlformats.org/officeDocument/2006/relationships/customXml" Target="../ink/ink1282.xml"/><Relationship Id="rId225" Type="http://schemas.openxmlformats.org/officeDocument/2006/relationships/image" Target="../media/image606.png"/><Relationship Id="rId15" Type="http://schemas.openxmlformats.org/officeDocument/2006/relationships/image" Target="../media/image501.png"/><Relationship Id="rId36" Type="http://schemas.openxmlformats.org/officeDocument/2006/relationships/customXml" Target="../ink/ink1190.xml"/><Relationship Id="rId57" Type="http://schemas.openxmlformats.org/officeDocument/2006/relationships/image" Target="../media/image522.png"/><Relationship Id="rId106" Type="http://schemas.openxmlformats.org/officeDocument/2006/relationships/customXml" Target="../ink/ink1225.xml"/><Relationship Id="rId127" Type="http://schemas.openxmlformats.org/officeDocument/2006/relationships/image" Target="../media/image557.png"/><Relationship Id="rId10" Type="http://schemas.openxmlformats.org/officeDocument/2006/relationships/customXml" Target="../ink/ink1177.xml"/><Relationship Id="rId31" Type="http://schemas.openxmlformats.org/officeDocument/2006/relationships/image" Target="../media/image509.png"/><Relationship Id="rId52" Type="http://schemas.openxmlformats.org/officeDocument/2006/relationships/customXml" Target="../ink/ink1198.xml"/><Relationship Id="rId73" Type="http://schemas.openxmlformats.org/officeDocument/2006/relationships/image" Target="../media/image530.png"/><Relationship Id="rId78" Type="http://schemas.openxmlformats.org/officeDocument/2006/relationships/customXml" Target="../ink/ink1211.xml"/><Relationship Id="rId94" Type="http://schemas.openxmlformats.org/officeDocument/2006/relationships/customXml" Target="../ink/ink1219.xml"/><Relationship Id="rId99" Type="http://schemas.openxmlformats.org/officeDocument/2006/relationships/image" Target="../media/image543.png"/><Relationship Id="rId101" Type="http://schemas.openxmlformats.org/officeDocument/2006/relationships/image" Target="../media/image544.png"/><Relationship Id="rId122" Type="http://schemas.openxmlformats.org/officeDocument/2006/relationships/customXml" Target="../ink/ink1233.xml"/><Relationship Id="rId143" Type="http://schemas.openxmlformats.org/officeDocument/2006/relationships/image" Target="../media/image565.png"/><Relationship Id="rId148" Type="http://schemas.openxmlformats.org/officeDocument/2006/relationships/customXml" Target="../ink/ink1246.xml"/><Relationship Id="rId164" Type="http://schemas.openxmlformats.org/officeDocument/2006/relationships/customXml" Target="../ink/ink1254.xml"/><Relationship Id="rId169" Type="http://schemas.openxmlformats.org/officeDocument/2006/relationships/image" Target="../media/image578.png"/><Relationship Id="rId185" Type="http://schemas.openxmlformats.org/officeDocument/2006/relationships/image" Target="../media/image586.png"/><Relationship Id="rId4" Type="http://schemas.openxmlformats.org/officeDocument/2006/relationships/customXml" Target="../ink/ink1174.xml"/><Relationship Id="rId9" Type="http://schemas.openxmlformats.org/officeDocument/2006/relationships/image" Target="../media/image498.png"/><Relationship Id="rId180" Type="http://schemas.openxmlformats.org/officeDocument/2006/relationships/customXml" Target="../ink/ink1262.xml"/><Relationship Id="rId210" Type="http://schemas.openxmlformats.org/officeDocument/2006/relationships/customXml" Target="../ink/ink1277.xml"/><Relationship Id="rId215" Type="http://schemas.openxmlformats.org/officeDocument/2006/relationships/image" Target="../media/image601.png"/><Relationship Id="rId236" Type="http://schemas.openxmlformats.org/officeDocument/2006/relationships/customXml" Target="../ink/ink1290.xml"/><Relationship Id="rId26" Type="http://schemas.openxmlformats.org/officeDocument/2006/relationships/customXml" Target="../ink/ink1185.xml"/><Relationship Id="rId231" Type="http://schemas.openxmlformats.org/officeDocument/2006/relationships/image" Target="../media/image609.png"/><Relationship Id="rId47" Type="http://schemas.openxmlformats.org/officeDocument/2006/relationships/image" Target="../media/image517.png"/><Relationship Id="rId68" Type="http://schemas.openxmlformats.org/officeDocument/2006/relationships/customXml" Target="../ink/ink1206.xml"/><Relationship Id="rId89" Type="http://schemas.openxmlformats.org/officeDocument/2006/relationships/image" Target="../media/image538.png"/><Relationship Id="rId112" Type="http://schemas.openxmlformats.org/officeDocument/2006/relationships/customXml" Target="../ink/ink1228.xml"/><Relationship Id="rId133" Type="http://schemas.openxmlformats.org/officeDocument/2006/relationships/image" Target="../media/image560.png"/><Relationship Id="rId154" Type="http://schemas.openxmlformats.org/officeDocument/2006/relationships/customXml" Target="../ink/ink1249.xml"/><Relationship Id="rId175" Type="http://schemas.openxmlformats.org/officeDocument/2006/relationships/image" Target="../media/image581.png"/><Relationship Id="rId196" Type="http://schemas.openxmlformats.org/officeDocument/2006/relationships/customXml" Target="../ink/ink1270.xml"/><Relationship Id="rId200" Type="http://schemas.openxmlformats.org/officeDocument/2006/relationships/customXml" Target="../ink/ink1272.xml"/><Relationship Id="rId16" Type="http://schemas.openxmlformats.org/officeDocument/2006/relationships/customXml" Target="../ink/ink1180.xml"/><Relationship Id="rId221" Type="http://schemas.openxmlformats.org/officeDocument/2006/relationships/image" Target="../media/image604.png"/><Relationship Id="rId37" Type="http://schemas.openxmlformats.org/officeDocument/2006/relationships/image" Target="../media/image512.png"/><Relationship Id="rId58" Type="http://schemas.openxmlformats.org/officeDocument/2006/relationships/customXml" Target="../ink/ink1201.xml"/><Relationship Id="rId79" Type="http://schemas.openxmlformats.org/officeDocument/2006/relationships/image" Target="../media/image533.png"/><Relationship Id="rId102" Type="http://schemas.openxmlformats.org/officeDocument/2006/relationships/customXml" Target="../ink/ink1223.xml"/><Relationship Id="rId123" Type="http://schemas.openxmlformats.org/officeDocument/2006/relationships/image" Target="../media/image555.png"/><Relationship Id="rId144" Type="http://schemas.openxmlformats.org/officeDocument/2006/relationships/customXml" Target="../ink/ink1244.xml"/><Relationship Id="rId90" Type="http://schemas.openxmlformats.org/officeDocument/2006/relationships/customXml" Target="../ink/ink1217.xml"/><Relationship Id="rId165" Type="http://schemas.openxmlformats.org/officeDocument/2006/relationships/image" Target="../media/image576.png"/><Relationship Id="rId186" Type="http://schemas.openxmlformats.org/officeDocument/2006/relationships/customXml" Target="../ink/ink1265.xml"/><Relationship Id="rId211" Type="http://schemas.openxmlformats.org/officeDocument/2006/relationships/image" Target="../media/image599.png"/><Relationship Id="rId232" Type="http://schemas.openxmlformats.org/officeDocument/2006/relationships/customXml" Target="../ink/ink1288.xml"/><Relationship Id="rId27" Type="http://schemas.openxmlformats.org/officeDocument/2006/relationships/image" Target="../media/image507.png"/><Relationship Id="rId48" Type="http://schemas.openxmlformats.org/officeDocument/2006/relationships/customXml" Target="../ink/ink1196.xml"/><Relationship Id="rId69" Type="http://schemas.openxmlformats.org/officeDocument/2006/relationships/image" Target="../media/image528.png"/><Relationship Id="rId113" Type="http://schemas.openxmlformats.org/officeDocument/2006/relationships/image" Target="../media/image550.png"/><Relationship Id="rId134" Type="http://schemas.openxmlformats.org/officeDocument/2006/relationships/customXml" Target="../ink/ink1239.xml"/><Relationship Id="rId80" Type="http://schemas.openxmlformats.org/officeDocument/2006/relationships/customXml" Target="../ink/ink1212.xml"/><Relationship Id="rId155" Type="http://schemas.openxmlformats.org/officeDocument/2006/relationships/image" Target="../media/image571.png"/><Relationship Id="rId176" Type="http://schemas.openxmlformats.org/officeDocument/2006/relationships/customXml" Target="../ink/ink1260.xml"/><Relationship Id="rId197" Type="http://schemas.openxmlformats.org/officeDocument/2006/relationships/image" Target="../media/image592.png"/><Relationship Id="rId201" Type="http://schemas.openxmlformats.org/officeDocument/2006/relationships/image" Target="../media/image594.png"/><Relationship Id="rId222" Type="http://schemas.openxmlformats.org/officeDocument/2006/relationships/customXml" Target="../ink/ink1283.xml"/><Relationship Id="rId17" Type="http://schemas.openxmlformats.org/officeDocument/2006/relationships/image" Target="../media/image502.png"/><Relationship Id="rId38" Type="http://schemas.openxmlformats.org/officeDocument/2006/relationships/customXml" Target="../ink/ink1191.xml"/><Relationship Id="rId59" Type="http://schemas.openxmlformats.org/officeDocument/2006/relationships/image" Target="../media/image523.png"/><Relationship Id="rId103" Type="http://schemas.openxmlformats.org/officeDocument/2006/relationships/image" Target="../media/image545.png"/><Relationship Id="rId124" Type="http://schemas.openxmlformats.org/officeDocument/2006/relationships/customXml" Target="../ink/ink1234.xml"/><Relationship Id="rId70" Type="http://schemas.openxmlformats.org/officeDocument/2006/relationships/customXml" Target="../ink/ink1207.xml"/><Relationship Id="rId91" Type="http://schemas.openxmlformats.org/officeDocument/2006/relationships/image" Target="../media/image539.png"/><Relationship Id="rId145" Type="http://schemas.openxmlformats.org/officeDocument/2006/relationships/image" Target="../media/image566.png"/><Relationship Id="rId166" Type="http://schemas.openxmlformats.org/officeDocument/2006/relationships/customXml" Target="../ink/ink1255.xml"/><Relationship Id="rId187" Type="http://schemas.openxmlformats.org/officeDocument/2006/relationships/image" Target="../media/image58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278.xml"/><Relationship Id="rId233" Type="http://schemas.openxmlformats.org/officeDocument/2006/relationships/image" Target="../media/image610.png"/><Relationship Id="rId28" Type="http://schemas.openxmlformats.org/officeDocument/2006/relationships/customXml" Target="../ink/ink1186.xml"/><Relationship Id="rId49" Type="http://schemas.openxmlformats.org/officeDocument/2006/relationships/image" Target="../media/image518.png"/><Relationship Id="rId114" Type="http://schemas.openxmlformats.org/officeDocument/2006/relationships/customXml" Target="../ink/ink1229.xml"/><Relationship Id="rId60" Type="http://schemas.openxmlformats.org/officeDocument/2006/relationships/customXml" Target="../ink/ink1202.xml"/><Relationship Id="rId81" Type="http://schemas.openxmlformats.org/officeDocument/2006/relationships/image" Target="../media/image534.png"/><Relationship Id="rId135" Type="http://schemas.openxmlformats.org/officeDocument/2006/relationships/image" Target="../media/image561.png"/><Relationship Id="rId156" Type="http://schemas.openxmlformats.org/officeDocument/2006/relationships/customXml" Target="../ink/ink1250.xml"/><Relationship Id="rId177" Type="http://schemas.openxmlformats.org/officeDocument/2006/relationships/image" Target="../media/image582.png"/><Relationship Id="rId198" Type="http://schemas.openxmlformats.org/officeDocument/2006/relationships/customXml" Target="../ink/ink1271.xml"/><Relationship Id="rId202" Type="http://schemas.openxmlformats.org/officeDocument/2006/relationships/customXml" Target="../ink/ink1273.xml"/><Relationship Id="rId223" Type="http://schemas.openxmlformats.org/officeDocument/2006/relationships/image" Target="../media/image605.png"/><Relationship Id="rId18" Type="http://schemas.openxmlformats.org/officeDocument/2006/relationships/customXml" Target="../ink/ink1181.xml"/><Relationship Id="rId39" Type="http://schemas.openxmlformats.org/officeDocument/2006/relationships/image" Target="../media/image513.png"/><Relationship Id="rId50" Type="http://schemas.openxmlformats.org/officeDocument/2006/relationships/customXml" Target="../ink/ink1197.xml"/><Relationship Id="rId104" Type="http://schemas.openxmlformats.org/officeDocument/2006/relationships/customXml" Target="../ink/ink1224.xml"/><Relationship Id="rId125" Type="http://schemas.openxmlformats.org/officeDocument/2006/relationships/image" Target="../media/image556.png"/><Relationship Id="rId146" Type="http://schemas.openxmlformats.org/officeDocument/2006/relationships/customXml" Target="../ink/ink1245.xml"/><Relationship Id="rId167" Type="http://schemas.openxmlformats.org/officeDocument/2006/relationships/image" Target="../media/image577.png"/><Relationship Id="rId188" Type="http://schemas.openxmlformats.org/officeDocument/2006/relationships/customXml" Target="../ink/ink1266.xml"/><Relationship Id="rId71" Type="http://schemas.openxmlformats.org/officeDocument/2006/relationships/image" Target="../media/image529.png"/><Relationship Id="rId92" Type="http://schemas.openxmlformats.org/officeDocument/2006/relationships/customXml" Target="../ink/ink1218.xml"/><Relationship Id="rId213" Type="http://schemas.openxmlformats.org/officeDocument/2006/relationships/image" Target="../media/image600.png"/><Relationship Id="rId234" Type="http://schemas.openxmlformats.org/officeDocument/2006/relationships/customXml" Target="../ink/ink1289.xml"/><Relationship Id="rId2" Type="http://schemas.openxmlformats.org/officeDocument/2006/relationships/customXml" Target="../ink/ink1173.xml"/><Relationship Id="rId29" Type="http://schemas.openxmlformats.org/officeDocument/2006/relationships/image" Target="../media/image508.png"/><Relationship Id="rId40" Type="http://schemas.openxmlformats.org/officeDocument/2006/relationships/customXml" Target="../ink/ink1192.xml"/><Relationship Id="rId115" Type="http://schemas.openxmlformats.org/officeDocument/2006/relationships/image" Target="../media/image551.png"/><Relationship Id="rId136" Type="http://schemas.openxmlformats.org/officeDocument/2006/relationships/customXml" Target="../ink/ink1240.xml"/><Relationship Id="rId157" Type="http://schemas.openxmlformats.org/officeDocument/2006/relationships/image" Target="../media/image572.png"/><Relationship Id="rId178" Type="http://schemas.openxmlformats.org/officeDocument/2006/relationships/customXml" Target="../ink/ink1261.xml"/><Relationship Id="rId61" Type="http://schemas.openxmlformats.org/officeDocument/2006/relationships/image" Target="../media/image524.png"/><Relationship Id="rId82" Type="http://schemas.openxmlformats.org/officeDocument/2006/relationships/customXml" Target="../ink/ink1213.xml"/><Relationship Id="rId199" Type="http://schemas.openxmlformats.org/officeDocument/2006/relationships/image" Target="../media/image593.png"/><Relationship Id="rId203" Type="http://schemas.openxmlformats.org/officeDocument/2006/relationships/image" Target="../media/image595.png"/><Relationship Id="rId19" Type="http://schemas.openxmlformats.org/officeDocument/2006/relationships/image" Target="../media/image503.png"/><Relationship Id="rId224" Type="http://schemas.openxmlformats.org/officeDocument/2006/relationships/customXml" Target="../ink/ink1284.xml"/><Relationship Id="rId30" Type="http://schemas.openxmlformats.org/officeDocument/2006/relationships/customXml" Target="../ink/ink1187.xml"/><Relationship Id="rId105" Type="http://schemas.openxmlformats.org/officeDocument/2006/relationships/image" Target="../media/image546.png"/><Relationship Id="rId126" Type="http://schemas.openxmlformats.org/officeDocument/2006/relationships/customXml" Target="../ink/ink1235.xml"/><Relationship Id="rId147" Type="http://schemas.openxmlformats.org/officeDocument/2006/relationships/image" Target="../media/image567.png"/><Relationship Id="rId168" Type="http://schemas.openxmlformats.org/officeDocument/2006/relationships/customXml" Target="../ink/ink1256.xml"/><Relationship Id="rId51" Type="http://schemas.openxmlformats.org/officeDocument/2006/relationships/image" Target="../media/image519.png"/><Relationship Id="rId72" Type="http://schemas.openxmlformats.org/officeDocument/2006/relationships/customXml" Target="../ink/ink1208.xml"/><Relationship Id="rId93" Type="http://schemas.openxmlformats.org/officeDocument/2006/relationships/image" Target="../media/image540.png"/><Relationship Id="rId189" Type="http://schemas.openxmlformats.org/officeDocument/2006/relationships/image" Target="../media/image588.png"/><Relationship Id="rId3" Type="http://schemas.openxmlformats.org/officeDocument/2006/relationships/image" Target="../media/image495.png"/><Relationship Id="rId214" Type="http://schemas.openxmlformats.org/officeDocument/2006/relationships/customXml" Target="../ink/ink1279.xml"/><Relationship Id="rId235" Type="http://schemas.openxmlformats.org/officeDocument/2006/relationships/image" Target="../media/image611.png"/><Relationship Id="rId116" Type="http://schemas.openxmlformats.org/officeDocument/2006/relationships/customXml" Target="../ink/ink1230.xml"/><Relationship Id="rId137" Type="http://schemas.openxmlformats.org/officeDocument/2006/relationships/image" Target="../media/image562.png"/><Relationship Id="rId158" Type="http://schemas.openxmlformats.org/officeDocument/2006/relationships/customXml" Target="../ink/ink1251.xml"/><Relationship Id="rId20" Type="http://schemas.openxmlformats.org/officeDocument/2006/relationships/customXml" Target="../ink/ink1182.xml"/><Relationship Id="rId41" Type="http://schemas.openxmlformats.org/officeDocument/2006/relationships/image" Target="../media/image514.png"/><Relationship Id="rId62" Type="http://schemas.openxmlformats.org/officeDocument/2006/relationships/customXml" Target="../ink/ink1203.xml"/><Relationship Id="rId83" Type="http://schemas.openxmlformats.org/officeDocument/2006/relationships/image" Target="../media/image535.png"/><Relationship Id="rId179" Type="http://schemas.openxmlformats.org/officeDocument/2006/relationships/image" Target="../media/image583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0.png"/><Relationship Id="rId299" Type="http://schemas.openxmlformats.org/officeDocument/2006/relationships/image" Target="../media/image761.png"/><Relationship Id="rId21" Type="http://schemas.openxmlformats.org/officeDocument/2006/relationships/image" Target="../media/image622.png"/><Relationship Id="rId63" Type="http://schemas.openxmlformats.org/officeDocument/2006/relationships/image" Target="../media/image643.png"/><Relationship Id="rId159" Type="http://schemas.openxmlformats.org/officeDocument/2006/relationships/image" Target="../media/image691.png"/><Relationship Id="rId324" Type="http://schemas.openxmlformats.org/officeDocument/2006/relationships/customXml" Target="../ink/ink1453.xml"/><Relationship Id="rId366" Type="http://schemas.openxmlformats.org/officeDocument/2006/relationships/customXml" Target="../ink/ink1474.xml"/><Relationship Id="rId170" Type="http://schemas.openxmlformats.org/officeDocument/2006/relationships/customXml" Target="../ink/ink1376.xml"/><Relationship Id="rId226" Type="http://schemas.openxmlformats.org/officeDocument/2006/relationships/customXml" Target="../ink/ink1404.xml"/><Relationship Id="rId433" Type="http://schemas.openxmlformats.org/officeDocument/2006/relationships/image" Target="../media/image828.png"/><Relationship Id="rId268" Type="http://schemas.openxmlformats.org/officeDocument/2006/relationships/customXml" Target="../ink/ink1425.xml"/><Relationship Id="rId32" Type="http://schemas.openxmlformats.org/officeDocument/2006/relationships/customXml" Target="../ink/ink1307.xml"/><Relationship Id="rId74" Type="http://schemas.openxmlformats.org/officeDocument/2006/relationships/customXml" Target="../ink/ink1328.xml"/><Relationship Id="rId128" Type="http://schemas.openxmlformats.org/officeDocument/2006/relationships/customXml" Target="../ink/ink1355.xml"/><Relationship Id="rId335" Type="http://schemas.openxmlformats.org/officeDocument/2006/relationships/image" Target="../media/image779.png"/><Relationship Id="rId377" Type="http://schemas.openxmlformats.org/officeDocument/2006/relationships/image" Target="../media/image800.png"/><Relationship Id="rId5" Type="http://schemas.openxmlformats.org/officeDocument/2006/relationships/image" Target="../media/image614.png"/><Relationship Id="rId181" Type="http://schemas.openxmlformats.org/officeDocument/2006/relationships/image" Target="../media/image702.png"/><Relationship Id="rId237" Type="http://schemas.openxmlformats.org/officeDocument/2006/relationships/image" Target="../media/image730.png"/><Relationship Id="rId402" Type="http://schemas.openxmlformats.org/officeDocument/2006/relationships/customXml" Target="../ink/ink1492.xml"/><Relationship Id="rId279" Type="http://schemas.openxmlformats.org/officeDocument/2006/relationships/image" Target="../media/image751.png"/><Relationship Id="rId444" Type="http://schemas.openxmlformats.org/officeDocument/2006/relationships/customXml" Target="../ink/ink1513.xml"/><Relationship Id="rId43" Type="http://schemas.openxmlformats.org/officeDocument/2006/relationships/image" Target="../media/image633.png"/><Relationship Id="rId139" Type="http://schemas.openxmlformats.org/officeDocument/2006/relationships/image" Target="../media/image681.png"/><Relationship Id="rId290" Type="http://schemas.openxmlformats.org/officeDocument/2006/relationships/customXml" Target="../ink/ink1436.xml"/><Relationship Id="rId304" Type="http://schemas.openxmlformats.org/officeDocument/2006/relationships/customXml" Target="../ink/ink1443.xml"/><Relationship Id="rId346" Type="http://schemas.openxmlformats.org/officeDocument/2006/relationships/customXml" Target="../ink/ink1464.xml"/><Relationship Id="rId388" Type="http://schemas.openxmlformats.org/officeDocument/2006/relationships/customXml" Target="../ink/ink1485.xml"/><Relationship Id="rId85" Type="http://schemas.openxmlformats.org/officeDocument/2006/relationships/image" Target="../media/image654.png"/><Relationship Id="rId150" Type="http://schemas.openxmlformats.org/officeDocument/2006/relationships/customXml" Target="../ink/ink1366.xml"/><Relationship Id="rId192" Type="http://schemas.openxmlformats.org/officeDocument/2006/relationships/customXml" Target="../ink/ink1387.xml"/><Relationship Id="rId206" Type="http://schemas.openxmlformats.org/officeDocument/2006/relationships/customXml" Target="../ink/ink1394.xml"/><Relationship Id="rId413" Type="http://schemas.openxmlformats.org/officeDocument/2006/relationships/image" Target="../media/image818.png"/><Relationship Id="rId248" Type="http://schemas.openxmlformats.org/officeDocument/2006/relationships/customXml" Target="../ink/ink1415.xml"/><Relationship Id="rId455" Type="http://schemas.openxmlformats.org/officeDocument/2006/relationships/image" Target="../media/image839.png"/><Relationship Id="rId12" Type="http://schemas.openxmlformats.org/officeDocument/2006/relationships/customXml" Target="../ink/ink1297.xml"/><Relationship Id="rId108" Type="http://schemas.openxmlformats.org/officeDocument/2006/relationships/customXml" Target="../ink/ink1345.xml"/><Relationship Id="rId315" Type="http://schemas.openxmlformats.org/officeDocument/2006/relationships/image" Target="../media/image769.png"/><Relationship Id="rId357" Type="http://schemas.openxmlformats.org/officeDocument/2006/relationships/image" Target="../media/image790.png"/><Relationship Id="rId54" Type="http://schemas.openxmlformats.org/officeDocument/2006/relationships/customXml" Target="../ink/ink1318.xml"/><Relationship Id="rId96" Type="http://schemas.openxmlformats.org/officeDocument/2006/relationships/customXml" Target="../ink/ink1339.xml"/><Relationship Id="rId161" Type="http://schemas.openxmlformats.org/officeDocument/2006/relationships/image" Target="../media/image692.png"/><Relationship Id="rId217" Type="http://schemas.openxmlformats.org/officeDocument/2006/relationships/image" Target="../media/image720.png"/><Relationship Id="rId399" Type="http://schemas.openxmlformats.org/officeDocument/2006/relationships/image" Target="../media/image811.png"/><Relationship Id="rId259" Type="http://schemas.openxmlformats.org/officeDocument/2006/relationships/image" Target="../media/image741.png"/><Relationship Id="rId424" Type="http://schemas.openxmlformats.org/officeDocument/2006/relationships/customXml" Target="../ink/ink1503.xml"/><Relationship Id="rId23" Type="http://schemas.openxmlformats.org/officeDocument/2006/relationships/image" Target="../media/image623.png"/><Relationship Id="rId119" Type="http://schemas.openxmlformats.org/officeDocument/2006/relationships/image" Target="../media/image671.png"/><Relationship Id="rId270" Type="http://schemas.openxmlformats.org/officeDocument/2006/relationships/customXml" Target="../ink/ink1426.xml"/><Relationship Id="rId326" Type="http://schemas.openxmlformats.org/officeDocument/2006/relationships/customXml" Target="../ink/ink1454.xml"/><Relationship Id="rId65" Type="http://schemas.openxmlformats.org/officeDocument/2006/relationships/image" Target="../media/image644.png"/><Relationship Id="rId130" Type="http://schemas.openxmlformats.org/officeDocument/2006/relationships/customXml" Target="../ink/ink1356.xml"/><Relationship Id="rId368" Type="http://schemas.openxmlformats.org/officeDocument/2006/relationships/customXml" Target="../ink/ink1475.xml"/><Relationship Id="rId172" Type="http://schemas.openxmlformats.org/officeDocument/2006/relationships/customXml" Target="../ink/ink1377.xml"/><Relationship Id="rId228" Type="http://schemas.openxmlformats.org/officeDocument/2006/relationships/customXml" Target="../ink/ink1405.xml"/><Relationship Id="rId435" Type="http://schemas.openxmlformats.org/officeDocument/2006/relationships/image" Target="../media/image829.png"/><Relationship Id="rId281" Type="http://schemas.openxmlformats.org/officeDocument/2006/relationships/image" Target="../media/image752.png"/><Relationship Id="rId337" Type="http://schemas.openxmlformats.org/officeDocument/2006/relationships/image" Target="../media/image780.png"/><Relationship Id="rId34" Type="http://schemas.openxmlformats.org/officeDocument/2006/relationships/customXml" Target="../ink/ink1308.xml"/><Relationship Id="rId76" Type="http://schemas.openxmlformats.org/officeDocument/2006/relationships/customXml" Target="../ink/ink1329.xml"/><Relationship Id="rId141" Type="http://schemas.openxmlformats.org/officeDocument/2006/relationships/image" Target="../media/image682.png"/><Relationship Id="rId379" Type="http://schemas.openxmlformats.org/officeDocument/2006/relationships/image" Target="../media/image801.png"/><Relationship Id="rId7" Type="http://schemas.openxmlformats.org/officeDocument/2006/relationships/image" Target="../media/image615.png"/><Relationship Id="rId183" Type="http://schemas.openxmlformats.org/officeDocument/2006/relationships/image" Target="../media/image703.png"/><Relationship Id="rId239" Type="http://schemas.openxmlformats.org/officeDocument/2006/relationships/image" Target="../media/image731.png"/><Relationship Id="rId390" Type="http://schemas.openxmlformats.org/officeDocument/2006/relationships/customXml" Target="../ink/ink1486.xml"/><Relationship Id="rId404" Type="http://schemas.openxmlformats.org/officeDocument/2006/relationships/customXml" Target="../ink/ink1493.xml"/><Relationship Id="rId446" Type="http://schemas.openxmlformats.org/officeDocument/2006/relationships/customXml" Target="../ink/ink1514.xml"/><Relationship Id="rId250" Type="http://schemas.openxmlformats.org/officeDocument/2006/relationships/customXml" Target="../ink/ink1416.xml"/><Relationship Id="rId292" Type="http://schemas.openxmlformats.org/officeDocument/2006/relationships/customXml" Target="../ink/ink1437.xml"/><Relationship Id="rId306" Type="http://schemas.openxmlformats.org/officeDocument/2006/relationships/customXml" Target="../ink/ink1444.xml"/><Relationship Id="rId45" Type="http://schemas.openxmlformats.org/officeDocument/2006/relationships/image" Target="../media/image634.png"/><Relationship Id="rId87" Type="http://schemas.openxmlformats.org/officeDocument/2006/relationships/image" Target="../media/image655.png"/><Relationship Id="rId110" Type="http://schemas.openxmlformats.org/officeDocument/2006/relationships/customXml" Target="../ink/ink1346.xml"/><Relationship Id="rId348" Type="http://schemas.openxmlformats.org/officeDocument/2006/relationships/customXml" Target="../ink/ink1465.xml"/><Relationship Id="rId152" Type="http://schemas.openxmlformats.org/officeDocument/2006/relationships/customXml" Target="../ink/ink1367.xml"/><Relationship Id="rId194" Type="http://schemas.openxmlformats.org/officeDocument/2006/relationships/customXml" Target="../ink/ink1388.xml"/><Relationship Id="rId208" Type="http://schemas.openxmlformats.org/officeDocument/2006/relationships/customXml" Target="../ink/ink1395.xml"/><Relationship Id="rId415" Type="http://schemas.openxmlformats.org/officeDocument/2006/relationships/image" Target="../media/image819.png"/><Relationship Id="rId457" Type="http://schemas.openxmlformats.org/officeDocument/2006/relationships/image" Target="../media/image840.png"/><Relationship Id="rId261" Type="http://schemas.openxmlformats.org/officeDocument/2006/relationships/image" Target="../media/image742.png"/><Relationship Id="rId14" Type="http://schemas.openxmlformats.org/officeDocument/2006/relationships/customXml" Target="../ink/ink1298.xml"/><Relationship Id="rId56" Type="http://schemas.openxmlformats.org/officeDocument/2006/relationships/customXml" Target="../ink/ink1319.xml"/><Relationship Id="rId317" Type="http://schemas.openxmlformats.org/officeDocument/2006/relationships/image" Target="../media/image770.png"/><Relationship Id="rId359" Type="http://schemas.openxmlformats.org/officeDocument/2006/relationships/image" Target="../media/image791.png"/><Relationship Id="rId98" Type="http://schemas.openxmlformats.org/officeDocument/2006/relationships/customXml" Target="../ink/ink1340.xml"/><Relationship Id="rId121" Type="http://schemas.openxmlformats.org/officeDocument/2006/relationships/image" Target="../media/image672.png"/><Relationship Id="rId163" Type="http://schemas.openxmlformats.org/officeDocument/2006/relationships/image" Target="../media/image693.png"/><Relationship Id="rId219" Type="http://schemas.openxmlformats.org/officeDocument/2006/relationships/image" Target="../media/image721.png"/><Relationship Id="rId370" Type="http://schemas.openxmlformats.org/officeDocument/2006/relationships/customXml" Target="../ink/ink1476.xml"/><Relationship Id="rId426" Type="http://schemas.openxmlformats.org/officeDocument/2006/relationships/customXml" Target="../ink/ink1504.xml"/><Relationship Id="rId230" Type="http://schemas.openxmlformats.org/officeDocument/2006/relationships/customXml" Target="../ink/ink1406.xml"/><Relationship Id="rId25" Type="http://schemas.openxmlformats.org/officeDocument/2006/relationships/image" Target="../media/image624.png"/><Relationship Id="rId67" Type="http://schemas.openxmlformats.org/officeDocument/2006/relationships/image" Target="../media/image645.png"/><Relationship Id="rId272" Type="http://schemas.openxmlformats.org/officeDocument/2006/relationships/customXml" Target="../ink/ink1427.xml"/><Relationship Id="rId328" Type="http://schemas.openxmlformats.org/officeDocument/2006/relationships/customXml" Target="../ink/ink1455.xml"/><Relationship Id="rId132" Type="http://schemas.openxmlformats.org/officeDocument/2006/relationships/customXml" Target="../ink/ink1357.xml"/><Relationship Id="rId174" Type="http://schemas.openxmlformats.org/officeDocument/2006/relationships/customXml" Target="../ink/ink1378.xml"/><Relationship Id="rId381" Type="http://schemas.openxmlformats.org/officeDocument/2006/relationships/image" Target="../media/image802.png"/><Relationship Id="rId241" Type="http://schemas.openxmlformats.org/officeDocument/2006/relationships/image" Target="../media/image732.png"/><Relationship Id="rId437" Type="http://schemas.openxmlformats.org/officeDocument/2006/relationships/image" Target="../media/image830.png"/><Relationship Id="rId36" Type="http://schemas.openxmlformats.org/officeDocument/2006/relationships/customXml" Target="../ink/ink1309.xml"/><Relationship Id="rId283" Type="http://schemas.openxmlformats.org/officeDocument/2006/relationships/image" Target="../media/image753.png"/><Relationship Id="rId339" Type="http://schemas.openxmlformats.org/officeDocument/2006/relationships/image" Target="../media/image781.png"/><Relationship Id="rId78" Type="http://schemas.openxmlformats.org/officeDocument/2006/relationships/customXml" Target="../ink/ink1330.xml"/><Relationship Id="rId101" Type="http://schemas.openxmlformats.org/officeDocument/2006/relationships/image" Target="../media/image662.png"/><Relationship Id="rId143" Type="http://schemas.openxmlformats.org/officeDocument/2006/relationships/image" Target="../media/image683.png"/><Relationship Id="rId185" Type="http://schemas.openxmlformats.org/officeDocument/2006/relationships/image" Target="../media/image704.png"/><Relationship Id="rId350" Type="http://schemas.openxmlformats.org/officeDocument/2006/relationships/customXml" Target="../ink/ink1466.xml"/><Relationship Id="rId406" Type="http://schemas.openxmlformats.org/officeDocument/2006/relationships/customXml" Target="../ink/ink1494.xml"/><Relationship Id="rId9" Type="http://schemas.openxmlformats.org/officeDocument/2006/relationships/image" Target="../media/image616.png"/><Relationship Id="rId210" Type="http://schemas.openxmlformats.org/officeDocument/2006/relationships/customXml" Target="../ink/ink1396.xml"/><Relationship Id="rId392" Type="http://schemas.openxmlformats.org/officeDocument/2006/relationships/customXml" Target="../ink/ink1487.xml"/><Relationship Id="rId448" Type="http://schemas.openxmlformats.org/officeDocument/2006/relationships/customXml" Target="../ink/ink1515.xml"/><Relationship Id="rId252" Type="http://schemas.openxmlformats.org/officeDocument/2006/relationships/customXml" Target="../ink/ink1417.xml"/><Relationship Id="rId294" Type="http://schemas.openxmlformats.org/officeDocument/2006/relationships/customXml" Target="../ink/ink1438.xml"/><Relationship Id="rId308" Type="http://schemas.openxmlformats.org/officeDocument/2006/relationships/customXml" Target="../ink/ink1445.xml"/><Relationship Id="rId47" Type="http://schemas.openxmlformats.org/officeDocument/2006/relationships/image" Target="../media/image635.png"/><Relationship Id="rId89" Type="http://schemas.openxmlformats.org/officeDocument/2006/relationships/image" Target="../media/image656.png"/><Relationship Id="rId112" Type="http://schemas.openxmlformats.org/officeDocument/2006/relationships/customXml" Target="../ink/ink1347.xml"/><Relationship Id="rId154" Type="http://schemas.openxmlformats.org/officeDocument/2006/relationships/customXml" Target="../ink/ink1368.xml"/><Relationship Id="rId361" Type="http://schemas.openxmlformats.org/officeDocument/2006/relationships/image" Target="../media/image792.png"/><Relationship Id="rId196" Type="http://schemas.openxmlformats.org/officeDocument/2006/relationships/customXml" Target="../ink/ink1389.xml"/><Relationship Id="rId417" Type="http://schemas.openxmlformats.org/officeDocument/2006/relationships/image" Target="../media/image820.png"/><Relationship Id="rId16" Type="http://schemas.openxmlformats.org/officeDocument/2006/relationships/customXml" Target="../ink/ink1299.xml"/><Relationship Id="rId221" Type="http://schemas.openxmlformats.org/officeDocument/2006/relationships/image" Target="../media/image722.png"/><Relationship Id="rId263" Type="http://schemas.openxmlformats.org/officeDocument/2006/relationships/image" Target="../media/image743.png"/><Relationship Id="rId319" Type="http://schemas.openxmlformats.org/officeDocument/2006/relationships/image" Target="../media/image771.png"/><Relationship Id="rId58" Type="http://schemas.openxmlformats.org/officeDocument/2006/relationships/customXml" Target="../ink/ink1320.xml"/><Relationship Id="rId123" Type="http://schemas.openxmlformats.org/officeDocument/2006/relationships/image" Target="../media/image673.png"/><Relationship Id="rId330" Type="http://schemas.openxmlformats.org/officeDocument/2006/relationships/customXml" Target="../ink/ink1456.xml"/><Relationship Id="rId165" Type="http://schemas.openxmlformats.org/officeDocument/2006/relationships/image" Target="../media/image694.png"/><Relationship Id="rId372" Type="http://schemas.openxmlformats.org/officeDocument/2006/relationships/customXml" Target="../ink/ink1477.xml"/><Relationship Id="rId428" Type="http://schemas.openxmlformats.org/officeDocument/2006/relationships/customXml" Target="../ink/ink1505.xml"/><Relationship Id="rId232" Type="http://schemas.openxmlformats.org/officeDocument/2006/relationships/customXml" Target="../ink/ink1407.xml"/><Relationship Id="rId274" Type="http://schemas.openxmlformats.org/officeDocument/2006/relationships/customXml" Target="../ink/ink1428.xml"/><Relationship Id="rId27" Type="http://schemas.openxmlformats.org/officeDocument/2006/relationships/image" Target="../media/image625.png"/><Relationship Id="rId69" Type="http://schemas.openxmlformats.org/officeDocument/2006/relationships/image" Target="../media/image646.png"/><Relationship Id="rId134" Type="http://schemas.openxmlformats.org/officeDocument/2006/relationships/customXml" Target="../ink/ink1358.xml"/><Relationship Id="rId80" Type="http://schemas.openxmlformats.org/officeDocument/2006/relationships/customXml" Target="../ink/ink1331.xml"/><Relationship Id="rId176" Type="http://schemas.openxmlformats.org/officeDocument/2006/relationships/customXml" Target="../ink/ink1379.xml"/><Relationship Id="rId341" Type="http://schemas.openxmlformats.org/officeDocument/2006/relationships/image" Target="../media/image782.png"/><Relationship Id="rId383" Type="http://schemas.openxmlformats.org/officeDocument/2006/relationships/image" Target="../media/image803.png"/><Relationship Id="rId439" Type="http://schemas.openxmlformats.org/officeDocument/2006/relationships/image" Target="../media/image831.png"/><Relationship Id="rId201" Type="http://schemas.openxmlformats.org/officeDocument/2006/relationships/image" Target="../media/image712.png"/><Relationship Id="rId243" Type="http://schemas.openxmlformats.org/officeDocument/2006/relationships/image" Target="../media/image733.png"/><Relationship Id="rId285" Type="http://schemas.openxmlformats.org/officeDocument/2006/relationships/image" Target="../media/image754.png"/><Relationship Id="rId450" Type="http://schemas.openxmlformats.org/officeDocument/2006/relationships/customXml" Target="../ink/ink1516.xml"/><Relationship Id="rId38" Type="http://schemas.openxmlformats.org/officeDocument/2006/relationships/customXml" Target="../ink/ink1310.xml"/><Relationship Id="rId103" Type="http://schemas.openxmlformats.org/officeDocument/2006/relationships/image" Target="../media/image663.png"/><Relationship Id="rId310" Type="http://schemas.openxmlformats.org/officeDocument/2006/relationships/customXml" Target="../ink/ink1446.xml"/><Relationship Id="rId91" Type="http://schemas.openxmlformats.org/officeDocument/2006/relationships/image" Target="../media/image657.png"/><Relationship Id="rId145" Type="http://schemas.openxmlformats.org/officeDocument/2006/relationships/image" Target="../media/image684.png"/><Relationship Id="rId187" Type="http://schemas.openxmlformats.org/officeDocument/2006/relationships/image" Target="../media/image705.png"/><Relationship Id="rId352" Type="http://schemas.openxmlformats.org/officeDocument/2006/relationships/customXml" Target="../ink/ink1467.xml"/><Relationship Id="rId394" Type="http://schemas.openxmlformats.org/officeDocument/2006/relationships/customXml" Target="../ink/ink1488.xml"/><Relationship Id="rId408" Type="http://schemas.openxmlformats.org/officeDocument/2006/relationships/customXml" Target="../ink/ink1495.xml"/><Relationship Id="rId212" Type="http://schemas.openxmlformats.org/officeDocument/2006/relationships/customXml" Target="../ink/ink1397.xml"/><Relationship Id="rId254" Type="http://schemas.openxmlformats.org/officeDocument/2006/relationships/customXml" Target="../ink/ink1418.xml"/><Relationship Id="rId49" Type="http://schemas.openxmlformats.org/officeDocument/2006/relationships/image" Target="../media/image636.png"/><Relationship Id="rId114" Type="http://schemas.openxmlformats.org/officeDocument/2006/relationships/customXml" Target="../ink/ink1348.xml"/><Relationship Id="rId296" Type="http://schemas.openxmlformats.org/officeDocument/2006/relationships/customXml" Target="../ink/ink1439.xml"/><Relationship Id="rId60" Type="http://schemas.openxmlformats.org/officeDocument/2006/relationships/customXml" Target="../ink/ink1321.xml"/><Relationship Id="rId156" Type="http://schemas.openxmlformats.org/officeDocument/2006/relationships/customXml" Target="../ink/ink1369.xml"/><Relationship Id="rId198" Type="http://schemas.openxmlformats.org/officeDocument/2006/relationships/customXml" Target="../ink/ink1390.xml"/><Relationship Id="rId321" Type="http://schemas.openxmlformats.org/officeDocument/2006/relationships/image" Target="../media/image772.png"/><Relationship Id="rId363" Type="http://schemas.openxmlformats.org/officeDocument/2006/relationships/image" Target="../media/image793.png"/><Relationship Id="rId419" Type="http://schemas.openxmlformats.org/officeDocument/2006/relationships/image" Target="../media/image821.png"/><Relationship Id="rId223" Type="http://schemas.openxmlformats.org/officeDocument/2006/relationships/image" Target="../media/image723.png"/><Relationship Id="rId430" Type="http://schemas.openxmlformats.org/officeDocument/2006/relationships/customXml" Target="../ink/ink1506.xml"/><Relationship Id="rId18" Type="http://schemas.openxmlformats.org/officeDocument/2006/relationships/customXml" Target="../ink/ink1300.xml"/><Relationship Id="rId265" Type="http://schemas.openxmlformats.org/officeDocument/2006/relationships/image" Target="../media/image744.png"/><Relationship Id="rId125" Type="http://schemas.openxmlformats.org/officeDocument/2006/relationships/image" Target="../media/image674.png"/><Relationship Id="rId167" Type="http://schemas.openxmlformats.org/officeDocument/2006/relationships/image" Target="../media/image695.png"/><Relationship Id="rId332" Type="http://schemas.openxmlformats.org/officeDocument/2006/relationships/customXml" Target="../ink/ink1457.xml"/><Relationship Id="rId374" Type="http://schemas.openxmlformats.org/officeDocument/2006/relationships/customXml" Target="../ink/ink1478.xml"/><Relationship Id="rId71" Type="http://schemas.openxmlformats.org/officeDocument/2006/relationships/image" Target="../media/image647.png"/><Relationship Id="rId234" Type="http://schemas.openxmlformats.org/officeDocument/2006/relationships/customXml" Target="../ink/ink1408.xml"/><Relationship Id="rId2" Type="http://schemas.openxmlformats.org/officeDocument/2006/relationships/customXml" Target="../ink/ink1292.xml"/><Relationship Id="rId29" Type="http://schemas.openxmlformats.org/officeDocument/2006/relationships/image" Target="../media/image626.png"/><Relationship Id="rId255" Type="http://schemas.openxmlformats.org/officeDocument/2006/relationships/image" Target="../media/image739.png"/><Relationship Id="rId276" Type="http://schemas.openxmlformats.org/officeDocument/2006/relationships/customXml" Target="../ink/ink1429.xml"/><Relationship Id="rId297" Type="http://schemas.openxmlformats.org/officeDocument/2006/relationships/image" Target="../media/image760.png"/><Relationship Id="rId441" Type="http://schemas.openxmlformats.org/officeDocument/2006/relationships/image" Target="../media/image832.png"/><Relationship Id="rId40" Type="http://schemas.openxmlformats.org/officeDocument/2006/relationships/customXml" Target="../ink/ink1311.xml"/><Relationship Id="rId115" Type="http://schemas.openxmlformats.org/officeDocument/2006/relationships/image" Target="../media/image669.png"/><Relationship Id="rId136" Type="http://schemas.openxmlformats.org/officeDocument/2006/relationships/customXml" Target="../ink/ink1359.xml"/><Relationship Id="rId157" Type="http://schemas.openxmlformats.org/officeDocument/2006/relationships/image" Target="../media/image690.png"/><Relationship Id="rId178" Type="http://schemas.openxmlformats.org/officeDocument/2006/relationships/customXml" Target="../ink/ink1380.xml"/><Relationship Id="rId301" Type="http://schemas.openxmlformats.org/officeDocument/2006/relationships/image" Target="../media/image762.png"/><Relationship Id="rId322" Type="http://schemas.openxmlformats.org/officeDocument/2006/relationships/customXml" Target="../ink/ink1452.xml"/><Relationship Id="rId343" Type="http://schemas.openxmlformats.org/officeDocument/2006/relationships/image" Target="../media/image783.png"/><Relationship Id="rId364" Type="http://schemas.openxmlformats.org/officeDocument/2006/relationships/customXml" Target="../ink/ink1473.xml"/><Relationship Id="rId61" Type="http://schemas.openxmlformats.org/officeDocument/2006/relationships/image" Target="../media/image642.png"/><Relationship Id="rId82" Type="http://schemas.openxmlformats.org/officeDocument/2006/relationships/customXml" Target="../ink/ink1332.xml"/><Relationship Id="rId199" Type="http://schemas.openxmlformats.org/officeDocument/2006/relationships/image" Target="../media/image711.png"/><Relationship Id="rId203" Type="http://schemas.openxmlformats.org/officeDocument/2006/relationships/image" Target="../media/image713.png"/><Relationship Id="rId385" Type="http://schemas.openxmlformats.org/officeDocument/2006/relationships/image" Target="../media/image804.png"/><Relationship Id="rId19" Type="http://schemas.openxmlformats.org/officeDocument/2006/relationships/image" Target="../media/image621.png"/><Relationship Id="rId224" Type="http://schemas.openxmlformats.org/officeDocument/2006/relationships/customXml" Target="../ink/ink1403.xml"/><Relationship Id="rId245" Type="http://schemas.openxmlformats.org/officeDocument/2006/relationships/image" Target="../media/image734.png"/><Relationship Id="rId266" Type="http://schemas.openxmlformats.org/officeDocument/2006/relationships/customXml" Target="../ink/ink1424.xml"/><Relationship Id="rId287" Type="http://schemas.openxmlformats.org/officeDocument/2006/relationships/image" Target="../media/image755.png"/><Relationship Id="rId410" Type="http://schemas.openxmlformats.org/officeDocument/2006/relationships/customXml" Target="../ink/ink1496.xml"/><Relationship Id="rId431" Type="http://schemas.openxmlformats.org/officeDocument/2006/relationships/image" Target="../media/image827.png"/><Relationship Id="rId452" Type="http://schemas.openxmlformats.org/officeDocument/2006/relationships/customXml" Target="../ink/ink1517.xml"/><Relationship Id="rId30" Type="http://schemas.openxmlformats.org/officeDocument/2006/relationships/customXml" Target="../ink/ink1306.xml"/><Relationship Id="rId105" Type="http://schemas.openxmlformats.org/officeDocument/2006/relationships/image" Target="../media/image664.png"/><Relationship Id="rId126" Type="http://schemas.openxmlformats.org/officeDocument/2006/relationships/customXml" Target="../ink/ink1354.xml"/><Relationship Id="rId147" Type="http://schemas.openxmlformats.org/officeDocument/2006/relationships/image" Target="../media/image685.png"/><Relationship Id="rId168" Type="http://schemas.openxmlformats.org/officeDocument/2006/relationships/customXml" Target="../ink/ink1375.xml"/><Relationship Id="rId312" Type="http://schemas.openxmlformats.org/officeDocument/2006/relationships/customXml" Target="../ink/ink1447.xml"/><Relationship Id="rId333" Type="http://schemas.openxmlformats.org/officeDocument/2006/relationships/image" Target="../media/image778.png"/><Relationship Id="rId354" Type="http://schemas.openxmlformats.org/officeDocument/2006/relationships/customXml" Target="../ink/ink1468.xml"/><Relationship Id="rId51" Type="http://schemas.openxmlformats.org/officeDocument/2006/relationships/image" Target="../media/image637.png"/><Relationship Id="rId72" Type="http://schemas.openxmlformats.org/officeDocument/2006/relationships/customXml" Target="../ink/ink1327.xml"/><Relationship Id="rId93" Type="http://schemas.openxmlformats.org/officeDocument/2006/relationships/image" Target="../media/image658.png"/><Relationship Id="rId189" Type="http://schemas.openxmlformats.org/officeDocument/2006/relationships/image" Target="../media/image706.png"/><Relationship Id="rId375" Type="http://schemas.openxmlformats.org/officeDocument/2006/relationships/image" Target="../media/image799.png"/><Relationship Id="rId396" Type="http://schemas.openxmlformats.org/officeDocument/2006/relationships/customXml" Target="../ink/ink1489.xml"/><Relationship Id="rId3" Type="http://schemas.openxmlformats.org/officeDocument/2006/relationships/image" Target="../media/image503.png"/><Relationship Id="rId214" Type="http://schemas.openxmlformats.org/officeDocument/2006/relationships/customXml" Target="../ink/ink1398.xml"/><Relationship Id="rId235" Type="http://schemas.openxmlformats.org/officeDocument/2006/relationships/image" Target="../media/image729.png"/><Relationship Id="rId256" Type="http://schemas.openxmlformats.org/officeDocument/2006/relationships/customXml" Target="../ink/ink1419.xml"/><Relationship Id="rId277" Type="http://schemas.openxmlformats.org/officeDocument/2006/relationships/image" Target="../media/image750.png"/><Relationship Id="rId298" Type="http://schemas.openxmlformats.org/officeDocument/2006/relationships/customXml" Target="../ink/ink1440.xml"/><Relationship Id="rId400" Type="http://schemas.openxmlformats.org/officeDocument/2006/relationships/customXml" Target="../ink/ink1491.xml"/><Relationship Id="rId421" Type="http://schemas.openxmlformats.org/officeDocument/2006/relationships/image" Target="../media/image822.png"/><Relationship Id="rId442" Type="http://schemas.openxmlformats.org/officeDocument/2006/relationships/customXml" Target="../ink/ink1512.xml"/><Relationship Id="rId116" Type="http://schemas.openxmlformats.org/officeDocument/2006/relationships/customXml" Target="../ink/ink1349.xml"/><Relationship Id="rId137" Type="http://schemas.openxmlformats.org/officeDocument/2006/relationships/image" Target="../media/image680.png"/><Relationship Id="rId158" Type="http://schemas.openxmlformats.org/officeDocument/2006/relationships/customXml" Target="../ink/ink1370.xml"/><Relationship Id="rId302" Type="http://schemas.openxmlformats.org/officeDocument/2006/relationships/customXml" Target="../ink/ink1442.xml"/><Relationship Id="rId323" Type="http://schemas.openxmlformats.org/officeDocument/2006/relationships/image" Target="../media/image773.png"/><Relationship Id="rId344" Type="http://schemas.openxmlformats.org/officeDocument/2006/relationships/customXml" Target="../ink/ink1463.xml"/><Relationship Id="rId20" Type="http://schemas.openxmlformats.org/officeDocument/2006/relationships/customXml" Target="../ink/ink1301.xml"/><Relationship Id="rId41" Type="http://schemas.openxmlformats.org/officeDocument/2006/relationships/image" Target="../media/image632.png"/><Relationship Id="rId62" Type="http://schemas.openxmlformats.org/officeDocument/2006/relationships/customXml" Target="../ink/ink1322.xml"/><Relationship Id="rId83" Type="http://schemas.openxmlformats.org/officeDocument/2006/relationships/image" Target="../media/image653.png"/><Relationship Id="rId179" Type="http://schemas.openxmlformats.org/officeDocument/2006/relationships/image" Target="../media/image701.png"/><Relationship Id="rId365" Type="http://schemas.openxmlformats.org/officeDocument/2006/relationships/image" Target="../media/image794.png"/><Relationship Id="rId386" Type="http://schemas.openxmlformats.org/officeDocument/2006/relationships/customXml" Target="../ink/ink1484.xml"/><Relationship Id="rId190" Type="http://schemas.openxmlformats.org/officeDocument/2006/relationships/customXml" Target="../ink/ink1386.xml"/><Relationship Id="rId204" Type="http://schemas.openxmlformats.org/officeDocument/2006/relationships/customXml" Target="../ink/ink1393.xml"/><Relationship Id="rId225" Type="http://schemas.openxmlformats.org/officeDocument/2006/relationships/image" Target="../media/image724.png"/><Relationship Id="rId246" Type="http://schemas.openxmlformats.org/officeDocument/2006/relationships/customXml" Target="../ink/ink1414.xml"/><Relationship Id="rId267" Type="http://schemas.openxmlformats.org/officeDocument/2006/relationships/image" Target="../media/image745.png"/><Relationship Id="rId288" Type="http://schemas.openxmlformats.org/officeDocument/2006/relationships/customXml" Target="../ink/ink1435.xml"/><Relationship Id="rId411" Type="http://schemas.openxmlformats.org/officeDocument/2006/relationships/image" Target="../media/image817.png"/><Relationship Id="rId432" Type="http://schemas.openxmlformats.org/officeDocument/2006/relationships/customXml" Target="../ink/ink1507.xml"/><Relationship Id="rId453" Type="http://schemas.openxmlformats.org/officeDocument/2006/relationships/image" Target="../media/image838.png"/><Relationship Id="rId106" Type="http://schemas.openxmlformats.org/officeDocument/2006/relationships/customXml" Target="../ink/ink1344.xml"/><Relationship Id="rId127" Type="http://schemas.openxmlformats.org/officeDocument/2006/relationships/image" Target="../media/image675.png"/><Relationship Id="rId313" Type="http://schemas.openxmlformats.org/officeDocument/2006/relationships/image" Target="../media/image768.png"/><Relationship Id="rId10" Type="http://schemas.openxmlformats.org/officeDocument/2006/relationships/customXml" Target="../ink/ink1296.xml"/><Relationship Id="rId31" Type="http://schemas.openxmlformats.org/officeDocument/2006/relationships/image" Target="../media/image627.png"/><Relationship Id="rId52" Type="http://schemas.openxmlformats.org/officeDocument/2006/relationships/customXml" Target="../ink/ink1317.xml"/><Relationship Id="rId73" Type="http://schemas.openxmlformats.org/officeDocument/2006/relationships/image" Target="../media/image648.png"/><Relationship Id="rId94" Type="http://schemas.openxmlformats.org/officeDocument/2006/relationships/customXml" Target="../ink/ink1338.xml"/><Relationship Id="rId148" Type="http://schemas.openxmlformats.org/officeDocument/2006/relationships/customXml" Target="../ink/ink1365.xml"/><Relationship Id="rId169" Type="http://schemas.openxmlformats.org/officeDocument/2006/relationships/image" Target="../media/image696.png"/><Relationship Id="rId334" Type="http://schemas.openxmlformats.org/officeDocument/2006/relationships/customXml" Target="../ink/ink1458.xml"/><Relationship Id="rId355" Type="http://schemas.openxmlformats.org/officeDocument/2006/relationships/image" Target="../media/image789.png"/><Relationship Id="rId376" Type="http://schemas.openxmlformats.org/officeDocument/2006/relationships/customXml" Target="../ink/ink1479.xml"/><Relationship Id="rId397" Type="http://schemas.openxmlformats.org/officeDocument/2006/relationships/image" Target="../media/image810.png"/><Relationship Id="rId4" Type="http://schemas.openxmlformats.org/officeDocument/2006/relationships/customXml" Target="../ink/ink1293.xml"/><Relationship Id="rId180" Type="http://schemas.openxmlformats.org/officeDocument/2006/relationships/customXml" Target="../ink/ink1381.xml"/><Relationship Id="rId215" Type="http://schemas.openxmlformats.org/officeDocument/2006/relationships/image" Target="../media/image719.png"/><Relationship Id="rId236" Type="http://schemas.openxmlformats.org/officeDocument/2006/relationships/customXml" Target="../ink/ink1409.xml"/><Relationship Id="rId257" Type="http://schemas.openxmlformats.org/officeDocument/2006/relationships/image" Target="../media/image740.png"/><Relationship Id="rId278" Type="http://schemas.openxmlformats.org/officeDocument/2006/relationships/customXml" Target="../ink/ink1430.xml"/><Relationship Id="rId401" Type="http://schemas.openxmlformats.org/officeDocument/2006/relationships/image" Target="../media/image812.png"/><Relationship Id="rId422" Type="http://schemas.openxmlformats.org/officeDocument/2006/relationships/customXml" Target="../ink/ink1502.xml"/><Relationship Id="rId443" Type="http://schemas.openxmlformats.org/officeDocument/2006/relationships/image" Target="../media/image833.png"/><Relationship Id="rId303" Type="http://schemas.openxmlformats.org/officeDocument/2006/relationships/image" Target="../media/image763.png"/><Relationship Id="rId42" Type="http://schemas.openxmlformats.org/officeDocument/2006/relationships/customXml" Target="../ink/ink1312.xml"/><Relationship Id="rId84" Type="http://schemas.openxmlformats.org/officeDocument/2006/relationships/customXml" Target="../ink/ink1333.xml"/><Relationship Id="rId138" Type="http://schemas.openxmlformats.org/officeDocument/2006/relationships/customXml" Target="../ink/ink1360.xml"/><Relationship Id="rId345" Type="http://schemas.openxmlformats.org/officeDocument/2006/relationships/image" Target="../media/image784.png"/><Relationship Id="rId387" Type="http://schemas.openxmlformats.org/officeDocument/2006/relationships/image" Target="../media/image805.png"/><Relationship Id="rId191" Type="http://schemas.openxmlformats.org/officeDocument/2006/relationships/image" Target="../media/image707.png"/><Relationship Id="rId205" Type="http://schemas.openxmlformats.org/officeDocument/2006/relationships/image" Target="../media/image714.png"/><Relationship Id="rId247" Type="http://schemas.openxmlformats.org/officeDocument/2006/relationships/image" Target="../media/image735.png"/><Relationship Id="rId412" Type="http://schemas.openxmlformats.org/officeDocument/2006/relationships/customXml" Target="../ink/ink1497.xml"/><Relationship Id="rId107" Type="http://schemas.openxmlformats.org/officeDocument/2006/relationships/image" Target="../media/image665.png"/><Relationship Id="rId289" Type="http://schemas.openxmlformats.org/officeDocument/2006/relationships/image" Target="../media/image756.png"/><Relationship Id="rId454" Type="http://schemas.openxmlformats.org/officeDocument/2006/relationships/customXml" Target="../ink/ink1518.xml"/><Relationship Id="rId11" Type="http://schemas.openxmlformats.org/officeDocument/2006/relationships/image" Target="../media/image617.png"/><Relationship Id="rId53" Type="http://schemas.openxmlformats.org/officeDocument/2006/relationships/image" Target="../media/image638.png"/><Relationship Id="rId149" Type="http://schemas.openxmlformats.org/officeDocument/2006/relationships/image" Target="../media/image686.png"/><Relationship Id="rId314" Type="http://schemas.openxmlformats.org/officeDocument/2006/relationships/customXml" Target="../ink/ink1448.xml"/><Relationship Id="rId356" Type="http://schemas.openxmlformats.org/officeDocument/2006/relationships/customXml" Target="../ink/ink1469.xml"/><Relationship Id="rId398" Type="http://schemas.openxmlformats.org/officeDocument/2006/relationships/customXml" Target="../ink/ink1490.xml"/><Relationship Id="rId95" Type="http://schemas.openxmlformats.org/officeDocument/2006/relationships/image" Target="../media/image659.png"/><Relationship Id="rId160" Type="http://schemas.openxmlformats.org/officeDocument/2006/relationships/customXml" Target="../ink/ink1371.xml"/><Relationship Id="rId216" Type="http://schemas.openxmlformats.org/officeDocument/2006/relationships/customXml" Target="../ink/ink1399.xml"/><Relationship Id="rId423" Type="http://schemas.openxmlformats.org/officeDocument/2006/relationships/image" Target="../media/image823.png"/><Relationship Id="rId258" Type="http://schemas.openxmlformats.org/officeDocument/2006/relationships/customXml" Target="../ink/ink1420.xml"/><Relationship Id="rId22" Type="http://schemas.openxmlformats.org/officeDocument/2006/relationships/customXml" Target="../ink/ink1302.xml"/><Relationship Id="rId64" Type="http://schemas.openxmlformats.org/officeDocument/2006/relationships/customXml" Target="../ink/ink1323.xml"/><Relationship Id="rId118" Type="http://schemas.openxmlformats.org/officeDocument/2006/relationships/customXml" Target="../ink/ink1350.xml"/><Relationship Id="rId325" Type="http://schemas.openxmlformats.org/officeDocument/2006/relationships/image" Target="../media/image774.png"/><Relationship Id="rId367" Type="http://schemas.openxmlformats.org/officeDocument/2006/relationships/image" Target="../media/image795.png"/><Relationship Id="rId171" Type="http://schemas.openxmlformats.org/officeDocument/2006/relationships/image" Target="../media/image697.png"/><Relationship Id="rId227" Type="http://schemas.openxmlformats.org/officeDocument/2006/relationships/image" Target="../media/image725.png"/><Relationship Id="rId269" Type="http://schemas.openxmlformats.org/officeDocument/2006/relationships/image" Target="../media/image746.png"/><Relationship Id="rId434" Type="http://schemas.openxmlformats.org/officeDocument/2006/relationships/customXml" Target="../ink/ink1508.xml"/><Relationship Id="rId33" Type="http://schemas.openxmlformats.org/officeDocument/2006/relationships/image" Target="../media/image628.png"/><Relationship Id="rId129" Type="http://schemas.openxmlformats.org/officeDocument/2006/relationships/image" Target="../media/image676.png"/><Relationship Id="rId280" Type="http://schemas.openxmlformats.org/officeDocument/2006/relationships/customXml" Target="../ink/ink1431.xml"/><Relationship Id="rId336" Type="http://schemas.openxmlformats.org/officeDocument/2006/relationships/customXml" Target="../ink/ink1459.xml"/><Relationship Id="rId75" Type="http://schemas.openxmlformats.org/officeDocument/2006/relationships/image" Target="../media/image649.png"/><Relationship Id="rId140" Type="http://schemas.openxmlformats.org/officeDocument/2006/relationships/customXml" Target="../ink/ink1361.xml"/><Relationship Id="rId182" Type="http://schemas.openxmlformats.org/officeDocument/2006/relationships/customXml" Target="../ink/ink1382.xml"/><Relationship Id="rId378" Type="http://schemas.openxmlformats.org/officeDocument/2006/relationships/customXml" Target="../ink/ink1480.xml"/><Relationship Id="rId403" Type="http://schemas.openxmlformats.org/officeDocument/2006/relationships/image" Target="../media/image813.png"/><Relationship Id="rId6" Type="http://schemas.openxmlformats.org/officeDocument/2006/relationships/customXml" Target="../ink/ink1294.xml"/><Relationship Id="rId238" Type="http://schemas.openxmlformats.org/officeDocument/2006/relationships/customXml" Target="../ink/ink1410.xml"/><Relationship Id="rId445" Type="http://schemas.openxmlformats.org/officeDocument/2006/relationships/image" Target="../media/image834.png"/><Relationship Id="rId291" Type="http://schemas.openxmlformats.org/officeDocument/2006/relationships/image" Target="../media/image757.png"/><Relationship Id="rId305" Type="http://schemas.openxmlformats.org/officeDocument/2006/relationships/image" Target="../media/image764.png"/><Relationship Id="rId347" Type="http://schemas.openxmlformats.org/officeDocument/2006/relationships/image" Target="../media/image785.png"/><Relationship Id="rId44" Type="http://schemas.openxmlformats.org/officeDocument/2006/relationships/customXml" Target="../ink/ink1313.xml"/><Relationship Id="rId86" Type="http://schemas.openxmlformats.org/officeDocument/2006/relationships/customXml" Target="../ink/ink1334.xml"/><Relationship Id="rId151" Type="http://schemas.openxmlformats.org/officeDocument/2006/relationships/image" Target="../media/image687.png"/><Relationship Id="rId389" Type="http://schemas.openxmlformats.org/officeDocument/2006/relationships/image" Target="../media/image806.png"/><Relationship Id="rId193" Type="http://schemas.openxmlformats.org/officeDocument/2006/relationships/image" Target="../media/image708.png"/><Relationship Id="rId207" Type="http://schemas.openxmlformats.org/officeDocument/2006/relationships/image" Target="../media/image715.png"/><Relationship Id="rId249" Type="http://schemas.openxmlformats.org/officeDocument/2006/relationships/image" Target="../media/image736.png"/><Relationship Id="rId414" Type="http://schemas.openxmlformats.org/officeDocument/2006/relationships/customXml" Target="../ink/ink1498.xml"/><Relationship Id="rId456" Type="http://schemas.openxmlformats.org/officeDocument/2006/relationships/customXml" Target="../ink/ink1519.xml"/><Relationship Id="rId13" Type="http://schemas.openxmlformats.org/officeDocument/2006/relationships/image" Target="../media/image618.png"/><Relationship Id="rId109" Type="http://schemas.openxmlformats.org/officeDocument/2006/relationships/image" Target="../media/image666.png"/><Relationship Id="rId260" Type="http://schemas.openxmlformats.org/officeDocument/2006/relationships/customXml" Target="../ink/ink1421.xml"/><Relationship Id="rId316" Type="http://schemas.openxmlformats.org/officeDocument/2006/relationships/customXml" Target="../ink/ink1449.xml"/><Relationship Id="rId55" Type="http://schemas.openxmlformats.org/officeDocument/2006/relationships/image" Target="../media/image639.png"/><Relationship Id="rId97" Type="http://schemas.openxmlformats.org/officeDocument/2006/relationships/image" Target="../media/image660.png"/><Relationship Id="rId120" Type="http://schemas.openxmlformats.org/officeDocument/2006/relationships/customXml" Target="../ink/ink1351.xml"/><Relationship Id="rId358" Type="http://schemas.openxmlformats.org/officeDocument/2006/relationships/customXml" Target="../ink/ink1470.xml"/><Relationship Id="rId162" Type="http://schemas.openxmlformats.org/officeDocument/2006/relationships/customXml" Target="../ink/ink1372.xml"/><Relationship Id="rId218" Type="http://schemas.openxmlformats.org/officeDocument/2006/relationships/customXml" Target="../ink/ink1400.xml"/><Relationship Id="rId425" Type="http://schemas.openxmlformats.org/officeDocument/2006/relationships/image" Target="../media/image824.png"/><Relationship Id="rId271" Type="http://schemas.openxmlformats.org/officeDocument/2006/relationships/image" Target="../media/image747.png"/><Relationship Id="rId24" Type="http://schemas.openxmlformats.org/officeDocument/2006/relationships/customXml" Target="../ink/ink1303.xml"/><Relationship Id="rId66" Type="http://schemas.openxmlformats.org/officeDocument/2006/relationships/customXml" Target="../ink/ink1324.xml"/><Relationship Id="rId131" Type="http://schemas.openxmlformats.org/officeDocument/2006/relationships/image" Target="../media/image677.png"/><Relationship Id="rId327" Type="http://schemas.openxmlformats.org/officeDocument/2006/relationships/image" Target="../media/image775.png"/><Relationship Id="rId369" Type="http://schemas.openxmlformats.org/officeDocument/2006/relationships/image" Target="../media/image796.png"/><Relationship Id="rId173" Type="http://schemas.openxmlformats.org/officeDocument/2006/relationships/image" Target="../media/image698.png"/><Relationship Id="rId229" Type="http://schemas.openxmlformats.org/officeDocument/2006/relationships/image" Target="../media/image726.png"/><Relationship Id="rId380" Type="http://schemas.openxmlformats.org/officeDocument/2006/relationships/customXml" Target="../ink/ink1481.xml"/><Relationship Id="rId436" Type="http://schemas.openxmlformats.org/officeDocument/2006/relationships/customXml" Target="../ink/ink1509.xml"/><Relationship Id="rId240" Type="http://schemas.openxmlformats.org/officeDocument/2006/relationships/customXml" Target="../ink/ink1411.xml"/><Relationship Id="rId35" Type="http://schemas.openxmlformats.org/officeDocument/2006/relationships/image" Target="../media/image629.png"/><Relationship Id="rId77" Type="http://schemas.openxmlformats.org/officeDocument/2006/relationships/image" Target="../media/image650.png"/><Relationship Id="rId100" Type="http://schemas.openxmlformats.org/officeDocument/2006/relationships/customXml" Target="../ink/ink1341.xml"/><Relationship Id="rId282" Type="http://schemas.openxmlformats.org/officeDocument/2006/relationships/customXml" Target="../ink/ink1432.xml"/><Relationship Id="rId338" Type="http://schemas.openxmlformats.org/officeDocument/2006/relationships/customXml" Target="../ink/ink1460.xml"/><Relationship Id="rId8" Type="http://schemas.openxmlformats.org/officeDocument/2006/relationships/customXml" Target="../ink/ink1295.xml"/><Relationship Id="rId142" Type="http://schemas.openxmlformats.org/officeDocument/2006/relationships/customXml" Target="../ink/ink1362.xml"/><Relationship Id="rId184" Type="http://schemas.openxmlformats.org/officeDocument/2006/relationships/customXml" Target="../ink/ink1383.xml"/><Relationship Id="rId391" Type="http://schemas.openxmlformats.org/officeDocument/2006/relationships/image" Target="../media/image807.png"/><Relationship Id="rId405" Type="http://schemas.openxmlformats.org/officeDocument/2006/relationships/image" Target="../media/image814.png"/><Relationship Id="rId447" Type="http://schemas.openxmlformats.org/officeDocument/2006/relationships/image" Target="../media/image835.png"/><Relationship Id="rId251" Type="http://schemas.openxmlformats.org/officeDocument/2006/relationships/image" Target="../media/image737.png"/><Relationship Id="rId46" Type="http://schemas.openxmlformats.org/officeDocument/2006/relationships/customXml" Target="../ink/ink1314.xml"/><Relationship Id="rId293" Type="http://schemas.openxmlformats.org/officeDocument/2006/relationships/image" Target="../media/image758.png"/><Relationship Id="rId307" Type="http://schemas.openxmlformats.org/officeDocument/2006/relationships/image" Target="../media/image765.png"/><Relationship Id="rId349" Type="http://schemas.openxmlformats.org/officeDocument/2006/relationships/image" Target="../media/image786.png"/><Relationship Id="rId88" Type="http://schemas.openxmlformats.org/officeDocument/2006/relationships/customXml" Target="../ink/ink1335.xml"/><Relationship Id="rId111" Type="http://schemas.openxmlformats.org/officeDocument/2006/relationships/image" Target="../media/image667.png"/><Relationship Id="rId153" Type="http://schemas.openxmlformats.org/officeDocument/2006/relationships/image" Target="../media/image688.png"/><Relationship Id="rId195" Type="http://schemas.openxmlformats.org/officeDocument/2006/relationships/image" Target="../media/image709.png"/><Relationship Id="rId209" Type="http://schemas.openxmlformats.org/officeDocument/2006/relationships/image" Target="../media/image716.png"/><Relationship Id="rId360" Type="http://schemas.openxmlformats.org/officeDocument/2006/relationships/customXml" Target="../ink/ink1471.xml"/><Relationship Id="rId416" Type="http://schemas.openxmlformats.org/officeDocument/2006/relationships/customXml" Target="../ink/ink1499.xml"/><Relationship Id="rId220" Type="http://schemas.openxmlformats.org/officeDocument/2006/relationships/customXml" Target="../ink/ink1401.xml"/><Relationship Id="rId15" Type="http://schemas.openxmlformats.org/officeDocument/2006/relationships/image" Target="../media/image619.png"/><Relationship Id="rId57" Type="http://schemas.openxmlformats.org/officeDocument/2006/relationships/image" Target="../media/image640.png"/><Relationship Id="rId262" Type="http://schemas.openxmlformats.org/officeDocument/2006/relationships/customXml" Target="../ink/ink1422.xml"/><Relationship Id="rId318" Type="http://schemas.openxmlformats.org/officeDocument/2006/relationships/customXml" Target="../ink/ink1450.xml"/><Relationship Id="rId99" Type="http://schemas.openxmlformats.org/officeDocument/2006/relationships/image" Target="../media/image661.png"/><Relationship Id="rId122" Type="http://schemas.openxmlformats.org/officeDocument/2006/relationships/customXml" Target="../ink/ink1352.xml"/><Relationship Id="rId164" Type="http://schemas.openxmlformats.org/officeDocument/2006/relationships/customXml" Target="../ink/ink1373.xml"/><Relationship Id="rId371" Type="http://schemas.openxmlformats.org/officeDocument/2006/relationships/image" Target="../media/image797.png"/><Relationship Id="rId427" Type="http://schemas.openxmlformats.org/officeDocument/2006/relationships/image" Target="../media/image825.png"/><Relationship Id="rId26" Type="http://schemas.openxmlformats.org/officeDocument/2006/relationships/customXml" Target="../ink/ink1304.xml"/><Relationship Id="rId231" Type="http://schemas.openxmlformats.org/officeDocument/2006/relationships/image" Target="../media/image727.png"/><Relationship Id="rId273" Type="http://schemas.openxmlformats.org/officeDocument/2006/relationships/image" Target="../media/image748.png"/><Relationship Id="rId329" Type="http://schemas.openxmlformats.org/officeDocument/2006/relationships/image" Target="../media/image776.png"/><Relationship Id="rId68" Type="http://schemas.openxmlformats.org/officeDocument/2006/relationships/customXml" Target="../ink/ink1325.xml"/><Relationship Id="rId133" Type="http://schemas.openxmlformats.org/officeDocument/2006/relationships/image" Target="../media/image678.png"/><Relationship Id="rId175" Type="http://schemas.openxmlformats.org/officeDocument/2006/relationships/image" Target="../media/image699.png"/><Relationship Id="rId340" Type="http://schemas.openxmlformats.org/officeDocument/2006/relationships/customXml" Target="../ink/ink1461.xml"/><Relationship Id="rId200" Type="http://schemas.openxmlformats.org/officeDocument/2006/relationships/customXml" Target="../ink/ink1391.xml"/><Relationship Id="rId382" Type="http://schemas.openxmlformats.org/officeDocument/2006/relationships/customXml" Target="../ink/ink1482.xml"/><Relationship Id="rId438" Type="http://schemas.openxmlformats.org/officeDocument/2006/relationships/customXml" Target="../ink/ink1510.xml"/><Relationship Id="rId242" Type="http://schemas.openxmlformats.org/officeDocument/2006/relationships/customXml" Target="../ink/ink1412.xml"/><Relationship Id="rId284" Type="http://schemas.openxmlformats.org/officeDocument/2006/relationships/customXml" Target="../ink/ink1433.xml"/><Relationship Id="rId37" Type="http://schemas.openxmlformats.org/officeDocument/2006/relationships/image" Target="../media/image630.png"/><Relationship Id="rId79" Type="http://schemas.openxmlformats.org/officeDocument/2006/relationships/image" Target="../media/image651.png"/><Relationship Id="rId102" Type="http://schemas.openxmlformats.org/officeDocument/2006/relationships/customXml" Target="../ink/ink1342.xml"/><Relationship Id="rId144" Type="http://schemas.openxmlformats.org/officeDocument/2006/relationships/customXml" Target="../ink/ink1363.xml"/><Relationship Id="rId90" Type="http://schemas.openxmlformats.org/officeDocument/2006/relationships/customXml" Target="../ink/ink1336.xml"/><Relationship Id="rId186" Type="http://schemas.openxmlformats.org/officeDocument/2006/relationships/customXml" Target="../ink/ink1384.xml"/><Relationship Id="rId351" Type="http://schemas.openxmlformats.org/officeDocument/2006/relationships/image" Target="../media/image787.png"/><Relationship Id="rId393" Type="http://schemas.openxmlformats.org/officeDocument/2006/relationships/image" Target="../media/image808.png"/><Relationship Id="rId407" Type="http://schemas.openxmlformats.org/officeDocument/2006/relationships/image" Target="../media/image815.png"/><Relationship Id="rId449" Type="http://schemas.openxmlformats.org/officeDocument/2006/relationships/image" Target="../media/image836.png"/><Relationship Id="rId211" Type="http://schemas.openxmlformats.org/officeDocument/2006/relationships/image" Target="../media/image717.png"/><Relationship Id="rId253" Type="http://schemas.openxmlformats.org/officeDocument/2006/relationships/image" Target="../media/image738.png"/><Relationship Id="rId295" Type="http://schemas.openxmlformats.org/officeDocument/2006/relationships/image" Target="../media/image759.png"/><Relationship Id="rId309" Type="http://schemas.openxmlformats.org/officeDocument/2006/relationships/image" Target="../media/image766.png"/><Relationship Id="rId48" Type="http://schemas.openxmlformats.org/officeDocument/2006/relationships/customXml" Target="../ink/ink1315.xml"/><Relationship Id="rId113" Type="http://schemas.openxmlformats.org/officeDocument/2006/relationships/image" Target="../media/image668.png"/><Relationship Id="rId320" Type="http://schemas.openxmlformats.org/officeDocument/2006/relationships/customXml" Target="../ink/ink1451.xml"/><Relationship Id="rId155" Type="http://schemas.openxmlformats.org/officeDocument/2006/relationships/image" Target="../media/image689.png"/><Relationship Id="rId197" Type="http://schemas.openxmlformats.org/officeDocument/2006/relationships/image" Target="../media/image710.png"/><Relationship Id="rId362" Type="http://schemas.openxmlformats.org/officeDocument/2006/relationships/customXml" Target="../ink/ink1472.xml"/><Relationship Id="rId418" Type="http://schemas.openxmlformats.org/officeDocument/2006/relationships/customXml" Target="../ink/ink1500.xml"/><Relationship Id="rId222" Type="http://schemas.openxmlformats.org/officeDocument/2006/relationships/customXml" Target="../ink/ink1402.xml"/><Relationship Id="rId264" Type="http://schemas.openxmlformats.org/officeDocument/2006/relationships/customXml" Target="../ink/ink1423.xml"/><Relationship Id="rId17" Type="http://schemas.openxmlformats.org/officeDocument/2006/relationships/image" Target="../media/image620.png"/><Relationship Id="rId59" Type="http://schemas.openxmlformats.org/officeDocument/2006/relationships/image" Target="../media/image641.png"/><Relationship Id="rId124" Type="http://schemas.openxmlformats.org/officeDocument/2006/relationships/customXml" Target="../ink/ink1353.xml"/><Relationship Id="rId70" Type="http://schemas.openxmlformats.org/officeDocument/2006/relationships/customXml" Target="../ink/ink1326.xml"/><Relationship Id="rId166" Type="http://schemas.openxmlformats.org/officeDocument/2006/relationships/customXml" Target="../ink/ink1374.xml"/><Relationship Id="rId331" Type="http://schemas.openxmlformats.org/officeDocument/2006/relationships/image" Target="../media/image777.png"/><Relationship Id="rId373" Type="http://schemas.openxmlformats.org/officeDocument/2006/relationships/image" Target="../media/image798.png"/><Relationship Id="rId429" Type="http://schemas.openxmlformats.org/officeDocument/2006/relationships/image" Target="../media/image826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728.png"/><Relationship Id="rId440" Type="http://schemas.openxmlformats.org/officeDocument/2006/relationships/customXml" Target="../ink/ink1511.xml"/><Relationship Id="rId28" Type="http://schemas.openxmlformats.org/officeDocument/2006/relationships/customXml" Target="../ink/ink1305.xml"/><Relationship Id="rId275" Type="http://schemas.openxmlformats.org/officeDocument/2006/relationships/image" Target="../media/image749.png"/><Relationship Id="rId300" Type="http://schemas.openxmlformats.org/officeDocument/2006/relationships/customXml" Target="../ink/ink1441.xml"/><Relationship Id="rId81" Type="http://schemas.openxmlformats.org/officeDocument/2006/relationships/image" Target="../media/image652.png"/><Relationship Id="rId135" Type="http://schemas.openxmlformats.org/officeDocument/2006/relationships/image" Target="../media/image679.png"/><Relationship Id="rId177" Type="http://schemas.openxmlformats.org/officeDocument/2006/relationships/image" Target="../media/image700.png"/><Relationship Id="rId342" Type="http://schemas.openxmlformats.org/officeDocument/2006/relationships/customXml" Target="../ink/ink1462.xml"/><Relationship Id="rId384" Type="http://schemas.openxmlformats.org/officeDocument/2006/relationships/customXml" Target="../ink/ink1483.xml"/><Relationship Id="rId202" Type="http://schemas.openxmlformats.org/officeDocument/2006/relationships/customXml" Target="../ink/ink1392.xml"/><Relationship Id="rId244" Type="http://schemas.openxmlformats.org/officeDocument/2006/relationships/customXml" Target="../ink/ink1413.xml"/><Relationship Id="rId39" Type="http://schemas.openxmlformats.org/officeDocument/2006/relationships/image" Target="../media/image631.png"/><Relationship Id="rId286" Type="http://schemas.openxmlformats.org/officeDocument/2006/relationships/customXml" Target="../ink/ink1434.xml"/><Relationship Id="rId451" Type="http://schemas.openxmlformats.org/officeDocument/2006/relationships/image" Target="../media/image837.png"/><Relationship Id="rId50" Type="http://schemas.openxmlformats.org/officeDocument/2006/relationships/customXml" Target="../ink/ink1316.xml"/><Relationship Id="rId104" Type="http://schemas.openxmlformats.org/officeDocument/2006/relationships/customXml" Target="../ink/ink1343.xml"/><Relationship Id="rId146" Type="http://schemas.openxmlformats.org/officeDocument/2006/relationships/customXml" Target="../ink/ink1364.xml"/><Relationship Id="rId188" Type="http://schemas.openxmlformats.org/officeDocument/2006/relationships/customXml" Target="../ink/ink1385.xml"/><Relationship Id="rId311" Type="http://schemas.openxmlformats.org/officeDocument/2006/relationships/image" Target="../media/image767.png"/><Relationship Id="rId353" Type="http://schemas.openxmlformats.org/officeDocument/2006/relationships/image" Target="../media/image788.png"/><Relationship Id="rId395" Type="http://schemas.openxmlformats.org/officeDocument/2006/relationships/image" Target="../media/image809.png"/><Relationship Id="rId409" Type="http://schemas.openxmlformats.org/officeDocument/2006/relationships/image" Target="../media/image816.png"/><Relationship Id="rId92" Type="http://schemas.openxmlformats.org/officeDocument/2006/relationships/customXml" Target="../ink/ink1337.xml"/><Relationship Id="rId213" Type="http://schemas.openxmlformats.org/officeDocument/2006/relationships/image" Target="../media/image718.png"/><Relationship Id="rId420" Type="http://schemas.openxmlformats.org/officeDocument/2006/relationships/customXml" Target="../ink/ink1501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97.png"/><Relationship Id="rId299" Type="http://schemas.openxmlformats.org/officeDocument/2006/relationships/image" Target="../media/image988.png"/><Relationship Id="rId21" Type="http://schemas.openxmlformats.org/officeDocument/2006/relationships/image" Target="../media/image849.png"/><Relationship Id="rId63" Type="http://schemas.openxmlformats.org/officeDocument/2006/relationships/image" Target="../media/image870.png"/><Relationship Id="rId159" Type="http://schemas.openxmlformats.org/officeDocument/2006/relationships/image" Target="../media/image918.png"/><Relationship Id="rId324" Type="http://schemas.openxmlformats.org/officeDocument/2006/relationships/customXml" Target="../ink/ink1681.xml"/><Relationship Id="rId366" Type="http://schemas.openxmlformats.org/officeDocument/2006/relationships/customXml" Target="../ink/ink1702.xml"/><Relationship Id="rId170" Type="http://schemas.openxmlformats.org/officeDocument/2006/relationships/customXml" Target="../ink/ink1604.xml"/><Relationship Id="rId226" Type="http://schemas.openxmlformats.org/officeDocument/2006/relationships/customXml" Target="../ink/ink1632.xml"/><Relationship Id="rId433" Type="http://schemas.openxmlformats.org/officeDocument/2006/relationships/image" Target="../media/image1055.png"/><Relationship Id="rId268" Type="http://schemas.openxmlformats.org/officeDocument/2006/relationships/customXml" Target="../ink/ink1653.xml"/><Relationship Id="rId475" Type="http://schemas.openxmlformats.org/officeDocument/2006/relationships/image" Target="../media/image1076.png"/><Relationship Id="rId32" Type="http://schemas.openxmlformats.org/officeDocument/2006/relationships/customXml" Target="../ink/ink1535.xml"/><Relationship Id="rId74" Type="http://schemas.openxmlformats.org/officeDocument/2006/relationships/customXml" Target="../ink/ink1556.xml"/><Relationship Id="rId128" Type="http://schemas.openxmlformats.org/officeDocument/2006/relationships/customXml" Target="../ink/ink1583.xml"/><Relationship Id="rId335" Type="http://schemas.openxmlformats.org/officeDocument/2006/relationships/image" Target="../media/image1006.png"/><Relationship Id="rId377" Type="http://schemas.openxmlformats.org/officeDocument/2006/relationships/image" Target="../media/image1027.png"/><Relationship Id="rId500" Type="http://schemas.openxmlformats.org/officeDocument/2006/relationships/customXml" Target="../ink/ink1769.xml"/><Relationship Id="rId5" Type="http://schemas.openxmlformats.org/officeDocument/2006/relationships/image" Target="../media/image841.png"/><Relationship Id="rId181" Type="http://schemas.openxmlformats.org/officeDocument/2006/relationships/image" Target="../media/image929.png"/><Relationship Id="rId237" Type="http://schemas.openxmlformats.org/officeDocument/2006/relationships/image" Target="../media/image957.png"/><Relationship Id="rId402" Type="http://schemas.openxmlformats.org/officeDocument/2006/relationships/customXml" Target="../ink/ink1720.xml"/><Relationship Id="rId279" Type="http://schemas.openxmlformats.org/officeDocument/2006/relationships/image" Target="../media/image978.png"/><Relationship Id="rId444" Type="http://schemas.openxmlformats.org/officeDocument/2006/relationships/customXml" Target="../ink/ink1741.xml"/><Relationship Id="rId486" Type="http://schemas.openxmlformats.org/officeDocument/2006/relationships/customXml" Target="../ink/ink1762.xml"/><Relationship Id="rId43" Type="http://schemas.openxmlformats.org/officeDocument/2006/relationships/image" Target="../media/image860.png"/><Relationship Id="rId139" Type="http://schemas.openxmlformats.org/officeDocument/2006/relationships/image" Target="../media/image908.png"/><Relationship Id="rId290" Type="http://schemas.openxmlformats.org/officeDocument/2006/relationships/customXml" Target="../ink/ink1664.xml"/><Relationship Id="rId304" Type="http://schemas.openxmlformats.org/officeDocument/2006/relationships/customXml" Target="../ink/ink1671.xml"/><Relationship Id="rId346" Type="http://schemas.openxmlformats.org/officeDocument/2006/relationships/customXml" Target="../ink/ink1692.xml"/><Relationship Id="rId388" Type="http://schemas.openxmlformats.org/officeDocument/2006/relationships/customXml" Target="../ink/ink1713.xml"/><Relationship Id="rId511" Type="http://schemas.openxmlformats.org/officeDocument/2006/relationships/image" Target="../media/image1094.png"/><Relationship Id="rId85" Type="http://schemas.openxmlformats.org/officeDocument/2006/relationships/image" Target="../media/image881.png"/><Relationship Id="rId150" Type="http://schemas.openxmlformats.org/officeDocument/2006/relationships/customXml" Target="../ink/ink1594.xml"/><Relationship Id="rId192" Type="http://schemas.openxmlformats.org/officeDocument/2006/relationships/customXml" Target="../ink/ink1615.xml"/><Relationship Id="rId206" Type="http://schemas.openxmlformats.org/officeDocument/2006/relationships/customXml" Target="../ink/ink1622.xml"/><Relationship Id="rId413" Type="http://schemas.openxmlformats.org/officeDocument/2006/relationships/image" Target="../media/image1045.png"/><Relationship Id="rId248" Type="http://schemas.openxmlformats.org/officeDocument/2006/relationships/customXml" Target="../ink/ink1643.xml"/><Relationship Id="rId455" Type="http://schemas.openxmlformats.org/officeDocument/2006/relationships/image" Target="../media/image1066.png"/><Relationship Id="rId497" Type="http://schemas.openxmlformats.org/officeDocument/2006/relationships/image" Target="../media/image1087.png"/><Relationship Id="rId12" Type="http://schemas.openxmlformats.org/officeDocument/2006/relationships/customXml" Target="../ink/ink1525.xml"/><Relationship Id="rId108" Type="http://schemas.openxmlformats.org/officeDocument/2006/relationships/customXml" Target="../ink/ink1573.xml"/><Relationship Id="rId315" Type="http://schemas.openxmlformats.org/officeDocument/2006/relationships/image" Target="../media/image996.png"/><Relationship Id="rId357" Type="http://schemas.openxmlformats.org/officeDocument/2006/relationships/image" Target="../media/image1017.png"/><Relationship Id="rId54" Type="http://schemas.openxmlformats.org/officeDocument/2006/relationships/customXml" Target="../ink/ink1546.xml"/><Relationship Id="rId96" Type="http://schemas.openxmlformats.org/officeDocument/2006/relationships/customXml" Target="../ink/ink1567.xml"/><Relationship Id="rId161" Type="http://schemas.openxmlformats.org/officeDocument/2006/relationships/image" Target="../media/image919.png"/><Relationship Id="rId217" Type="http://schemas.openxmlformats.org/officeDocument/2006/relationships/image" Target="../media/image947.png"/><Relationship Id="rId399" Type="http://schemas.openxmlformats.org/officeDocument/2006/relationships/image" Target="../media/image1038.png"/><Relationship Id="rId259" Type="http://schemas.openxmlformats.org/officeDocument/2006/relationships/image" Target="../media/image968.png"/><Relationship Id="rId424" Type="http://schemas.openxmlformats.org/officeDocument/2006/relationships/customXml" Target="../ink/ink1731.xml"/><Relationship Id="rId466" Type="http://schemas.openxmlformats.org/officeDocument/2006/relationships/customXml" Target="../ink/ink1752.xml"/><Relationship Id="rId23" Type="http://schemas.openxmlformats.org/officeDocument/2006/relationships/image" Target="../media/image850.png"/><Relationship Id="rId119" Type="http://schemas.openxmlformats.org/officeDocument/2006/relationships/image" Target="../media/image898.png"/><Relationship Id="rId270" Type="http://schemas.openxmlformats.org/officeDocument/2006/relationships/customXml" Target="../ink/ink1654.xml"/><Relationship Id="rId326" Type="http://schemas.openxmlformats.org/officeDocument/2006/relationships/customXml" Target="../ink/ink1682.xml"/><Relationship Id="rId65" Type="http://schemas.openxmlformats.org/officeDocument/2006/relationships/image" Target="../media/image871.png"/><Relationship Id="rId130" Type="http://schemas.openxmlformats.org/officeDocument/2006/relationships/customXml" Target="../ink/ink1584.xml"/><Relationship Id="rId368" Type="http://schemas.openxmlformats.org/officeDocument/2006/relationships/customXml" Target="../ink/ink1703.xml"/><Relationship Id="rId172" Type="http://schemas.openxmlformats.org/officeDocument/2006/relationships/customXml" Target="../ink/ink1605.xml"/><Relationship Id="rId228" Type="http://schemas.openxmlformats.org/officeDocument/2006/relationships/customXml" Target="../ink/ink1633.xml"/><Relationship Id="rId435" Type="http://schemas.openxmlformats.org/officeDocument/2006/relationships/image" Target="../media/image1056.png"/><Relationship Id="rId477" Type="http://schemas.openxmlformats.org/officeDocument/2006/relationships/image" Target="../media/image1077.png"/><Relationship Id="rId281" Type="http://schemas.openxmlformats.org/officeDocument/2006/relationships/image" Target="../media/image979.png"/><Relationship Id="rId337" Type="http://schemas.openxmlformats.org/officeDocument/2006/relationships/image" Target="../media/image1007.png"/><Relationship Id="rId502" Type="http://schemas.openxmlformats.org/officeDocument/2006/relationships/customXml" Target="../ink/ink1770.xml"/><Relationship Id="rId34" Type="http://schemas.openxmlformats.org/officeDocument/2006/relationships/customXml" Target="../ink/ink1536.xml"/><Relationship Id="rId76" Type="http://schemas.openxmlformats.org/officeDocument/2006/relationships/customXml" Target="../ink/ink1557.xml"/><Relationship Id="rId141" Type="http://schemas.openxmlformats.org/officeDocument/2006/relationships/image" Target="../media/image909.png"/><Relationship Id="rId379" Type="http://schemas.openxmlformats.org/officeDocument/2006/relationships/image" Target="../media/image1028.png"/><Relationship Id="rId7" Type="http://schemas.openxmlformats.org/officeDocument/2006/relationships/image" Target="../media/image842.png"/><Relationship Id="rId183" Type="http://schemas.openxmlformats.org/officeDocument/2006/relationships/image" Target="../media/image930.png"/><Relationship Id="rId239" Type="http://schemas.openxmlformats.org/officeDocument/2006/relationships/image" Target="../media/image958.png"/><Relationship Id="rId390" Type="http://schemas.openxmlformats.org/officeDocument/2006/relationships/customXml" Target="../ink/ink1714.xml"/><Relationship Id="rId404" Type="http://schemas.openxmlformats.org/officeDocument/2006/relationships/customXml" Target="../ink/ink1721.xml"/><Relationship Id="rId446" Type="http://schemas.openxmlformats.org/officeDocument/2006/relationships/customXml" Target="../ink/ink1742.xml"/><Relationship Id="rId250" Type="http://schemas.openxmlformats.org/officeDocument/2006/relationships/customXml" Target="../ink/ink1644.xml"/><Relationship Id="rId292" Type="http://schemas.openxmlformats.org/officeDocument/2006/relationships/customXml" Target="../ink/ink1665.xml"/><Relationship Id="rId306" Type="http://schemas.openxmlformats.org/officeDocument/2006/relationships/customXml" Target="../ink/ink1672.xml"/><Relationship Id="rId488" Type="http://schemas.openxmlformats.org/officeDocument/2006/relationships/customXml" Target="../ink/ink1763.xml"/><Relationship Id="rId45" Type="http://schemas.openxmlformats.org/officeDocument/2006/relationships/image" Target="../media/image861.png"/><Relationship Id="rId87" Type="http://schemas.openxmlformats.org/officeDocument/2006/relationships/image" Target="../media/image882.png"/><Relationship Id="rId110" Type="http://schemas.openxmlformats.org/officeDocument/2006/relationships/customXml" Target="../ink/ink1574.xml"/><Relationship Id="rId348" Type="http://schemas.openxmlformats.org/officeDocument/2006/relationships/customXml" Target="../ink/ink1693.xml"/><Relationship Id="rId152" Type="http://schemas.openxmlformats.org/officeDocument/2006/relationships/customXml" Target="../ink/ink1595.xml"/><Relationship Id="rId194" Type="http://schemas.openxmlformats.org/officeDocument/2006/relationships/customXml" Target="../ink/ink1616.xml"/><Relationship Id="rId208" Type="http://schemas.openxmlformats.org/officeDocument/2006/relationships/customXml" Target="../ink/ink1623.xml"/><Relationship Id="rId415" Type="http://schemas.openxmlformats.org/officeDocument/2006/relationships/image" Target="../media/image1046.png"/><Relationship Id="rId457" Type="http://schemas.openxmlformats.org/officeDocument/2006/relationships/image" Target="../media/image1067.png"/><Relationship Id="rId261" Type="http://schemas.openxmlformats.org/officeDocument/2006/relationships/image" Target="../media/image969.png"/><Relationship Id="rId499" Type="http://schemas.openxmlformats.org/officeDocument/2006/relationships/image" Target="../media/image1088.png"/><Relationship Id="rId14" Type="http://schemas.openxmlformats.org/officeDocument/2006/relationships/customXml" Target="../ink/ink1526.xml"/><Relationship Id="rId56" Type="http://schemas.openxmlformats.org/officeDocument/2006/relationships/customXml" Target="../ink/ink1547.xml"/><Relationship Id="rId317" Type="http://schemas.openxmlformats.org/officeDocument/2006/relationships/image" Target="../media/image997.png"/><Relationship Id="rId359" Type="http://schemas.openxmlformats.org/officeDocument/2006/relationships/image" Target="../media/image1018.png"/><Relationship Id="rId98" Type="http://schemas.openxmlformats.org/officeDocument/2006/relationships/customXml" Target="../ink/ink1568.xml"/><Relationship Id="rId121" Type="http://schemas.openxmlformats.org/officeDocument/2006/relationships/image" Target="../media/image899.png"/><Relationship Id="rId163" Type="http://schemas.openxmlformats.org/officeDocument/2006/relationships/image" Target="../media/image920.png"/><Relationship Id="rId219" Type="http://schemas.openxmlformats.org/officeDocument/2006/relationships/image" Target="../media/image948.png"/><Relationship Id="rId370" Type="http://schemas.openxmlformats.org/officeDocument/2006/relationships/customXml" Target="../ink/ink1704.xml"/><Relationship Id="rId426" Type="http://schemas.openxmlformats.org/officeDocument/2006/relationships/customXml" Target="../ink/ink1732.xml"/><Relationship Id="rId230" Type="http://schemas.openxmlformats.org/officeDocument/2006/relationships/customXml" Target="../ink/ink1634.xml"/><Relationship Id="rId468" Type="http://schemas.openxmlformats.org/officeDocument/2006/relationships/customXml" Target="../ink/ink1753.xml"/><Relationship Id="rId25" Type="http://schemas.openxmlformats.org/officeDocument/2006/relationships/image" Target="../media/image851.png"/><Relationship Id="rId67" Type="http://schemas.openxmlformats.org/officeDocument/2006/relationships/image" Target="../media/image872.png"/><Relationship Id="rId272" Type="http://schemas.openxmlformats.org/officeDocument/2006/relationships/customXml" Target="../ink/ink1655.xml"/><Relationship Id="rId328" Type="http://schemas.openxmlformats.org/officeDocument/2006/relationships/customXml" Target="../ink/ink1683.xml"/><Relationship Id="rId132" Type="http://schemas.openxmlformats.org/officeDocument/2006/relationships/customXml" Target="../ink/ink1585.xml"/><Relationship Id="rId174" Type="http://schemas.openxmlformats.org/officeDocument/2006/relationships/customXml" Target="../ink/ink1606.xml"/><Relationship Id="rId381" Type="http://schemas.openxmlformats.org/officeDocument/2006/relationships/image" Target="../media/image1029.png"/><Relationship Id="rId241" Type="http://schemas.openxmlformats.org/officeDocument/2006/relationships/image" Target="../media/image959.png"/><Relationship Id="rId437" Type="http://schemas.openxmlformats.org/officeDocument/2006/relationships/image" Target="../media/image1057.png"/><Relationship Id="rId479" Type="http://schemas.openxmlformats.org/officeDocument/2006/relationships/image" Target="../media/image1078.png"/><Relationship Id="rId36" Type="http://schemas.openxmlformats.org/officeDocument/2006/relationships/customXml" Target="../ink/ink1537.xml"/><Relationship Id="rId283" Type="http://schemas.openxmlformats.org/officeDocument/2006/relationships/image" Target="../media/image980.png"/><Relationship Id="rId339" Type="http://schemas.openxmlformats.org/officeDocument/2006/relationships/image" Target="../media/image1008.png"/><Relationship Id="rId490" Type="http://schemas.openxmlformats.org/officeDocument/2006/relationships/customXml" Target="../ink/ink1764.xml"/><Relationship Id="rId504" Type="http://schemas.openxmlformats.org/officeDocument/2006/relationships/customXml" Target="../ink/ink1771.xml"/><Relationship Id="rId78" Type="http://schemas.openxmlformats.org/officeDocument/2006/relationships/customXml" Target="../ink/ink1558.xml"/><Relationship Id="rId101" Type="http://schemas.openxmlformats.org/officeDocument/2006/relationships/image" Target="../media/image889.png"/><Relationship Id="rId143" Type="http://schemas.openxmlformats.org/officeDocument/2006/relationships/image" Target="../media/image910.png"/><Relationship Id="rId185" Type="http://schemas.openxmlformats.org/officeDocument/2006/relationships/image" Target="../media/image931.png"/><Relationship Id="rId350" Type="http://schemas.openxmlformats.org/officeDocument/2006/relationships/customXml" Target="../ink/ink1694.xml"/><Relationship Id="rId406" Type="http://schemas.openxmlformats.org/officeDocument/2006/relationships/customXml" Target="../ink/ink1722.xml"/><Relationship Id="rId9" Type="http://schemas.openxmlformats.org/officeDocument/2006/relationships/image" Target="../media/image843.png"/><Relationship Id="rId210" Type="http://schemas.openxmlformats.org/officeDocument/2006/relationships/customXml" Target="../ink/ink1624.xml"/><Relationship Id="rId392" Type="http://schemas.openxmlformats.org/officeDocument/2006/relationships/customXml" Target="../ink/ink1715.xml"/><Relationship Id="rId448" Type="http://schemas.openxmlformats.org/officeDocument/2006/relationships/customXml" Target="../ink/ink1743.xml"/><Relationship Id="rId252" Type="http://schemas.openxmlformats.org/officeDocument/2006/relationships/customXml" Target="../ink/ink1645.xml"/><Relationship Id="rId294" Type="http://schemas.openxmlformats.org/officeDocument/2006/relationships/customXml" Target="../ink/ink1666.xml"/><Relationship Id="rId308" Type="http://schemas.openxmlformats.org/officeDocument/2006/relationships/customXml" Target="../ink/ink1673.xml"/><Relationship Id="rId47" Type="http://schemas.openxmlformats.org/officeDocument/2006/relationships/image" Target="../media/image862.png"/><Relationship Id="rId89" Type="http://schemas.openxmlformats.org/officeDocument/2006/relationships/image" Target="../media/image883.png"/><Relationship Id="rId112" Type="http://schemas.openxmlformats.org/officeDocument/2006/relationships/customXml" Target="../ink/ink1575.xml"/><Relationship Id="rId154" Type="http://schemas.openxmlformats.org/officeDocument/2006/relationships/customXml" Target="../ink/ink1596.xml"/><Relationship Id="rId361" Type="http://schemas.openxmlformats.org/officeDocument/2006/relationships/image" Target="../media/image1019.png"/><Relationship Id="rId196" Type="http://schemas.openxmlformats.org/officeDocument/2006/relationships/customXml" Target="../ink/ink1617.xml"/><Relationship Id="rId417" Type="http://schemas.openxmlformats.org/officeDocument/2006/relationships/image" Target="../media/image1047.png"/><Relationship Id="rId459" Type="http://schemas.openxmlformats.org/officeDocument/2006/relationships/image" Target="../media/image1068.png"/><Relationship Id="rId16" Type="http://schemas.openxmlformats.org/officeDocument/2006/relationships/customXml" Target="../ink/ink1527.xml"/><Relationship Id="rId221" Type="http://schemas.openxmlformats.org/officeDocument/2006/relationships/image" Target="../media/image949.png"/><Relationship Id="rId263" Type="http://schemas.openxmlformats.org/officeDocument/2006/relationships/image" Target="../media/image970.png"/><Relationship Id="rId319" Type="http://schemas.openxmlformats.org/officeDocument/2006/relationships/image" Target="../media/image998.png"/><Relationship Id="rId470" Type="http://schemas.openxmlformats.org/officeDocument/2006/relationships/customXml" Target="../ink/ink1754.xml"/><Relationship Id="rId58" Type="http://schemas.openxmlformats.org/officeDocument/2006/relationships/customXml" Target="../ink/ink1548.xml"/><Relationship Id="rId123" Type="http://schemas.openxmlformats.org/officeDocument/2006/relationships/image" Target="../media/image900.png"/><Relationship Id="rId330" Type="http://schemas.openxmlformats.org/officeDocument/2006/relationships/customXml" Target="../ink/ink1684.xml"/><Relationship Id="rId165" Type="http://schemas.openxmlformats.org/officeDocument/2006/relationships/image" Target="../media/image921.png"/><Relationship Id="rId372" Type="http://schemas.openxmlformats.org/officeDocument/2006/relationships/customXml" Target="../ink/ink1705.xml"/><Relationship Id="rId428" Type="http://schemas.openxmlformats.org/officeDocument/2006/relationships/customXml" Target="../ink/ink1733.xml"/><Relationship Id="rId232" Type="http://schemas.openxmlformats.org/officeDocument/2006/relationships/customXml" Target="../ink/ink1635.xml"/><Relationship Id="rId274" Type="http://schemas.openxmlformats.org/officeDocument/2006/relationships/customXml" Target="../ink/ink1656.xml"/><Relationship Id="rId481" Type="http://schemas.openxmlformats.org/officeDocument/2006/relationships/image" Target="../media/image1079.png"/><Relationship Id="rId27" Type="http://schemas.openxmlformats.org/officeDocument/2006/relationships/image" Target="../media/image852.png"/><Relationship Id="rId69" Type="http://schemas.openxmlformats.org/officeDocument/2006/relationships/image" Target="../media/image873.png"/><Relationship Id="rId134" Type="http://schemas.openxmlformats.org/officeDocument/2006/relationships/customXml" Target="../ink/ink1586.xml"/><Relationship Id="rId80" Type="http://schemas.openxmlformats.org/officeDocument/2006/relationships/customXml" Target="../ink/ink1559.xml"/><Relationship Id="rId176" Type="http://schemas.openxmlformats.org/officeDocument/2006/relationships/customXml" Target="../ink/ink1607.xml"/><Relationship Id="rId341" Type="http://schemas.openxmlformats.org/officeDocument/2006/relationships/image" Target="../media/image1009.png"/><Relationship Id="rId383" Type="http://schemas.openxmlformats.org/officeDocument/2006/relationships/image" Target="../media/image1030.png"/><Relationship Id="rId439" Type="http://schemas.openxmlformats.org/officeDocument/2006/relationships/image" Target="../media/image1058.png"/><Relationship Id="rId201" Type="http://schemas.openxmlformats.org/officeDocument/2006/relationships/image" Target="../media/image939.png"/><Relationship Id="rId243" Type="http://schemas.openxmlformats.org/officeDocument/2006/relationships/image" Target="../media/image960.png"/><Relationship Id="rId285" Type="http://schemas.openxmlformats.org/officeDocument/2006/relationships/image" Target="../media/image981.png"/><Relationship Id="rId450" Type="http://schemas.openxmlformats.org/officeDocument/2006/relationships/customXml" Target="../ink/ink1744.xml"/><Relationship Id="rId506" Type="http://schemas.openxmlformats.org/officeDocument/2006/relationships/customXml" Target="../ink/ink1772.xml"/><Relationship Id="rId38" Type="http://schemas.openxmlformats.org/officeDocument/2006/relationships/customXml" Target="../ink/ink1538.xml"/><Relationship Id="rId103" Type="http://schemas.openxmlformats.org/officeDocument/2006/relationships/image" Target="../media/image890.png"/><Relationship Id="rId310" Type="http://schemas.openxmlformats.org/officeDocument/2006/relationships/customXml" Target="../ink/ink1674.xml"/><Relationship Id="rId492" Type="http://schemas.openxmlformats.org/officeDocument/2006/relationships/customXml" Target="../ink/ink1765.xml"/><Relationship Id="rId91" Type="http://schemas.openxmlformats.org/officeDocument/2006/relationships/image" Target="../media/image884.png"/><Relationship Id="rId145" Type="http://schemas.openxmlformats.org/officeDocument/2006/relationships/image" Target="../media/image911.png"/><Relationship Id="rId187" Type="http://schemas.openxmlformats.org/officeDocument/2006/relationships/image" Target="../media/image932.png"/><Relationship Id="rId352" Type="http://schemas.openxmlformats.org/officeDocument/2006/relationships/customXml" Target="../ink/ink1695.xml"/><Relationship Id="rId394" Type="http://schemas.openxmlformats.org/officeDocument/2006/relationships/customXml" Target="../ink/ink1716.xml"/><Relationship Id="rId408" Type="http://schemas.openxmlformats.org/officeDocument/2006/relationships/customXml" Target="../ink/ink1723.xml"/><Relationship Id="rId212" Type="http://schemas.openxmlformats.org/officeDocument/2006/relationships/customXml" Target="../ink/ink1625.xml"/><Relationship Id="rId254" Type="http://schemas.openxmlformats.org/officeDocument/2006/relationships/customXml" Target="../ink/ink1646.xml"/><Relationship Id="rId49" Type="http://schemas.openxmlformats.org/officeDocument/2006/relationships/image" Target="../media/image863.png"/><Relationship Id="rId114" Type="http://schemas.openxmlformats.org/officeDocument/2006/relationships/customXml" Target="../ink/ink1576.xml"/><Relationship Id="rId296" Type="http://schemas.openxmlformats.org/officeDocument/2006/relationships/customXml" Target="../ink/ink1667.xml"/><Relationship Id="rId461" Type="http://schemas.openxmlformats.org/officeDocument/2006/relationships/image" Target="../media/image1069.png"/><Relationship Id="rId60" Type="http://schemas.openxmlformats.org/officeDocument/2006/relationships/customXml" Target="../ink/ink1549.xml"/><Relationship Id="rId156" Type="http://schemas.openxmlformats.org/officeDocument/2006/relationships/customXml" Target="../ink/ink1597.xml"/><Relationship Id="rId198" Type="http://schemas.openxmlformats.org/officeDocument/2006/relationships/customXml" Target="../ink/ink1618.xml"/><Relationship Id="rId321" Type="http://schemas.openxmlformats.org/officeDocument/2006/relationships/image" Target="../media/image999.png"/><Relationship Id="rId363" Type="http://schemas.openxmlformats.org/officeDocument/2006/relationships/image" Target="../media/image1020.png"/><Relationship Id="rId419" Type="http://schemas.openxmlformats.org/officeDocument/2006/relationships/image" Target="../media/image1048.png"/><Relationship Id="rId223" Type="http://schemas.openxmlformats.org/officeDocument/2006/relationships/image" Target="../media/image950.png"/><Relationship Id="rId430" Type="http://schemas.openxmlformats.org/officeDocument/2006/relationships/customXml" Target="../ink/ink1734.xml"/><Relationship Id="rId18" Type="http://schemas.openxmlformats.org/officeDocument/2006/relationships/customXml" Target="../ink/ink1528.xml"/><Relationship Id="rId265" Type="http://schemas.openxmlformats.org/officeDocument/2006/relationships/image" Target="../media/image971.png"/><Relationship Id="rId472" Type="http://schemas.openxmlformats.org/officeDocument/2006/relationships/customXml" Target="../ink/ink1755.xml"/><Relationship Id="rId125" Type="http://schemas.openxmlformats.org/officeDocument/2006/relationships/image" Target="../media/image901.png"/><Relationship Id="rId167" Type="http://schemas.openxmlformats.org/officeDocument/2006/relationships/image" Target="../media/image922.png"/><Relationship Id="rId332" Type="http://schemas.openxmlformats.org/officeDocument/2006/relationships/customXml" Target="../ink/ink1685.xml"/><Relationship Id="rId374" Type="http://schemas.openxmlformats.org/officeDocument/2006/relationships/customXml" Target="../ink/ink1706.xml"/><Relationship Id="rId71" Type="http://schemas.openxmlformats.org/officeDocument/2006/relationships/image" Target="../media/image874.png"/><Relationship Id="rId234" Type="http://schemas.openxmlformats.org/officeDocument/2006/relationships/customXml" Target="../ink/ink1636.xml"/><Relationship Id="rId2" Type="http://schemas.openxmlformats.org/officeDocument/2006/relationships/customXml" Target="../ink/ink1520.xml"/><Relationship Id="rId29" Type="http://schemas.openxmlformats.org/officeDocument/2006/relationships/image" Target="../media/image853.png"/><Relationship Id="rId276" Type="http://schemas.openxmlformats.org/officeDocument/2006/relationships/customXml" Target="../ink/ink1657.xml"/><Relationship Id="rId441" Type="http://schemas.openxmlformats.org/officeDocument/2006/relationships/image" Target="../media/image1059.png"/><Relationship Id="rId483" Type="http://schemas.openxmlformats.org/officeDocument/2006/relationships/image" Target="../media/image1080.png"/><Relationship Id="rId40" Type="http://schemas.openxmlformats.org/officeDocument/2006/relationships/customXml" Target="../ink/ink1539.xml"/><Relationship Id="rId136" Type="http://schemas.openxmlformats.org/officeDocument/2006/relationships/customXml" Target="../ink/ink1587.xml"/><Relationship Id="rId178" Type="http://schemas.openxmlformats.org/officeDocument/2006/relationships/customXml" Target="../ink/ink1608.xml"/><Relationship Id="rId301" Type="http://schemas.openxmlformats.org/officeDocument/2006/relationships/image" Target="../media/image989.png"/><Relationship Id="rId343" Type="http://schemas.openxmlformats.org/officeDocument/2006/relationships/image" Target="../media/image1010.png"/><Relationship Id="rId82" Type="http://schemas.openxmlformats.org/officeDocument/2006/relationships/customXml" Target="../ink/ink1560.xml"/><Relationship Id="rId203" Type="http://schemas.openxmlformats.org/officeDocument/2006/relationships/image" Target="../media/image940.png"/><Relationship Id="rId385" Type="http://schemas.openxmlformats.org/officeDocument/2006/relationships/image" Target="../media/image1031.png"/><Relationship Id="rId245" Type="http://schemas.openxmlformats.org/officeDocument/2006/relationships/image" Target="../media/image961.png"/><Relationship Id="rId287" Type="http://schemas.openxmlformats.org/officeDocument/2006/relationships/image" Target="../media/image982.png"/><Relationship Id="rId410" Type="http://schemas.openxmlformats.org/officeDocument/2006/relationships/customXml" Target="../ink/ink1724.xml"/><Relationship Id="rId452" Type="http://schemas.openxmlformats.org/officeDocument/2006/relationships/customXml" Target="../ink/ink1745.xml"/><Relationship Id="rId494" Type="http://schemas.openxmlformats.org/officeDocument/2006/relationships/customXml" Target="../ink/ink1766.xml"/><Relationship Id="rId508" Type="http://schemas.openxmlformats.org/officeDocument/2006/relationships/customXml" Target="../ink/ink1773.xml"/><Relationship Id="rId105" Type="http://schemas.openxmlformats.org/officeDocument/2006/relationships/image" Target="../media/image891.png"/><Relationship Id="rId147" Type="http://schemas.openxmlformats.org/officeDocument/2006/relationships/image" Target="../media/image912.png"/><Relationship Id="rId312" Type="http://schemas.openxmlformats.org/officeDocument/2006/relationships/customXml" Target="../ink/ink1675.xml"/><Relationship Id="rId354" Type="http://schemas.openxmlformats.org/officeDocument/2006/relationships/customXml" Target="../ink/ink1696.xml"/><Relationship Id="rId51" Type="http://schemas.openxmlformats.org/officeDocument/2006/relationships/image" Target="../media/image864.png"/><Relationship Id="rId93" Type="http://schemas.openxmlformats.org/officeDocument/2006/relationships/image" Target="../media/image885.png"/><Relationship Id="rId189" Type="http://schemas.openxmlformats.org/officeDocument/2006/relationships/image" Target="../media/image933.png"/><Relationship Id="rId396" Type="http://schemas.openxmlformats.org/officeDocument/2006/relationships/customXml" Target="../ink/ink1717.xml"/><Relationship Id="rId214" Type="http://schemas.openxmlformats.org/officeDocument/2006/relationships/customXml" Target="../ink/ink1626.xml"/><Relationship Id="rId256" Type="http://schemas.openxmlformats.org/officeDocument/2006/relationships/customXml" Target="../ink/ink1647.xml"/><Relationship Id="rId298" Type="http://schemas.openxmlformats.org/officeDocument/2006/relationships/customXml" Target="../ink/ink1668.xml"/><Relationship Id="rId421" Type="http://schemas.openxmlformats.org/officeDocument/2006/relationships/image" Target="../media/image1049.png"/><Relationship Id="rId463" Type="http://schemas.openxmlformats.org/officeDocument/2006/relationships/image" Target="../media/image1070.png"/><Relationship Id="rId116" Type="http://schemas.openxmlformats.org/officeDocument/2006/relationships/customXml" Target="../ink/ink1577.xml"/><Relationship Id="rId158" Type="http://schemas.openxmlformats.org/officeDocument/2006/relationships/customXml" Target="../ink/ink1598.xml"/><Relationship Id="rId323" Type="http://schemas.openxmlformats.org/officeDocument/2006/relationships/image" Target="../media/image1000.png"/><Relationship Id="rId20" Type="http://schemas.openxmlformats.org/officeDocument/2006/relationships/customXml" Target="../ink/ink1529.xml"/><Relationship Id="rId62" Type="http://schemas.openxmlformats.org/officeDocument/2006/relationships/customXml" Target="../ink/ink1550.xml"/><Relationship Id="rId365" Type="http://schemas.openxmlformats.org/officeDocument/2006/relationships/image" Target="../media/image1021.png"/><Relationship Id="rId225" Type="http://schemas.openxmlformats.org/officeDocument/2006/relationships/image" Target="../media/image951.png"/><Relationship Id="rId267" Type="http://schemas.openxmlformats.org/officeDocument/2006/relationships/image" Target="../media/image972.png"/><Relationship Id="rId432" Type="http://schemas.openxmlformats.org/officeDocument/2006/relationships/customXml" Target="../ink/ink1735.xml"/><Relationship Id="rId474" Type="http://schemas.openxmlformats.org/officeDocument/2006/relationships/customXml" Target="../ink/ink1756.xml"/><Relationship Id="rId127" Type="http://schemas.openxmlformats.org/officeDocument/2006/relationships/image" Target="../media/image902.png"/><Relationship Id="rId31" Type="http://schemas.openxmlformats.org/officeDocument/2006/relationships/image" Target="../media/image854.png"/><Relationship Id="rId73" Type="http://schemas.openxmlformats.org/officeDocument/2006/relationships/image" Target="../media/image875.png"/><Relationship Id="rId169" Type="http://schemas.openxmlformats.org/officeDocument/2006/relationships/image" Target="../media/image923.png"/><Relationship Id="rId334" Type="http://schemas.openxmlformats.org/officeDocument/2006/relationships/customXml" Target="../ink/ink1686.xml"/><Relationship Id="rId376" Type="http://schemas.openxmlformats.org/officeDocument/2006/relationships/customXml" Target="../ink/ink1707.xml"/><Relationship Id="rId4" Type="http://schemas.openxmlformats.org/officeDocument/2006/relationships/customXml" Target="../ink/ink1521.xml"/><Relationship Id="rId180" Type="http://schemas.openxmlformats.org/officeDocument/2006/relationships/customXml" Target="../ink/ink1609.xml"/><Relationship Id="rId236" Type="http://schemas.openxmlformats.org/officeDocument/2006/relationships/customXml" Target="../ink/ink1637.xml"/><Relationship Id="rId278" Type="http://schemas.openxmlformats.org/officeDocument/2006/relationships/customXml" Target="../ink/ink1658.xml"/><Relationship Id="rId401" Type="http://schemas.openxmlformats.org/officeDocument/2006/relationships/image" Target="../media/image1039.png"/><Relationship Id="rId443" Type="http://schemas.openxmlformats.org/officeDocument/2006/relationships/image" Target="../media/image1060.png"/><Relationship Id="rId303" Type="http://schemas.openxmlformats.org/officeDocument/2006/relationships/image" Target="../media/image990.png"/><Relationship Id="rId485" Type="http://schemas.openxmlformats.org/officeDocument/2006/relationships/image" Target="../media/image1081.png"/><Relationship Id="rId42" Type="http://schemas.openxmlformats.org/officeDocument/2006/relationships/customXml" Target="../ink/ink1540.xml"/><Relationship Id="rId84" Type="http://schemas.openxmlformats.org/officeDocument/2006/relationships/customXml" Target="../ink/ink1561.xml"/><Relationship Id="rId138" Type="http://schemas.openxmlformats.org/officeDocument/2006/relationships/customXml" Target="../ink/ink1588.xml"/><Relationship Id="rId345" Type="http://schemas.openxmlformats.org/officeDocument/2006/relationships/image" Target="../media/image1011.png"/><Relationship Id="rId387" Type="http://schemas.openxmlformats.org/officeDocument/2006/relationships/image" Target="../media/image1032.png"/><Relationship Id="rId510" Type="http://schemas.openxmlformats.org/officeDocument/2006/relationships/customXml" Target="../ink/ink1774.xml"/><Relationship Id="rId191" Type="http://schemas.openxmlformats.org/officeDocument/2006/relationships/image" Target="../media/image934.png"/><Relationship Id="rId205" Type="http://schemas.openxmlformats.org/officeDocument/2006/relationships/image" Target="../media/image941.png"/><Relationship Id="rId247" Type="http://schemas.openxmlformats.org/officeDocument/2006/relationships/image" Target="../media/image962.png"/><Relationship Id="rId412" Type="http://schemas.openxmlformats.org/officeDocument/2006/relationships/customXml" Target="../ink/ink1725.xml"/><Relationship Id="rId107" Type="http://schemas.openxmlformats.org/officeDocument/2006/relationships/image" Target="../media/image892.png"/><Relationship Id="rId289" Type="http://schemas.openxmlformats.org/officeDocument/2006/relationships/image" Target="../media/image983.png"/><Relationship Id="rId454" Type="http://schemas.openxmlformats.org/officeDocument/2006/relationships/customXml" Target="../ink/ink1746.xml"/><Relationship Id="rId496" Type="http://schemas.openxmlformats.org/officeDocument/2006/relationships/customXml" Target="../ink/ink1767.xml"/><Relationship Id="rId11" Type="http://schemas.openxmlformats.org/officeDocument/2006/relationships/image" Target="../media/image844.png"/><Relationship Id="rId53" Type="http://schemas.openxmlformats.org/officeDocument/2006/relationships/image" Target="../media/image865.png"/><Relationship Id="rId149" Type="http://schemas.openxmlformats.org/officeDocument/2006/relationships/image" Target="../media/image913.png"/><Relationship Id="rId314" Type="http://schemas.openxmlformats.org/officeDocument/2006/relationships/customXml" Target="../ink/ink1676.xml"/><Relationship Id="rId356" Type="http://schemas.openxmlformats.org/officeDocument/2006/relationships/customXml" Target="../ink/ink1697.xml"/><Relationship Id="rId398" Type="http://schemas.openxmlformats.org/officeDocument/2006/relationships/customXml" Target="../ink/ink1718.xml"/><Relationship Id="rId95" Type="http://schemas.openxmlformats.org/officeDocument/2006/relationships/image" Target="../media/image886.png"/><Relationship Id="rId160" Type="http://schemas.openxmlformats.org/officeDocument/2006/relationships/customXml" Target="../ink/ink1599.xml"/><Relationship Id="rId216" Type="http://schemas.openxmlformats.org/officeDocument/2006/relationships/customXml" Target="../ink/ink1627.xml"/><Relationship Id="rId423" Type="http://schemas.openxmlformats.org/officeDocument/2006/relationships/image" Target="../media/image1050.png"/><Relationship Id="rId258" Type="http://schemas.openxmlformats.org/officeDocument/2006/relationships/customXml" Target="../ink/ink1648.xml"/><Relationship Id="rId465" Type="http://schemas.openxmlformats.org/officeDocument/2006/relationships/image" Target="../media/image1071.png"/><Relationship Id="rId22" Type="http://schemas.openxmlformats.org/officeDocument/2006/relationships/customXml" Target="../ink/ink1530.xml"/><Relationship Id="rId64" Type="http://schemas.openxmlformats.org/officeDocument/2006/relationships/customXml" Target="../ink/ink1551.xml"/><Relationship Id="rId118" Type="http://schemas.openxmlformats.org/officeDocument/2006/relationships/customXml" Target="../ink/ink1578.xml"/><Relationship Id="rId325" Type="http://schemas.openxmlformats.org/officeDocument/2006/relationships/image" Target="../media/image1001.png"/><Relationship Id="rId367" Type="http://schemas.openxmlformats.org/officeDocument/2006/relationships/image" Target="../media/image1022.png"/><Relationship Id="rId171" Type="http://schemas.openxmlformats.org/officeDocument/2006/relationships/image" Target="../media/image924.png"/><Relationship Id="rId227" Type="http://schemas.openxmlformats.org/officeDocument/2006/relationships/image" Target="../media/image952.png"/><Relationship Id="rId269" Type="http://schemas.openxmlformats.org/officeDocument/2006/relationships/image" Target="../media/image973.png"/><Relationship Id="rId434" Type="http://schemas.openxmlformats.org/officeDocument/2006/relationships/customXml" Target="../ink/ink1736.xml"/><Relationship Id="rId476" Type="http://schemas.openxmlformats.org/officeDocument/2006/relationships/customXml" Target="../ink/ink1757.xml"/><Relationship Id="rId33" Type="http://schemas.openxmlformats.org/officeDocument/2006/relationships/image" Target="../media/image855.png"/><Relationship Id="rId129" Type="http://schemas.openxmlformats.org/officeDocument/2006/relationships/image" Target="../media/image903.png"/><Relationship Id="rId280" Type="http://schemas.openxmlformats.org/officeDocument/2006/relationships/customXml" Target="../ink/ink1659.xml"/><Relationship Id="rId336" Type="http://schemas.openxmlformats.org/officeDocument/2006/relationships/customXml" Target="../ink/ink1687.xml"/><Relationship Id="rId501" Type="http://schemas.openxmlformats.org/officeDocument/2006/relationships/image" Target="../media/image1089.png"/><Relationship Id="rId75" Type="http://schemas.openxmlformats.org/officeDocument/2006/relationships/image" Target="../media/image876.png"/><Relationship Id="rId140" Type="http://schemas.openxmlformats.org/officeDocument/2006/relationships/customXml" Target="../ink/ink1589.xml"/><Relationship Id="rId182" Type="http://schemas.openxmlformats.org/officeDocument/2006/relationships/customXml" Target="../ink/ink1610.xml"/><Relationship Id="rId378" Type="http://schemas.openxmlformats.org/officeDocument/2006/relationships/customXml" Target="../ink/ink1708.xml"/><Relationship Id="rId403" Type="http://schemas.openxmlformats.org/officeDocument/2006/relationships/image" Target="../media/image1040.png"/><Relationship Id="rId6" Type="http://schemas.openxmlformats.org/officeDocument/2006/relationships/customXml" Target="../ink/ink1522.xml"/><Relationship Id="rId238" Type="http://schemas.openxmlformats.org/officeDocument/2006/relationships/customXml" Target="../ink/ink1638.xml"/><Relationship Id="rId445" Type="http://schemas.openxmlformats.org/officeDocument/2006/relationships/image" Target="../media/image1061.png"/><Relationship Id="rId487" Type="http://schemas.openxmlformats.org/officeDocument/2006/relationships/image" Target="../media/image1082.png"/><Relationship Id="rId291" Type="http://schemas.openxmlformats.org/officeDocument/2006/relationships/image" Target="../media/image984.png"/><Relationship Id="rId305" Type="http://schemas.openxmlformats.org/officeDocument/2006/relationships/image" Target="../media/image991.png"/><Relationship Id="rId347" Type="http://schemas.openxmlformats.org/officeDocument/2006/relationships/image" Target="../media/image1012.png"/><Relationship Id="rId44" Type="http://schemas.openxmlformats.org/officeDocument/2006/relationships/customXml" Target="../ink/ink1541.xml"/><Relationship Id="rId86" Type="http://schemas.openxmlformats.org/officeDocument/2006/relationships/customXml" Target="../ink/ink1562.xml"/><Relationship Id="rId151" Type="http://schemas.openxmlformats.org/officeDocument/2006/relationships/image" Target="../media/image914.png"/><Relationship Id="rId389" Type="http://schemas.openxmlformats.org/officeDocument/2006/relationships/image" Target="../media/image1033.png"/><Relationship Id="rId193" Type="http://schemas.openxmlformats.org/officeDocument/2006/relationships/image" Target="../media/image935.png"/><Relationship Id="rId207" Type="http://schemas.openxmlformats.org/officeDocument/2006/relationships/image" Target="../media/image942.png"/><Relationship Id="rId249" Type="http://schemas.openxmlformats.org/officeDocument/2006/relationships/image" Target="../media/image963.png"/><Relationship Id="rId414" Type="http://schemas.openxmlformats.org/officeDocument/2006/relationships/customXml" Target="../ink/ink1726.xml"/><Relationship Id="rId456" Type="http://schemas.openxmlformats.org/officeDocument/2006/relationships/customXml" Target="../ink/ink1747.xml"/><Relationship Id="rId498" Type="http://schemas.openxmlformats.org/officeDocument/2006/relationships/customXml" Target="../ink/ink1768.xml"/><Relationship Id="rId13" Type="http://schemas.openxmlformats.org/officeDocument/2006/relationships/image" Target="../media/image845.png"/><Relationship Id="rId109" Type="http://schemas.openxmlformats.org/officeDocument/2006/relationships/image" Target="../media/image893.png"/><Relationship Id="rId260" Type="http://schemas.openxmlformats.org/officeDocument/2006/relationships/customXml" Target="../ink/ink1649.xml"/><Relationship Id="rId316" Type="http://schemas.openxmlformats.org/officeDocument/2006/relationships/customXml" Target="../ink/ink1677.xml"/><Relationship Id="rId55" Type="http://schemas.openxmlformats.org/officeDocument/2006/relationships/image" Target="../media/image866.png"/><Relationship Id="rId97" Type="http://schemas.openxmlformats.org/officeDocument/2006/relationships/image" Target="../media/image887.png"/><Relationship Id="rId120" Type="http://schemas.openxmlformats.org/officeDocument/2006/relationships/customXml" Target="../ink/ink1579.xml"/><Relationship Id="rId358" Type="http://schemas.openxmlformats.org/officeDocument/2006/relationships/customXml" Target="../ink/ink1698.xml"/><Relationship Id="rId162" Type="http://schemas.openxmlformats.org/officeDocument/2006/relationships/customXml" Target="../ink/ink1600.xml"/><Relationship Id="rId218" Type="http://schemas.openxmlformats.org/officeDocument/2006/relationships/customXml" Target="../ink/ink1628.xml"/><Relationship Id="rId425" Type="http://schemas.openxmlformats.org/officeDocument/2006/relationships/image" Target="../media/image1051.png"/><Relationship Id="rId467" Type="http://schemas.openxmlformats.org/officeDocument/2006/relationships/image" Target="../media/image1072.png"/><Relationship Id="rId271" Type="http://schemas.openxmlformats.org/officeDocument/2006/relationships/image" Target="../media/image974.png"/><Relationship Id="rId24" Type="http://schemas.openxmlformats.org/officeDocument/2006/relationships/customXml" Target="../ink/ink1531.xml"/><Relationship Id="rId66" Type="http://schemas.openxmlformats.org/officeDocument/2006/relationships/customXml" Target="../ink/ink1552.xml"/><Relationship Id="rId131" Type="http://schemas.openxmlformats.org/officeDocument/2006/relationships/image" Target="../media/image904.png"/><Relationship Id="rId327" Type="http://schemas.openxmlformats.org/officeDocument/2006/relationships/image" Target="../media/image1002.png"/><Relationship Id="rId369" Type="http://schemas.openxmlformats.org/officeDocument/2006/relationships/image" Target="../media/image1023.png"/><Relationship Id="rId173" Type="http://schemas.openxmlformats.org/officeDocument/2006/relationships/image" Target="../media/image925.png"/><Relationship Id="rId229" Type="http://schemas.openxmlformats.org/officeDocument/2006/relationships/image" Target="../media/image953.png"/><Relationship Id="rId380" Type="http://schemas.openxmlformats.org/officeDocument/2006/relationships/customXml" Target="../ink/ink1709.xml"/><Relationship Id="rId436" Type="http://schemas.openxmlformats.org/officeDocument/2006/relationships/customXml" Target="../ink/ink1737.xml"/><Relationship Id="rId240" Type="http://schemas.openxmlformats.org/officeDocument/2006/relationships/customXml" Target="../ink/ink1639.xml"/><Relationship Id="rId478" Type="http://schemas.openxmlformats.org/officeDocument/2006/relationships/customXml" Target="../ink/ink1758.xml"/><Relationship Id="rId35" Type="http://schemas.openxmlformats.org/officeDocument/2006/relationships/image" Target="../media/image856.png"/><Relationship Id="rId77" Type="http://schemas.openxmlformats.org/officeDocument/2006/relationships/image" Target="../media/image877.png"/><Relationship Id="rId100" Type="http://schemas.openxmlformats.org/officeDocument/2006/relationships/customXml" Target="../ink/ink1569.xml"/><Relationship Id="rId282" Type="http://schemas.openxmlformats.org/officeDocument/2006/relationships/customXml" Target="../ink/ink1660.xml"/><Relationship Id="rId338" Type="http://schemas.openxmlformats.org/officeDocument/2006/relationships/customXml" Target="../ink/ink1688.xml"/><Relationship Id="rId503" Type="http://schemas.openxmlformats.org/officeDocument/2006/relationships/image" Target="../media/image1090.png"/><Relationship Id="rId8" Type="http://schemas.openxmlformats.org/officeDocument/2006/relationships/customXml" Target="../ink/ink1523.xml"/><Relationship Id="rId142" Type="http://schemas.openxmlformats.org/officeDocument/2006/relationships/customXml" Target="../ink/ink1590.xml"/><Relationship Id="rId184" Type="http://schemas.openxmlformats.org/officeDocument/2006/relationships/customXml" Target="../ink/ink1611.xml"/><Relationship Id="rId391" Type="http://schemas.openxmlformats.org/officeDocument/2006/relationships/image" Target="../media/image1034.png"/><Relationship Id="rId405" Type="http://schemas.openxmlformats.org/officeDocument/2006/relationships/image" Target="../media/image1041.png"/><Relationship Id="rId447" Type="http://schemas.openxmlformats.org/officeDocument/2006/relationships/image" Target="../media/image1062.png"/><Relationship Id="rId251" Type="http://schemas.openxmlformats.org/officeDocument/2006/relationships/image" Target="../media/image964.png"/><Relationship Id="rId489" Type="http://schemas.openxmlformats.org/officeDocument/2006/relationships/image" Target="../media/image1083.png"/><Relationship Id="rId46" Type="http://schemas.openxmlformats.org/officeDocument/2006/relationships/customXml" Target="../ink/ink1542.xml"/><Relationship Id="rId293" Type="http://schemas.openxmlformats.org/officeDocument/2006/relationships/image" Target="../media/image985.png"/><Relationship Id="rId307" Type="http://schemas.openxmlformats.org/officeDocument/2006/relationships/image" Target="../media/image992.png"/><Relationship Id="rId349" Type="http://schemas.openxmlformats.org/officeDocument/2006/relationships/image" Target="../media/image1013.png"/><Relationship Id="rId88" Type="http://schemas.openxmlformats.org/officeDocument/2006/relationships/customXml" Target="../ink/ink1563.xml"/><Relationship Id="rId111" Type="http://schemas.openxmlformats.org/officeDocument/2006/relationships/image" Target="../media/image894.png"/><Relationship Id="rId153" Type="http://schemas.openxmlformats.org/officeDocument/2006/relationships/image" Target="../media/image915.png"/><Relationship Id="rId195" Type="http://schemas.openxmlformats.org/officeDocument/2006/relationships/image" Target="../media/image936.png"/><Relationship Id="rId209" Type="http://schemas.openxmlformats.org/officeDocument/2006/relationships/image" Target="../media/image943.png"/><Relationship Id="rId360" Type="http://schemas.openxmlformats.org/officeDocument/2006/relationships/customXml" Target="../ink/ink1699.xml"/><Relationship Id="rId416" Type="http://schemas.openxmlformats.org/officeDocument/2006/relationships/customXml" Target="../ink/ink1727.xml"/><Relationship Id="rId220" Type="http://schemas.openxmlformats.org/officeDocument/2006/relationships/customXml" Target="../ink/ink1629.xml"/><Relationship Id="rId458" Type="http://schemas.openxmlformats.org/officeDocument/2006/relationships/customXml" Target="../ink/ink1748.xml"/><Relationship Id="rId15" Type="http://schemas.openxmlformats.org/officeDocument/2006/relationships/image" Target="../media/image846.png"/><Relationship Id="rId57" Type="http://schemas.openxmlformats.org/officeDocument/2006/relationships/image" Target="../media/image867.png"/><Relationship Id="rId262" Type="http://schemas.openxmlformats.org/officeDocument/2006/relationships/customXml" Target="../ink/ink1650.xml"/><Relationship Id="rId318" Type="http://schemas.openxmlformats.org/officeDocument/2006/relationships/customXml" Target="../ink/ink1678.xml"/><Relationship Id="rId99" Type="http://schemas.openxmlformats.org/officeDocument/2006/relationships/image" Target="../media/image888.png"/><Relationship Id="rId122" Type="http://schemas.openxmlformats.org/officeDocument/2006/relationships/customXml" Target="../ink/ink1580.xml"/><Relationship Id="rId164" Type="http://schemas.openxmlformats.org/officeDocument/2006/relationships/customXml" Target="../ink/ink1601.xml"/><Relationship Id="rId371" Type="http://schemas.openxmlformats.org/officeDocument/2006/relationships/image" Target="../media/image1024.png"/><Relationship Id="rId427" Type="http://schemas.openxmlformats.org/officeDocument/2006/relationships/image" Target="../media/image1052.png"/><Relationship Id="rId469" Type="http://schemas.openxmlformats.org/officeDocument/2006/relationships/image" Target="../media/image1073.png"/><Relationship Id="rId26" Type="http://schemas.openxmlformats.org/officeDocument/2006/relationships/customXml" Target="../ink/ink1532.xml"/><Relationship Id="rId231" Type="http://schemas.openxmlformats.org/officeDocument/2006/relationships/image" Target="../media/image954.png"/><Relationship Id="rId273" Type="http://schemas.openxmlformats.org/officeDocument/2006/relationships/image" Target="../media/image975.png"/><Relationship Id="rId329" Type="http://schemas.openxmlformats.org/officeDocument/2006/relationships/image" Target="../media/image1003.png"/><Relationship Id="rId480" Type="http://schemas.openxmlformats.org/officeDocument/2006/relationships/customXml" Target="../ink/ink1759.xml"/><Relationship Id="rId68" Type="http://schemas.openxmlformats.org/officeDocument/2006/relationships/customXml" Target="../ink/ink1553.xml"/><Relationship Id="rId133" Type="http://schemas.openxmlformats.org/officeDocument/2006/relationships/image" Target="../media/image905.png"/><Relationship Id="rId175" Type="http://schemas.openxmlformats.org/officeDocument/2006/relationships/image" Target="../media/image926.png"/><Relationship Id="rId340" Type="http://schemas.openxmlformats.org/officeDocument/2006/relationships/customXml" Target="../ink/ink1689.xml"/><Relationship Id="rId200" Type="http://schemas.openxmlformats.org/officeDocument/2006/relationships/customXml" Target="../ink/ink1619.xml"/><Relationship Id="rId382" Type="http://schemas.openxmlformats.org/officeDocument/2006/relationships/customXml" Target="../ink/ink1710.xml"/><Relationship Id="rId438" Type="http://schemas.openxmlformats.org/officeDocument/2006/relationships/customXml" Target="../ink/ink1738.xml"/><Relationship Id="rId242" Type="http://schemas.openxmlformats.org/officeDocument/2006/relationships/customXml" Target="../ink/ink1640.xml"/><Relationship Id="rId284" Type="http://schemas.openxmlformats.org/officeDocument/2006/relationships/customXml" Target="../ink/ink1661.xml"/><Relationship Id="rId491" Type="http://schemas.openxmlformats.org/officeDocument/2006/relationships/image" Target="../media/image1084.png"/><Relationship Id="rId505" Type="http://schemas.openxmlformats.org/officeDocument/2006/relationships/image" Target="../media/image1091.png"/><Relationship Id="rId37" Type="http://schemas.openxmlformats.org/officeDocument/2006/relationships/image" Target="../media/image857.png"/><Relationship Id="rId79" Type="http://schemas.openxmlformats.org/officeDocument/2006/relationships/image" Target="../media/image878.png"/><Relationship Id="rId102" Type="http://schemas.openxmlformats.org/officeDocument/2006/relationships/customXml" Target="../ink/ink1570.xml"/><Relationship Id="rId144" Type="http://schemas.openxmlformats.org/officeDocument/2006/relationships/customXml" Target="../ink/ink1591.xml"/><Relationship Id="rId90" Type="http://schemas.openxmlformats.org/officeDocument/2006/relationships/customXml" Target="../ink/ink1564.xml"/><Relationship Id="rId186" Type="http://schemas.openxmlformats.org/officeDocument/2006/relationships/customXml" Target="../ink/ink1612.xml"/><Relationship Id="rId351" Type="http://schemas.openxmlformats.org/officeDocument/2006/relationships/image" Target="../media/image1014.png"/><Relationship Id="rId393" Type="http://schemas.openxmlformats.org/officeDocument/2006/relationships/image" Target="../media/image1035.png"/><Relationship Id="rId407" Type="http://schemas.openxmlformats.org/officeDocument/2006/relationships/image" Target="../media/image1042.png"/><Relationship Id="rId449" Type="http://schemas.openxmlformats.org/officeDocument/2006/relationships/image" Target="../media/image1063.png"/><Relationship Id="rId211" Type="http://schemas.openxmlformats.org/officeDocument/2006/relationships/image" Target="../media/image944.png"/><Relationship Id="rId253" Type="http://schemas.openxmlformats.org/officeDocument/2006/relationships/image" Target="../media/image965.png"/><Relationship Id="rId295" Type="http://schemas.openxmlformats.org/officeDocument/2006/relationships/image" Target="../media/image986.png"/><Relationship Id="rId309" Type="http://schemas.openxmlformats.org/officeDocument/2006/relationships/image" Target="../media/image993.png"/><Relationship Id="rId460" Type="http://schemas.openxmlformats.org/officeDocument/2006/relationships/customXml" Target="../ink/ink1749.xml"/><Relationship Id="rId48" Type="http://schemas.openxmlformats.org/officeDocument/2006/relationships/customXml" Target="../ink/ink1543.xml"/><Relationship Id="rId113" Type="http://schemas.openxmlformats.org/officeDocument/2006/relationships/image" Target="../media/image895.png"/><Relationship Id="rId320" Type="http://schemas.openxmlformats.org/officeDocument/2006/relationships/customXml" Target="../ink/ink1679.xml"/><Relationship Id="rId155" Type="http://schemas.openxmlformats.org/officeDocument/2006/relationships/image" Target="../media/image916.png"/><Relationship Id="rId197" Type="http://schemas.openxmlformats.org/officeDocument/2006/relationships/image" Target="../media/image937.png"/><Relationship Id="rId362" Type="http://schemas.openxmlformats.org/officeDocument/2006/relationships/customXml" Target="../ink/ink1700.xml"/><Relationship Id="rId418" Type="http://schemas.openxmlformats.org/officeDocument/2006/relationships/customXml" Target="../ink/ink1728.xml"/><Relationship Id="rId222" Type="http://schemas.openxmlformats.org/officeDocument/2006/relationships/customXml" Target="../ink/ink1630.xml"/><Relationship Id="rId264" Type="http://schemas.openxmlformats.org/officeDocument/2006/relationships/customXml" Target="../ink/ink1651.xml"/><Relationship Id="rId471" Type="http://schemas.openxmlformats.org/officeDocument/2006/relationships/image" Target="../media/image1074.png"/><Relationship Id="rId17" Type="http://schemas.openxmlformats.org/officeDocument/2006/relationships/image" Target="../media/image847.png"/><Relationship Id="rId59" Type="http://schemas.openxmlformats.org/officeDocument/2006/relationships/image" Target="../media/image868.png"/><Relationship Id="rId124" Type="http://schemas.openxmlformats.org/officeDocument/2006/relationships/customXml" Target="../ink/ink1581.xml"/><Relationship Id="rId70" Type="http://schemas.openxmlformats.org/officeDocument/2006/relationships/customXml" Target="../ink/ink1554.xml"/><Relationship Id="rId166" Type="http://schemas.openxmlformats.org/officeDocument/2006/relationships/customXml" Target="../ink/ink1602.xml"/><Relationship Id="rId331" Type="http://schemas.openxmlformats.org/officeDocument/2006/relationships/image" Target="../media/image1004.png"/><Relationship Id="rId373" Type="http://schemas.openxmlformats.org/officeDocument/2006/relationships/image" Target="../media/image1025.png"/><Relationship Id="rId429" Type="http://schemas.openxmlformats.org/officeDocument/2006/relationships/image" Target="../media/image1053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955.png"/><Relationship Id="rId440" Type="http://schemas.openxmlformats.org/officeDocument/2006/relationships/customXml" Target="../ink/ink1739.xml"/><Relationship Id="rId28" Type="http://schemas.openxmlformats.org/officeDocument/2006/relationships/customXml" Target="../ink/ink1533.xml"/><Relationship Id="rId275" Type="http://schemas.openxmlformats.org/officeDocument/2006/relationships/image" Target="../media/image976.png"/><Relationship Id="rId300" Type="http://schemas.openxmlformats.org/officeDocument/2006/relationships/customXml" Target="../ink/ink1669.xml"/><Relationship Id="rId482" Type="http://schemas.openxmlformats.org/officeDocument/2006/relationships/customXml" Target="../ink/ink1760.xml"/><Relationship Id="rId81" Type="http://schemas.openxmlformats.org/officeDocument/2006/relationships/image" Target="../media/image879.png"/><Relationship Id="rId135" Type="http://schemas.openxmlformats.org/officeDocument/2006/relationships/image" Target="../media/image906.png"/><Relationship Id="rId177" Type="http://schemas.openxmlformats.org/officeDocument/2006/relationships/image" Target="../media/image927.png"/><Relationship Id="rId342" Type="http://schemas.openxmlformats.org/officeDocument/2006/relationships/customXml" Target="../ink/ink1690.xml"/><Relationship Id="rId384" Type="http://schemas.openxmlformats.org/officeDocument/2006/relationships/customXml" Target="../ink/ink1711.xml"/><Relationship Id="rId202" Type="http://schemas.openxmlformats.org/officeDocument/2006/relationships/customXml" Target="../ink/ink1620.xml"/><Relationship Id="rId244" Type="http://schemas.openxmlformats.org/officeDocument/2006/relationships/customXml" Target="../ink/ink1641.xml"/><Relationship Id="rId39" Type="http://schemas.openxmlformats.org/officeDocument/2006/relationships/image" Target="../media/image858.png"/><Relationship Id="rId286" Type="http://schemas.openxmlformats.org/officeDocument/2006/relationships/customXml" Target="../ink/ink1662.xml"/><Relationship Id="rId451" Type="http://schemas.openxmlformats.org/officeDocument/2006/relationships/image" Target="../media/image1064.png"/><Relationship Id="rId493" Type="http://schemas.openxmlformats.org/officeDocument/2006/relationships/image" Target="../media/image1085.png"/><Relationship Id="rId507" Type="http://schemas.openxmlformats.org/officeDocument/2006/relationships/image" Target="../media/image1092.png"/><Relationship Id="rId50" Type="http://schemas.openxmlformats.org/officeDocument/2006/relationships/customXml" Target="../ink/ink1544.xml"/><Relationship Id="rId104" Type="http://schemas.openxmlformats.org/officeDocument/2006/relationships/customXml" Target="../ink/ink1571.xml"/><Relationship Id="rId146" Type="http://schemas.openxmlformats.org/officeDocument/2006/relationships/customXml" Target="../ink/ink1592.xml"/><Relationship Id="rId188" Type="http://schemas.openxmlformats.org/officeDocument/2006/relationships/customXml" Target="../ink/ink1613.xml"/><Relationship Id="rId311" Type="http://schemas.openxmlformats.org/officeDocument/2006/relationships/image" Target="../media/image994.png"/><Relationship Id="rId353" Type="http://schemas.openxmlformats.org/officeDocument/2006/relationships/image" Target="../media/image1015.png"/><Relationship Id="rId395" Type="http://schemas.openxmlformats.org/officeDocument/2006/relationships/image" Target="../media/image1036.png"/><Relationship Id="rId409" Type="http://schemas.openxmlformats.org/officeDocument/2006/relationships/image" Target="../media/image1043.png"/><Relationship Id="rId92" Type="http://schemas.openxmlformats.org/officeDocument/2006/relationships/customXml" Target="../ink/ink1565.xml"/><Relationship Id="rId213" Type="http://schemas.openxmlformats.org/officeDocument/2006/relationships/image" Target="../media/image945.png"/><Relationship Id="rId420" Type="http://schemas.openxmlformats.org/officeDocument/2006/relationships/customXml" Target="../ink/ink1729.xml"/><Relationship Id="rId255" Type="http://schemas.openxmlformats.org/officeDocument/2006/relationships/image" Target="../media/image966.png"/><Relationship Id="rId297" Type="http://schemas.openxmlformats.org/officeDocument/2006/relationships/image" Target="../media/image987.png"/><Relationship Id="rId462" Type="http://schemas.openxmlformats.org/officeDocument/2006/relationships/customXml" Target="../ink/ink1750.xml"/><Relationship Id="rId115" Type="http://schemas.openxmlformats.org/officeDocument/2006/relationships/image" Target="../media/image896.png"/><Relationship Id="rId157" Type="http://schemas.openxmlformats.org/officeDocument/2006/relationships/image" Target="../media/image917.png"/><Relationship Id="rId322" Type="http://schemas.openxmlformats.org/officeDocument/2006/relationships/customXml" Target="../ink/ink1680.xml"/><Relationship Id="rId364" Type="http://schemas.openxmlformats.org/officeDocument/2006/relationships/customXml" Target="../ink/ink1701.xml"/><Relationship Id="rId61" Type="http://schemas.openxmlformats.org/officeDocument/2006/relationships/image" Target="../media/image869.png"/><Relationship Id="rId199" Type="http://schemas.openxmlformats.org/officeDocument/2006/relationships/image" Target="../media/image938.png"/><Relationship Id="rId19" Type="http://schemas.openxmlformats.org/officeDocument/2006/relationships/image" Target="../media/image848.png"/><Relationship Id="rId224" Type="http://schemas.openxmlformats.org/officeDocument/2006/relationships/customXml" Target="../ink/ink1631.xml"/><Relationship Id="rId266" Type="http://schemas.openxmlformats.org/officeDocument/2006/relationships/customXml" Target="../ink/ink1652.xml"/><Relationship Id="rId431" Type="http://schemas.openxmlformats.org/officeDocument/2006/relationships/image" Target="../media/image1054.png"/><Relationship Id="rId473" Type="http://schemas.openxmlformats.org/officeDocument/2006/relationships/image" Target="../media/image1075.png"/><Relationship Id="rId30" Type="http://schemas.openxmlformats.org/officeDocument/2006/relationships/customXml" Target="../ink/ink1534.xml"/><Relationship Id="rId126" Type="http://schemas.openxmlformats.org/officeDocument/2006/relationships/customXml" Target="../ink/ink1582.xml"/><Relationship Id="rId168" Type="http://schemas.openxmlformats.org/officeDocument/2006/relationships/customXml" Target="../ink/ink1603.xml"/><Relationship Id="rId333" Type="http://schemas.openxmlformats.org/officeDocument/2006/relationships/image" Target="../media/image1005.png"/><Relationship Id="rId72" Type="http://schemas.openxmlformats.org/officeDocument/2006/relationships/customXml" Target="../ink/ink1555.xml"/><Relationship Id="rId375" Type="http://schemas.openxmlformats.org/officeDocument/2006/relationships/image" Target="../media/image1026.png"/><Relationship Id="rId3" Type="http://schemas.openxmlformats.org/officeDocument/2006/relationships/image" Target="../media/image503.png"/><Relationship Id="rId235" Type="http://schemas.openxmlformats.org/officeDocument/2006/relationships/image" Target="../media/image956.png"/><Relationship Id="rId277" Type="http://schemas.openxmlformats.org/officeDocument/2006/relationships/image" Target="../media/image977.png"/><Relationship Id="rId400" Type="http://schemas.openxmlformats.org/officeDocument/2006/relationships/customXml" Target="../ink/ink1719.xml"/><Relationship Id="rId442" Type="http://schemas.openxmlformats.org/officeDocument/2006/relationships/customXml" Target="../ink/ink1740.xml"/><Relationship Id="rId484" Type="http://schemas.openxmlformats.org/officeDocument/2006/relationships/customXml" Target="../ink/ink1761.xml"/><Relationship Id="rId137" Type="http://schemas.openxmlformats.org/officeDocument/2006/relationships/image" Target="../media/image907.png"/><Relationship Id="rId302" Type="http://schemas.openxmlformats.org/officeDocument/2006/relationships/customXml" Target="../ink/ink1670.xml"/><Relationship Id="rId344" Type="http://schemas.openxmlformats.org/officeDocument/2006/relationships/customXml" Target="../ink/ink1691.xml"/><Relationship Id="rId41" Type="http://schemas.openxmlformats.org/officeDocument/2006/relationships/image" Target="../media/image859.png"/><Relationship Id="rId83" Type="http://schemas.openxmlformats.org/officeDocument/2006/relationships/image" Target="../media/image880.png"/><Relationship Id="rId179" Type="http://schemas.openxmlformats.org/officeDocument/2006/relationships/image" Target="../media/image928.png"/><Relationship Id="rId386" Type="http://schemas.openxmlformats.org/officeDocument/2006/relationships/customXml" Target="../ink/ink1712.xml"/><Relationship Id="rId190" Type="http://schemas.openxmlformats.org/officeDocument/2006/relationships/customXml" Target="../ink/ink1614.xml"/><Relationship Id="rId204" Type="http://schemas.openxmlformats.org/officeDocument/2006/relationships/customXml" Target="../ink/ink1621.xml"/><Relationship Id="rId246" Type="http://schemas.openxmlformats.org/officeDocument/2006/relationships/customXml" Target="../ink/ink1642.xml"/><Relationship Id="rId288" Type="http://schemas.openxmlformats.org/officeDocument/2006/relationships/customXml" Target="../ink/ink1663.xml"/><Relationship Id="rId411" Type="http://schemas.openxmlformats.org/officeDocument/2006/relationships/image" Target="../media/image1044.png"/><Relationship Id="rId453" Type="http://schemas.openxmlformats.org/officeDocument/2006/relationships/image" Target="../media/image1065.png"/><Relationship Id="rId509" Type="http://schemas.openxmlformats.org/officeDocument/2006/relationships/image" Target="../media/image1093.png"/><Relationship Id="rId106" Type="http://schemas.openxmlformats.org/officeDocument/2006/relationships/customXml" Target="../ink/ink1572.xml"/><Relationship Id="rId313" Type="http://schemas.openxmlformats.org/officeDocument/2006/relationships/image" Target="../media/image995.png"/><Relationship Id="rId495" Type="http://schemas.openxmlformats.org/officeDocument/2006/relationships/image" Target="../media/image1086.png"/><Relationship Id="rId10" Type="http://schemas.openxmlformats.org/officeDocument/2006/relationships/customXml" Target="../ink/ink1524.xml"/><Relationship Id="rId52" Type="http://schemas.openxmlformats.org/officeDocument/2006/relationships/customXml" Target="../ink/ink1545.xml"/><Relationship Id="rId94" Type="http://schemas.openxmlformats.org/officeDocument/2006/relationships/customXml" Target="../ink/ink1566.xml"/><Relationship Id="rId148" Type="http://schemas.openxmlformats.org/officeDocument/2006/relationships/customXml" Target="../ink/ink1593.xml"/><Relationship Id="rId355" Type="http://schemas.openxmlformats.org/officeDocument/2006/relationships/image" Target="../media/image1016.png"/><Relationship Id="rId397" Type="http://schemas.openxmlformats.org/officeDocument/2006/relationships/image" Target="../media/image1037.png"/><Relationship Id="rId215" Type="http://schemas.openxmlformats.org/officeDocument/2006/relationships/image" Target="../media/image946.png"/><Relationship Id="rId257" Type="http://schemas.openxmlformats.org/officeDocument/2006/relationships/image" Target="../media/image967.png"/><Relationship Id="rId422" Type="http://schemas.openxmlformats.org/officeDocument/2006/relationships/customXml" Target="../ink/ink1730.xml"/><Relationship Id="rId464" Type="http://schemas.openxmlformats.org/officeDocument/2006/relationships/customXml" Target="../ink/ink1751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0.png"/><Relationship Id="rId21" Type="http://schemas.openxmlformats.org/officeDocument/2006/relationships/image" Target="../media/image1102.png"/><Relationship Id="rId324" Type="http://schemas.openxmlformats.org/officeDocument/2006/relationships/customXml" Target="../ink/ink1936.xml"/><Relationship Id="rId170" Type="http://schemas.openxmlformats.org/officeDocument/2006/relationships/customXml" Target="../ink/ink1859.xml"/><Relationship Id="rId268" Type="http://schemas.openxmlformats.org/officeDocument/2006/relationships/customXml" Target="../ink/ink1908.xml"/><Relationship Id="rId475" Type="http://schemas.openxmlformats.org/officeDocument/2006/relationships/image" Target="../media/image1329.png"/><Relationship Id="rId32" Type="http://schemas.openxmlformats.org/officeDocument/2006/relationships/customXml" Target="../ink/ink1790.xml"/><Relationship Id="rId74" Type="http://schemas.openxmlformats.org/officeDocument/2006/relationships/customXml" Target="../ink/ink1811.xml"/><Relationship Id="rId128" Type="http://schemas.openxmlformats.org/officeDocument/2006/relationships/customXml" Target="../ink/ink1838.xml"/><Relationship Id="rId335" Type="http://schemas.openxmlformats.org/officeDocument/2006/relationships/image" Target="../media/image1259.png"/><Relationship Id="rId377" Type="http://schemas.openxmlformats.org/officeDocument/2006/relationships/image" Target="../media/image1280.png"/><Relationship Id="rId500" Type="http://schemas.openxmlformats.org/officeDocument/2006/relationships/customXml" Target="../ink/ink2024.xml"/><Relationship Id="rId5" Type="http://schemas.openxmlformats.org/officeDocument/2006/relationships/image" Target="../media/image1089.png"/><Relationship Id="rId181" Type="http://schemas.openxmlformats.org/officeDocument/2006/relationships/image" Target="../media/image1182.png"/><Relationship Id="rId237" Type="http://schemas.openxmlformats.org/officeDocument/2006/relationships/image" Target="../media/image1210.png"/><Relationship Id="rId402" Type="http://schemas.openxmlformats.org/officeDocument/2006/relationships/customXml" Target="../ink/ink1975.xml"/><Relationship Id="rId279" Type="http://schemas.openxmlformats.org/officeDocument/2006/relationships/image" Target="../media/image1231.png"/><Relationship Id="rId444" Type="http://schemas.openxmlformats.org/officeDocument/2006/relationships/customXml" Target="../ink/ink1996.xml"/><Relationship Id="rId486" Type="http://schemas.openxmlformats.org/officeDocument/2006/relationships/customXml" Target="../ink/ink2017.xml"/><Relationship Id="rId43" Type="http://schemas.openxmlformats.org/officeDocument/2006/relationships/image" Target="../media/image1113.png"/><Relationship Id="rId139" Type="http://schemas.openxmlformats.org/officeDocument/2006/relationships/image" Target="../media/image1161.png"/><Relationship Id="rId290" Type="http://schemas.openxmlformats.org/officeDocument/2006/relationships/customXml" Target="../ink/ink1919.xml"/><Relationship Id="rId304" Type="http://schemas.openxmlformats.org/officeDocument/2006/relationships/customXml" Target="../ink/ink1926.xml"/><Relationship Id="rId346" Type="http://schemas.openxmlformats.org/officeDocument/2006/relationships/customXml" Target="../ink/ink1947.xml"/><Relationship Id="rId388" Type="http://schemas.openxmlformats.org/officeDocument/2006/relationships/customXml" Target="../ink/ink1968.xml"/><Relationship Id="rId511" Type="http://schemas.openxmlformats.org/officeDocument/2006/relationships/image" Target="../media/image1347.png"/><Relationship Id="rId85" Type="http://schemas.openxmlformats.org/officeDocument/2006/relationships/image" Target="../media/image1134.png"/><Relationship Id="rId150" Type="http://schemas.openxmlformats.org/officeDocument/2006/relationships/customXml" Target="../ink/ink1849.xml"/><Relationship Id="rId192" Type="http://schemas.openxmlformats.org/officeDocument/2006/relationships/customXml" Target="../ink/ink1870.xml"/><Relationship Id="rId206" Type="http://schemas.openxmlformats.org/officeDocument/2006/relationships/customXml" Target="../ink/ink1877.xml"/><Relationship Id="rId413" Type="http://schemas.openxmlformats.org/officeDocument/2006/relationships/image" Target="../media/image1298.png"/><Relationship Id="rId248" Type="http://schemas.openxmlformats.org/officeDocument/2006/relationships/customXml" Target="../ink/ink1898.xml"/><Relationship Id="rId455" Type="http://schemas.openxmlformats.org/officeDocument/2006/relationships/image" Target="../media/image1319.png"/><Relationship Id="rId497" Type="http://schemas.openxmlformats.org/officeDocument/2006/relationships/image" Target="../media/image1340.png"/><Relationship Id="rId12" Type="http://schemas.openxmlformats.org/officeDocument/2006/relationships/customXml" Target="../ink/ink1780.xml"/><Relationship Id="rId108" Type="http://schemas.openxmlformats.org/officeDocument/2006/relationships/customXml" Target="../ink/ink1828.xml"/><Relationship Id="rId315" Type="http://schemas.openxmlformats.org/officeDocument/2006/relationships/image" Target="../media/image1249.png"/><Relationship Id="rId357" Type="http://schemas.openxmlformats.org/officeDocument/2006/relationships/image" Target="../media/image1270.png"/><Relationship Id="rId522" Type="http://schemas.openxmlformats.org/officeDocument/2006/relationships/customXml" Target="../ink/ink2035.xml"/><Relationship Id="rId54" Type="http://schemas.openxmlformats.org/officeDocument/2006/relationships/customXml" Target="../ink/ink1801.xml"/><Relationship Id="rId96" Type="http://schemas.openxmlformats.org/officeDocument/2006/relationships/customXml" Target="../ink/ink1822.xml"/><Relationship Id="rId161" Type="http://schemas.openxmlformats.org/officeDocument/2006/relationships/image" Target="../media/image1172.png"/><Relationship Id="rId217" Type="http://schemas.openxmlformats.org/officeDocument/2006/relationships/image" Target="../media/image1200.png"/><Relationship Id="rId399" Type="http://schemas.openxmlformats.org/officeDocument/2006/relationships/image" Target="../media/image1291.png"/><Relationship Id="rId259" Type="http://schemas.openxmlformats.org/officeDocument/2006/relationships/image" Target="../media/image1221.png"/><Relationship Id="rId424" Type="http://schemas.openxmlformats.org/officeDocument/2006/relationships/customXml" Target="../ink/ink1986.xml"/><Relationship Id="rId466" Type="http://schemas.openxmlformats.org/officeDocument/2006/relationships/customXml" Target="../ink/ink2007.xml"/><Relationship Id="rId23" Type="http://schemas.openxmlformats.org/officeDocument/2006/relationships/image" Target="../media/image1103.png"/><Relationship Id="rId119" Type="http://schemas.openxmlformats.org/officeDocument/2006/relationships/image" Target="../media/image1151.png"/><Relationship Id="rId270" Type="http://schemas.openxmlformats.org/officeDocument/2006/relationships/customXml" Target="../ink/ink1909.xml"/><Relationship Id="rId326" Type="http://schemas.openxmlformats.org/officeDocument/2006/relationships/customXml" Target="../ink/ink1937.xml"/><Relationship Id="rId65" Type="http://schemas.openxmlformats.org/officeDocument/2006/relationships/image" Target="../media/image1124.png"/><Relationship Id="rId130" Type="http://schemas.openxmlformats.org/officeDocument/2006/relationships/customXml" Target="../ink/ink1839.xml"/><Relationship Id="rId368" Type="http://schemas.openxmlformats.org/officeDocument/2006/relationships/customXml" Target="../ink/ink1958.xml"/><Relationship Id="rId172" Type="http://schemas.openxmlformats.org/officeDocument/2006/relationships/customXml" Target="../ink/ink1860.xml"/><Relationship Id="rId228" Type="http://schemas.openxmlformats.org/officeDocument/2006/relationships/customXml" Target="../ink/ink1888.xml"/><Relationship Id="rId435" Type="http://schemas.openxmlformats.org/officeDocument/2006/relationships/image" Target="../media/image1309.png"/><Relationship Id="rId477" Type="http://schemas.openxmlformats.org/officeDocument/2006/relationships/image" Target="../media/image1330.png"/><Relationship Id="rId281" Type="http://schemas.openxmlformats.org/officeDocument/2006/relationships/image" Target="../media/image1232.png"/><Relationship Id="rId337" Type="http://schemas.openxmlformats.org/officeDocument/2006/relationships/image" Target="../media/image1260.png"/><Relationship Id="rId502" Type="http://schemas.openxmlformats.org/officeDocument/2006/relationships/customXml" Target="../ink/ink2025.xml"/><Relationship Id="rId34" Type="http://schemas.openxmlformats.org/officeDocument/2006/relationships/customXml" Target="../ink/ink1791.xml"/><Relationship Id="rId76" Type="http://schemas.openxmlformats.org/officeDocument/2006/relationships/customXml" Target="../ink/ink1812.xml"/><Relationship Id="rId141" Type="http://schemas.openxmlformats.org/officeDocument/2006/relationships/image" Target="../media/image1162.png"/><Relationship Id="rId379" Type="http://schemas.openxmlformats.org/officeDocument/2006/relationships/image" Target="../media/image1281.png"/><Relationship Id="rId7" Type="http://schemas.openxmlformats.org/officeDocument/2006/relationships/image" Target="../media/image1095.png"/><Relationship Id="rId183" Type="http://schemas.openxmlformats.org/officeDocument/2006/relationships/image" Target="../media/image1183.png"/><Relationship Id="rId239" Type="http://schemas.openxmlformats.org/officeDocument/2006/relationships/image" Target="../media/image1211.png"/><Relationship Id="rId390" Type="http://schemas.openxmlformats.org/officeDocument/2006/relationships/customXml" Target="../ink/ink1969.xml"/><Relationship Id="rId404" Type="http://schemas.openxmlformats.org/officeDocument/2006/relationships/customXml" Target="../ink/ink1976.xml"/><Relationship Id="rId446" Type="http://schemas.openxmlformats.org/officeDocument/2006/relationships/customXml" Target="../ink/ink1997.xml"/><Relationship Id="rId250" Type="http://schemas.openxmlformats.org/officeDocument/2006/relationships/customXml" Target="../ink/ink1899.xml"/><Relationship Id="rId292" Type="http://schemas.openxmlformats.org/officeDocument/2006/relationships/customXml" Target="../ink/ink1920.xml"/><Relationship Id="rId306" Type="http://schemas.openxmlformats.org/officeDocument/2006/relationships/customXml" Target="../ink/ink1927.xml"/><Relationship Id="rId488" Type="http://schemas.openxmlformats.org/officeDocument/2006/relationships/customXml" Target="../ink/ink2018.xml"/><Relationship Id="rId45" Type="http://schemas.openxmlformats.org/officeDocument/2006/relationships/image" Target="../media/image1114.png"/><Relationship Id="rId87" Type="http://schemas.openxmlformats.org/officeDocument/2006/relationships/image" Target="../media/image1135.png"/><Relationship Id="rId110" Type="http://schemas.openxmlformats.org/officeDocument/2006/relationships/customXml" Target="../ink/ink1829.xml"/><Relationship Id="rId348" Type="http://schemas.openxmlformats.org/officeDocument/2006/relationships/customXml" Target="../ink/ink1948.xml"/><Relationship Id="rId513" Type="http://schemas.openxmlformats.org/officeDocument/2006/relationships/image" Target="../media/image1348.png"/><Relationship Id="rId152" Type="http://schemas.openxmlformats.org/officeDocument/2006/relationships/customXml" Target="../ink/ink1850.xml"/><Relationship Id="rId194" Type="http://schemas.openxmlformats.org/officeDocument/2006/relationships/customXml" Target="../ink/ink1871.xml"/><Relationship Id="rId208" Type="http://schemas.openxmlformats.org/officeDocument/2006/relationships/customXml" Target="../ink/ink1878.xml"/><Relationship Id="rId415" Type="http://schemas.openxmlformats.org/officeDocument/2006/relationships/image" Target="../media/image1299.png"/><Relationship Id="rId457" Type="http://schemas.openxmlformats.org/officeDocument/2006/relationships/image" Target="../media/image1320.png"/><Relationship Id="rId261" Type="http://schemas.openxmlformats.org/officeDocument/2006/relationships/image" Target="../media/image1222.png"/><Relationship Id="rId499" Type="http://schemas.openxmlformats.org/officeDocument/2006/relationships/image" Target="../media/image1341.png"/><Relationship Id="rId14" Type="http://schemas.openxmlformats.org/officeDocument/2006/relationships/customXml" Target="../ink/ink1781.xml"/><Relationship Id="rId56" Type="http://schemas.openxmlformats.org/officeDocument/2006/relationships/customXml" Target="../ink/ink1802.xml"/><Relationship Id="rId317" Type="http://schemas.openxmlformats.org/officeDocument/2006/relationships/image" Target="../media/image1250.png"/><Relationship Id="rId359" Type="http://schemas.openxmlformats.org/officeDocument/2006/relationships/image" Target="../media/image1271.png"/><Relationship Id="rId524" Type="http://schemas.openxmlformats.org/officeDocument/2006/relationships/customXml" Target="../ink/ink2036.xml"/><Relationship Id="rId98" Type="http://schemas.openxmlformats.org/officeDocument/2006/relationships/customXml" Target="../ink/ink1823.xml"/><Relationship Id="rId121" Type="http://schemas.openxmlformats.org/officeDocument/2006/relationships/image" Target="../media/image1152.png"/><Relationship Id="rId163" Type="http://schemas.openxmlformats.org/officeDocument/2006/relationships/image" Target="../media/image1173.png"/><Relationship Id="rId219" Type="http://schemas.openxmlformats.org/officeDocument/2006/relationships/image" Target="../media/image1201.png"/><Relationship Id="rId370" Type="http://schemas.openxmlformats.org/officeDocument/2006/relationships/customXml" Target="../ink/ink1959.xml"/><Relationship Id="rId426" Type="http://schemas.openxmlformats.org/officeDocument/2006/relationships/customXml" Target="../ink/ink1987.xml"/><Relationship Id="rId230" Type="http://schemas.openxmlformats.org/officeDocument/2006/relationships/customXml" Target="../ink/ink1889.xml"/><Relationship Id="rId468" Type="http://schemas.openxmlformats.org/officeDocument/2006/relationships/customXml" Target="../ink/ink2008.xml"/><Relationship Id="rId25" Type="http://schemas.openxmlformats.org/officeDocument/2006/relationships/image" Target="../media/image1104.png"/><Relationship Id="rId67" Type="http://schemas.openxmlformats.org/officeDocument/2006/relationships/image" Target="../media/image1125.png"/><Relationship Id="rId272" Type="http://schemas.openxmlformats.org/officeDocument/2006/relationships/customXml" Target="../ink/ink1910.xml"/><Relationship Id="rId328" Type="http://schemas.openxmlformats.org/officeDocument/2006/relationships/customXml" Target="../ink/ink1938.xml"/><Relationship Id="rId132" Type="http://schemas.openxmlformats.org/officeDocument/2006/relationships/customXml" Target="../ink/ink1840.xml"/><Relationship Id="rId174" Type="http://schemas.openxmlformats.org/officeDocument/2006/relationships/customXml" Target="../ink/ink1861.xml"/><Relationship Id="rId381" Type="http://schemas.openxmlformats.org/officeDocument/2006/relationships/image" Target="../media/image1282.png"/><Relationship Id="rId241" Type="http://schemas.openxmlformats.org/officeDocument/2006/relationships/image" Target="../media/image1212.png"/><Relationship Id="rId437" Type="http://schemas.openxmlformats.org/officeDocument/2006/relationships/image" Target="../media/image1310.png"/><Relationship Id="rId479" Type="http://schemas.openxmlformats.org/officeDocument/2006/relationships/image" Target="../media/image1331.png"/><Relationship Id="rId36" Type="http://schemas.openxmlformats.org/officeDocument/2006/relationships/customXml" Target="../ink/ink1792.xml"/><Relationship Id="rId283" Type="http://schemas.openxmlformats.org/officeDocument/2006/relationships/image" Target="../media/image1233.png"/><Relationship Id="rId339" Type="http://schemas.openxmlformats.org/officeDocument/2006/relationships/image" Target="../media/image1261.png"/><Relationship Id="rId490" Type="http://schemas.openxmlformats.org/officeDocument/2006/relationships/customXml" Target="../ink/ink2019.xml"/><Relationship Id="rId504" Type="http://schemas.openxmlformats.org/officeDocument/2006/relationships/customXml" Target="../ink/ink2026.xml"/><Relationship Id="rId78" Type="http://schemas.openxmlformats.org/officeDocument/2006/relationships/customXml" Target="../ink/ink1813.xml"/><Relationship Id="rId101" Type="http://schemas.openxmlformats.org/officeDocument/2006/relationships/image" Target="../media/image1142.png"/><Relationship Id="rId143" Type="http://schemas.openxmlformats.org/officeDocument/2006/relationships/image" Target="../media/image1163.png"/><Relationship Id="rId185" Type="http://schemas.openxmlformats.org/officeDocument/2006/relationships/image" Target="../media/image1184.png"/><Relationship Id="rId350" Type="http://schemas.openxmlformats.org/officeDocument/2006/relationships/customXml" Target="../ink/ink1949.xml"/><Relationship Id="rId406" Type="http://schemas.openxmlformats.org/officeDocument/2006/relationships/customXml" Target="../ink/ink1977.xml"/><Relationship Id="rId9" Type="http://schemas.openxmlformats.org/officeDocument/2006/relationships/image" Target="../media/image1096.png"/><Relationship Id="rId210" Type="http://schemas.openxmlformats.org/officeDocument/2006/relationships/customXml" Target="../ink/ink1879.xml"/><Relationship Id="rId392" Type="http://schemas.openxmlformats.org/officeDocument/2006/relationships/customXml" Target="../ink/ink1970.xml"/><Relationship Id="rId448" Type="http://schemas.openxmlformats.org/officeDocument/2006/relationships/customXml" Target="../ink/ink1998.xml"/><Relationship Id="rId252" Type="http://schemas.openxmlformats.org/officeDocument/2006/relationships/customXml" Target="../ink/ink1900.xml"/><Relationship Id="rId294" Type="http://schemas.openxmlformats.org/officeDocument/2006/relationships/customXml" Target="../ink/ink1921.xml"/><Relationship Id="rId308" Type="http://schemas.openxmlformats.org/officeDocument/2006/relationships/customXml" Target="../ink/ink1928.xml"/><Relationship Id="rId515" Type="http://schemas.openxmlformats.org/officeDocument/2006/relationships/image" Target="../media/image1349.png"/><Relationship Id="rId47" Type="http://schemas.openxmlformats.org/officeDocument/2006/relationships/image" Target="../media/image1115.png"/><Relationship Id="rId89" Type="http://schemas.openxmlformats.org/officeDocument/2006/relationships/image" Target="../media/image1136.png"/><Relationship Id="rId112" Type="http://schemas.openxmlformats.org/officeDocument/2006/relationships/customXml" Target="../ink/ink1830.xml"/><Relationship Id="rId154" Type="http://schemas.openxmlformats.org/officeDocument/2006/relationships/customXml" Target="../ink/ink1851.xml"/><Relationship Id="rId361" Type="http://schemas.openxmlformats.org/officeDocument/2006/relationships/image" Target="../media/image1272.png"/><Relationship Id="rId196" Type="http://schemas.openxmlformats.org/officeDocument/2006/relationships/customXml" Target="../ink/ink1872.xml"/><Relationship Id="rId417" Type="http://schemas.openxmlformats.org/officeDocument/2006/relationships/image" Target="../media/image1300.png"/><Relationship Id="rId459" Type="http://schemas.openxmlformats.org/officeDocument/2006/relationships/image" Target="../media/image1321.png"/><Relationship Id="rId16" Type="http://schemas.openxmlformats.org/officeDocument/2006/relationships/customXml" Target="../ink/ink1782.xml"/><Relationship Id="rId221" Type="http://schemas.openxmlformats.org/officeDocument/2006/relationships/image" Target="../media/image1202.png"/><Relationship Id="rId263" Type="http://schemas.openxmlformats.org/officeDocument/2006/relationships/image" Target="../media/image1223.png"/><Relationship Id="rId319" Type="http://schemas.openxmlformats.org/officeDocument/2006/relationships/image" Target="../media/image1251.png"/><Relationship Id="rId470" Type="http://schemas.openxmlformats.org/officeDocument/2006/relationships/customXml" Target="../ink/ink2009.xml"/><Relationship Id="rId526" Type="http://schemas.openxmlformats.org/officeDocument/2006/relationships/customXml" Target="../ink/ink2037.xml"/><Relationship Id="rId58" Type="http://schemas.openxmlformats.org/officeDocument/2006/relationships/customXml" Target="../ink/ink1803.xml"/><Relationship Id="rId123" Type="http://schemas.openxmlformats.org/officeDocument/2006/relationships/image" Target="../media/image1153.png"/><Relationship Id="rId330" Type="http://schemas.openxmlformats.org/officeDocument/2006/relationships/customXml" Target="../ink/ink1939.xml"/><Relationship Id="rId165" Type="http://schemas.openxmlformats.org/officeDocument/2006/relationships/image" Target="../media/image1174.png"/><Relationship Id="rId372" Type="http://schemas.openxmlformats.org/officeDocument/2006/relationships/customXml" Target="../ink/ink1960.xml"/><Relationship Id="rId428" Type="http://schemas.openxmlformats.org/officeDocument/2006/relationships/customXml" Target="../ink/ink1988.xml"/><Relationship Id="rId232" Type="http://schemas.openxmlformats.org/officeDocument/2006/relationships/customXml" Target="../ink/ink1890.xml"/><Relationship Id="rId274" Type="http://schemas.openxmlformats.org/officeDocument/2006/relationships/customXml" Target="../ink/ink1911.xml"/><Relationship Id="rId481" Type="http://schemas.openxmlformats.org/officeDocument/2006/relationships/image" Target="../media/image1332.png"/><Relationship Id="rId27" Type="http://schemas.openxmlformats.org/officeDocument/2006/relationships/image" Target="../media/image1105.png"/><Relationship Id="rId69" Type="http://schemas.openxmlformats.org/officeDocument/2006/relationships/image" Target="../media/image1126.png"/><Relationship Id="rId134" Type="http://schemas.openxmlformats.org/officeDocument/2006/relationships/customXml" Target="../ink/ink1841.xml"/><Relationship Id="rId80" Type="http://schemas.openxmlformats.org/officeDocument/2006/relationships/customXml" Target="../ink/ink1814.xml"/><Relationship Id="rId176" Type="http://schemas.openxmlformats.org/officeDocument/2006/relationships/customXml" Target="../ink/ink1862.xml"/><Relationship Id="rId341" Type="http://schemas.openxmlformats.org/officeDocument/2006/relationships/image" Target="../media/image1262.png"/><Relationship Id="rId383" Type="http://schemas.openxmlformats.org/officeDocument/2006/relationships/image" Target="../media/image1283.png"/><Relationship Id="rId439" Type="http://schemas.openxmlformats.org/officeDocument/2006/relationships/image" Target="../media/image1311.png"/><Relationship Id="rId201" Type="http://schemas.openxmlformats.org/officeDocument/2006/relationships/image" Target="../media/image1192.png"/><Relationship Id="rId243" Type="http://schemas.openxmlformats.org/officeDocument/2006/relationships/image" Target="../media/image1213.png"/><Relationship Id="rId285" Type="http://schemas.openxmlformats.org/officeDocument/2006/relationships/image" Target="../media/image1234.png"/><Relationship Id="rId450" Type="http://schemas.openxmlformats.org/officeDocument/2006/relationships/customXml" Target="../ink/ink1999.xml"/><Relationship Id="rId506" Type="http://schemas.openxmlformats.org/officeDocument/2006/relationships/customXml" Target="../ink/ink2027.xml"/><Relationship Id="rId38" Type="http://schemas.openxmlformats.org/officeDocument/2006/relationships/customXml" Target="../ink/ink1793.xml"/><Relationship Id="rId103" Type="http://schemas.openxmlformats.org/officeDocument/2006/relationships/image" Target="../media/image1143.png"/><Relationship Id="rId310" Type="http://schemas.openxmlformats.org/officeDocument/2006/relationships/customXml" Target="../ink/ink1929.xml"/><Relationship Id="rId492" Type="http://schemas.openxmlformats.org/officeDocument/2006/relationships/customXml" Target="../ink/ink2020.xml"/><Relationship Id="rId91" Type="http://schemas.openxmlformats.org/officeDocument/2006/relationships/image" Target="../media/image1137.png"/><Relationship Id="rId145" Type="http://schemas.openxmlformats.org/officeDocument/2006/relationships/image" Target="../media/image1164.png"/><Relationship Id="rId187" Type="http://schemas.openxmlformats.org/officeDocument/2006/relationships/image" Target="../media/image1185.png"/><Relationship Id="rId352" Type="http://schemas.openxmlformats.org/officeDocument/2006/relationships/customXml" Target="../ink/ink1950.xml"/><Relationship Id="rId394" Type="http://schemas.openxmlformats.org/officeDocument/2006/relationships/customXml" Target="../ink/ink1971.xml"/><Relationship Id="rId408" Type="http://schemas.openxmlformats.org/officeDocument/2006/relationships/customXml" Target="../ink/ink1978.xml"/><Relationship Id="rId212" Type="http://schemas.openxmlformats.org/officeDocument/2006/relationships/customXml" Target="../ink/ink1880.xml"/><Relationship Id="rId254" Type="http://schemas.openxmlformats.org/officeDocument/2006/relationships/customXml" Target="../ink/ink1901.xml"/><Relationship Id="rId49" Type="http://schemas.openxmlformats.org/officeDocument/2006/relationships/image" Target="../media/image1116.png"/><Relationship Id="rId114" Type="http://schemas.openxmlformats.org/officeDocument/2006/relationships/customXml" Target="../ink/ink1831.xml"/><Relationship Id="rId296" Type="http://schemas.openxmlformats.org/officeDocument/2006/relationships/customXml" Target="../ink/ink1922.xml"/><Relationship Id="rId461" Type="http://schemas.openxmlformats.org/officeDocument/2006/relationships/image" Target="../media/image1322.png"/><Relationship Id="rId517" Type="http://schemas.openxmlformats.org/officeDocument/2006/relationships/image" Target="../media/image1350.png"/><Relationship Id="rId60" Type="http://schemas.openxmlformats.org/officeDocument/2006/relationships/customXml" Target="../ink/ink1804.xml"/><Relationship Id="rId156" Type="http://schemas.openxmlformats.org/officeDocument/2006/relationships/customXml" Target="../ink/ink1852.xml"/><Relationship Id="rId198" Type="http://schemas.openxmlformats.org/officeDocument/2006/relationships/customXml" Target="../ink/ink1873.xml"/><Relationship Id="rId321" Type="http://schemas.openxmlformats.org/officeDocument/2006/relationships/image" Target="../media/image1252.png"/><Relationship Id="rId363" Type="http://schemas.openxmlformats.org/officeDocument/2006/relationships/image" Target="../media/image1273.png"/><Relationship Id="rId419" Type="http://schemas.openxmlformats.org/officeDocument/2006/relationships/image" Target="../media/image1301.png"/><Relationship Id="rId223" Type="http://schemas.openxmlformats.org/officeDocument/2006/relationships/image" Target="../media/image1203.png"/><Relationship Id="rId430" Type="http://schemas.openxmlformats.org/officeDocument/2006/relationships/customXml" Target="../ink/ink1989.xml"/><Relationship Id="rId18" Type="http://schemas.openxmlformats.org/officeDocument/2006/relationships/customXml" Target="../ink/ink1783.xml"/><Relationship Id="rId265" Type="http://schemas.openxmlformats.org/officeDocument/2006/relationships/image" Target="../media/image1224.png"/><Relationship Id="rId472" Type="http://schemas.openxmlformats.org/officeDocument/2006/relationships/customXml" Target="../ink/ink2010.xml"/><Relationship Id="rId125" Type="http://schemas.openxmlformats.org/officeDocument/2006/relationships/image" Target="../media/image1154.png"/><Relationship Id="rId167" Type="http://schemas.openxmlformats.org/officeDocument/2006/relationships/image" Target="../media/image1175.png"/><Relationship Id="rId332" Type="http://schemas.openxmlformats.org/officeDocument/2006/relationships/customXml" Target="../ink/ink1940.xml"/><Relationship Id="rId374" Type="http://schemas.openxmlformats.org/officeDocument/2006/relationships/customXml" Target="../ink/ink1961.xml"/><Relationship Id="rId71" Type="http://schemas.openxmlformats.org/officeDocument/2006/relationships/image" Target="../media/image1127.png"/><Relationship Id="rId234" Type="http://schemas.openxmlformats.org/officeDocument/2006/relationships/customXml" Target="../ink/ink1891.xml"/><Relationship Id="rId2" Type="http://schemas.openxmlformats.org/officeDocument/2006/relationships/customXml" Target="../ink/ink1775.xml"/><Relationship Id="rId29" Type="http://schemas.openxmlformats.org/officeDocument/2006/relationships/image" Target="../media/image1106.png"/><Relationship Id="rId276" Type="http://schemas.openxmlformats.org/officeDocument/2006/relationships/customXml" Target="../ink/ink1912.xml"/><Relationship Id="rId441" Type="http://schemas.openxmlformats.org/officeDocument/2006/relationships/image" Target="../media/image1312.png"/><Relationship Id="rId483" Type="http://schemas.openxmlformats.org/officeDocument/2006/relationships/image" Target="../media/image1333.png"/><Relationship Id="rId40" Type="http://schemas.openxmlformats.org/officeDocument/2006/relationships/customXml" Target="../ink/ink1794.xml"/><Relationship Id="rId136" Type="http://schemas.openxmlformats.org/officeDocument/2006/relationships/customXml" Target="../ink/ink1842.xml"/><Relationship Id="rId178" Type="http://schemas.openxmlformats.org/officeDocument/2006/relationships/customXml" Target="../ink/ink1863.xml"/><Relationship Id="rId301" Type="http://schemas.openxmlformats.org/officeDocument/2006/relationships/image" Target="../media/image1242.png"/><Relationship Id="rId343" Type="http://schemas.openxmlformats.org/officeDocument/2006/relationships/image" Target="../media/image1263.png"/><Relationship Id="rId82" Type="http://schemas.openxmlformats.org/officeDocument/2006/relationships/customXml" Target="../ink/ink1815.xml"/><Relationship Id="rId203" Type="http://schemas.openxmlformats.org/officeDocument/2006/relationships/image" Target="../media/image1193.png"/><Relationship Id="rId385" Type="http://schemas.openxmlformats.org/officeDocument/2006/relationships/image" Target="../media/image1284.png"/><Relationship Id="rId245" Type="http://schemas.openxmlformats.org/officeDocument/2006/relationships/image" Target="../media/image1214.png"/><Relationship Id="rId287" Type="http://schemas.openxmlformats.org/officeDocument/2006/relationships/image" Target="../media/image1235.png"/><Relationship Id="rId410" Type="http://schemas.openxmlformats.org/officeDocument/2006/relationships/customXml" Target="../ink/ink1979.xml"/><Relationship Id="rId452" Type="http://schemas.openxmlformats.org/officeDocument/2006/relationships/customXml" Target="../ink/ink2000.xml"/><Relationship Id="rId494" Type="http://schemas.openxmlformats.org/officeDocument/2006/relationships/customXml" Target="../ink/ink2021.xml"/><Relationship Id="rId508" Type="http://schemas.openxmlformats.org/officeDocument/2006/relationships/customXml" Target="../ink/ink2028.xml"/><Relationship Id="rId105" Type="http://schemas.openxmlformats.org/officeDocument/2006/relationships/image" Target="../media/image1144.png"/><Relationship Id="rId147" Type="http://schemas.openxmlformats.org/officeDocument/2006/relationships/image" Target="../media/image1165.png"/><Relationship Id="rId312" Type="http://schemas.openxmlformats.org/officeDocument/2006/relationships/customXml" Target="../ink/ink1930.xml"/><Relationship Id="rId354" Type="http://schemas.openxmlformats.org/officeDocument/2006/relationships/customXml" Target="../ink/ink1951.xml"/><Relationship Id="rId51" Type="http://schemas.openxmlformats.org/officeDocument/2006/relationships/image" Target="../media/image1117.png"/><Relationship Id="rId93" Type="http://schemas.openxmlformats.org/officeDocument/2006/relationships/image" Target="../media/image1138.png"/><Relationship Id="rId189" Type="http://schemas.openxmlformats.org/officeDocument/2006/relationships/image" Target="../media/image1186.png"/><Relationship Id="rId396" Type="http://schemas.openxmlformats.org/officeDocument/2006/relationships/customXml" Target="../ink/ink1972.xml"/><Relationship Id="rId214" Type="http://schemas.openxmlformats.org/officeDocument/2006/relationships/customXml" Target="../ink/ink1881.xml"/><Relationship Id="rId256" Type="http://schemas.openxmlformats.org/officeDocument/2006/relationships/customXml" Target="../ink/ink1902.xml"/><Relationship Id="rId298" Type="http://schemas.openxmlformats.org/officeDocument/2006/relationships/customXml" Target="../ink/ink1923.xml"/><Relationship Id="rId421" Type="http://schemas.openxmlformats.org/officeDocument/2006/relationships/image" Target="../media/image1302.png"/><Relationship Id="rId463" Type="http://schemas.openxmlformats.org/officeDocument/2006/relationships/image" Target="../media/image1323.png"/><Relationship Id="rId519" Type="http://schemas.openxmlformats.org/officeDocument/2006/relationships/image" Target="../media/image1351.png"/><Relationship Id="rId116" Type="http://schemas.openxmlformats.org/officeDocument/2006/relationships/customXml" Target="../ink/ink1832.xml"/><Relationship Id="rId158" Type="http://schemas.openxmlformats.org/officeDocument/2006/relationships/customXml" Target="../ink/ink1853.xml"/><Relationship Id="rId323" Type="http://schemas.openxmlformats.org/officeDocument/2006/relationships/image" Target="../media/image1253.png"/><Relationship Id="rId20" Type="http://schemas.openxmlformats.org/officeDocument/2006/relationships/customXml" Target="../ink/ink1784.xml"/><Relationship Id="rId62" Type="http://schemas.openxmlformats.org/officeDocument/2006/relationships/customXml" Target="../ink/ink1805.xml"/><Relationship Id="rId365" Type="http://schemas.openxmlformats.org/officeDocument/2006/relationships/image" Target="../media/image1274.png"/><Relationship Id="rId225" Type="http://schemas.openxmlformats.org/officeDocument/2006/relationships/image" Target="../media/image1204.png"/><Relationship Id="rId267" Type="http://schemas.openxmlformats.org/officeDocument/2006/relationships/image" Target="../media/image1225.png"/><Relationship Id="rId432" Type="http://schemas.openxmlformats.org/officeDocument/2006/relationships/customXml" Target="../ink/ink1990.xml"/><Relationship Id="rId474" Type="http://schemas.openxmlformats.org/officeDocument/2006/relationships/customXml" Target="../ink/ink2011.xml"/><Relationship Id="rId127" Type="http://schemas.openxmlformats.org/officeDocument/2006/relationships/image" Target="../media/image1155.png"/><Relationship Id="rId31" Type="http://schemas.openxmlformats.org/officeDocument/2006/relationships/image" Target="../media/image1107.png"/><Relationship Id="rId73" Type="http://schemas.openxmlformats.org/officeDocument/2006/relationships/image" Target="../media/image1128.png"/><Relationship Id="rId169" Type="http://schemas.openxmlformats.org/officeDocument/2006/relationships/image" Target="../media/image1176.png"/><Relationship Id="rId334" Type="http://schemas.openxmlformats.org/officeDocument/2006/relationships/customXml" Target="../ink/ink1941.xml"/><Relationship Id="rId376" Type="http://schemas.openxmlformats.org/officeDocument/2006/relationships/customXml" Target="../ink/ink1962.xml"/><Relationship Id="rId4" Type="http://schemas.openxmlformats.org/officeDocument/2006/relationships/customXml" Target="../ink/ink1776.xml"/><Relationship Id="rId180" Type="http://schemas.openxmlformats.org/officeDocument/2006/relationships/customXml" Target="../ink/ink1864.xml"/><Relationship Id="rId236" Type="http://schemas.openxmlformats.org/officeDocument/2006/relationships/customXml" Target="../ink/ink1892.xml"/><Relationship Id="rId278" Type="http://schemas.openxmlformats.org/officeDocument/2006/relationships/customXml" Target="../ink/ink1913.xml"/><Relationship Id="rId401" Type="http://schemas.openxmlformats.org/officeDocument/2006/relationships/image" Target="../media/image1292.png"/><Relationship Id="rId443" Type="http://schemas.openxmlformats.org/officeDocument/2006/relationships/image" Target="../media/image1313.png"/><Relationship Id="rId303" Type="http://schemas.openxmlformats.org/officeDocument/2006/relationships/image" Target="../media/image1243.png"/><Relationship Id="rId485" Type="http://schemas.openxmlformats.org/officeDocument/2006/relationships/image" Target="../media/image1334.png"/><Relationship Id="rId42" Type="http://schemas.openxmlformats.org/officeDocument/2006/relationships/customXml" Target="../ink/ink1795.xml"/><Relationship Id="rId84" Type="http://schemas.openxmlformats.org/officeDocument/2006/relationships/customXml" Target="../ink/ink1816.xml"/><Relationship Id="rId138" Type="http://schemas.openxmlformats.org/officeDocument/2006/relationships/customXml" Target="../ink/ink1843.xml"/><Relationship Id="rId345" Type="http://schemas.openxmlformats.org/officeDocument/2006/relationships/image" Target="../media/image1264.png"/><Relationship Id="rId387" Type="http://schemas.openxmlformats.org/officeDocument/2006/relationships/image" Target="../media/image1285.png"/><Relationship Id="rId510" Type="http://schemas.openxmlformats.org/officeDocument/2006/relationships/customXml" Target="../ink/ink2029.xml"/><Relationship Id="rId191" Type="http://schemas.openxmlformats.org/officeDocument/2006/relationships/image" Target="../media/image1187.png"/><Relationship Id="rId205" Type="http://schemas.openxmlformats.org/officeDocument/2006/relationships/image" Target="../media/image1194.png"/><Relationship Id="rId247" Type="http://schemas.openxmlformats.org/officeDocument/2006/relationships/image" Target="../media/image1215.png"/><Relationship Id="rId412" Type="http://schemas.openxmlformats.org/officeDocument/2006/relationships/customXml" Target="../ink/ink1980.xml"/><Relationship Id="rId107" Type="http://schemas.openxmlformats.org/officeDocument/2006/relationships/image" Target="../media/image1145.png"/><Relationship Id="rId289" Type="http://schemas.openxmlformats.org/officeDocument/2006/relationships/image" Target="../media/image1236.png"/><Relationship Id="rId454" Type="http://schemas.openxmlformats.org/officeDocument/2006/relationships/customXml" Target="../ink/ink2001.xml"/><Relationship Id="rId496" Type="http://schemas.openxmlformats.org/officeDocument/2006/relationships/customXml" Target="../ink/ink2022.xml"/><Relationship Id="rId11" Type="http://schemas.openxmlformats.org/officeDocument/2006/relationships/image" Target="../media/image1097.png"/><Relationship Id="rId53" Type="http://schemas.openxmlformats.org/officeDocument/2006/relationships/image" Target="../media/image1118.png"/><Relationship Id="rId149" Type="http://schemas.openxmlformats.org/officeDocument/2006/relationships/image" Target="../media/image1166.png"/><Relationship Id="rId314" Type="http://schemas.openxmlformats.org/officeDocument/2006/relationships/customXml" Target="../ink/ink1931.xml"/><Relationship Id="rId356" Type="http://schemas.openxmlformats.org/officeDocument/2006/relationships/customXml" Target="../ink/ink1952.xml"/><Relationship Id="rId398" Type="http://schemas.openxmlformats.org/officeDocument/2006/relationships/customXml" Target="../ink/ink1973.xml"/><Relationship Id="rId521" Type="http://schemas.openxmlformats.org/officeDocument/2006/relationships/image" Target="../media/image1352.png"/><Relationship Id="rId95" Type="http://schemas.openxmlformats.org/officeDocument/2006/relationships/image" Target="../media/image1139.png"/><Relationship Id="rId160" Type="http://schemas.openxmlformats.org/officeDocument/2006/relationships/customXml" Target="../ink/ink1854.xml"/><Relationship Id="rId216" Type="http://schemas.openxmlformats.org/officeDocument/2006/relationships/customXml" Target="../ink/ink1882.xml"/><Relationship Id="rId423" Type="http://schemas.openxmlformats.org/officeDocument/2006/relationships/image" Target="../media/image1303.png"/><Relationship Id="rId258" Type="http://schemas.openxmlformats.org/officeDocument/2006/relationships/customXml" Target="../ink/ink1903.xml"/><Relationship Id="rId465" Type="http://schemas.openxmlformats.org/officeDocument/2006/relationships/image" Target="../media/image1324.png"/><Relationship Id="rId22" Type="http://schemas.openxmlformats.org/officeDocument/2006/relationships/customXml" Target="../ink/ink1785.xml"/><Relationship Id="rId64" Type="http://schemas.openxmlformats.org/officeDocument/2006/relationships/customXml" Target="../ink/ink1806.xml"/><Relationship Id="rId118" Type="http://schemas.openxmlformats.org/officeDocument/2006/relationships/customXml" Target="../ink/ink1833.xml"/><Relationship Id="rId325" Type="http://schemas.openxmlformats.org/officeDocument/2006/relationships/image" Target="../media/image1254.png"/><Relationship Id="rId367" Type="http://schemas.openxmlformats.org/officeDocument/2006/relationships/image" Target="../media/image1275.png"/><Relationship Id="rId171" Type="http://schemas.openxmlformats.org/officeDocument/2006/relationships/image" Target="../media/image1177.png"/><Relationship Id="rId227" Type="http://schemas.openxmlformats.org/officeDocument/2006/relationships/image" Target="../media/image1205.png"/><Relationship Id="rId269" Type="http://schemas.openxmlformats.org/officeDocument/2006/relationships/image" Target="../media/image1226.png"/><Relationship Id="rId434" Type="http://schemas.openxmlformats.org/officeDocument/2006/relationships/customXml" Target="../ink/ink1991.xml"/><Relationship Id="rId476" Type="http://schemas.openxmlformats.org/officeDocument/2006/relationships/customXml" Target="../ink/ink2012.xml"/><Relationship Id="rId33" Type="http://schemas.openxmlformats.org/officeDocument/2006/relationships/image" Target="../media/image1108.png"/><Relationship Id="rId129" Type="http://schemas.openxmlformats.org/officeDocument/2006/relationships/image" Target="../media/image1156.png"/><Relationship Id="rId280" Type="http://schemas.openxmlformats.org/officeDocument/2006/relationships/customXml" Target="../ink/ink1914.xml"/><Relationship Id="rId336" Type="http://schemas.openxmlformats.org/officeDocument/2006/relationships/customXml" Target="../ink/ink1942.xml"/><Relationship Id="rId501" Type="http://schemas.openxmlformats.org/officeDocument/2006/relationships/image" Target="../media/image1342.png"/><Relationship Id="rId75" Type="http://schemas.openxmlformats.org/officeDocument/2006/relationships/image" Target="../media/image1129.png"/><Relationship Id="rId140" Type="http://schemas.openxmlformats.org/officeDocument/2006/relationships/customXml" Target="../ink/ink1844.xml"/><Relationship Id="rId182" Type="http://schemas.openxmlformats.org/officeDocument/2006/relationships/customXml" Target="../ink/ink1865.xml"/><Relationship Id="rId378" Type="http://schemas.openxmlformats.org/officeDocument/2006/relationships/customXml" Target="../ink/ink1963.xml"/><Relationship Id="rId403" Type="http://schemas.openxmlformats.org/officeDocument/2006/relationships/image" Target="../media/image1293.png"/><Relationship Id="rId6" Type="http://schemas.openxmlformats.org/officeDocument/2006/relationships/customXml" Target="../ink/ink1777.xml"/><Relationship Id="rId238" Type="http://schemas.openxmlformats.org/officeDocument/2006/relationships/customXml" Target="../ink/ink1893.xml"/><Relationship Id="rId445" Type="http://schemas.openxmlformats.org/officeDocument/2006/relationships/image" Target="../media/image1314.png"/><Relationship Id="rId487" Type="http://schemas.openxmlformats.org/officeDocument/2006/relationships/image" Target="../media/image1335.png"/><Relationship Id="rId291" Type="http://schemas.openxmlformats.org/officeDocument/2006/relationships/image" Target="../media/image1237.png"/><Relationship Id="rId305" Type="http://schemas.openxmlformats.org/officeDocument/2006/relationships/image" Target="../media/image1244.png"/><Relationship Id="rId347" Type="http://schemas.openxmlformats.org/officeDocument/2006/relationships/image" Target="../media/image1265.png"/><Relationship Id="rId512" Type="http://schemas.openxmlformats.org/officeDocument/2006/relationships/customXml" Target="../ink/ink2030.xml"/><Relationship Id="rId44" Type="http://schemas.openxmlformats.org/officeDocument/2006/relationships/customXml" Target="../ink/ink1796.xml"/><Relationship Id="rId86" Type="http://schemas.openxmlformats.org/officeDocument/2006/relationships/customXml" Target="../ink/ink1817.xml"/><Relationship Id="rId151" Type="http://schemas.openxmlformats.org/officeDocument/2006/relationships/image" Target="../media/image1167.png"/><Relationship Id="rId389" Type="http://schemas.openxmlformats.org/officeDocument/2006/relationships/image" Target="../media/image1286.png"/><Relationship Id="rId193" Type="http://schemas.openxmlformats.org/officeDocument/2006/relationships/image" Target="../media/image1188.png"/><Relationship Id="rId207" Type="http://schemas.openxmlformats.org/officeDocument/2006/relationships/image" Target="../media/image1195.png"/><Relationship Id="rId249" Type="http://schemas.openxmlformats.org/officeDocument/2006/relationships/image" Target="../media/image1216.png"/><Relationship Id="rId414" Type="http://schemas.openxmlformats.org/officeDocument/2006/relationships/customXml" Target="../ink/ink1981.xml"/><Relationship Id="rId456" Type="http://schemas.openxmlformats.org/officeDocument/2006/relationships/customXml" Target="../ink/ink2002.xml"/><Relationship Id="rId498" Type="http://schemas.openxmlformats.org/officeDocument/2006/relationships/customXml" Target="../ink/ink2023.xml"/><Relationship Id="rId13" Type="http://schemas.openxmlformats.org/officeDocument/2006/relationships/image" Target="../media/image1098.png"/><Relationship Id="rId109" Type="http://schemas.openxmlformats.org/officeDocument/2006/relationships/image" Target="../media/image1146.png"/><Relationship Id="rId260" Type="http://schemas.openxmlformats.org/officeDocument/2006/relationships/customXml" Target="../ink/ink1904.xml"/><Relationship Id="rId316" Type="http://schemas.openxmlformats.org/officeDocument/2006/relationships/customXml" Target="../ink/ink1932.xml"/><Relationship Id="rId523" Type="http://schemas.openxmlformats.org/officeDocument/2006/relationships/image" Target="../media/image1353.png"/><Relationship Id="rId55" Type="http://schemas.openxmlformats.org/officeDocument/2006/relationships/image" Target="../media/image1119.png"/><Relationship Id="rId97" Type="http://schemas.openxmlformats.org/officeDocument/2006/relationships/image" Target="../media/image1140.png"/><Relationship Id="rId120" Type="http://schemas.openxmlformats.org/officeDocument/2006/relationships/customXml" Target="../ink/ink1834.xml"/><Relationship Id="rId358" Type="http://schemas.openxmlformats.org/officeDocument/2006/relationships/customXml" Target="../ink/ink1953.xml"/><Relationship Id="rId162" Type="http://schemas.openxmlformats.org/officeDocument/2006/relationships/customXml" Target="../ink/ink1855.xml"/><Relationship Id="rId218" Type="http://schemas.openxmlformats.org/officeDocument/2006/relationships/customXml" Target="../ink/ink1883.xml"/><Relationship Id="rId425" Type="http://schemas.openxmlformats.org/officeDocument/2006/relationships/image" Target="../media/image1304.png"/><Relationship Id="rId467" Type="http://schemas.openxmlformats.org/officeDocument/2006/relationships/image" Target="../media/image1325.png"/><Relationship Id="rId271" Type="http://schemas.openxmlformats.org/officeDocument/2006/relationships/image" Target="../media/image1227.png"/><Relationship Id="rId24" Type="http://schemas.openxmlformats.org/officeDocument/2006/relationships/customXml" Target="../ink/ink1786.xml"/><Relationship Id="rId66" Type="http://schemas.openxmlformats.org/officeDocument/2006/relationships/customXml" Target="../ink/ink1807.xml"/><Relationship Id="rId131" Type="http://schemas.openxmlformats.org/officeDocument/2006/relationships/image" Target="../media/image1157.png"/><Relationship Id="rId327" Type="http://schemas.openxmlformats.org/officeDocument/2006/relationships/image" Target="../media/image1255.png"/><Relationship Id="rId369" Type="http://schemas.openxmlformats.org/officeDocument/2006/relationships/image" Target="../media/image1276.png"/><Relationship Id="rId173" Type="http://schemas.openxmlformats.org/officeDocument/2006/relationships/image" Target="../media/image1178.png"/><Relationship Id="rId229" Type="http://schemas.openxmlformats.org/officeDocument/2006/relationships/image" Target="../media/image1206.png"/><Relationship Id="rId380" Type="http://schemas.openxmlformats.org/officeDocument/2006/relationships/customXml" Target="../ink/ink1964.xml"/><Relationship Id="rId436" Type="http://schemas.openxmlformats.org/officeDocument/2006/relationships/customXml" Target="../ink/ink1992.xml"/><Relationship Id="rId240" Type="http://schemas.openxmlformats.org/officeDocument/2006/relationships/customXml" Target="../ink/ink1894.xml"/><Relationship Id="rId478" Type="http://schemas.openxmlformats.org/officeDocument/2006/relationships/customXml" Target="../ink/ink2013.xml"/><Relationship Id="rId35" Type="http://schemas.openxmlformats.org/officeDocument/2006/relationships/image" Target="../media/image1109.png"/><Relationship Id="rId77" Type="http://schemas.openxmlformats.org/officeDocument/2006/relationships/image" Target="../media/image1130.png"/><Relationship Id="rId100" Type="http://schemas.openxmlformats.org/officeDocument/2006/relationships/customXml" Target="../ink/ink1824.xml"/><Relationship Id="rId282" Type="http://schemas.openxmlformats.org/officeDocument/2006/relationships/customXml" Target="../ink/ink1915.xml"/><Relationship Id="rId338" Type="http://schemas.openxmlformats.org/officeDocument/2006/relationships/customXml" Target="../ink/ink1943.xml"/><Relationship Id="rId503" Type="http://schemas.openxmlformats.org/officeDocument/2006/relationships/image" Target="../media/image1343.png"/><Relationship Id="rId8" Type="http://schemas.openxmlformats.org/officeDocument/2006/relationships/customXml" Target="../ink/ink1778.xml"/><Relationship Id="rId142" Type="http://schemas.openxmlformats.org/officeDocument/2006/relationships/customXml" Target="../ink/ink1845.xml"/><Relationship Id="rId184" Type="http://schemas.openxmlformats.org/officeDocument/2006/relationships/customXml" Target="../ink/ink1866.xml"/><Relationship Id="rId391" Type="http://schemas.openxmlformats.org/officeDocument/2006/relationships/image" Target="../media/image1287.png"/><Relationship Id="rId405" Type="http://schemas.openxmlformats.org/officeDocument/2006/relationships/image" Target="../media/image1294.png"/><Relationship Id="rId447" Type="http://schemas.openxmlformats.org/officeDocument/2006/relationships/image" Target="../media/image1315.png"/><Relationship Id="rId251" Type="http://schemas.openxmlformats.org/officeDocument/2006/relationships/image" Target="../media/image1217.png"/><Relationship Id="rId489" Type="http://schemas.openxmlformats.org/officeDocument/2006/relationships/image" Target="../media/image1336.png"/><Relationship Id="rId46" Type="http://schemas.openxmlformats.org/officeDocument/2006/relationships/customXml" Target="../ink/ink1797.xml"/><Relationship Id="rId293" Type="http://schemas.openxmlformats.org/officeDocument/2006/relationships/image" Target="../media/image1238.png"/><Relationship Id="rId307" Type="http://schemas.openxmlformats.org/officeDocument/2006/relationships/image" Target="../media/image1245.png"/><Relationship Id="rId349" Type="http://schemas.openxmlformats.org/officeDocument/2006/relationships/image" Target="../media/image1266.png"/><Relationship Id="rId514" Type="http://schemas.openxmlformats.org/officeDocument/2006/relationships/customXml" Target="../ink/ink2031.xml"/><Relationship Id="rId88" Type="http://schemas.openxmlformats.org/officeDocument/2006/relationships/customXml" Target="../ink/ink1818.xml"/><Relationship Id="rId111" Type="http://schemas.openxmlformats.org/officeDocument/2006/relationships/image" Target="../media/image1147.png"/><Relationship Id="rId153" Type="http://schemas.openxmlformats.org/officeDocument/2006/relationships/image" Target="../media/image1168.png"/><Relationship Id="rId195" Type="http://schemas.openxmlformats.org/officeDocument/2006/relationships/image" Target="../media/image1189.png"/><Relationship Id="rId209" Type="http://schemas.openxmlformats.org/officeDocument/2006/relationships/image" Target="../media/image1196.png"/><Relationship Id="rId360" Type="http://schemas.openxmlformats.org/officeDocument/2006/relationships/customXml" Target="../ink/ink1954.xml"/><Relationship Id="rId416" Type="http://schemas.openxmlformats.org/officeDocument/2006/relationships/customXml" Target="../ink/ink1982.xml"/><Relationship Id="rId220" Type="http://schemas.openxmlformats.org/officeDocument/2006/relationships/customXml" Target="../ink/ink1884.xml"/><Relationship Id="rId458" Type="http://schemas.openxmlformats.org/officeDocument/2006/relationships/customXml" Target="../ink/ink2003.xml"/><Relationship Id="rId15" Type="http://schemas.openxmlformats.org/officeDocument/2006/relationships/image" Target="../media/image1099.png"/><Relationship Id="rId57" Type="http://schemas.openxmlformats.org/officeDocument/2006/relationships/image" Target="../media/image1120.png"/><Relationship Id="rId262" Type="http://schemas.openxmlformats.org/officeDocument/2006/relationships/customXml" Target="../ink/ink1905.xml"/><Relationship Id="rId318" Type="http://schemas.openxmlformats.org/officeDocument/2006/relationships/customXml" Target="../ink/ink1933.xml"/><Relationship Id="rId525" Type="http://schemas.openxmlformats.org/officeDocument/2006/relationships/image" Target="../media/image1354.png"/><Relationship Id="rId99" Type="http://schemas.openxmlformats.org/officeDocument/2006/relationships/image" Target="../media/image1141.png"/><Relationship Id="rId122" Type="http://schemas.openxmlformats.org/officeDocument/2006/relationships/customXml" Target="../ink/ink1835.xml"/><Relationship Id="rId164" Type="http://schemas.openxmlformats.org/officeDocument/2006/relationships/customXml" Target="../ink/ink1856.xml"/><Relationship Id="rId371" Type="http://schemas.openxmlformats.org/officeDocument/2006/relationships/image" Target="../media/image1277.png"/><Relationship Id="rId427" Type="http://schemas.openxmlformats.org/officeDocument/2006/relationships/image" Target="../media/image1305.png"/><Relationship Id="rId469" Type="http://schemas.openxmlformats.org/officeDocument/2006/relationships/image" Target="../media/image1326.png"/><Relationship Id="rId26" Type="http://schemas.openxmlformats.org/officeDocument/2006/relationships/customXml" Target="../ink/ink1787.xml"/><Relationship Id="rId231" Type="http://schemas.openxmlformats.org/officeDocument/2006/relationships/image" Target="../media/image1207.png"/><Relationship Id="rId273" Type="http://schemas.openxmlformats.org/officeDocument/2006/relationships/image" Target="../media/image1228.png"/><Relationship Id="rId329" Type="http://schemas.openxmlformats.org/officeDocument/2006/relationships/image" Target="../media/image1256.png"/><Relationship Id="rId480" Type="http://schemas.openxmlformats.org/officeDocument/2006/relationships/customXml" Target="../ink/ink2014.xml"/><Relationship Id="rId68" Type="http://schemas.openxmlformats.org/officeDocument/2006/relationships/customXml" Target="../ink/ink1808.xml"/><Relationship Id="rId133" Type="http://schemas.openxmlformats.org/officeDocument/2006/relationships/image" Target="../media/image1158.png"/><Relationship Id="rId175" Type="http://schemas.openxmlformats.org/officeDocument/2006/relationships/image" Target="../media/image1179.png"/><Relationship Id="rId340" Type="http://schemas.openxmlformats.org/officeDocument/2006/relationships/customXml" Target="../ink/ink1944.xml"/><Relationship Id="rId200" Type="http://schemas.openxmlformats.org/officeDocument/2006/relationships/customXml" Target="../ink/ink1874.xml"/><Relationship Id="rId382" Type="http://schemas.openxmlformats.org/officeDocument/2006/relationships/customXml" Target="../ink/ink1965.xml"/><Relationship Id="rId438" Type="http://schemas.openxmlformats.org/officeDocument/2006/relationships/customXml" Target="../ink/ink1993.xml"/><Relationship Id="rId242" Type="http://schemas.openxmlformats.org/officeDocument/2006/relationships/customXml" Target="../ink/ink1895.xml"/><Relationship Id="rId284" Type="http://schemas.openxmlformats.org/officeDocument/2006/relationships/customXml" Target="../ink/ink1916.xml"/><Relationship Id="rId491" Type="http://schemas.openxmlformats.org/officeDocument/2006/relationships/image" Target="../media/image1337.png"/><Relationship Id="rId505" Type="http://schemas.openxmlformats.org/officeDocument/2006/relationships/image" Target="../media/image1344.png"/><Relationship Id="rId37" Type="http://schemas.openxmlformats.org/officeDocument/2006/relationships/image" Target="../media/image1110.png"/><Relationship Id="rId79" Type="http://schemas.openxmlformats.org/officeDocument/2006/relationships/image" Target="../media/image1131.png"/><Relationship Id="rId102" Type="http://schemas.openxmlformats.org/officeDocument/2006/relationships/customXml" Target="../ink/ink1825.xml"/><Relationship Id="rId144" Type="http://schemas.openxmlformats.org/officeDocument/2006/relationships/customXml" Target="../ink/ink1846.xml"/><Relationship Id="rId90" Type="http://schemas.openxmlformats.org/officeDocument/2006/relationships/customXml" Target="../ink/ink1819.xml"/><Relationship Id="rId186" Type="http://schemas.openxmlformats.org/officeDocument/2006/relationships/customXml" Target="../ink/ink1867.xml"/><Relationship Id="rId351" Type="http://schemas.openxmlformats.org/officeDocument/2006/relationships/image" Target="../media/image1267.png"/><Relationship Id="rId393" Type="http://schemas.openxmlformats.org/officeDocument/2006/relationships/image" Target="../media/image1288.png"/><Relationship Id="rId407" Type="http://schemas.openxmlformats.org/officeDocument/2006/relationships/image" Target="../media/image1295.png"/><Relationship Id="rId449" Type="http://schemas.openxmlformats.org/officeDocument/2006/relationships/image" Target="../media/image1316.png"/><Relationship Id="rId211" Type="http://schemas.openxmlformats.org/officeDocument/2006/relationships/image" Target="../media/image1197.png"/><Relationship Id="rId253" Type="http://schemas.openxmlformats.org/officeDocument/2006/relationships/image" Target="../media/image1218.png"/><Relationship Id="rId295" Type="http://schemas.openxmlformats.org/officeDocument/2006/relationships/image" Target="../media/image1239.png"/><Relationship Id="rId309" Type="http://schemas.openxmlformats.org/officeDocument/2006/relationships/image" Target="../media/image1246.png"/><Relationship Id="rId460" Type="http://schemas.openxmlformats.org/officeDocument/2006/relationships/customXml" Target="../ink/ink2004.xml"/><Relationship Id="rId516" Type="http://schemas.openxmlformats.org/officeDocument/2006/relationships/customXml" Target="../ink/ink2032.xml"/><Relationship Id="rId48" Type="http://schemas.openxmlformats.org/officeDocument/2006/relationships/customXml" Target="../ink/ink1798.xml"/><Relationship Id="rId113" Type="http://schemas.openxmlformats.org/officeDocument/2006/relationships/image" Target="../media/image1148.png"/><Relationship Id="rId320" Type="http://schemas.openxmlformats.org/officeDocument/2006/relationships/customXml" Target="../ink/ink1934.xml"/><Relationship Id="rId155" Type="http://schemas.openxmlformats.org/officeDocument/2006/relationships/image" Target="../media/image1169.png"/><Relationship Id="rId197" Type="http://schemas.openxmlformats.org/officeDocument/2006/relationships/image" Target="../media/image1190.png"/><Relationship Id="rId362" Type="http://schemas.openxmlformats.org/officeDocument/2006/relationships/customXml" Target="../ink/ink1955.xml"/><Relationship Id="rId418" Type="http://schemas.openxmlformats.org/officeDocument/2006/relationships/customXml" Target="../ink/ink1983.xml"/><Relationship Id="rId222" Type="http://schemas.openxmlformats.org/officeDocument/2006/relationships/customXml" Target="../ink/ink1885.xml"/><Relationship Id="rId264" Type="http://schemas.openxmlformats.org/officeDocument/2006/relationships/customXml" Target="../ink/ink1906.xml"/><Relationship Id="rId471" Type="http://schemas.openxmlformats.org/officeDocument/2006/relationships/image" Target="../media/image1327.png"/><Relationship Id="rId17" Type="http://schemas.openxmlformats.org/officeDocument/2006/relationships/image" Target="../media/image1100.png"/><Relationship Id="rId59" Type="http://schemas.openxmlformats.org/officeDocument/2006/relationships/image" Target="../media/image1121.png"/><Relationship Id="rId124" Type="http://schemas.openxmlformats.org/officeDocument/2006/relationships/customXml" Target="../ink/ink1836.xml"/><Relationship Id="rId527" Type="http://schemas.openxmlformats.org/officeDocument/2006/relationships/image" Target="../media/image1355.png"/><Relationship Id="rId70" Type="http://schemas.openxmlformats.org/officeDocument/2006/relationships/customXml" Target="../ink/ink1809.xml"/><Relationship Id="rId166" Type="http://schemas.openxmlformats.org/officeDocument/2006/relationships/customXml" Target="../ink/ink1857.xml"/><Relationship Id="rId331" Type="http://schemas.openxmlformats.org/officeDocument/2006/relationships/image" Target="../media/image1257.png"/><Relationship Id="rId373" Type="http://schemas.openxmlformats.org/officeDocument/2006/relationships/image" Target="../media/image1278.png"/><Relationship Id="rId429" Type="http://schemas.openxmlformats.org/officeDocument/2006/relationships/image" Target="../media/image1306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208.png"/><Relationship Id="rId440" Type="http://schemas.openxmlformats.org/officeDocument/2006/relationships/customXml" Target="../ink/ink1994.xml"/><Relationship Id="rId28" Type="http://schemas.openxmlformats.org/officeDocument/2006/relationships/customXml" Target="../ink/ink1788.xml"/><Relationship Id="rId275" Type="http://schemas.openxmlformats.org/officeDocument/2006/relationships/image" Target="../media/image1229.png"/><Relationship Id="rId300" Type="http://schemas.openxmlformats.org/officeDocument/2006/relationships/customXml" Target="../ink/ink1924.xml"/><Relationship Id="rId482" Type="http://schemas.openxmlformats.org/officeDocument/2006/relationships/customXml" Target="../ink/ink2015.xml"/><Relationship Id="rId81" Type="http://schemas.openxmlformats.org/officeDocument/2006/relationships/image" Target="../media/image1132.png"/><Relationship Id="rId135" Type="http://schemas.openxmlformats.org/officeDocument/2006/relationships/image" Target="../media/image1159.png"/><Relationship Id="rId177" Type="http://schemas.openxmlformats.org/officeDocument/2006/relationships/image" Target="../media/image1180.png"/><Relationship Id="rId342" Type="http://schemas.openxmlformats.org/officeDocument/2006/relationships/customXml" Target="../ink/ink1945.xml"/><Relationship Id="rId384" Type="http://schemas.openxmlformats.org/officeDocument/2006/relationships/customXml" Target="../ink/ink1966.xml"/><Relationship Id="rId202" Type="http://schemas.openxmlformats.org/officeDocument/2006/relationships/customXml" Target="../ink/ink1875.xml"/><Relationship Id="rId244" Type="http://schemas.openxmlformats.org/officeDocument/2006/relationships/customXml" Target="../ink/ink1896.xml"/><Relationship Id="rId39" Type="http://schemas.openxmlformats.org/officeDocument/2006/relationships/image" Target="../media/image1111.png"/><Relationship Id="rId286" Type="http://schemas.openxmlformats.org/officeDocument/2006/relationships/customXml" Target="../ink/ink1917.xml"/><Relationship Id="rId451" Type="http://schemas.openxmlformats.org/officeDocument/2006/relationships/image" Target="../media/image1317.png"/><Relationship Id="rId493" Type="http://schemas.openxmlformats.org/officeDocument/2006/relationships/image" Target="../media/image1338.png"/><Relationship Id="rId507" Type="http://schemas.openxmlformats.org/officeDocument/2006/relationships/image" Target="../media/image1345.png"/><Relationship Id="rId50" Type="http://schemas.openxmlformats.org/officeDocument/2006/relationships/customXml" Target="../ink/ink1799.xml"/><Relationship Id="rId104" Type="http://schemas.openxmlformats.org/officeDocument/2006/relationships/customXml" Target="../ink/ink1826.xml"/><Relationship Id="rId146" Type="http://schemas.openxmlformats.org/officeDocument/2006/relationships/customXml" Target="../ink/ink1847.xml"/><Relationship Id="rId188" Type="http://schemas.openxmlformats.org/officeDocument/2006/relationships/customXml" Target="../ink/ink1868.xml"/><Relationship Id="rId311" Type="http://schemas.openxmlformats.org/officeDocument/2006/relationships/image" Target="../media/image1247.png"/><Relationship Id="rId353" Type="http://schemas.openxmlformats.org/officeDocument/2006/relationships/image" Target="../media/image1268.png"/><Relationship Id="rId395" Type="http://schemas.openxmlformats.org/officeDocument/2006/relationships/image" Target="../media/image1289.png"/><Relationship Id="rId409" Type="http://schemas.openxmlformats.org/officeDocument/2006/relationships/image" Target="../media/image1296.png"/><Relationship Id="rId92" Type="http://schemas.openxmlformats.org/officeDocument/2006/relationships/customXml" Target="../ink/ink1820.xml"/><Relationship Id="rId213" Type="http://schemas.openxmlformats.org/officeDocument/2006/relationships/image" Target="../media/image1198.png"/><Relationship Id="rId420" Type="http://schemas.openxmlformats.org/officeDocument/2006/relationships/customXml" Target="../ink/ink1984.xml"/><Relationship Id="rId255" Type="http://schemas.openxmlformats.org/officeDocument/2006/relationships/image" Target="../media/image1219.png"/><Relationship Id="rId297" Type="http://schemas.openxmlformats.org/officeDocument/2006/relationships/image" Target="../media/image1240.png"/><Relationship Id="rId462" Type="http://schemas.openxmlformats.org/officeDocument/2006/relationships/customXml" Target="../ink/ink2005.xml"/><Relationship Id="rId518" Type="http://schemas.openxmlformats.org/officeDocument/2006/relationships/customXml" Target="../ink/ink2033.xml"/><Relationship Id="rId115" Type="http://schemas.openxmlformats.org/officeDocument/2006/relationships/image" Target="../media/image1149.png"/><Relationship Id="rId157" Type="http://schemas.openxmlformats.org/officeDocument/2006/relationships/image" Target="../media/image1170.png"/><Relationship Id="rId322" Type="http://schemas.openxmlformats.org/officeDocument/2006/relationships/customXml" Target="../ink/ink1935.xml"/><Relationship Id="rId364" Type="http://schemas.openxmlformats.org/officeDocument/2006/relationships/customXml" Target="../ink/ink1956.xml"/><Relationship Id="rId61" Type="http://schemas.openxmlformats.org/officeDocument/2006/relationships/image" Target="../media/image1122.png"/><Relationship Id="rId199" Type="http://schemas.openxmlformats.org/officeDocument/2006/relationships/image" Target="../media/image1191.png"/><Relationship Id="rId19" Type="http://schemas.openxmlformats.org/officeDocument/2006/relationships/image" Target="../media/image1101.png"/><Relationship Id="rId224" Type="http://schemas.openxmlformats.org/officeDocument/2006/relationships/customXml" Target="../ink/ink1886.xml"/><Relationship Id="rId266" Type="http://schemas.openxmlformats.org/officeDocument/2006/relationships/customXml" Target="../ink/ink1907.xml"/><Relationship Id="rId431" Type="http://schemas.openxmlformats.org/officeDocument/2006/relationships/image" Target="../media/image1307.png"/><Relationship Id="rId473" Type="http://schemas.openxmlformats.org/officeDocument/2006/relationships/image" Target="../media/image1328.png"/><Relationship Id="rId30" Type="http://schemas.openxmlformats.org/officeDocument/2006/relationships/customXml" Target="../ink/ink1789.xml"/><Relationship Id="rId126" Type="http://schemas.openxmlformats.org/officeDocument/2006/relationships/customXml" Target="../ink/ink1837.xml"/><Relationship Id="rId168" Type="http://schemas.openxmlformats.org/officeDocument/2006/relationships/customXml" Target="../ink/ink1858.xml"/><Relationship Id="rId333" Type="http://schemas.openxmlformats.org/officeDocument/2006/relationships/image" Target="../media/image1258.png"/><Relationship Id="rId72" Type="http://schemas.openxmlformats.org/officeDocument/2006/relationships/customXml" Target="../ink/ink1810.xml"/><Relationship Id="rId375" Type="http://schemas.openxmlformats.org/officeDocument/2006/relationships/image" Target="../media/image1279.png"/><Relationship Id="rId3" Type="http://schemas.openxmlformats.org/officeDocument/2006/relationships/image" Target="../media/image1057.png"/><Relationship Id="rId235" Type="http://schemas.openxmlformats.org/officeDocument/2006/relationships/image" Target="../media/image1209.png"/><Relationship Id="rId277" Type="http://schemas.openxmlformats.org/officeDocument/2006/relationships/image" Target="../media/image1230.png"/><Relationship Id="rId400" Type="http://schemas.openxmlformats.org/officeDocument/2006/relationships/customXml" Target="../ink/ink1974.xml"/><Relationship Id="rId442" Type="http://schemas.openxmlformats.org/officeDocument/2006/relationships/customXml" Target="../ink/ink1995.xml"/><Relationship Id="rId484" Type="http://schemas.openxmlformats.org/officeDocument/2006/relationships/customXml" Target="../ink/ink2016.xml"/><Relationship Id="rId137" Type="http://schemas.openxmlformats.org/officeDocument/2006/relationships/image" Target="../media/image1160.png"/><Relationship Id="rId302" Type="http://schemas.openxmlformats.org/officeDocument/2006/relationships/customXml" Target="../ink/ink1925.xml"/><Relationship Id="rId344" Type="http://schemas.openxmlformats.org/officeDocument/2006/relationships/customXml" Target="../ink/ink1946.xml"/><Relationship Id="rId41" Type="http://schemas.openxmlformats.org/officeDocument/2006/relationships/image" Target="../media/image1112.png"/><Relationship Id="rId83" Type="http://schemas.openxmlformats.org/officeDocument/2006/relationships/image" Target="../media/image1133.png"/><Relationship Id="rId179" Type="http://schemas.openxmlformats.org/officeDocument/2006/relationships/image" Target="../media/image1181.png"/><Relationship Id="rId386" Type="http://schemas.openxmlformats.org/officeDocument/2006/relationships/customXml" Target="../ink/ink1967.xml"/><Relationship Id="rId190" Type="http://schemas.openxmlformats.org/officeDocument/2006/relationships/customXml" Target="../ink/ink1869.xml"/><Relationship Id="rId204" Type="http://schemas.openxmlformats.org/officeDocument/2006/relationships/customXml" Target="../ink/ink1876.xml"/><Relationship Id="rId246" Type="http://schemas.openxmlformats.org/officeDocument/2006/relationships/customXml" Target="../ink/ink1897.xml"/><Relationship Id="rId288" Type="http://schemas.openxmlformats.org/officeDocument/2006/relationships/customXml" Target="../ink/ink1918.xml"/><Relationship Id="rId411" Type="http://schemas.openxmlformats.org/officeDocument/2006/relationships/image" Target="../media/image1297.png"/><Relationship Id="rId453" Type="http://schemas.openxmlformats.org/officeDocument/2006/relationships/image" Target="../media/image1318.png"/><Relationship Id="rId509" Type="http://schemas.openxmlformats.org/officeDocument/2006/relationships/image" Target="../media/image1346.png"/><Relationship Id="rId106" Type="http://schemas.openxmlformats.org/officeDocument/2006/relationships/customXml" Target="../ink/ink1827.xml"/><Relationship Id="rId313" Type="http://schemas.openxmlformats.org/officeDocument/2006/relationships/image" Target="../media/image1248.png"/><Relationship Id="rId495" Type="http://schemas.openxmlformats.org/officeDocument/2006/relationships/image" Target="../media/image1339.png"/><Relationship Id="rId10" Type="http://schemas.openxmlformats.org/officeDocument/2006/relationships/customXml" Target="../ink/ink1779.xml"/><Relationship Id="rId52" Type="http://schemas.openxmlformats.org/officeDocument/2006/relationships/customXml" Target="../ink/ink1800.xml"/><Relationship Id="rId94" Type="http://schemas.openxmlformats.org/officeDocument/2006/relationships/customXml" Target="../ink/ink1821.xml"/><Relationship Id="rId148" Type="http://schemas.openxmlformats.org/officeDocument/2006/relationships/customXml" Target="../ink/ink1848.xml"/><Relationship Id="rId355" Type="http://schemas.openxmlformats.org/officeDocument/2006/relationships/image" Target="../media/image1269.png"/><Relationship Id="rId397" Type="http://schemas.openxmlformats.org/officeDocument/2006/relationships/image" Target="../media/image1290.png"/><Relationship Id="rId520" Type="http://schemas.openxmlformats.org/officeDocument/2006/relationships/customXml" Target="../ink/ink2034.xml"/><Relationship Id="rId215" Type="http://schemas.openxmlformats.org/officeDocument/2006/relationships/image" Target="../media/image1199.png"/><Relationship Id="rId257" Type="http://schemas.openxmlformats.org/officeDocument/2006/relationships/image" Target="../media/image1220.png"/><Relationship Id="rId422" Type="http://schemas.openxmlformats.org/officeDocument/2006/relationships/customXml" Target="../ink/ink1985.xml"/><Relationship Id="rId464" Type="http://schemas.openxmlformats.org/officeDocument/2006/relationships/customXml" Target="../ink/ink2006.xml"/><Relationship Id="rId299" Type="http://schemas.openxmlformats.org/officeDocument/2006/relationships/image" Target="../media/image1241.png"/><Relationship Id="rId63" Type="http://schemas.openxmlformats.org/officeDocument/2006/relationships/image" Target="../media/image1123.png"/><Relationship Id="rId159" Type="http://schemas.openxmlformats.org/officeDocument/2006/relationships/image" Target="../media/image1171.png"/><Relationship Id="rId366" Type="http://schemas.openxmlformats.org/officeDocument/2006/relationships/customXml" Target="../ink/ink1957.xml"/><Relationship Id="rId226" Type="http://schemas.openxmlformats.org/officeDocument/2006/relationships/customXml" Target="../ink/ink1887.xml"/><Relationship Id="rId433" Type="http://schemas.openxmlformats.org/officeDocument/2006/relationships/image" Target="../media/image1308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91.png"/><Relationship Id="rId21" Type="http://schemas.openxmlformats.org/officeDocument/2006/relationships/image" Target="../media/image4841.png"/><Relationship Id="rId42" Type="http://schemas.openxmlformats.org/officeDocument/2006/relationships/customXml" Target="../ink/ink2058.xml"/><Relationship Id="rId63" Type="http://schemas.openxmlformats.org/officeDocument/2006/relationships/image" Target="../media/image5021.png"/><Relationship Id="rId84" Type="http://schemas.openxmlformats.org/officeDocument/2006/relationships/customXml" Target="../ink/ink2079.xml"/><Relationship Id="rId138" Type="http://schemas.openxmlformats.org/officeDocument/2006/relationships/customXml" Target="../ink/ink2106.xml"/><Relationship Id="rId159" Type="http://schemas.openxmlformats.org/officeDocument/2006/relationships/image" Target="../media/image5501.png"/><Relationship Id="rId170" Type="http://schemas.openxmlformats.org/officeDocument/2006/relationships/customXml" Target="../ink/ink2122.xml"/><Relationship Id="rId107" Type="http://schemas.openxmlformats.org/officeDocument/2006/relationships/image" Target="../media/image5241.png"/><Relationship Id="rId11" Type="http://schemas.openxmlformats.org/officeDocument/2006/relationships/image" Target="../media/image4801.png"/><Relationship Id="rId32" Type="http://schemas.openxmlformats.org/officeDocument/2006/relationships/customXml" Target="../ink/ink2053.xml"/><Relationship Id="rId53" Type="http://schemas.openxmlformats.org/officeDocument/2006/relationships/image" Target="../media/image4971.png"/><Relationship Id="rId74" Type="http://schemas.openxmlformats.org/officeDocument/2006/relationships/customXml" Target="../ink/ink2074.xml"/><Relationship Id="rId128" Type="http://schemas.openxmlformats.org/officeDocument/2006/relationships/customXml" Target="../ink/ink2101.xml"/><Relationship Id="rId149" Type="http://schemas.openxmlformats.org/officeDocument/2006/relationships/image" Target="../media/image5451.png"/><Relationship Id="rId5" Type="http://schemas.openxmlformats.org/officeDocument/2006/relationships/image" Target="../media/image4771.png"/><Relationship Id="rId95" Type="http://schemas.openxmlformats.org/officeDocument/2006/relationships/image" Target="../media/image5181.png"/><Relationship Id="rId160" Type="http://schemas.openxmlformats.org/officeDocument/2006/relationships/customXml" Target="../ink/ink2117.xml"/><Relationship Id="rId181" Type="http://schemas.openxmlformats.org/officeDocument/2006/relationships/image" Target="../media/image5613.png"/><Relationship Id="rId22" Type="http://schemas.openxmlformats.org/officeDocument/2006/relationships/customXml" Target="../ink/ink2048.xml"/><Relationship Id="rId43" Type="http://schemas.openxmlformats.org/officeDocument/2006/relationships/image" Target="../media/image4941.png"/><Relationship Id="rId64" Type="http://schemas.openxmlformats.org/officeDocument/2006/relationships/customXml" Target="../ink/ink2069.xml"/><Relationship Id="rId118" Type="http://schemas.openxmlformats.org/officeDocument/2006/relationships/customXml" Target="../ink/ink2096.xml"/><Relationship Id="rId139" Type="http://schemas.openxmlformats.org/officeDocument/2006/relationships/image" Target="../media/image5401.png"/><Relationship Id="rId85" Type="http://schemas.openxmlformats.org/officeDocument/2006/relationships/image" Target="../media/image5131.png"/><Relationship Id="rId150" Type="http://schemas.openxmlformats.org/officeDocument/2006/relationships/customXml" Target="../ink/ink2112.xml"/><Relationship Id="rId171" Type="http://schemas.openxmlformats.org/officeDocument/2006/relationships/image" Target="../media/image5561.png"/><Relationship Id="rId12" Type="http://schemas.openxmlformats.org/officeDocument/2006/relationships/customXml" Target="../ink/ink2043.xml"/><Relationship Id="rId33" Type="http://schemas.openxmlformats.org/officeDocument/2006/relationships/image" Target="../media/image4901.png"/><Relationship Id="rId108" Type="http://schemas.openxmlformats.org/officeDocument/2006/relationships/customXml" Target="../ink/ink2091.xml"/><Relationship Id="rId129" Type="http://schemas.openxmlformats.org/officeDocument/2006/relationships/image" Target="../media/image5351.png"/><Relationship Id="rId54" Type="http://schemas.openxmlformats.org/officeDocument/2006/relationships/customXml" Target="../ink/ink2064.xml"/><Relationship Id="rId75" Type="http://schemas.openxmlformats.org/officeDocument/2006/relationships/image" Target="../media/image5081.png"/><Relationship Id="rId96" Type="http://schemas.openxmlformats.org/officeDocument/2006/relationships/customXml" Target="../ink/ink2085.xml"/><Relationship Id="rId140" Type="http://schemas.openxmlformats.org/officeDocument/2006/relationships/customXml" Target="../ink/ink2107.xml"/><Relationship Id="rId161" Type="http://schemas.openxmlformats.org/officeDocument/2006/relationships/image" Target="../media/image5513.png"/><Relationship Id="rId182" Type="http://schemas.openxmlformats.org/officeDocument/2006/relationships/customXml" Target="../ink/ink2128.xml"/><Relationship Id="rId6" Type="http://schemas.openxmlformats.org/officeDocument/2006/relationships/customXml" Target="../ink/ink2040.xml"/><Relationship Id="rId23" Type="http://schemas.openxmlformats.org/officeDocument/2006/relationships/image" Target="../media/image4851.png"/><Relationship Id="rId119" Type="http://schemas.openxmlformats.org/officeDocument/2006/relationships/image" Target="../media/image5301.png"/><Relationship Id="rId44" Type="http://schemas.openxmlformats.org/officeDocument/2006/relationships/customXml" Target="../ink/ink2059.xml"/><Relationship Id="rId60" Type="http://schemas.openxmlformats.org/officeDocument/2006/relationships/customXml" Target="../ink/ink2067.xml"/><Relationship Id="rId65" Type="http://schemas.openxmlformats.org/officeDocument/2006/relationships/image" Target="../media/image5031.png"/><Relationship Id="rId81" Type="http://schemas.openxmlformats.org/officeDocument/2006/relationships/image" Target="../media/image5113.png"/><Relationship Id="rId86" Type="http://schemas.openxmlformats.org/officeDocument/2006/relationships/customXml" Target="../ink/ink2080.xml"/><Relationship Id="rId130" Type="http://schemas.openxmlformats.org/officeDocument/2006/relationships/customXml" Target="../ink/ink2102.xml"/><Relationship Id="rId135" Type="http://schemas.openxmlformats.org/officeDocument/2006/relationships/image" Target="../media/image5381.png"/><Relationship Id="rId151" Type="http://schemas.openxmlformats.org/officeDocument/2006/relationships/image" Target="../media/image5461.png"/><Relationship Id="rId156" Type="http://schemas.openxmlformats.org/officeDocument/2006/relationships/customXml" Target="../ink/ink2115.xml"/><Relationship Id="rId177" Type="http://schemas.openxmlformats.org/officeDocument/2006/relationships/image" Target="../media/image5591.png"/><Relationship Id="rId172" Type="http://schemas.openxmlformats.org/officeDocument/2006/relationships/customXml" Target="../ink/ink2123.xml"/><Relationship Id="rId13" Type="http://schemas.openxmlformats.org/officeDocument/2006/relationships/image" Target="../media/image4813.png"/><Relationship Id="rId18" Type="http://schemas.openxmlformats.org/officeDocument/2006/relationships/customXml" Target="../ink/ink2046.xml"/><Relationship Id="rId39" Type="http://schemas.openxmlformats.org/officeDocument/2006/relationships/image" Target="../media/image4931.png"/><Relationship Id="rId109" Type="http://schemas.openxmlformats.org/officeDocument/2006/relationships/image" Target="../media/image5251.png"/><Relationship Id="rId34" Type="http://schemas.openxmlformats.org/officeDocument/2006/relationships/customXml" Target="../ink/ink2054.xml"/><Relationship Id="rId50" Type="http://schemas.openxmlformats.org/officeDocument/2006/relationships/customXml" Target="../ink/ink2062.xml"/><Relationship Id="rId55" Type="http://schemas.openxmlformats.org/officeDocument/2006/relationships/image" Target="../media/image4981.png"/><Relationship Id="rId76" Type="http://schemas.openxmlformats.org/officeDocument/2006/relationships/customXml" Target="../ink/ink2075.xml"/><Relationship Id="rId97" Type="http://schemas.openxmlformats.org/officeDocument/2006/relationships/image" Target="../media/image5191.png"/><Relationship Id="rId104" Type="http://schemas.openxmlformats.org/officeDocument/2006/relationships/customXml" Target="../ink/ink2089.xml"/><Relationship Id="rId120" Type="http://schemas.openxmlformats.org/officeDocument/2006/relationships/customXml" Target="../ink/ink2097.xml"/><Relationship Id="rId125" Type="http://schemas.openxmlformats.org/officeDocument/2006/relationships/image" Target="../media/image5331.png"/><Relationship Id="rId141" Type="http://schemas.openxmlformats.org/officeDocument/2006/relationships/image" Target="../media/image5413.png"/><Relationship Id="rId146" Type="http://schemas.openxmlformats.org/officeDocument/2006/relationships/customXml" Target="../ink/ink2110.xml"/><Relationship Id="rId167" Type="http://schemas.openxmlformats.org/officeDocument/2006/relationships/image" Target="../media/image5541.png"/><Relationship Id="rId7" Type="http://schemas.openxmlformats.org/officeDocument/2006/relationships/image" Target="../media/image4781.png"/><Relationship Id="rId71" Type="http://schemas.openxmlformats.org/officeDocument/2006/relationships/image" Target="../media/image5061.png"/><Relationship Id="rId92" Type="http://schemas.openxmlformats.org/officeDocument/2006/relationships/customXml" Target="../ink/ink2083.xml"/><Relationship Id="rId162" Type="http://schemas.openxmlformats.org/officeDocument/2006/relationships/customXml" Target="../ink/ink2118.xml"/><Relationship Id="rId183" Type="http://schemas.openxmlformats.org/officeDocument/2006/relationships/image" Target="../media/image5621.png"/><Relationship Id="rId2" Type="http://schemas.openxmlformats.org/officeDocument/2006/relationships/customXml" Target="../ink/ink2038.xml"/><Relationship Id="rId29" Type="http://schemas.openxmlformats.org/officeDocument/2006/relationships/image" Target="../media/image4881.png"/><Relationship Id="rId24" Type="http://schemas.openxmlformats.org/officeDocument/2006/relationships/customXml" Target="../ink/ink2049.xml"/><Relationship Id="rId40" Type="http://schemas.openxmlformats.org/officeDocument/2006/relationships/customXml" Target="../ink/ink2057.xml"/><Relationship Id="rId45" Type="http://schemas.openxmlformats.org/officeDocument/2006/relationships/image" Target="../media/image4521.png"/><Relationship Id="rId66" Type="http://schemas.openxmlformats.org/officeDocument/2006/relationships/customXml" Target="../ink/ink2070.xml"/><Relationship Id="rId87" Type="http://schemas.openxmlformats.org/officeDocument/2006/relationships/image" Target="../media/image5141.png"/><Relationship Id="rId110" Type="http://schemas.openxmlformats.org/officeDocument/2006/relationships/customXml" Target="../ink/ink2092.xml"/><Relationship Id="rId115" Type="http://schemas.openxmlformats.org/officeDocument/2006/relationships/image" Target="../media/image5281.png"/><Relationship Id="rId131" Type="http://schemas.openxmlformats.org/officeDocument/2006/relationships/image" Target="../media/image5361.png"/><Relationship Id="rId136" Type="http://schemas.openxmlformats.org/officeDocument/2006/relationships/customXml" Target="../ink/ink2105.xml"/><Relationship Id="rId157" Type="http://schemas.openxmlformats.org/officeDocument/2006/relationships/image" Target="../media/image5491.png"/><Relationship Id="rId178" Type="http://schemas.openxmlformats.org/officeDocument/2006/relationships/customXml" Target="../ink/ink2126.xml"/><Relationship Id="rId61" Type="http://schemas.openxmlformats.org/officeDocument/2006/relationships/image" Target="../media/image5013.png"/><Relationship Id="rId82" Type="http://schemas.openxmlformats.org/officeDocument/2006/relationships/customXml" Target="../ink/ink2078.xml"/><Relationship Id="rId152" Type="http://schemas.openxmlformats.org/officeDocument/2006/relationships/customXml" Target="../ink/ink2113.xml"/><Relationship Id="rId173" Type="http://schemas.openxmlformats.org/officeDocument/2006/relationships/image" Target="../media/image5571.png"/><Relationship Id="rId19" Type="http://schemas.openxmlformats.org/officeDocument/2006/relationships/image" Target="../media/image4831.png"/><Relationship Id="rId14" Type="http://schemas.openxmlformats.org/officeDocument/2006/relationships/customXml" Target="../ink/ink2044.xml"/><Relationship Id="rId30" Type="http://schemas.openxmlformats.org/officeDocument/2006/relationships/customXml" Target="../ink/ink2052.xml"/><Relationship Id="rId35" Type="http://schemas.openxmlformats.org/officeDocument/2006/relationships/image" Target="../media/image4913.png"/><Relationship Id="rId56" Type="http://schemas.openxmlformats.org/officeDocument/2006/relationships/customXml" Target="../ink/ink2065.xml"/><Relationship Id="rId77" Type="http://schemas.openxmlformats.org/officeDocument/2006/relationships/image" Target="../media/image5091.png"/><Relationship Id="rId100" Type="http://schemas.openxmlformats.org/officeDocument/2006/relationships/customXml" Target="../ink/ink2087.xml"/><Relationship Id="rId105" Type="http://schemas.openxmlformats.org/officeDocument/2006/relationships/image" Target="../media/image5231.png"/><Relationship Id="rId126" Type="http://schemas.openxmlformats.org/officeDocument/2006/relationships/customXml" Target="../ink/ink2100.xml"/><Relationship Id="rId147" Type="http://schemas.openxmlformats.org/officeDocument/2006/relationships/image" Target="../media/image5441.png"/><Relationship Id="rId168" Type="http://schemas.openxmlformats.org/officeDocument/2006/relationships/customXml" Target="../ink/ink2121.xml"/><Relationship Id="rId8" Type="http://schemas.openxmlformats.org/officeDocument/2006/relationships/customXml" Target="../ink/ink2041.xml"/><Relationship Id="rId51" Type="http://schemas.openxmlformats.org/officeDocument/2006/relationships/image" Target="../media/image4551.png"/><Relationship Id="rId72" Type="http://schemas.openxmlformats.org/officeDocument/2006/relationships/customXml" Target="../ink/ink2073.xml"/><Relationship Id="rId93" Type="http://schemas.openxmlformats.org/officeDocument/2006/relationships/image" Target="../media/image5171.png"/><Relationship Id="rId98" Type="http://schemas.openxmlformats.org/officeDocument/2006/relationships/customXml" Target="../ink/ink2086.xml"/><Relationship Id="rId121" Type="http://schemas.openxmlformats.org/officeDocument/2006/relationships/image" Target="../media/image5313.png"/><Relationship Id="rId142" Type="http://schemas.openxmlformats.org/officeDocument/2006/relationships/customXml" Target="../ink/ink2108.xml"/><Relationship Id="rId163" Type="http://schemas.openxmlformats.org/officeDocument/2006/relationships/image" Target="../media/image5521.png"/><Relationship Id="rId3" Type="http://schemas.openxmlformats.org/officeDocument/2006/relationships/image" Target="../media/image4761.png"/><Relationship Id="rId25" Type="http://schemas.openxmlformats.org/officeDocument/2006/relationships/image" Target="../media/image4861.png"/><Relationship Id="rId46" Type="http://schemas.openxmlformats.org/officeDocument/2006/relationships/customXml" Target="../ink/ink2060.xml"/><Relationship Id="rId67" Type="http://schemas.openxmlformats.org/officeDocument/2006/relationships/image" Target="../media/image5041.png"/><Relationship Id="rId116" Type="http://schemas.openxmlformats.org/officeDocument/2006/relationships/customXml" Target="../ink/ink2095.xml"/><Relationship Id="rId137" Type="http://schemas.openxmlformats.org/officeDocument/2006/relationships/image" Target="../media/image5391.png"/><Relationship Id="rId158" Type="http://schemas.openxmlformats.org/officeDocument/2006/relationships/customXml" Target="../ink/ink2116.xml"/><Relationship Id="rId20" Type="http://schemas.openxmlformats.org/officeDocument/2006/relationships/customXml" Target="../ink/ink2047.xml"/><Relationship Id="rId41" Type="http://schemas.openxmlformats.org/officeDocument/2006/relationships/image" Target="../media/image4501.png"/><Relationship Id="rId62" Type="http://schemas.openxmlformats.org/officeDocument/2006/relationships/customXml" Target="../ink/ink2068.xml"/><Relationship Id="rId83" Type="http://schemas.openxmlformats.org/officeDocument/2006/relationships/image" Target="../media/image5121.png"/><Relationship Id="rId88" Type="http://schemas.openxmlformats.org/officeDocument/2006/relationships/customXml" Target="../ink/ink2081.xml"/><Relationship Id="rId111" Type="http://schemas.openxmlformats.org/officeDocument/2006/relationships/image" Target="../media/image5261.png"/><Relationship Id="rId132" Type="http://schemas.openxmlformats.org/officeDocument/2006/relationships/customXml" Target="../ink/ink2103.xml"/><Relationship Id="rId153" Type="http://schemas.openxmlformats.org/officeDocument/2006/relationships/image" Target="../media/image5471.png"/><Relationship Id="rId174" Type="http://schemas.openxmlformats.org/officeDocument/2006/relationships/customXml" Target="../ink/ink2124.xml"/><Relationship Id="rId179" Type="http://schemas.openxmlformats.org/officeDocument/2006/relationships/image" Target="../media/image5601.png"/><Relationship Id="rId15" Type="http://schemas.openxmlformats.org/officeDocument/2006/relationships/image" Target="../media/image4821.png"/><Relationship Id="rId36" Type="http://schemas.openxmlformats.org/officeDocument/2006/relationships/customXml" Target="../ink/ink2055.xml"/><Relationship Id="rId57" Type="http://schemas.openxmlformats.org/officeDocument/2006/relationships/image" Target="../media/image4991.png"/><Relationship Id="rId106" Type="http://schemas.openxmlformats.org/officeDocument/2006/relationships/customXml" Target="../ink/ink2090.xml"/><Relationship Id="rId127" Type="http://schemas.openxmlformats.org/officeDocument/2006/relationships/image" Target="../media/image5341.png"/><Relationship Id="rId10" Type="http://schemas.openxmlformats.org/officeDocument/2006/relationships/customXml" Target="../ink/ink2042.xml"/><Relationship Id="rId31" Type="http://schemas.openxmlformats.org/officeDocument/2006/relationships/image" Target="../media/image4891.png"/><Relationship Id="rId52" Type="http://schemas.openxmlformats.org/officeDocument/2006/relationships/customXml" Target="../ink/ink2063.xml"/><Relationship Id="rId73" Type="http://schemas.openxmlformats.org/officeDocument/2006/relationships/image" Target="../media/image5071.png"/><Relationship Id="rId78" Type="http://schemas.openxmlformats.org/officeDocument/2006/relationships/customXml" Target="../ink/ink2076.xml"/><Relationship Id="rId94" Type="http://schemas.openxmlformats.org/officeDocument/2006/relationships/customXml" Target="../ink/ink2084.xml"/><Relationship Id="rId99" Type="http://schemas.openxmlformats.org/officeDocument/2006/relationships/image" Target="../media/image5201.png"/><Relationship Id="rId101" Type="http://schemas.openxmlformats.org/officeDocument/2006/relationships/image" Target="../media/image5213.png"/><Relationship Id="rId122" Type="http://schemas.openxmlformats.org/officeDocument/2006/relationships/customXml" Target="../ink/ink2098.xml"/><Relationship Id="rId143" Type="http://schemas.openxmlformats.org/officeDocument/2006/relationships/image" Target="../media/image5421.png"/><Relationship Id="rId148" Type="http://schemas.openxmlformats.org/officeDocument/2006/relationships/customXml" Target="../ink/ink2111.xml"/><Relationship Id="rId164" Type="http://schemas.openxmlformats.org/officeDocument/2006/relationships/customXml" Target="../ink/ink2119.xml"/><Relationship Id="rId169" Type="http://schemas.openxmlformats.org/officeDocument/2006/relationships/image" Target="../media/image5551.png"/><Relationship Id="rId4" Type="http://schemas.openxmlformats.org/officeDocument/2006/relationships/customXml" Target="../ink/ink2039.xml"/><Relationship Id="rId9" Type="http://schemas.openxmlformats.org/officeDocument/2006/relationships/image" Target="../media/image4791.png"/><Relationship Id="rId180" Type="http://schemas.openxmlformats.org/officeDocument/2006/relationships/customXml" Target="../ink/ink2127.xml"/><Relationship Id="rId26" Type="http://schemas.openxmlformats.org/officeDocument/2006/relationships/customXml" Target="../ink/ink2050.xml"/><Relationship Id="rId47" Type="http://schemas.openxmlformats.org/officeDocument/2006/relationships/image" Target="../media/image4951.png"/><Relationship Id="rId68" Type="http://schemas.openxmlformats.org/officeDocument/2006/relationships/customXml" Target="../ink/ink2071.xml"/><Relationship Id="rId89" Type="http://schemas.openxmlformats.org/officeDocument/2006/relationships/image" Target="../media/image5151.png"/><Relationship Id="rId112" Type="http://schemas.openxmlformats.org/officeDocument/2006/relationships/customXml" Target="../ink/ink2093.xml"/><Relationship Id="rId133" Type="http://schemas.openxmlformats.org/officeDocument/2006/relationships/image" Target="../media/image5371.png"/><Relationship Id="rId154" Type="http://schemas.openxmlformats.org/officeDocument/2006/relationships/customXml" Target="../ink/ink2114.xml"/><Relationship Id="rId175" Type="http://schemas.openxmlformats.org/officeDocument/2006/relationships/image" Target="../media/image5581.png"/><Relationship Id="rId16" Type="http://schemas.openxmlformats.org/officeDocument/2006/relationships/customXml" Target="../ink/ink2045.xml"/><Relationship Id="rId37" Type="http://schemas.openxmlformats.org/officeDocument/2006/relationships/image" Target="../media/image4921.png"/><Relationship Id="rId58" Type="http://schemas.openxmlformats.org/officeDocument/2006/relationships/customXml" Target="../ink/ink2066.xml"/><Relationship Id="rId79" Type="http://schemas.openxmlformats.org/officeDocument/2006/relationships/image" Target="../media/image5101.png"/><Relationship Id="rId102" Type="http://schemas.openxmlformats.org/officeDocument/2006/relationships/customXml" Target="../ink/ink2088.xml"/><Relationship Id="rId123" Type="http://schemas.openxmlformats.org/officeDocument/2006/relationships/image" Target="../media/image5321.png"/><Relationship Id="rId144" Type="http://schemas.openxmlformats.org/officeDocument/2006/relationships/customXml" Target="../ink/ink2109.xml"/><Relationship Id="rId90" Type="http://schemas.openxmlformats.org/officeDocument/2006/relationships/customXml" Target="../ink/ink2082.xml"/><Relationship Id="rId165" Type="http://schemas.openxmlformats.org/officeDocument/2006/relationships/image" Target="../media/image5531.png"/><Relationship Id="rId27" Type="http://schemas.openxmlformats.org/officeDocument/2006/relationships/image" Target="../media/image4871.png"/><Relationship Id="rId48" Type="http://schemas.openxmlformats.org/officeDocument/2006/relationships/customXml" Target="../ink/ink2061.xml"/><Relationship Id="rId69" Type="http://schemas.openxmlformats.org/officeDocument/2006/relationships/image" Target="../media/image5051.png"/><Relationship Id="rId113" Type="http://schemas.openxmlformats.org/officeDocument/2006/relationships/image" Target="../media/image5271.png"/><Relationship Id="rId134" Type="http://schemas.openxmlformats.org/officeDocument/2006/relationships/customXml" Target="../ink/ink2104.xml"/><Relationship Id="rId80" Type="http://schemas.openxmlformats.org/officeDocument/2006/relationships/customXml" Target="../ink/ink2077.xml"/><Relationship Id="rId155" Type="http://schemas.openxmlformats.org/officeDocument/2006/relationships/image" Target="../media/image5481.png"/><Relationship Id="rId176" Type="http://schemas.openxmlformats.org/officeDocument/2006/relationships/customXml" Target="../ink/ink2125.xml"/><Relationship Id="rId17" Type="http://schemas.openxmlformats.org/officeDocument/2006/relationships/image" Target="../media/image4381.png"/><Relationship Id="rId38" Type="http://schemas.openxmlformats.org/officeDocument/2006/relationships/customXml" Target="../ink/ink2056.xml"/><Relationship Id="rId59" Type="http://schemas.openxmlformats.org/officeDocument/2006/relationships/image" Target="../media/image5001.png"/><Relationship Id="rId103" Type="http://schemas.openxmlformats.org/officeDocument/2006/relationships/image" Target="../media/image5221.png"/><Relationship Id="rId124" Type="http://schemas.openxmlformats.org/officeDocument/2006/relationships/customXml" Target="../ink/ink2099.xml"/><Relationship Id="rId70" Type="http://schemas.openxmlformats.org/officeDocument/2006/relationships/customXml" Target="../ink/ink2072.xml"/><Relationship Id="rId91" Type="http://schemas.openxmlformats.org/officeDocument/2006/relationships/image" Target="../media/image5161.png"/><Relationship Id="rId145" Type="http://schemas.openxmlformats.org/officeDocument/2006/relationships/image" Target="../media/image5431.png"/><Relationship Id="rId166" Type="http://schemas.openxmlformats.org/officeDocument/2006/relationships/customXml" Target="../ink/ink2120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051.xml"/><Relationship Id="rId49" Type="http://schemas.openxmlformats.org/officeDocument/2006/relationships/image" Target="../media/image4961.png"/><Relationship Id="rId114" Type="http://schemas.openxmlformats.org/officeDocument/2006/relationships/customXml" Target="../ink/ink2094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60.png"/><Relationship Id="rId21" Type="http://schemas.openxmlformats.org/officeDocument/2006/relationships/image" Target="../media/image5721.png"/><Relationship Id="rId42" Type="http://schemas.openxmlformats.org/officeDocument/2006/relationships/customXml" Target="../ink/ink2149.xml"/><Relationship Id="rId63" Type="http://schemas.openxmlformats.org/officeDocument/2006/relationships/image" Target="../media/image5912.png"/><Relationship Id="rId84" Type="http://schemas.openxmlformats.org/officeDocument/2006/relationships/customXml" Target="../ink/ink2170.xml"/><Relationship Id="rId138" Type="http://schemas.openxmlformats.org/officeDocument/2006/relationships/customXml" Target="../ink/ink2197.xml"/><Relationship Id="rId159" Type="http://schemas.openxmlformats.org/officeDocument/2006/relationships/image" Target="../media/image6370.png"/><Relationship Id="rId170" Type="http://schemas.openxmlformats.org/officeDocument/2006/relationships/customXml" Target="../ink/ink2213.xml"/><Relationship Id="rId191" Type="http://schemas.openxmlformats.org/officeDocument/2006/relationships/image" Target="../media/image6530.png"/><Relationship Id="rId205" Type="http://schemas.openxmlformats.org/officeDocument/2006/relationships/image" Target="../media/image6600.png"/><Relationship Id="rId226" Type="http://schemas.openxmlformats.org/officeDocument/2006/relationships/customXml" Target="../ink/ink2241.xml"/><Relationship Id="rId247" Type="http://schemas.openxmlformats.org/officeDocument/2006/relationships/image" Target="../media/image6812.png"/><Relationship Id="rId107" Type="http://schemas.openxmlformats.org/officeDocument/2006/relationships/image" Target="../media/image6112.png"/><Relationship Id="rId11" Type="http://schemas.openxmlformats.org/officeDocument/2006/relationships/image" Target="../media/image5671.png"/><Relationship Id="rId32" Type="http://schemas.openxmlformats.org/officeDocument/2006/relationships/customXml" Target="../ink/ink2144.xml"/><Relationship Id="rId53" Type="http://schemas.openxmlformats.org/officeDocument/2006/relationships/image" Target="../media/image5860.png"/><Relationship Id="rId74" Type="http://schemas.openxmlformats.org/officeDocument/2006/relationships/customXml" Target="../ink/ink2165.xml"/><Relationship Id="rId128" Type="http://schemas.openxmlformats.org/officeDocument/2006/relationships/customXml" Target="../ink/ink2192.xml"/><Relationship Id="rId149" Type="http://schemas.openxmlformats.org/officeDocument/2006/relationships/image" Target="../media/image6320.png"/><Relationship Id="rId5" Type="http://schemas.openxmlformats.org/officeDocument/2006/relationships/image" Target="../media/image5641.png"/><Relationship Id="rId95" Type="http://schemas.openxmlformats.org/officeDocument/2006/relationships/image" Target="../media/image6050.png"/><Relationship Id="rId160" Type="http://schemas.openxmlformats.org/officeDocument/2006/relationships/customXml" Target="../ink/ink2208.xml"/><Relationship Id="rId181" Type="http://schemas.openxmlformats.org/officeDocument/2006/relationships/image" Target="../media/image6480.png"/><Relationship Id="rId216" Type="http://schemas.openxmlformats.org/officeDocument/2006/relationships/customXml" Target="../ink/ink2236.xml"/><Relationship Id="rId237" Type="http://schemas.openxmlformats.org/officeDocument/2006/relationships/image" Target="../media/image6760.png"/><Relationship Id="rId22" Type="http://schemas.openxmlformats.org/officeDocument/2006/relationships/customXml" Target="../ink/ink2139.xml"/><Relationship Id="rId43" Type="http://schemas.openxmlformats.org/officeDocument/2006/relationships/image" Target="../media/image5821.png"/><Relationship Id="rId64" Type="http://schemas.openxmlformats.org/officeDocument/2006/relationships/customXml" Target="../ink/ink2160.xml"/><Relationship Id="rId118" Type="http://schemas.openxmlformats.org/officeDocument/2006/relationships/customXml" Target="../ink/ink2187.xml"/><Relationship Id="rId139" Type="http://schemas.openxmlformats.org/officeDocument/2006/relationships/image" Target="../media/image6270.png"/><Relationship Id="rId85" Type="http://schemas.openxmlformats.org/officeDocument/2006/relationships/image" Target="../media/image6012.png"/><Relationship Id="rId150" Type="http://schemas.openxmlformats.org/officeDocument/2006/relationships/customXml" Target="../ink/ink2203.xml"/><Relationship Id="rId171" Type="http://schemas.openxmlformats.org/officeDocument/2006/relationships/image" Target="../media/image6430.png"/><Relationship Id="rId192" Type="http://schemas.openxmlformats.org/officeDocument/2006/relationships/customXml" Target="../ink/ink2224.xml"/><Relationship Id="rId206" Type="http://schemas.openxmlformats.org/officeDocument/2006/relationships/customXml" Target="../ink/ink2231.xml"/><Relationship Id="rId227" Type="http://schemas.openxmlformats.org/officeDocument/2006/relationships/image" Target="../media/image6712.png"/><Relationship Id="rId248" Type="http://schemas.openxmlformats.org/officeDocument/2006/relationships/customXml" Target="../ink/ink2252.xml"/><Relationship Id="rId12" Type="http://schemas.openxmlformats.org/officeDocument/2006/relationships/customXml" Target="../ink/ink2134.xml"/><Relationship Id="rId33" Type="http://schemas.openxmlformats.org/officeDocument/2006/relationships/image" Target="../media/image5771.png"/><Relationship Id="rId108" Type="http://schemas.openxmlformats.org/officeDocument/2006/relationships/customXml" Target="../ink/ink2182.xml"/><Relationship Id="rId129" Type="http://schemas.openxmlformats.org/officeDocument/2006/relationships/image" Target="../media/image6220.png"/><Relationship Id="rId54" Type="http://schemas.openxmlformats.org/officeDocument/2006/relationships/customXml" Target="../ink/ink2155.xml"/><Relationship Id="rId75" Type="http://schemas.openxmlformats.org/officeDocument/2006/relationships/image" Target="../media/image5960.png"/><Relationship Id="rId96" Type="http://schemas.openxmlformats.org/officeDocument/2006/relationships/customXml" Target="../ink/ink2176.xml"/><Relationship Id="rId140" Type="http://schemas.openxmlformats.org/officeDocument/2006/relationships/customXml" Target="../ink/ink2198.xml"/><Relationship Id="rId161" Type="http://schemas.openxmlformats.org/officeDocument/2006/relationships/image" Target="../media/image6380.png"/><Relationship Id="rId182" Type="http://schemas.openxmlformats.org/officeDocument/2006/relationships/customXml" Target="../ink/ink2219.xml"/><Relationship Id="rId217" Type="http://schemas.openxmlformats.org/officeDocument/2006/relationships/image" Target="../media/image6660.png"/><Relationship Id="rId6" Type="http://schemas.openxmlformats.org/officeDocument/2006/relationships/customXml" Target="../ink/ink2131.xml"/><Relationship Id="rId238" Type="http://schemas.openxmlformats.org/officeDocument/2006/relationships/customXml" Target="../ink/ink2247.xml"/><Relationship Id="rId23" Type="http://schemas.openxmlformats.org/officeDocument/2006/relationships/image" Target="../media/image5731.png"/><Relationship Id="rId119" Type="http://schemas.openxmlformats.org/officeDocument/2006/relationships/image" Target="../media/image6170.png"/><Relationship Id="rId44" Type="http://schemas.openxmlformats.org/officeDocument/2006/relationships/customXml" Target="../ink/ink2150.xml"/><Relationship Id="rId65" Type="http://schemas.openxmlformats.org/officeDocument/2006/relationships/image" Target="../media/image5920.png"/><Relationship Id="rId86" Type="http://schemas.openxmlformats.org/officeDocument/2006/relationships/customXml" Target="../ink/ink2171.xml"/><Relationship Id="rId130" Type="http://schemas.openxmlformats.org/officeDocument/2006/relationships/customXml" Target="../ink/ink2193.xml"/><Relationship Id="rId151" Type="http://schemas.openxmlformats.org/officeDocument/2006/relationships/image" Target="../media/image6330.png"/><Relationship Id="rId172" Type="http://schemas.openxmlformats.org/officeDocument/2006/relationships/customXml" Target="../ink/ink2214.xml"/><Relationship Id="rId193" Type="http://schemas.openxmlformats.org/officeDocument/2006/relationships/image" Target="../media/image6540.png"/><Relationship Id="rId207" Type="http://schemas.openxmlformats.org/officeDocument/2006/relationships/image" Target="../media/image6612.png"/><Relationship Id="rId228" Type="http://schemas.openxmlformats.org/officeDocument/2006/relationships/customXml" Target="../ink/ink2242.xml"/><Relationship Id="rId249" Type="http://schemas.openxmlformats.org/officeDocument/2006/relationships/image" Target="../media/image6820.png"/><Relationship Id="rId13" Type="http://schemas.openxmlformats.org/officeDocument/2006/relationships/image" Target="../media/image5681.png"/><Relationship Id="rId109" Type="http://schemas.openxmlformats.org/officeDocument/2006/relationships/image" Target="../media/image6120.png"/><Relationship Id="rId34" Type="http://schemas.openxmlformats.org/officeDocument/2006/relationships/customXml" Target="../ink/ink2145.xml"/><Relationship Id="rId55" Type="http://schemas.openxmlformats.org/officeDocument/2006/relationships/image" Target="../media/image5870.png"/><Relationship Id="rId76" Type="http://schemas.openxmlformats.org/officeDocument/2006/relationships/customXml" Target="../ink/ink2166.xml"/><Relationship Id="rId97" Type="http://schemas.openxmlformats.org/officeDocument/2006/relationships/image" Target="../media/image6060.png"/><Relationship Id="rId120" Type="http://schemas.openxmlformats.org/officeDocument/2006/relationships/customXml" Target="../ink/ink2188.xml"/><Relationship Id="rId141" Type="http://schemas.openxmlformats.org/officeDocument/2006/relationships/image" Target="../media/image6280.png"/><Relationship Id="rId7" Type="http://schemas.openxmlformats.org/officeDocument/2006/relationships/image" Target="../media/image5651.png"/><Relationship Id="rId162" Type="http://schemas.openxmlformats.org/officeDocument/2006/relationships/customXml" Target="../ink/ink2209.xml"/><Relationship Id="rId183" Type="http://schemas.openxmlformats.org/officeDocument/2006/relationships/image" Target="../media/image6490.png"/><Relationship Id="rId218" Type="http://schemas.openxmlformats.org/officeDocument/2006/relationships/customXml" Target="../ink/ink2237.xml"/><Relationship Id="rId239" Type="http://schemas.openxmlformats.org/officeDocument/2006/relationships/image" Target="../media/image6770.png"/><Relationship Id="rId250" Type="http://schemas.openxmlformats.org/officeDocument/2006/relationships/customXml" Target="../ink/ink2253.xml"/><Relationship Id="rId24" Type="http://schemas.openxmlformats.org/officeDocument/2006/relationships/customXml" Target="../ink/ink2140.xml"/><Relationship Id="rId45" Type="http://schemas.openxmlformats.org/officeDocument/2006/relationships/image" Target="../media/image5830.png"/><Relationship Id="rId66" Type="http://schemas.openxmlformats.org/officeDocument/2006/relationships/customXml" Target="../ink/ink2161.xml"/><Relationship Id="rId87" Type="http://schemas.openxmlformats.org/officeDocument/2006/relationships/image" Target="../media/image5591.png"/><Relationship Id="rId110" Type="http://schemas.openxmlformats.org/officeDocument/2006/relationships/customXml" Target="../ink/ink2183.xml"/><Relationship Id="rId131" Type="http://schemas.openxmlformats.org/officeDocument/2006/relationships/image" Target="../media/image6230.png"/><Relationship Id="rId152" Type="http://schemas.openxmlformats.org/officeDocument/2006/relationships/customXml" Target="../ink/ink2204.xml"/><Relationship Id="rId173" Type="http://schemas.openxmlformats.org/officeDocument/2006/relationships/image" Target="../media/image6440.png"/><Relationship Id="rId194" Type="http://schemas.openxmlformats.org/officeDocument/2006/relationships/customXml" Target="../ink/ink2225.xml"/><Relationship Id="rId208" Type="http://schemas.openxmlformats.org/officeDocument/2006/relationships/customXml" Target="../ink/ink2232.xml"/><Relationship Id="rId229" Type="http://schemas.openxmlformats.org/officeDocument/2006/relationships/image" Target="../media/image6720.png"/><Relationship Id="rId240" Type="http://schemas.openxmlformats.org/officeDocument/2006/relationships/customXml" Target="../ink/ink2248.xml"/><Relationship Id="rId14" Type="http://schemas.openxmlformats.org/officeDocument/2006/relationships/customXml" Target="../ink/ink2135.xml"/><Relationship Id="rId35" Type="http://schemas.openxmlformats.org/officeDocument/2006/relationships/image" Target="../media/image5781.png"/><Relationship Id="rId56" Type="http://schemas.openxmlformats.org/officeDocument/2006/relationships/customXml" Target="../ink/ink2156.xml"/><Relationship Id="rId77" Type="http://schemas.openxmlformats.org/officeDocument/2006/relationships/image" Target="../media/image5970.png"/><Relationship Id="rId100" Type="http://schemas.openxmlformats.org/officeDocument/2006/relationships/customXml" Target="../ink/ink2178.xml"/><Relationship Id="rId8" Type="http://schemas.openxmlformats.org/officeDocument/2006/relationships/customXml" Target="../ink/ink2132.xml"/><Relationship Id="rId98" Type="http://schemas.openxmlformats.org/officeDocument/2006/relationships/customXml" Target="../ink/ink2177.xml"/><Relationship Id="rId121" Type="http://schemas.openxmlformats.org/officeDocument/2006/relationships/image" Target="../media/image6180.png"/><Relationship Id="rId142" Type="http://schemas.openxmlformats.org/officeDocument/2006/relationships/customXml" Target="../ink/ink2199.xml"/><Relationship Id="rId163" Type="http://schemas.openxmlformats.org/officeDocument/2006/relationships/image" Target="../media/image6390.png"/><Relationship Id="rId184" Type="http://schemas.openxmlformats.org/officeDocument/2006/relationships/customXml" Target="../ink/ink2220.xml"/><Relationship Id="rId219" Type="http://schemas.openxmlformats.org/officeDocument/2006/relationships/image" Target="../media/image6670.png"/><Relationship Id="rId230" Type="http://schemas.openxmlformats.org/officeDocument/2006/relationships/customXml" Target="../ink/ink2243.xml"/><Relationship Id="rId251" Type="http://schemas.openxmlformats.org/officeDocument/2006/relationships/image" Target="../media/image6830.png"/><Relationship Id="rId25" Type="http://schemas.openxmlformats.org/officeDocument/2006/relationships/image" Target="../media/image5741.png"/><Relationship Id="rId46" Type="http://schemas.openxmlformats.org/officeDocument/2006/relationships/customXml" Target="../ink/ink2151.xml"/><Relationship Id="rId67" Type="http://schemas.openxmlformats.org/officeDocument/2006/relationships/image" Target="../media/image5930.png"/><Relationship Id="rId88" Type="http://schemas.openxmlformats.org/officeDocument/2006/relationships/customXml" Target="../ink/ink2172.xml"/><Relationship Id="rId111" Type="http://schemas.openxmlformats.org/officeDocument/2006/relationships/image" Target="../media/image6130.png"/><Relationship Id="rId132" Type="http://schemas.openxmlformats.org/officeDocument/2006/relationships/customXml" Target="../ink/ink2194.xml"/><Relationship Id="rId153" Type="http://schemas.openxmlformats.org/officeDocument/2006/relationships/image" Target="../media/image6340.png"/><Relationship Id="rId174" Type="http://schemas.openxmlformats.org/officeDocument/2006/relationships/customXml" Target="../ink/ink2215.xml"/><Relationship Id="rId195" Type="http://schemas.openxmlformats.org/officeDocument/2006/relationships/image" Target="../media/image6550.png"/><Relationship Id="rId209" Type="http://schemas.openxmlformats.org/officeDocument/2006/relationships/image" Target="../media/image6620.png"/><Relationship Id="rId220" Type="http://schemas.openxmlformats.org/officeDocument/2006/relationships/customXml" Target="../ink/ink2238.xml"/><Relationship Id="rId241" Type="http://schemas.openxmlformats.org/officeDocument/2006/relationships/image" Target="../media/image6780.png"/><Relationship Id="rId15" Type="http://schemas.openxmlformats.org/officeDocument/2006/relationships/image" Target="../media/image5691.png"/><Relationship Id="rId36" Type="http://schemas.openxmlformats.org/officeDocument/2006/relationships/customXml" Target="../ink/ink2146.xml"/><Relationship Id="rId57" Type="http://schemas.openxmlformats.org/officeDocument/2006/relationships/image" Target="../media/image5880.png"/><Relationship Id="rId78" Type="http://schemas.openxmlformats.org/officeDocument/2006/relationships/customXml" Target="../ink/ink2167.xml"/><Relationship Id="rId99" Type="http://schemas.openxmlformats.org/officeDocument/2006/relationships/image" Target="../media/image6070.png"/><Relationship Id="rId101" Type="http://schemas.openxmlformats.org/officeDocument/2006/relationships/image" Target="../media/image6080.png"/><Relationship Id="rId122" Type="http://schemas.openxmlformats.org/officeDocument/2006/relationships/customXml" Target="../ink/ink2189.xml"/><Relationship Id="rId143" Type="http://schemas.openxmlformats.org/officeDocument/2006/relationships/image" Target="../media/image6290.png"/><Relationship Id="rId164" Type="http://schemas.openxmlformats.org/officeDocument/2006/relationships/customXml" Target="../ink/ink2210.xml"/><Relationship Id="rId185" Type="http://schemas.openxmlformats.org/officeDocument/2006/relationships/image" Target="../media/image6500.png"/><Relationship Id="rId4" Type="http://schemas.openxmlformats.org/officeDocument/2006/relationships/customXml" Target="../ink/ink2130.xml"/><Relationship Id="rId9" Type="http://schemas.openxmlformats.org/officeDocument/2006/relationships/image" Target="../media/image5661.png"/><Relationship Id="rId180" Type="http://schemas.openxmlformats.org/officeDocument/2006/relationships/customXml" Target="../ink/ink2218.xml"/><Relationship Id="rId210" Type="http://schemas.openxmlformats.org/officeDocument/2006/relationships/customXml" Target="../ink/ink2233.xml"/><Relationship Id="rId215" Type="http://schemas.openxmlformats.org/officeDocument/2006/relationships/image" Target="../media/image6650.png"/><Relationship Id="rId236" Type="http://schemas.openxmlformats.org/officeDocument/2006/relationships/customXml" Target="../ink/ink2246.xml"/><Relationship Id="rId26" Type="http://schemas.openxmlformats.org/officeDocument/2006/relationships/customXml" Target="../ink/ink2141.xml"/><Relationship Id="rId231" Type="http://schemas.openxmlformats.org/officeDocument/2006/relationships/image" Target="../media/image6730.png"/><Relationship Id="rId47" Type="http://schemas.openxmlformats.org/officeDocument/2006/relationships/image" Target="../media/image5840.png"/><Relationship Id="rId68" Type="http://schemas.openxmlformats.org/officeDocument/2006/relationships/customXml" Target="../ink/ink2162.xml"/><Relationship Id="rId89" Type="http://schemas.openxmlformats.org/officeDocument/2006/relationships/image" Target="../media/image6020.png"/><Relationship Id="rId112" Type="http://schemas.openxmlformats.org/officeDocument/2006/relationships/customXml" Target="../ink/ink2184.xml"/><Relationship Id="rId133" Type="http://schemas.openxmlformats.org/officeDocument/2006/relationships/image" Target="../media/image6240.png"/><Relationship Id="rId154" Type="http://schemas.openxmlformats.org/officeDocument/2006/relationships/customXml" Target="../ink/ink2205.xml"/><Relationship Id="rId175" Type="http://schemas.openxmlformats.org/officeDocument/2006/relationships/image" Target="../media/image6450.png"/><Relationship Id="rId196" Type="http://schemas.openxmlformats.org/officeDocument/2006/relationships/customXml" Target="../ink/ink2226.xml"/><Relationship Id="rId200" Type="http://schemas.openxmlformats.org/officeDocument/2006/relationships/customXml" Target="../ink/ink2228.xml"/><Relationship Id="rId16" Type="http://schemas.openxmlformats.org/officeDocument/2006/relationships/customXml" Target="../ink/ink2136.xml"/><Relationship Id="rId221" Type="http://schemas.openxmlformats.org/officeDocument/2006/relationships/image" Target="../media/image6680.png"/><Relationship Id="rId242" Type="http://schemas.openxmlformats.org/officeDocument/2006/relationships/customXml" Target="../ink/ink2249.xml"/><Relationship Id="rId37" Type="http://schemas.openxmlformats.org/officeDocument/2006/relationships/image" Target="../media/image5791.png"/><Relationship Id="rId58" Type="http://schemas.openxmlformats.org/officeDocument/2006/relationships/customXml" Target="../ink/ink2157.xml"/><Relationship Id="rId79" Type="http://schemas.openxmlformats.org/officeDocument/2006/relationships/image" Target="../media/image5980.png"/><Relationship Id="rId102" Type="http://schemas.openxmlformats.org/officeDocument/2006/relationships/customXml" Target="../ink/ink2179.xml"/><Relationship Id="rId123" Type="http://schemas.openxmlformats.org/officeDocument/2006/relationships/image" Target="../media/image6190.png"/><Relationship Id="rId144" Type="http://schemas.openxmlformats.org/officeDocument/2006/relationships/customXml" Target="../ink/ink2200.xml"/><Relationship Id="rId90" Type="http://schemas.openxmlformats.org/officeDocument/2006/relationships/customXml" Target="../ink/ink2173.xml"/><Relationship Id="rId165" Type="http://schemas.openxmlformats.org/officeDocument/2006/relationships/image" Target="../media/image6400.png"/><Relationship Id="rId186" Type="http://schemas.openxmlformats.org/officeDocument/2006/relationships/customXml" Target="../ink/ink2221.xml"/><Relationship Id="rId211" Type="http://schemas.openxmlformats.org/officeDocument/2006/relationships/image" Target="../media/image6630.png"/><Relationship Id="rId232" Type="http://schemas.openxmlformats.org/officeDocument/2006/relationships/customXml" Target="../ink/ink2244.xml"/><Relationship Id="rId27" Type="http://schemas.openxmlformats.org/officeDocument/2006/relationships/image" Target="../media/image5751.png"/><Relationship Id="rId48" Type="http://schemas.openxmlformats.org/officeDocument/2006/relationships/customXml" Target="../ink/ink2152.xml"/><Relationship Id="rId69" Type="http://schemas.openxmlformats.org/officeDocument/2006/relationships/image" Target="../media/image5940.png"/><Relationship Id="rId113" Type="http://schemas.openxmlformats.org/officeDocument/2006/relationships/image" Target="../media/image6140.png"/><Relationship Id="rId134" Type="http://schemas.openxmlformats.org/officeDocument/2006/relationships/customXml" Target="../ink/ink2195.xml"/><Relationship Id="rId80" Type="http://schemas.openxmlformats.org/officeDocument/2006/relationships/customXml" Target="../ink/ink2168.xml"/><Relationship Id="rId155" Type="http://schemas.openxmlformats.org/officeDocument/2006/relationships/image" Target="../media/image6350.png"/><Relationship Id="rId176" Type="http://schemas.openxmlformats.org/officeDocument/2006/relationships/customXml" Target="../ink/ink2216.xml"/><Relationship Id="rId197" Type="http://schemas.openxmlformats.org/officeDocument/2006/relationships/image" Target="../media/image6560.png"/><Relationship Id="rId201" Type="http://schemas.openxmlformats.org/officeDocument/2006/relationships/image" Target="../media/image6580.png"/><Relationship Id="rId222" Type="http://schemas.openxmlformats.org/officeDocument/2006/relationships/customXml" Target="../ink/ink2239.xml"/><Relationship Id="rId243" Type="http://schemas.openxmlformats.org/officeDocument/2006/relationships/image" Target="../media/image6790.png"/><Relationship Id="rId17" Type="http://schemas.openxmlformats.org/officeDocument/2006/relationships/image" Target="../media/image5701.png"/><Relationship Id="rId38" Type="http://schemas.openxmlformats.org/officeDocument/2006/relationships/customXml" Target="../ink/ink2147.xml"/><Relationship Id="rId59" Type="http://schemas.openxmlformats.org/officeDocument/2006/relationships/image" Target="../media/image5890.png"/><Relationship Id="rId103" Type="http://schemas.openxmlformats.org/officeDocument/2006/relationships/image" Target="../media/image6090.png"/><Relationship Id="rId124" Type="http://schemas.openxmlformats.org/officeDocument/2006/relationships/customXml" Target="../ink/ink2190.xml"/><Relationship Id="rId70" Type="http://schemas.openxmlformats.org/officeDocument/2006/relationships/customXml" Target="../ink/ink2163.xml"/><Relationship Id="rId91" Type="http://schemas.openxmlformats.org/officeDocument/2006/relationships/image" Target="../media/image6030.png"/><Relationship Id="rId145" Type="http://schemas.openxmlformats.org/officeDocument/2006/relationships/image" Target="../media/image6300.png"/><Relationship Id="rId166" Type="http://schemas.openxmlformats.org/officeDocument/2006/relationships/customXml" Target="../ink/ink2211.xml"/><Relationship Id="rId187" Type="http://schemas.openxmlformats.org/officeDocument/2006/relationships/image" Target="../media/image651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34.xml"/><Relationship Id="rId233" Type="http://schemas.openxmlformats.org/officeDocument/2006/relationships/image" Target="../media/image6740.png"/><Relationship Id="rId28" Type="http://schemas.openxmlformats.org/officeDocument/2006/relationships/customXml" Target="../ink/ink2142.xml"/><Relationship Id="rId49" Type="http://schemas.openxmlformats.org/officeDocument/2006/relationships/image" Target="../media/image5850.png"/><Relationship Id="rId114" Type="http://schemas.openxmlformats.org/officeDocument/2006/relationships/customXml" Target="../ink/ink2185.xml"/><Relationship Id="rId60" Type="http://schemas.openxmlformats.org/officeDocument/2006/relationships/customXml" Target="../ink/ink2158.xml"/><Relationship Id="rId81" Type="http://schemas.openxmlformats.org/officeDocument/2006/relationships/image" Target="../media/image5990.png"/><Relationship Id="rId135" Type="http://schemas.openxmlformats.org/officeDocument/2006/relationships/image" Target="../media/image6250.png"/><Relationship Id="rId156" Type="http://schemas.openxmlformats.org/officeDocument/2006/relationships/customXml" Target="../ink/ink2206.xml"/><Relationship Id="rId177" Type="http://schemas.openxmlformats.org/officeDocument/2006/relationships/image" Target="../media/image6460.png"/><Relationship Id="rId198" Type="http://schemas.openxmlformats.org/officeDocument/2006/relationships/customXml" Target="../ink/ink2227.xml"/><Relationship Id="rId202" Type="http://schemas.openxmlformats.org/officeDocument/2006/relationships/customXml" Target="../ink/ink2229.xml"/><Relationship Id="rId223" Type="http://schemas.openxmlformats.org/officeDocument/2006/relationships/image" Target="../media/image6690.png"/><Relationship Id="rId244" Type="http://schemas.openxmlformats.org/officeDocument/2006/relationships/customXml" Target="../ink/ink2250.xml"/><Relationship Id="rId18" Type="http://schemas.openxmlformats.org/officeDocument/2006/relationships/customXml" Target="../ink/ink2137.xml"/><Relationship Id="rId39" Type="http://schemas.openxmlformats.org/officeDocument/2006/relationships/image" Target="../media/image5801.png"/><Relationship Id="rId50" Type="http://schemas.openxmlformats.org/officeDocument/2006/relationships/customXml" Target="../ink/ink2153.xml"/><Relationship Id="rId104" Type="http://schemas.openxmlformats.org/officeDocument/2006/relationships/customXml" Target="../ink/ink2180.xml"/><Relationship Id="rId125" Type="http://schemas.openxmlformats.org/officeDocument/2006/relationships/image" Target="../media/image6200.png"/><Relationship Id="rId146" Type="http://schemas.openxmlformats.org/officeDocument/2006/relationships/customXml" Target="../ink/ink2201.xml"/><Relationship Id="rId167" Type="http://schemas.openxmlformats.org/officeDocument/2006/relationships/image" Target="../media/image6412.png"/><Relationship Id="rId188" Type="http://schemas.openxmlformats.org/officeDocument/2006/relationships/customXml" Target="../ink/ink2222.xml"/><Relationship Id="rId71" Type="http://schemas.openxmlformats.org/officeDocument/2006/relationships/image" Target="../media/image5513.png"/><Relationship Id="rId92" Type="http://schemas.openxmlformats.org/officeDocument/2006/relationships/customXml" Target="../ink/ink2174.xml"/><Relationship Id="rId213" Type="http://schemas.openxmlformats.org/officeDocument/2006/relationships/image" Target="../media/image6640.png"/><Relationship Id="rId234" Type="http://schemas.openxmlformats.org/officeDocument/2006/relationships/customXml" Target="../ink/ink2245.xml"/><Relationship Id="rId2" Type="http://schemas.openxmlformats.org/officeDocument/2006/relationships/customXml" Target="../ink/ink2129.xml"/><Relationship Id="rId29" Type="http://schemas.openxmlformats.org/officeDocument/2006/relationships/image" Target="../media/image5761.png"/><Relationship Id="rId40" Type="http://schemas.openxmlformats.org/officeDocument/2006/relationships/customXml" Target="../ink/ink2148.xml"/><Relationship Id="rId115" Type="http://schemas.openxmlformats.org/officeDocument/2006/relationships/image" Target="../media/image6150.png"/><Relationship Id="rId136" Type="http://schemas.openxmlformats.org/officeDocument/2006/relationships/customXml" Target="../ink/ink2196.xml"/><Relationship Id="rId157" Type="http://schemas.openxmlformats.org/officeDocument/2006/relationships/image" Target="../media/image6360.png"/><Relationship Id="rId178" Type="http://schemas.openxmlformats.org/officeDocument/2006/relationships/customXml" Target="../ink/ink2217.xml"/><Relationship Id="rId61" Type="http://schemas.openxmlformats.org/officeDocument/2006/relationships/image" Target="../media/image5900.png"/><Relationship Id="rId82" Type="http://schemas.openxmlformats.org/officeDocument/2006/relationships/customXml" Target="../ink/ink2169.xml"/><Relationship Id="rId199" Type="http://schemas.openxmlformats.org/officeDocument/2006/relationships/image" Target="../media/image6570.png"/><Relationship Id="rId203" Type="http://schemas.openxmlformats.org/officeDocument/2006/relationships/image" Target="../media/image6590.png"/><Relationship Id="rId19" Type="http://schemas.openxmlformats.org/officeDocument/2006/relationships/image" Target="../media/image5713.png"/><Relationship Id="rId224" Type="http://schemas.openxmlformats.org/officeDocument/2006/relationships/customXml" Target="../ink/ink2240.xml"/><Relationship Id="rId245" Type="http://schemas.openxmlformats.org/officeDocument/2006/relationships/image" Target="../media/image6800.png"/><Relationship Id="rId30" Type="http://schemas.openxmlformats.org/officeDocument/2006/relationships/customXml" Target="../ink/ink2143.xml"/><Relationship Id="rId105" Type="http://schemas.openxmlformats.org/officeDocument/2006/relationships/image" Target="../media/image6100.png"/><Relationship Id="rId126" Type="http://schemas.openxmlformats.org/officeDocument/2006/relationships/customXml" Target="../ink/ink2191.xml"/><Relationship Id="rId147" Type="http://schemas.openxmlformats.org/officeDocument/2006/relationships/image" Target="../media/image6312.png"/><Relationship Id="rId168" Type="http://schemas.openxmlformats.org/officeDocument/2006/relationships/customXml" Target="../ink/ink2212.xml"/><Relationship Id="rId51" Type="http://schemas.openxmlformats.org/officeDocument/2006/relationships/image" Target="../media/image5413.png"/><Relationship Id="rId72" Type="http://schemas.openxmlformats.org/officeDocument/2006/relationships/customXml" Target="../ink/ink2164.xml"/><Relationship Id="rId93" Type="http://schemas.openxmlformats.org/officeDocument/2006/relationships/image" Target="../media/image6040.png"/><Relationship Id="rId189" Type="http://schemas.openxmlformats.org/officeDocument/2006/relationships/image" Target="../media/image6520.png"/><Relationship Id="rId3" Type="http://schemas.openxmlformats.org/officeDocument/2006/relationships/image" Target="../media/image5631.png"/><Relationship Id="rId214" Type="http://schemas.openxmlformats.org/officeDocument/2006/relationships/customXml" Target="../ink/ink2235.xml"/><Relationship Id="rId235" Type="http://schemas.openxmlformats.org/officeDocument/2006/relationships/image" Target="../media/image6750.png"/><Relationship Id="rId116" Type="http://schemas.openxmlformats.org/officeDocument/2006/relationships/customXml" Target="../ink/ink2186.xml"/><Relationship Id="rId137" Type="http://schemas.openxmlformats.org/officeDocument/2006/relationships/image" Target="../media/image6260.png"/><Relationship Id="rId158" Type="http://schemas.openxmlformats.org/officeDocument/2006/relationships/customXml" Target="../ink/ink2207.xml"/><Relationship Id="rId20" Type="http://schemas.openxmlformats.org/officeDocument/2006/relationships/customXml" Target="../ink/ink2138.xml"/><Relationship Id="rId41" Type="http://schemas.openxmlformats.org/officeDocument/2006/relationships/image" Target="../media/image5813.png"/><Relationship Id="rId62" Type="http://schemas.openxmlformats.org/officeDocument/2006/relationships/customXml" Target="../ink/ink2159.xml"/><Relationship Id="rId83" Type="http://schemas.openxmlformats.org/officeDocument/2006/relationships/image" Target="../media/image6000.png"/><Relationship Id="rId179" Type="http://schemas.openxmlformats.org/officeDocument/2006/relationships/image" Target="../media/image6470.png"/><Relationship Id="rId190" Type="http://schemas.openxmlformats.org/officeDocument/2006/relationships/customXml" Target="../ink/ink2223.xml"/><Relationship Id="rId204" Type="http://schemas.openxmlformats.org/officeDocument/2006/relationships/customXml" Target="../ink/ink2230.xml"/><Relationship Id="rId225" Type="http://schemas.openxmlformats.org/officeDocument/2006/relationships/image" Target="../media/image6700.png"/><Relationship Id="rId246" Type="http://schemas.openxmlformats.org/officeDocument/2006/relationships/customXml" Target="../ink/ink2251.xml"/><Relationship Id="rId106" Type="http://schemas.openxmlformats.org/officeDocument/2006/relationships/customXml" Target="../ink/ink2181.xml"/><Relationship Id="rId127" Type="http://schemas.openxmlformats.org/officeDocument/2006/relationships/image" Target="../media/image6212.png"/><Relationship Id="rId10" Type="http://schemas.openxmlformats.org/officeDocument/2006/relationships/customXml" Target="../ink/ink2133.xml"/><Relationship Id="rId31" Type="http://schemas.openxmlformats.org/officeDocument/2006/relationships/image" Target="../media/image5313.png"/><Relationship Id="rId52" Type="http://schemas.openxmlformats.org/officeDocument/2006/relationships/customXml" Target="../ink/ink2154.xml"/><Relationship Id="rId73" Type="http://schemas.openxmlformats.org/officeDocument/2006/relationships/image" Target="../media/image5950.png"/><Relationship Id="rId94" Type="http://schemas.openxmlformats.org/officeDocument/2006/relationships/customXml" Target="../ink/ink2175.xml"/><Relationship Id="rId148" Type="http://schemas.openxmlformats.org/officeDocument/2006/relationships/customXml" Target="../ink/ink2202.xml"/><Relationship Id="rId169" Type="http://schemas.openxmlformats.org/officeDocument/2006/relationships/image" Target="../media/image6420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00.png"/><Relationship Id="rId21" Type="http://schemas.openxmlformats.org/officeDocument/2006/relationships/image" Target="../media/image6930.png"/><Relationship Id="rId42" Type="http://schemas.openxmlformats.org/officeDocument/2006/relationships/customXml" Target="../ink/ink2274.xml"/><Relationship Id="rId63" Type="http://schemas.openxmlformats.org/officeDocument/2006/relationships/image" Target="../media/image7140.png"/><Relationship Id="rId84" Type="http://schemas.openxmlformats.org/officeDocument/2006/relationships/customXml" Target="../ink/ink2295.xml"/><Relationship Id="rId138" Type="http://schemas.openxmlformats.org/officeDocument/2006/relationships/customXml" Target="../ink/ink2322.xml"/><Relationship Id="rId159" Type="http://schemas.openxmlformats.org/officeDocument/2006/relationships/image" Target="../media/image7612.png"/><Relationship Id="rId170" Type="http://schemas.openxmlformats.org/officeDocument/2006/relationships/customXml" Target="../ink/ink2338.xml"/><Relationship Id="rId191" Type="http://schemas.openxmlformats.org/officeDocument/2006/relationships/image" Target="../media/image7770.png"/><Relationship Id="rId107" Type="http://schemas.openxmlformats.org/officeDocument/2006/relationships/image" Target="../media/image7350.png"/><Relationship Id="rId11" Type="http://schemas.openxmlformats.org/officeDocument/2006/relationships/image" Target="../media/image6880.png"/><Relationship Id="rId32" Type="http://schemas.openxmlformats.org/officeDocument/2006/relationships/customXml" Target="../ink/ink2269.xml"/><Relationship Id="rId53" Type="http://schemas.openxmlformats.org/officeDocument/2006/relationships/image" Target="../media/image7090.png"/><Relationship Id="rId74" Type="http://schemas.openxmlformats.org/officeDocument/2006/relationships/customXml" Target="../ink/ink2290.xml"/><Relationship Id="rId128" Type="http://schemas.openxmlformats.org/officeDocument/2006/relationships/customXml" Target="../ink/ink2317.xml"/><Relationship Id="rId149" Type="http://schemas.openxmlformats.org/officeDocument/2006/relationships/image" Target="../media/image7560.png"/><Relationship Id="rId5" Type="http://schemas.openxmlformats.org/officeDocument/2006/relationships/image" Target="../media/image6850.png"/><Relationship Id="rId95" Type="http://schemas.openxmlformats.org/officeDocument/2006/relationships/image" Target="../media/image7300.png"/><Relationship Id="rId160" Type="http://schemas.openxmlformats.org/officeDocument/2006/relationships/customXml" Target="../ink/ink2333.xml"/><Relationship Id="rId181" Type="http://schemas.openxmlformats.org/officeDocument/2006/relationships/image" Target="../media/image7720.png"/><Relationship Id="rId22" Type="http://schemas.openxmlformats.org/officeDocument/2006/relationships/customXml" Target="../ink/ink2264.xml"/><Relationship Id="rId43" Type="http://schemas.openxmlformats.org/officeDocument/2006/relationships/image" Target="../media/image7040.png"/><Relationship Id="rId64" Type="http://schemas.openxmlformats.org/officeDocument/2006/relationships/customXml" Target="../ink/ink2285.xml"/><Relationship Id="rId118" Type="http://schemas.openxmlformats.org/officeDocument/2006/relationships/customXml" Target="../ink/ink2312.xml"/><Relationship Id="rId139" Type="http://schemas.openxmlformats.org/officeDocument/2006/relationships/image" Target="../media/image7512.png"/><Relationship Id="rId85" Type="http://schemas.openxmlformats.org/officeDocument/2006/relationships/image" Target="../media/image7250.png"/><Relationship Id="rId150" Type="http://schemas.openxmlformats.org/officeDocument/2006/relationships/customXml" Target="../ink/ink2328.xml"/><Relationship Id="rId171" Type="http://schemas.openxmlformats.org/officeDocument/2006/relationships/image" Target="../media/image7670.png"/><Relationship Id="rId12" Type="http://schemas.openxmlformats.org/officeDocument/2006/relationships/customXml" Target="../ink/ink2259.xml"/><Relationship Id="rId33" Type="http://schemas.openxmlformats.org/officeDocument/2006/relationships/image" Target="../media/image6990.png"/><Relationship Id="rId108" Type="http://schemas.openxmlformats.org/officeDocument/2006/relationships/customXml" Target="../ink/ink2307.xml"/><Relationship Id="rId129" Type="http://schemas.openxmlformats.org/officeDocument/2006/relationships/image" Target="../media/image7460.png"/><Relationship Id="rId54" Type="http://schemas.openxmlformats.org/officeDocument/2006/relationships/customXml" Target="../ink/ink2280.xml"/><Relationship Id="rId75" Type="http://schemas.openxmlformats.org/officeDocument/2006/relationships/image" Target="../media/image7200.png"/><Relationship Id="rId96" Type="http://schemas.openxmlformats.org/officeDocument/2006/relationships/customXml" Target="../ink/ink2301.xml"/><Relationship Id="rId140" Type="http://schemas.openxmlformats.org/officeDocument/2006/relationships/customXml" Target="../ink/ink2323.xml"/><Relationship Id="rId161" Type="http://schemas.openxmlformats.org/officeDocument/2006/relationships/image" Target="../media/image7620.png"/><Relationship Id="rId182" Type="http://schemas.openxmlformats.org/officeDocument/2006/relationships/customXml" Target="../ink/ink2344.xml"/><Relationship Id="rId6" Type="http://schemas.openxmlformats.org/officeDocument/2006/relationships/customXml" Target="../ink/ink2256.xml"/><Relationship Id="rId23" Type="http://schemas.openxmlformats.org/officeDocument/2006/relationships/image" Target="../media/image6940.png"/><Relationship Id="rId119" Type="http://schemas.openxmlformats.org/officeDocument/2006/relationships/image" Target="../media/image7412.png"/><Relationship Id="rId44" Type="http://schemas.openxmlformats.org/officeDocument/2006/relationships/customXml" Target="../ink/ink2275.xml"/><Relationship Id="rId65" Type="http://schemas.openxmlformats.org/officeDocument/2006/relationships/image" Target="../media/image7150.png"/><Relationship Id="rId86" Type="http://schemas.openxmlformats.org/officeDocument/2006/relationships/customXml" Target="../ink/ink2296.xml"/><Relationship Id="rId130" Type="http://schemas.openxmlformats.org/officeDocument/2006/relationships/customXml" Target="../ink/ink2318.xml"/><Relationship Id="rId151" Type="http://schemas.openxmlformats.org/officeDocument/2006/relationships/image" Target="../media/image7570.png"/><Relationship Id="rId172" Type="http://schemas.openxmlformats.org/officeDocument/2006/relationships/customXml" Target="../ink/ink2339.xml"/><Relationship Id="rId13" Type="http://schemas.openxmlformats.org/officeDocument/2006/relationships/image" Target="../media/image6890.png"/><Relationship Id="rId18" Type="http://schemas.openxmlformats.org/officeDocument/2006/relationships/customXml" Target="../ink/ink2262.xml"/><Relationship Id="rId39" Type="http://schemas.openxmlformats.org/officeDocument/2006/relationships/image" Target="../media/image7020.png"/><Relationship Id="rId109" Type="http://schemas.openxmlformats.org/officeDocument/2006/relationships/image" Target="../media/image7360.png"/><Relationship Id="rId34" Type="http://schemas.openxmlformats.org/officeDocument/2006/relationships/customXml" Target="../ink/ink2270.xml"/><Relationship Id="rId50" Type="http://schemas.openxmlformats.org/officeDocument/2006/relationships/customXml" Target="../ink/ink2278.xml"/><Relationship Id="rId55" Type="http://schemas.openxmlformats.org/officeDocument/2006/relationships/image" Target="../media/image7100.png"/><Relationship Id="rId76" Type="http://schemas.openxmlformats.org/officeDocument/2006/relationships/customXml" Target="../ink/ink2291.xml"/><Relationship Id="rId97" Type="http://schemas.openxmlformats.org/officeDocument/2006/relationships/image" Target="../media/image7312.png"/><Relationship Id="rId104" Type="http://schemas.openxmlformats.org/officeDocument/2006/relationships/customXml" Target="../ink/ink2305.xml"/><Relationship Id="rId120" Type="http://schemas.openxmlformats.org/officeDocument/2006/relationships/customXml" Target="../ink/ink2313.xml"/><Relationship Id="rId125" Type="http://schemas.openxmlformats.org/officeDocument/2006/relationships/image" Target="../media/image7440.png"/><Relationship Id="rId141" Type="http://schemas.openxmlformats.org/officeDocument/2006/relationships/image" Target="../media/image7520.png"/><Relationship Id="rId146" Type="http://schemas.openxmlformats.org/officeDocument/2006/relationships/customXml" Target="../ink/ink2326.xml"/><Relationship Id="rId167" Type="http://schemas.openxmlformats.org/officeDocument/2006/relationships/image" Target="../media/image7650.png"/><Relationship Id="rId188" Type="http://schemas.openxmlformats.org/officeDocument/2006/relationships/customXml" Target="../ink/ink2347.xml"/><Relationship Id="rId7" Type="http://schemas.openxmlformats.org/officeDocument/2006/relationships/image" Target="../media/image6860.png"/><Relationship Id="rId71" Type="http://schemas.openxmlformats.org/officeDocument/2006/relationships/image" Target="../media/image7180.png"/><Relationship Id="rId92" Type="http://schemas.openxmlformats.org/officeDocument/2006/relationships/customXml" Target="../ink/ink2299.xml"/><Relationship Id="rId162" Type="http://schemas.openxmlformats.org/officeDocument/2006/relationships/customXml" Target="../ink/ink2334.xml"/><Relationship Id="rId183" Type="http://schemas.openxmlformats.org/officeDocument/2006/relationships/image" Target="../media/image7730.png"/><Relationship Id="rId2" Type="http://schemas.openxmlformats.org/officeDocument/2006/relationships/customXml" Target="../ink/ink2254.xml"/><Relationship Id="rId29" Type="http://schemas.openxmlformats.org/officeDocument/2006/relationships/image" Target="../media/image6970.png"/><Relationship Id="rId24" Type="http://schemas.openxmlformats.org/officeDocument/2006/relationships/customXml" Target="../ink/ink2265.xml"/><Relationship Id="rId40" Type="http://schemas.openxmlformats.org/officeDocument/2006/relationships/customXml" Target="../ink/ink2273.xml"/><Relationship Id="rId45" Type="http://schemas.openxmlformats.org/officeDocument/2006/relationships/image" Target="../media/image7050.png"/><Relationship Id="rId66" Type="http://schemas.openxmlformats.org/officeDocument/2006/relationships/customXml" Target="../ink/ink2286.xml"/><Relationship Id="rId87" Type="http://schemas.openxmlformats.org/officeDocument/2006/relationships/image" Target="../media/image7260.png"/><Relationship Id="rId110" Type="http://schemas.openxmlformats.org/officeDocument/2006/relationships/customXml" Target="../ink/ink2308.xml"/><Relationship Id="rId115" Type="http://schemas.openxmlformats.org/officeDocument/2006/relationships/image" Target="../media/image7390.png"/><Relationship Id="rId131" Type="http://schemas.openxmlformats.org/officeDocument/2006/relationships/image" Target="../media/image7470.png"/><Relationship Id="rId136" Type="http://schemas.openxmlformats.org/officeDocument/2006/relationships/customXml" Target="../ink/ink2321.xml"/><Relationship Id="rId157" Type="http://schemas.openxmlformats.org/officeDocument/2006/relationships/image" Target="../media/image7600.png"/><Relationship Id="rId178" Type="http://schemas.openxmlformats.org/officeDocument/2006/relationships/customXml" Target="../ink/ink2342.xml"/><Relationship Id="rId61" Type="http://schemas.openxmlformats.org/officeDocument/2006/relationships/image" Target="../media/image7130.png"/><Relationship Id="rId82" Type="http://schemas.openxmlformats.org/officeDocument/2006/relationships/customXml" Target="../ink/ink2294.xml"/><Relationship Id="rId152" Type="http://schemas.openxmlformats.org/officeDocument/2006/relationships/customXml" Target="../ink/ink2329.xml"/><Relationship Id="rId173" Type="http://schemas.openxmlformats.org/officeDocument/2006/relationships/image" Target="../media/image7680.png"/><Relationship Id="rId19" Type="http://schemas.openxmlformats.org/officeDocument/2006/relationships/image" Target="../media/image6920.png"/><Relationship Id="rId14" Type="http://schemas.openxmlformats.org/officeDocument/2006/relationships/customXml" Target="../ink/ink2260.xml"/><Relationship Id="rId30" Type="http://schemas.openxmlformats.org/officeDocument/2006/relationships/customXml" Target="../ink/ink2268.xml"/><Relationship Id="rId35" Type="http://schemas.openxmlformats.org/officeDocument/2006/relationships/image" Target="../media/image7000.png"/><Relationship Id="rId56" Type="http://schemas.openxmlformats.org/officeDocument/2006/relationships/customXml" Target="../ink/ink2281.xml"/><Relationship Id="rId77" Type="http://schemas.openxmlformats.org/officeDocument/2006/relationships/image" Target="../media/image7212.png"/><Relationship Id="rId100" Type="http://schemas.openxmlformats.org/officeDocument/2006/relationships/customXml" Target="../ink/ink2303.xml"/><Relationship Id="rId105" Type="http://schemas.openxmlformats.org/officeDocument/2006/relationships/image" Target="../media/image6360.png"/><Relationship Id="rId126" Type="http://schemas.openxmlformats.org/officeDocument/2006/relationships/customXml" Target="../ink/ink2316.xml"/><Relationship Id="rId147" Type="http://schemas.openxmlformats.org/officeDocument/2006/relationships/image" Target="../media/image7550.png"/><Relationship Id="rId168" Type="http://schemas.openxmlformats.org/officeDocument/2006/relationships/customXml" Target="../ink/ink2337.xml"/><Relationship Id="rId8" Type="http://schemas.openxmlformats.org/officeDocument/2006/relationships/customXml" Target="../ink/ink2257.xml"/><Relationship Id="rId51" Type="http://schemas.openxmlformats.org/officeDocument/2006/relationships/image" Target="../media/image7080.png"/><Relationship Id="rId72" Type="http://schemas.openxmlformats.org/officeDocument/2006/relationships/customXml" Target="../ink/ink2289.xml"/><Relationship Id="rId93" Type="http://schemas.openxmlformats.org/officeDocument/2006/relationships/image" Target="../media/image7290.png"/><Relationship Id="rId98" Type="http://schemas.openxmlformats.org/officeDocument/2006/relationships/customXml" Target="../ink/ink2302.xml"/><Relationship Id="rId121" Type="http://schemas.openxmlformats.org/officeDocument/2006/relationships/image" Target="../media/image7420.png"/><Relationship Id="rId142" Type="http://schemas.openxmlformats.org/officeDocument/2006/relationships/customXml" Target="../ink/ink2324.xml"/><Relationship Id="rId163" Type="http://schemas.openxmlformats.org/officeDocument/2006/relationships/image" Target="../media/image7630.png"/><Relationship Id="rId184" Type="http://schemas.openxmlformats.org/officeDocument/2006/relationships/customXml" Target="../ink/ink2345.xml"/><Relationship Id="rId189" Type="http://schemas.openxmlformats.org/officeDocument/2006/relationships/image" Target="../media/image7760.png"/><Relationship Id="rId3" Type="http://schemas.openxmlformats.org/officeDocument/2006/relationships/image" Target="../media/image6840.png"/><Relationship Id="rId25" Type="http://schemas.openxmlformats.org/officeDocument/2006/relationships/image" Target="../media/image6950.png"/><Relationship Id="rId46" Type="http://schemas.openxmlformats.org/officeDocument/2006/relationships/customXml" Target="../ink/ink2276.xml"/><Relationship Id="rId67" Type="http://schemas.openxmlformats.org/officeDocument/2006/relationships/image" Target="../media/image7160.png"/><Relationship Id="rId116" Type="http://schemas.openxmlformats.org/officeDocument/2006/relationships/customXml" Target="../ink/ink2311.xml"/><Relationship Id="rId137" Type="http://schemas.openxmlformats.org/officeDocument/2006/relationships/image" Target="../media/image7500.png"/><Relationship Id="rId158" Type="http://schemas.openxmlformats.org/officeDocument/2006/relationships/customXml" Target="../ink/ink2332.xml"/><Relationship Id="rId20" Type="http://schemas.openxmlformats.org/officeDocument/2006/relationships/customXml" Target="../ink/ink2263.xml"/><Relationship Id="rId41" Type="http://schemas.openxmlformats.org/officeDocument/2006/relationships/image" Target="../media/image7030.png"/><Relationship Id="rId62" Type="http://schemas.openxmlformats.org/officeDocument/2006/relationships/customXml" Target="../ink/ink2284.xml"/><Relationship Id="rId83" Type="http://schemas.openxmlformats.org/officeDocument/2006/relationships/image" Target="../media/image7240.png"/><Relationship Id="rId88" Type="http://schemas.openxmlformats.org/officeDocument/2006/relationships/customXml" Target="../ink/ink2297.xml"/><Relationship Id="rId111" Type="http://schemas.openxmlformats.org/officeDocument/2006/relationships/image" Target="../media/image7370.png"/><Relationship Id="rId132" Type="http://schemas.openxmlformats.org/officeDocument/2006/relationships/customXml" Target="../ink/ink2319.xml"/><Relationship Id="rId153" Type="http://schemas.openxmlformats.org/officeDocument/2006/relationships/image" Target="../media/image7580.png"/><Relationship Id="rId174" Type="http://schemas.openxmlformats.org/officeDocument/2006/relationships/customXml" Target="../ink/ink2340.xml"/><Relationship Id="rId179" Type="http://schemas.openxmlformats.org/officeDocument/2006/relationships/image" Target="../media/image7712.png"/><Relationship Id="rId190" Type="http://schemas.openxmlformats.org/officeDocument/2006/relationships/customXml" Target="../ink/ink2348.xml"/><Relationship Id="rId15" Type="http://schemas.openxmlformats.org/officeDocument/2006/relationships/image" Target="../media/image6900.png"/><Relationship Id="rId36" Type="http://schemas.openxmlformats.org/officeDocument/2006/relationships/customXml" Target="../ink/ink2271.xml"/><Relationship Id="rId57" Type="http://schemas.openxmlformats.org/officeDocument/2006/relationships/image" Target="../media/image7112.png"/><Relationship Id="rId106" Type="http://schemas.openxmlformats.org/officeDocument/2006/relationships/customXml" Target="../ink/ink2306.xml"/><Relationship Id="rId127" Type="http://schemas.openxmlformats.org/officeDocument/2006/relationships/image" Target="../media/image7450.png"/><Relationship Id="rId10" Type="http://schemas.openxmlformats.org/officeDocument/2006/relationships/customXml" Target="../ink/ink2258.xml"/><Relationship Id="rId31" Type="http://schemas.openxmlformats.org/officeDocument/2006/relationships/image" Target="../media/image6980.png"/><Relationship Id="rId52" Type="http://schemas.openxmlformats.org/officeDocument/2006/relationships/customXml" Target="../ink/ink2279.xml"/><Relationship Id="rId73" Type="http://schemas.openxmlformats.org/officeDocument/2006/relationships/image" Target="../media/image7190.png"/><Relationship Id="rId78" Type="http://schemas.openxmlformats.org/officeDocument/2006/relationships/customXml" Target="../ink/ink2292.xml"/><Relationship Id="rId94" Type="http://schemas.openxmlformats.org/officeDocument/2006/relationships/customXml" Target="../ink/ink2300.xml"/><Relationship Id="rId99" Type="http://schemas.openxmlformats.org/officeDocument/2006/relationships/image" Target="../media/image7320.png"/><Relationship Id="rId101" Type="http://schemas.openxmlformats.org/officeDocument/2006/relationships/image" Target="../media/image7330.png"/><Relationship Id="rId122" Type="http://schemas.openxmlformats.org/officeDocument/2006/relationships/customXml" Target="../ink/ink2314.xml"/><Relationship Id="rId143" Type="http://schemas.openxmlformats.org/officeDocument/2006/relationships/image" Target="../media/image7530.png"/><Relationship Id="rId148" Type="http://schemas.openxmlformats.org/officeDocument/2006/relationships/customXml" Target="../ink/ink2327.xml"/><Relationship Id="rId164" Type="http://schemas.openxmlformats.org/officeDocument/2006/relationships/customXml" Target="../ink/ink2335.xml"/><Relationship Id="rId169" Type="http://schemas.openxmlformats.org/officeDocument/2006/relationships/image" Target="../media/image7660.png"/><Relationship Id="rId185" Type="http://schemas.openxmlformats.org/officeDocument/2006/relationships/image" Target="../media/image7740.png"/><Relationship Id="rId4" Type="http://schemas.openxmlformats.org/officeDocument/2006/relationships/customXml" Target="../ink/ink2255.xml"/><Relationship Id="rId9" Type="http://schemas.openxmlformats.org/officeDocument/2006/relationships/image" Target="../media/image6870.png"/><Relationship Id="rId180" Type="http://schemas.openxmlformats.org/officeDocument/2006/relationships/customXml" Target="../ink/ink2343.xml"/><Relationship Id="rId26" Type="http://schemas.openxmlformats.org/officeDocument/2006/relationships/customXml" Target="../ink/ink2266.xml"/><Relationship Id="rId47" Type="http://schemas.openxmlformats.org/officeDocument/2006/relationships/image" Target="../media/image7060.png"/><Relationship Id="rId68" Type="http://schemas.openxmlformats.org/officeDocument/2006/relationships/customXml" Target="../ink/ink2287.xml"/><Relationship Id="rId89" Type="http://schemas.openxmlformats.org/officeDocument/2006/relationships/image" Target="../media/image7270.png"/><Relationship Id="rId112" Type="http://schemas.openxmlformats.org/officeDocument/2006/relationships/customXml" Target="../ink/ink2309.xml"/><Relationship Id="rId133" Type="http://schemas.openxmlformats.org/officeDocument/2006/relationships/image" Target="../media/image7480.png"/><Relationship Id="rId154" Type="http://schemas.openxmlformats.org/officeDocument/2006/relationships/customXml" Target="../ink/ink2330.xml"/><Relationship Id="rId175" Type="http://schemas.openxmlformats.org/officeDocument/2006/relationships/image" Target="../media/image7690.png"/><Relationship Id="rId16" Type="http://schemas.openxmlformats.org/officeDocument/2006/relationships/customXml" Target="../ink/ink2261.xml"/><Relationship Id="rId37" Type="http://schemas.openxmlformats.org/officeDocument/2006/relationships/image" Target="../media/image7012.png"/><Relationship Id="rId58" Type="http://schemas.openxmlformats.org/officeDocument/2006/relationships/customXml" Target="../ink/ink2282.xml"/><Relationship Id="rId79" Type="http://schemas.openxmlformats.org/officeDocument/2006/relationships/image" Target="../media/image7220.png"/><Relationship Id="rId102" Type="http://schemas.openxmlformats.org/officeDocument/2006/relationships/customXml" Target="../ink/ink2304.xml"/><Relationship Id="rId123" Type="http://schemas.openxmlformats.org/officeDocument/2006/relationships/image" Target="../media/image7430.png"/><Relationship Id="rId144" Type="http://schemas.openxmlformats.org/officeDocument/2006/relationships/customXml" Target="../ink/ink2325.xml"/><Relationship Id="rId90" Type="http://schemas.openxmlformats.org/officeDocument/2006/relationships/customXml" Target="../ink/ink2298.xml"/><Relationship Id="rId165" Type="http://schemas.openxmlformats.org/officeDocument/2006/relationships/image" Target="../media/image7640.png"/><Relationship Id="rId186" Type="http://schemas.openxmlformats.org/officeDocument/2006/relationships/customXml" Target="../ink/ink2346.xml"/><Relationship Id="rId27" Type="http://schemas.openxmlformats.org/officeDocument/2006/relationships/image" Target="../media/image6960.png"/><Relationship Id="rId48" Type="http://schemas.openxmlformats.org/officeDocument/2006/relationships/customXml" Target="../ink/ink2277.xml"/><Relationship Id="rId69" Type="http://schemas.openxmlformats.org/officeDocument/2006/relationships/image" Target="../media/image7170.png"/><Relationship Id="rId113" Type="http://schemas.openxmlformats.org/officeDocument/2006/relationships/image" Target="../media/image7380.png"/><Relationship Id="rId134" Type="http://schemas.openxmlformats.org/officeDocument/2006/relationships/customXml" Target="../ink/ink2320.xml"/><Relationship Id="rId80" Type="http://schemas.openxmlformats.org/officeDocument/2006/relationships/customXml" Target="../ink/ink2293.xml"/><Relationship Id="rId155" Type="http://schemas.openxmlformats.org/officeDocument/2006/relationships/image" Target="../media/image7590.png"/><Relationship Id="rId176" Type="http://schemas.openxmlformats.org/officeDocument/2006/relationships/customXml" Target="../ink/ink2341.xml"/><Relationship Id="rId17" Type="http://schemas.openxmlformats.org/officeDocument/2006/relationships/image" Target="../media/image6912.png"/><Relationship Id="rId38" Type="http://schemas.openxmlformats.org/officeDocument/2006/relationships/customXml" Target="../ink/ink2272.xml"/><Relationship Id="rId59" Type="http://schemas.openxmlformats.org/officeDocument/2006/relationships/image" Target="../media/image7120.png"/><Relationship Id="rId103" Type="http://schemas.openxmlformats.org/officeDocument/2006/relationships/image" Target="../media/image7340.png"/><Relationship Id="rId124" Type="http://schemas.openxmlformats.org/officeDocument/2006/relationships/customXml" Target="../ink/ink2315.xml"/><Relationship Id="rId70" Type="http://schemas.openxmlformats.org/officeDocument/2006/relationships/customXml" Target="../ink/ink2288.xml"/><Relationship Id="rId91" Type="http://schemas.openxmlformats.org/officeDocument/2006/relationships/image" Target="../media/image7280.png"/><Relationship Id="rId145" Type="http://schemas.openxmlformats.org/officeDocument/2006/relationships/image" Target="../media/image7540.png"/><Relationship Id="rId166" Type="http://schemas.openxmlformats.org/officeDocument/2006/relationships/customXml" Target="../ink/ink2336.xml"/><Relationship Id="rId187" Type="http://schemas.openxmlformats.org/officeDocument/2006/relationships/image" Target="../media/image775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267.xml"/><Relationship Id="rId49" Type="http://schemas.openxmlformats.org/officeDocument/2006/relationships/image" Target="../media/image7070.png"/><Relationship Id="rId114" Type="http://schemas.openxmlformats.org/officeDocument/2006/relationships/customXml" Target="../ink/ink2310.xml"/><Relationship Id="rId60" Type="http://schemas.openxmlformats.org/officeDocument/2006/relationships/customXml" Target="../ink/ink2283.xml"/><Relationship Id="rId81" Type="http://schemas.openxmlformats.org/officeDocument/2006/relationships/image" Target="../media/image7230.png"/><Relationship Id="rId135" Type="http://schemas.openxmlformats.org/officeDocument/2006/relationships/image" Target="../media/image7490.png"/><Relationship Id="rId156" Type="http://schemas.openxmlformats.org/officeDocument/2006/relationships/customXml" Target="../ink/ink2331.xml"/><Relationship Id="rId177" Type="http://schemas.openxmlformats.org/officeDocument/2006/relationships/image" Target="../media/image7700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350.png"/><Relationship Id="rId21" Type="http://schemas.openxmlformats.org/officeDocument/2006/relationships/image" Target="../media/image7870.png"/><Relationship Id="rId42" Type="http://schemas.openxmlformats.org/officeDocument/2006/relationships/customXml" Target="../ink/ink2369.xml"/><Relationship Id="rId63" Type="http://schemas.openxmlformats.org/officeDocument/2006/relationships/image" Target="../media/image8080.png"/><Relationship Id="rId84" Type="http://schemas.openxmlformats.org/officeDocument/2006/relationships/customXml" Target="../ink/ink2390.xml"/><Relationship Id="rId138" Type="http://schemas.openxmlformats.org/officeDocument/2006/relationships/customXml" Target="../ink/ink2417.xml"/><Relationship Id="rId159" Type="http://schemas.openxmlformats.org/officeDocument/2006/relationships/image" Target="../media/image8560.png"/><Relationship Id="rId170" Type="http://schemas.openxmlformats.org/officeDocument/2006/relationships/customXml" Target="../ink/ink2433.xml"/><Relationship Id="rId191" Type="http://schemas.openxmlformats.org/officeDocument/2006/relationships/image" Target="../media/image8720.png"/><Relationship Id="rId107" Type="http://schemas.openxmlformats.org/officeDocument/2006/relationships/image" Target="../media/image8300.png"/><Relationship Id="rId11" Type="http://schemas.openxmlformats.org/officeDocument/2006/relationships/image" Target="../media/image7820.png"/><Relationship Id="rId32" Type="http://schemas.openxmlformats.org/officeDocument/2006/relationships/customXml" Target="../ink/ink2364.xml"/><Relationship Id="rId53" Type="http://schemas.openxmlformats.org/officeDocument/2006/relationships/image" Target="../media/image8030.png"/><Relationship Id="rId74" Type="http://schemas.openxmlformats.org/officeDocument/2006/relationships/customXml" Target="../ink/ink2385.xml"/><Relationship Id="rId128" Type="http://schemas.openxmlformats.org/officeDocument/2006/relationships/customXml" Target="../ink/ink2412.xml"/><Relationship Id="rId149" Type="http://schemas.openxmlformats.org/officeDocument/2006/relationships/image" Target="../media/image8512.png"/><Relationship Id="rId5" Type="http://schemas.openxmlformats.org/officeDocument/2006/relationships/image" Target="../media/image7790.png"/><Relationship Id="rId95" Type="http://schemas.openxmlformats.org/officeDocument/2006/relationships/image" Target="../media/image8240.png"/><Relationship Id="rId160" Type="http://schemas.openxmlformats.org/officeDocument/2006/relationships/customXml" Target="../ink/ink2428.xml"/><Relationship Id="rId181" Type="http://schemas.openxmlformats.org/officeDocument/2006/relationships/image" Target="../media/image8670.png"/><Relationship Id="rId22" Type="http://schemas.openxmlformats.org/officeDocument/2006/relationships/customXml" Target="../ink/ink2359.xml"/><Relationship Id="rId43" Type="http://schemas.openxmlformats.org/officeDocument/2006/relationships/image" Target="../media/image7980.png"/><Relationship Id="rId64" Type="http://schemas.openxmlformats.org/officeDocument/2006/relationships/customXml" Target="../ink/ink2380.xml"/><Relationship Id="rId118" Type="http://schemas.openxmlformats.org/officeDocument/2006/relationships/customXml" Target="../ink/ink2407.xml"/><Relationship Id="rId139" Type="http://schemas.openxmlformats.org/officeDocument/2006/relationships/image" Target="../media/image8460.png"/><Relationship Id="rId85" Type="http://schemas.openxmlformats.org/officeDocument/2006/relationships/image" Target="../media/image8190.png"/><Relationship Id="rId150" Type="http://schemas.openxmlformats.org/officeDocument/2006/relationships/customXml" Target="../ink/ink2423.xml"/><Relationship Id="rId171" Type="http://schemas.openxmlformats.org/officeDocument/2006/relationships/image" Target="../media/image8620.png"/><Relationship Id="rId192" Type="http://schemas.openxmlformats.org/officeDocument/2006/relationships/customXml" Target="../ink/ink2444.xml"/><Relationship Id="rId12" Type="http://schemas.openxmlformats.org/officeDocument/2006/relationships/customXml" Target="../ink/ink2354.xml"/><Relationship Id="rId33" Type="http://schemas.openxmlformats.org/officeDocument/2006/relationships/image" Target="../media/image7930.png"/><Relationship Id="rId108" Type="http://schemas.openxmlformats.org/officeDocument/2006/relationships/customXml" Target="../ink/ink2402.xml"/><Relationship Id="rId129" Type="http://schemas.openxmlformats.org/officeDocument/2006/relationships/image" Target="../media/image8412.png"/><Relationship Id="rId54" Type="http://schemas.openxmlformats.org/officeDocument/2006/relationships/customXml" Target="../ink/ink2375.xml"/><Relationship Id="rId75" Type="http://schemas.openxmlformats.org/officeDocument/2006/relationships/image" Target="../media/image8140.png"/><Relationship Id="rId96" Type="http://schemas.openxmlformats.org/officeDocument/2006/relationships/customXml" Target="../ink/ink2396.xml"/><Relationship Id="rId140" Type="http://schemas.openxmlformats.org/officeDocument/2006/relationships/customXml" Target="../ink/ink2418.xml"/><Relationship Id="rId161" Type="http://schemas.openxmlformats.org/officeDocument/2006/relationships/image" Target="../media/image8570.png"/><Relationship Id="rId182" Type="http://schemas.openxmlformats.org/officeDocument/2006/relationships/customXml" Target="../ink/ink2439.xml"/><Relationship Id="rId6" Type="http://schemas.openxmlformats.org/officeDocument/2006/relationships/customXml" Target="../ink/ink2351.xml"/><Relationship Id="rId23" Type="http://schemas.openxmlformats.org/officeDocument/2006/relationships/image" Target="../media/image7880.png"/><Relationship Id="rId119" Type="http://schemas.openxmlformats.org/officeDocument/2006/relationships/image" Target="../media/image8360.png"/><Relationship Id="rId44" Type="http://schemas.openxmlformats.org/officeDocument/2006/relationships/customXml" Target="../ink/ink2370.xml"/><Relationship Id="rId65" Type="http://schemas.openxmlformats.org/officeDocument/2006/relationships/image" Target="../media/image8090.png"/><Relationship Id="rId86" Type="http://schemas.openxmlformats.org/officeDocument/2006/relationships/customXml" Target="../ink/ink2391.xml"/><Relationship Id="rId130" Type="http://schemas.openxmlformats.org/officeDocument/2006/relationships/customXml" Target="../ink/ink2413.xml"/><Relationship Id="rId151" Type="http://schemas.openxmlformats.org/officeDocument/2006/relationships/image" Target="../media/image8520.png"/><Relationship Id="rId172" Type="http://schemas.openxmlformats.org/officeDocument/2006/relationships/customXml" Target="../ink/ink2434.xml"/><Relationship Id="rId193" Type="http://schemas.openxmlformats.org/officeDocument/2006/relationships/image" Target="../media/image8730.png"/><Relationship Id="rId13" Type="http://schemas.openxmlformats.org/officeDocument/2006/relationships/image" Target="../media/image7830.png"/><Relationship Id="rId109" Type="http://schemas.openxmlformats.org/officeDocument/2006/relationships/image" Target="../media/image8312.png"/><Relationship Id="rId34" Type="http://schemas.openxmlformats.org/officeDocument/2006/relationships/customXml" Target="../ink/ink2365.xml"/><Relationship Id="rId50" Type="http://schemas.openxmlformats.org/officeDocument/2006/relationships/customXml" Target="../ink/ink2373.xml"/><Relationship Id="rId55" Type="http://schemas.openxmlformats.org/officeDocument/2006/relationships/image" Target="../media/image8040.png"/><Relationship Id="rId76" Type="http://schemas.openxmlformats.org/officeDocument/2006/relationships/customXml" Target="../ink/ink2386.xml"/><Relationship Id="rId97" Type="http://schemas.openxmlformats.org/officeDocument/2006/relationships/image" Target="../media/image8250.png"/><Relationship Id="rId104" Type="http://schemas.openxmlformats.org/officeDocument/2006/relationships/customXml" Target="../ink/ink2400.xml"/><Relationship Id="rId120" Type="http://schemas.openxmlformats.org/officeDocument/2006/relationships/customXml" Target="../ink/ink2408.xml"/><Relationship Id="rId125" Type="http://schemas.openxmlformats.org/officeDocument/2006/relationships/image" Target="../media/image8390.png"/><Relationship Id="rId141" Type="http://schemas.openxmlformats.org/officeDocument/2006/relationships/image" Target="../media/image8470.png"/><Relationship Id="rId146" Type="http://schemas.openxmlformats.org/officeDocument/2006/relationships/customXml" Target="../ink/ink2421.xml"/><Relationship Id="rId167" Type="http://schemas.openxmlformats.org/officeDocument/2006/relationships/image" Target="../media/image8600.png"/><Relationship Id="rId188" Type="http://schemas.openxmlformats.org/officeDocument/2006/relationships/customXml" Target="../ink/ink2442.xml"/><Relationship Id="rId7" Type="http://schemas.openxmlformats.org/officeDocument/2006/relationships/image" Target="../media/image7800.png"/><Relationship Id="rId71" Type="http://schemas.openxmlformats.org/officeDocument/2006/relationships/image" Target="../media/image8120.png"/><Relationship Id="rId92" Type="http://schemas.openxmlformats.org/officeDocument/2006/relationships/customXml" Target="../ink/ink2394.xml"/><Relationship Id="rId162" Type="http://schemas.openxmlformats.org/officeDocument/2006/relationships/customXml" Target="../ink/ink2429.xml"/><Relationship Id="rId183" Type="http://schemas.openxmlformats.org/officeDocument/2006/relationships/image" Target="../media/image8680.png"/><Relationship Id="rId2" Type="http://schemas.openxmlformats.org/officeDocument/2006/relationships/customXml" Target="../ink/ink2349.xml"/><Relationship Id="rId29" Type="http://schemas.openxmlformats.org/officeDocument/2006/relationships/image" Target="../media/image7912.png"/><Relationship Id="rId24" Type="http://schemas.openxmlformats.org/officeDocument/2006/relationships/customXml" Target="../ink/ink2360.xml"/><Relationship Id="rId40" Type="http://schemas.openxmlformats.org/officeDocument/2006/relationships/customXml" Target="../ink/ink2368.xml"/><Relationship Id="rId45" Type="http://schemas.openxmlformats.org/officeDocument/2006/relationships/image" Target="../media/image7990.png"/><Relationship Id="rId66" Type="http://schemas.openxmlformats.org/officeDocument/2006/relationships/customXml" Target="../ink/ink2381.xml"/><Relationship Id="rId87" Type="http://schemas.openxmlformats.org/officeDocument/2006/relationships/image" Target="../media/image8200.png"/><Relationship Id="rId110" Type="http://schemas.openxmlformats.org/officeDocument/2006/relationships/customXml" Target="../ink/ink2403.xml"/><Relationship Id="rId115" Type="http://schemas.openxmlformats.org/officeDocument/2006/relationships/image" Target="../media/image8340.png"/><Relationship Id="rId131" Type="http://schemas.openxmlformats.org/officeDocument/2006/relationships/image" Target="../media/image8420.png"/><Relationship Id="rId136" Type="http://schemas.openxmlformats.org/officeDocument/2006/relationships/customXml" Target="../ink/ink2416.xml"/><Relationship Id="rId157" Type="http://schemas.openxmlformats.org/officeDocument/2006/relationships/image" Target="../media/image8550.png"/><Relationship Id="rId178" Type="http://schemas.openxmlformats.org/officeDocument/2006/relationships/customXml" Target="../ink/ink2437.xml"/><Relationship Id="rId61" Type="http://schemas.openxmlformats.org/officeDocument/2006/relationships/image" Target="../media/image8070.png"/><Relationship Id="rId82" Type="http://schemas.openxmlformats.org/officeDocument/2006/relationships/customXml" Target="../ink/ink2389.xml"/><Relationship Id="rId152" Type="http://schemas.openxmlformats.org/officeDocument/2006/relationships/customXml" Target="../ink/ink2424.xml"/><Relationship Id="rId173" Type="http://schemas.openxmlformats.org/officeDocument/2006/relationships/image" Target="../media/image8630.png"/><Relationship Id="rId194" Type="http://schemas.openxmlformats.org/officeDocument/2006/relationships/customXml" Target="../ink/ink2445.xml"/><Relationship Id="rId19" Type="http://schemas.openxmlformats.org/officeDocument/2006/relationships/image" Target="../media/image7860.png"/><Relationship Id="rId14" Type="http://schemas.openxmlformats.org/officeDocument/2006/relationships/customXml" Target="../ink/ink2355.xml"/><Relationship Id="rId30" Type="http://schemas.openxmlformats.org/officeDocument/2006/relationships/customXml" Target="../ink/ink2363.xml"/><Relationship Id="rId35" Type="http://schemas.openxmlformats.org/officeDocument/2006/relationships/image" Target="../media/image7940.png"/><Relationship Id="rId56" Type="http://schemas.openxmlformats.org/officeDocument/2006/relationships/customXml" Target="../ink/ink2376.xml"/><Relationship Id="rId77" Type="http://schemas.openxmlformats.org/officeDocument/2006/relationships/image" Target="../media/image8150.png"/><Relationship Id="rId100" Type="http://schemas.openxmlformats.org/officeDocument/2006/relationships/customXml" Target="../ink/ink2398.xml"/><Relationship Id="rId105" Type="http://schemas.openxmlformats.org/officeDocument/2006/relationships/image" Target="../media/image8290.png"/><Relationship Id="rId126" Type="http://schemas.openxmlformats.org/officeDocument/2006/relationships/customXml" Target="../ink/ink2411.xml"/><Relationship Id="rId147" Type="http://schemas.openxmlformats.org/officeDocument/2006/relationships/image" Target="../media/image8500.png"/><Relationship Id="rId168" Type="http://schemas.openxmlformats.org/officeDocument/2006/relationships/customXml" Target="../ink/ink2432.xml"/><Relationship Id="rId8" Type="http://schemas.openxmlformats.org/officeDocument/2006/relationships/customXml" Target="../ink/ink2352.xml"/><Relationship Id="rId51" Type="http://schemas.openxmlformats.org/officeDocument/2006/relationships/image" Target="../media/image8020.png"/><Relationship Id="rId72" Type="http://schemas.openxmlformats.org/officeDocument/2006/relationships/customXml" Target="../ink/ink2384.xml"/><Relationship Id="rId93" Type="http://schemas.openxmlformats.org/officeDocument/2006/relationships/image" Target="../media/image8230.png"/><Relationship Id="rId98" Type="http://schemas.openxmlformats.org/officeDocument/2006/relationships/customXml" Target="../ink/ink2397.xml"/><Relationship Id="rId121" Type="http://schemas.openxmlformats.org/officeDocument/2006/relationships/image" Target="../media/image8370.png"/><Relationship Id="rId142" Type="http://schemas.openxmlformats.org/officeDocument/2006/relationships/customXml" Target="../ink/ink2419.xml"/><Relationship Id="rId163" Type="http://schemas.openxmlformats.org/officeDocument/2006/relationships/image" Target="../media/image8580.png"/><Relationship Id="rId184" Type="http://schemas.openxmlformats.org/officeDocument/2006/relationships/customXml" Target="../ink/ink2440.xml"/><Relationship Id="rId189" Type="http://schemas.openxmlformats.org/officeDocument/2006/relationships/image" Target="../media/image8712.png"/><Relationship Id="rId3" Type="http://schemas.openxmlformats.org/officeDocument/2006/relationships/image" Target="../media/image7780.png"/><Relationship Id="rId25" Type="http://schemas.openxmlformats.org/officeDocument/2006/relationships/image" Target="../media/image7890.png"/><Relationship Id="rId46" Type="http://schemas.openxmlformats.org/officeDocument/2006/relationships/customXml" Target="../ink/ink2371.xml"/><Relationship Id="rId67" Type="http://schemas.openxmlformats.org/officeDocument/2006/relationships/image" Target="../media/image8100.png"/><Relationship Id="rId116" Type="http://schemas.openxmlformats.org/officeDocument/2006/relationships/customXml" Target="../ink/ink2406.xml"/><Relationship Id="rId137" Type="http://schemas.openxmlformats.org/officeDocument/2006/relationships/image" Target="../media/image8450.png"/><Relationship Id="rId158" Type="http://schemas.openxmlformats.org/officeDocument/2006/relationships/customXml" Target="../ink/ink2427.xml"/><Relationship Id="rId20" Type="http://schemas.openxmlformats.org/officeDocument/2006/relationships/customXml" Target="../ink/ink2358.xml"/><Relationship Id="rId41" Type="http://schemas.openxmlformats.org/officeDocument/2006/relationships/image" Target="../media/image7970.png"/><Relationship Id="rId62" Type="http://schemas.openxmlformats.org/officeDocument/2006/relationships/customXml" Target="../ink/ink2379.xml"/><Relationship Id="rId83" Type="http://schemas.openxmlformats.org/officeDocument/2006/relationships/image" Target="../media/image8180.png"/><Relationship Id="rId88" Type="http://schemas.openxmlformats.org/officeDocument/2006/relationships/customXml" Target="../ink/ink2392.xml"/><Relationship Id="rId111" Type="http://schemas.openxmlformats.org/officeDocument/2006/relationships/image" Target="../media/image8320.png"/><Relationship Id="rId132" Type="http://schemas.openxmlformats.org/officeDocument/2006/relationships/customXml" Target="../ink/ink2414.xml"/><Relationship Id="rId153" Type="http://schemas.openxmlformats.org/officeDocument/2006/relationships/image" Target="../media/image8530.png"/><Relationship Id="rId174" Type="http://schemas.openxmlformats.org/officeDocument/2006/relationships/customXml" Target="../ink/ink2435.xml"/><Relationship Id="rId179" Type="http://schemas.openxmlformats.org/officeDocument/2006/relationships/image" Target="../media/image8660.png"/><Relationship Id="rId195" Type="http://schemas.openxmlformats.org/officeDocument/2006/relationships/image" Target="../media/image8740.png"/><Relationship Id="rId190" Type="http://schemas.openxmlformats.org/officeDocument/2006/relationships/customXml" Target="../ink/ink2443.xml"/><Relationship Id="rId15" Type="http://schemas.openxmlformats.org/officeDocument/2006/relationships/image" Target="../media/image7840.png"/><Relationship Id="rId36" Type="http://schemas.openxmlformats.org/officeDocument/2006/relationships/customXml" Target="../ink/ink2366.xml"/><Relationship Id="rId57" Type="http://schemas.openxmlformats.org/officeDocument/2006/relationships/image" Target="../media/image8050.png"/><Relationship Id="rId106" Type="http://schemas.openxmlformats.org/officeDocument/2006/relationships/customXml" Target="../ink/ink2401.xml"/><Relationship Id="rId127" Type="http://schemas.openxmlformats.org/officeDocument/2006/relationships/image" Target="../media/image8400.png"/><Relationship Id="rId10" Type="http://schemas.openxmlformats.org/officeDocument/2006/relationships/customXml" Target="../ink/ink2353.xml"/><Relationship Id="rId31" Type="http://schemas.openxmlformats.org/officeDocument/2006/relationships/image" Target="../media/image7920.png"/><Relationship Id="rId52" Type="http://schemas.openxmlformats.org/officeDocument/2006/relationships/customXml" Target="../ink/ink2374.xml"/><Relationship Id="rId73" Type="http://schemas.openxmlformats.org/officeDocument/2006/relationships/image" Target="../media/image8130.png"/><Relationship Id="rId78" Type="http://schemas.openxmlformats.org/officeDocument/2006/relationships/customXml" Target="../ink/ink2387.xml"/><Relationship Id="rId94" Type="http://schemas.openxmlformats.org/officeDocument/2006/relationships/customXml" Target="../ink/ink2395.xml"/><Relationship Id="rId99" Type="http://schemas.openxmlformats.org/officeDocument/2006/relationships/image" Target="../media/image8260.png"/><Relationship Id="rId101" Type="http://schemas.openxmlformats.org/officeDocument/2006/relationships/image" Target="../media/image8270.png"/><Relationship Id="rId122" Type="http://schemas.openxmlformats.org/officeDocument/2006/relationships/customXml" Target="../ink/ink2409.xml"/><Relationship Id="rId143" Type="http://schemas.openxmlformats.org/officeDocument/2006/relationships/image" Target="../media/image8480.png"/><Relationship Id="rId148" Type="http://schemas.openxmlformats.org/officeDocument/2006/relationships/customXml" Target="../ink/ink2422.xml"/><Relationship Id="rId164" Type="http://schemas.openxmlformats.org/officeDocument/2006/relationships/customXml" Target="../ink/ink2430.xml"/><Relationship Id="rId169" Type="http://schemas.openxmlformats.org/officeDocument/2006/relationships/image" Target="../media/image8612.png"/><Relationship Id="rId185" Type="http://schemas.openxmlformats.org/officeDocument/2006/relationships/image" Target="../media/image8690.png"/><Relationship Id="rId4" Type="http://schemas.openxmlformats.org/officeDocument/2006/relationships/customXml" Target="../ink/ink2350.xml"/><Relationship Id="rId9" Type="http://schemas.openxmlformats.org/officeDocument/2006/relationships/image" Target="../media/image7812.png"/><Relationship Id="rId180" Type="http://schemas.openxmlformats.org/officeDocument/2006/relationships/customXml" Target="../ink/ink2438.xml"/><Relationship Id="rId26" Type="http://schemas.openxmlformats.org/officeDocument/2006/relationships/customXml" Target="../ink/ink2361.xml"/><Relationship Id="rId47" Type="http://schemas.openxmlformats.org/officeDocument/2006/relationships/image" Target="../media/image8000.png"/><Relationship Id="rId68" Type="http://schemas.openxmlformats.org/officeDocument/2006/relationships/customXml" Target="../ink/ink2382.xml"/><Relationship Id="rId89" Type="http://schemas.openxmlformats.org/officeDocument/2006/relationships/image" Target="../media/image8212.png"/><Relationship Id="rId112" Type="http://schemas.openxmlformats.org/officeDocument/2006/relationships/customXml" Target="../ink/ink2404.xml"/><Relationship Id="rId133" Type="http://schemas.openxmlformats.org/officeDocument/2006/relationships/image" Target="../media/image8430.png"/><Relationship Id="rId154" Type="http://schemas.openxmlformats.org/officeDocument/2006/relationships/customXml" Target="../ink/ink2425.xml"/><Relationship Id="rId175" Type="http://schemas.openxmlformats.org/officeDocument/2006/relationships/image" Target="../media/image8640.png"/><Relationship Id="rId16" Type="http://schemas.openxmlformats.org/officeDocument/2006/relationships/customXml" Target="../ink/ink2356.xml"/><Relationship Id="rId37" Type="http://schemas.openxmlformats.org/officeDocument/2006/relationships/image" Target="../media/image7950.png"/><Relationship Id="rId58" Type="http://schemas.openxmlformats.org/officeDocument/2006/relationships/customXml" Target="../ink/ink2377.xml"/><Relationship Id="rId79" Type="http://schemas.openxmlformats.org/officeDocument/2006/relationships/image" Target="../media/image8160.png"/><Relationship Id="rId102" Type="http://schemas.openxmlformats.org/officeDocument/2006/relationships/customXml" Target="../ink/ink2399.xml"/><Relationship Id="rId123" Type="http://schemas.openxmlformats.org/officeDocument/2006/relationships/image" Target="../media/image8380.png"/><Relationship Id="rId144" Type="http://schemas.openxmlformats.org/officeDocument/2006/relationships/customXml" Target="../ink/ink2420.xml"/><Relationship Id="rId90" Type="http://schemas.openxmlformats.org/officeDocument/2006/relationships/customXml" Target="../ink/ink2393.xml"/><Relationship Id="rId165" Type="http://schemas.openxmlformats.org/officeDocument/2006/relationships/image" Target="../media/image8590.png"/><Relationship Id="rId186" Type="http://schemas.openxmlformats.org/officeDocument/2006/relationships/customXml" Target="../ink/ink2441.xml"/><Relationship Id="rId27" Type="http://schemas.openxmlformats.org/officeDocument/2006/relationships/image" Target="../media/image7900.png"/><Relationship Id="rId48" Type="http://schemas.openxmlformats.org/officeDocument/2006/relationships/customXml" Target="../ink/ink2372.xml"/><Relationship Id="rId69" Type="http://schemas.openxmlformats.org/officeDocument/2006/relationships/image" Target="../media/image8112.png"/><Relationship Id="rId113" Type="http://schemas.openxmlformats.org/officeDocument/2006/relationships/image" Target="../media/image8330.png"/><Relationship Id="rId134" Type="http://schemas.openxmlformats.org/officeDocument/2006/relationships/customXml" Target="../ink/ink2415.xml"/><Relationship Id="rId80" Type="http://schemas.openxmlformats.org/officeDocument/2006/relationships/customXml" Target="../ink/ink2388.xml"/><Relationship Id="rId155" Type="http://schemas.openxmlformats.org/officeDocument/2006/relationships/image" Target="../media/image8540.png"/><Relationship Id="rId176" Type="http://schemas.openxmlformats.org/officeDocument/2006/relationships/customXml" Target="../ink/ink2436.xml"/><Relationship Id="rId17" Type="http://schemas.openxmlformats.org/officeDocument/2006/relationships/image" Target="../media/image7850.png"/><Relationship Id="rId38" Type="http://schemas.openxmlformats.org/officeDocument/2006/relationships/customXml" Target="../ink/ink2367.xml"/><Relationship Id="rId59" Type="http://schemas.openxmlformats.org/officeDocument/2006/relationships/image" Target="../media/image8060.png"/><Relationship Id="rId103" Type="http://schemas.openxmlformats.org/officeDocument/2006/relationships/image" Target="../media/image8280.png"/><Relationship Id="rId124" Type="http://schemas.openxmlformats.org/officeDocument/2006/relationships/customXml" Target="../ink/ink2410.xml"/><Relationship Id="rId70" Type="http://schemas.openxmlformats.org/officeDocument/2006/relationships/customXml" Target="../ink/ink2383.xml"/><Relationship Id="rId91" Type="http://schemas.openxmlformats.org/officeDocument/2006/relationships/image" Target="../media/image8220.png"/><Relationship Id="rId145" Type="http://schemas.openxmlformats.org/officeDocument/2006/relationships/image" Target="../media/image8490.png"/><Relationship Id="rId166" Type="http://schemas.openxmlformats.org/officeDocument/2006/relationships/customXml" Target="../ink/ink2431.xml"/><Relationship Id="rId187" Type="http://schemas.openxmlformats.org/officeDocument/2006/relationships/image" Target="../media/image870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362.xml"/><Relationship Id="rId49" Type="http://schemas.openxmlformats.org/officeDocument/2006/relationships/image" Target="../media/image8012.png"/><Relationship Id="rId114" Type="http://schemas.openxmlformats.org/officeDocument/2006/relationships/customXml" Target="../ink/ink2405.xml"/><Relationship Id="rId60" Type="http://schemas.openxmlformats.org/officeDocument/2006/relationships/customXml" Target="../ink/ink2378.xml"/><Relationship Id="rId81" Type="http://schemas.openxmlformats.org/officeDocument/2006/relationships/image" Target="../media/image8170.png"/><Relationship Id="rId135" Type="http://schemas.openxmlformats.org/officeDocument/2006/relationships/image" Target="../media/image8440.png"/><Relationship Id="rId156" Type="http://schemas.openxmlformats.org/officeDocument/2006/relationships/customXml" Target="../ink/ink2426.xml"/><Relationship Id="rId177" Type="http://schemas.openxmlformats.org/officeDocument/2006/relationships/image" Target="../media/image8650.png"/><Relationship Id="rId18" Type="http://schemas.openxmlformats.org/officeDocument/2006/relationships/customXml" Target="../ink/ink2357.xml"/><Relationship Id="rId39" Type="http://schemas.openxmlformats.org/officeDocument/2006/relationships/image" Target="../media/image796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503.xml"/><Relationship Id="rId21" Type="http://schemas.openxmlformats.org/officeDocument/2006/relationships/customXml" Target="../ink/ink2455.xml"/><Relationship Id="rId42" Type="http://schemas.openxmlformats.org/officeDocument/2006/relationships/image" Target="../media/image8960.png"/><Relationship Id="rId63" Type="http://schemas.openxmlformats.org/officeDocument/2006/relationships/customXml" Target="../ink/ink2476.xml"/><Relationship Id="rId84" Type="http://schemas.openxmlformats.org/officeDocument/2006/relationships/image" Target="../media/image9170.png"/><Relationship Id="rId138" Type="http://schemas.openxmlformats.org/officeDocument/2006/relationships/image" Target="../media/image9440.png"/><Relationship Id="rId159" Type="http://schemas.openxmlformats.org/officeDocument/2006/relationships/customXml" Target="../ink/ink2524.xml"/><Relationship Id="rId170" Type="http://schemas.openxmlformats.org/officeDocument/2006/relationships/image" Target="../media/image9600.png"/><Relationship Id="rId107" Type="http://schemas.openxmlformats.org/officeDocument/2006/relationships/customXml" Target="../ink/ink2498.xml"/><Relationship Id="rId11" Type="http://schemas.openxmlformats.org/officeDocument/2006/relationships/customXml" Target="../ink/ink2450.xml"/><Relationship Id="rId32" Type="http://schemas.openxmlformats.org/officeDocument/2006/relationships/image" Target="../media/image8912.png"/><Relationship Id="rId53" Type="http://schemas.openxmlformats.org/officeDocument/2006/relationships/customXml" Target="../ink/ink2471.xml"/><Relationship Id="rId74" Type="http://schemas.openxmlformats.org/officeDocument/2006/relationships/image" Target="../media/image9120.png"/><Relationship Id="rId128" Type="http://schemas.openxmlformats.org/officeDocument/2006/relationships/image" Target="../media/image9390.png"/><Relationship Id="rId149" Type="http://schemas.openxmlformats.org/officeDocument/2006/relationships/customXml" Target="../ink/ink2519.xml"/><Relationship Id="rId5" Type="http://schemas.openxmlformats.org/officeDocument/2006/relationships/customXml" Target="../ink/ink2447.xml"/><Relationship Id="rId95" Type="http://schemas.openxmlformats.org/officeDocument/2006/relationships/customXml" Target="../ink/ink2492.xml"/><Relationship Id="rId160" Type="http://schemas.openxmlformats.org/officeDocument/2006/relationships/image" Target="../media/image9550.png"/><Relationship Id="rId22" Type="http://schemas.openxmlformats.org/officeDocument/2006/relationships/image" Target="../media/image8860.png"/><Relationship Id="rId43" Type="http://schemas.openxmlformats.org/officeDocument/2006/relationships/customXml" Target="../ink/ink2466.xml"/><Relationship Id="rId64" Type="http://schemas.openxmlformats.org/officeDocument/2006/relationships/image" Target="../media/image9070.png"/><Relationship Id="rId118" Type="http://schemas.openxmlformats.org/officeDocument/2006/relationships/image" Target="../media/image9340.png"/><Relationship Id="rId139" Type="http://schemas.openxmlformats.org/officeDocument/2006/relationships/customXml" Target="../ink/ink2514.xml"/><Relationship Id="rId85" Type="http://schemas.openxmlformats.org/officeDocument/2006/relationships/customXml" Target="../ink/ink2487.xml"/><Relationship Id="rId150" Type="http://schemas.openxmlformats.org/officeDocument/2006/relationships/image" Target="../media/image9500.png"/><Relationship Id="rId171" Type="http://schemas.openxmlformats.org/officeDocument/2006/relationships/customXml" Target="../ink/ink2530.xml"/><Relationship Id="rId12" Type="http://schemas.openxmlformats.org/officeDocument/2006/relationships/image" Target="../media/image8812.png"/><Relationship Id="rId33" Type="http://schemas.openxmlformats.org/officeDocument/2006/relationships/customXml" Target="../ink/ink2461.xml"/><Relationship Id="rId108" Type="http://schemas.openxmlformats.org/officeDocument/2006/relationships/image" Target="../media/image9290.png"/><Relationship Id="rId129" Type="http://schemas.openxmlformats.org/officeDocument/2006/relationships/customXml" Target="../ink/ink2509.xml"/><Relationship Id="rId54" Type="http://schemas.openxmlformats.org/officeDocument/2006/relationships/image" Target="../media/image9020.png"/><Relationship Id="rId75" Type="http://schemas.openxmlformats.org/officeDocument/2006/relationships/customXml" Target="../ink/ink2482.xml"/><Relationship Id="rId96" Type="http://schemas.openxmlformats.org/officeDocument/2006/relationships/image" Target="../media/image9230.png"/><Relationship Id="rId140" Type="http://schemas.openxmlformats.org/officeDocument/2006/relationships/image" Target="../media/image9450.png"/><Relationship Id="rId161" Type="http://schemas.openxmlformats.org/officeDocument/2006/relationships/customXml" Target="../ink/ink2525.xml"/><Relationship Id="rId6" Type="http://schemas.openxmlformats.org/officeDocument/2006/relationships/image" Target="../media/image8780.png"/><Relationship Id="rId23" Type="http://schemas.openxmlformats.org/officeDocument/2006/relationships/customXml" Target="../ink/ink2456.xml"/><Relationship Id="rId28" Type="http://schemas.openxmlformats.org/officeDocument/2006/relationships/image" Target="../media/image8890.png"/><Relationship Id="rId49" Type="http://schemas.openxmlformats.org/officeDocument/2006/relationships/customXml" Target="../ink/ink2469.xml"/><Relationship Id="rId114" Type="http://schemas.openxmlformats.org/officeDocument/2006/relationships/image" Target="../media/image9320.png"/><Relationship Id="rId119" Type="http://schemas.openxmlformats.org/officeDocument/2006/relationships/customXml" Target="../ink/ink2504.xml"/><Relationship Id="rId44" Type="http://schemas.openxmlformats.org/officeDocument/2006/relationships/image" Target="../media/image8970.png"/><Relationship Id="rId60" Type="http://schemas.openxmlformats.org/officeDocument/2006/relationships/image" Target="../media/image9050.png"/><Relationship Id="rId65" Type="http://schemas.openxmlformats.org/officeDocument/2006/relationships/customXml" Target="../ink/ink2477.xml"/><Relationship Id="rId81" Type="http://schemas.openxmlformats.org/officeDocument/2006/relationships/customXml" Target="../ink/ink2485.xml"/><Relationship Id="rId86" Type="http://schemas.openxmlformats.org/officeDocument/2006/relationships/image" Target="../media/image9180.png"/><Relationship Id="rId130" Type="http://schemas.openxmlformats.org/officeDocument/2006/relationships/image" Target="../media/image9400.png"/><Relationship Id="rId135" Type="http://schemas.openxmlformats.org/officeDocument/2006/relationships/customXml" Target="../ink/ink2512.xml"/><Relationship Id="rId151" Type="http://schemas.openxmlformats.org/officeDocument/2006/relationships/customXml" Target="../ink/ink2520.xml"/><Relationship Id="rId156" Type="http://schemas.openxmlformats.org/officeDocument/2006/relationships/image" Target="../media/image9530.png"/><Relationship Id="rId177" Type="http://schemas.openxmlformats.org/officeDocument/2006/relationships/customXml" Target="../ink/ink2533.xml"/><Relationship Id="rId172" Type="http://schemas.openxmlformats.org/officeDocument/2006/relationships/image" Target="../media/image9612.png"/><Relationship Id="rId13" Type="http://schemas.openxmlformats.org/officeDocument/2006/relationships/customXml" Target="../ink/ink2451.xml"/><Relationship Id="rId18" Type="http://schemas.openxmlformats.org/officeDocument/2006/relationships/image" Target="../media/image8840.png"/><Relationship Id="rId39" Type="http://schemas.openxmlformats.org/officeDocument/2006/relationships/customXml" Target="../ink/ink2464.xml"/><Relationship Id="rId109" Type="http://schemas.openxmlformats.org/officeDocument/2006/relationships/customXml" Target="../ink/ink2499.xml"/><Relationship Id="rId34" Type="http://schemas.openxmlformats.org/officeDocument/2006/relationships/image" Target="../media/image8920.png"/><Relationship Id="rId50" Type="http://schemas.openxmlformats.org/officeDocument/2006/relationships/image" Target="../media/image9000.png"/><Relationship Id="rId55" Type="http://schemas.openxmlformats.org/officeDocument/2006/relationships/customXml" Target="../ink/ink2472.xml"/><Relationship Id="rId76" Type="http://schemas.openxmlformats.org/officeDocument/2006/relationships/image" Target="../media/image9130.png"/><Relationship Id="rId97" Type="http://schemas.openxmlformats.org/officeDocument/2006/relationships/customXml" Target="../ink/ink2493.xml"/><Relationship Id="rId104" Type="http://schemas.openxmlformats.org/officeDocument/2006/relationships/image" Target="../media/image9270.png"/><Relationship Id="rId120" Type="http://schemas.openxmlformats.org/officeDocument/2006/relationships/image" Target="../media/image9350.png"/><Relationship Id="rId125" Type="http://schemas.openxmlformats.org/officeDocument/2006/relationships/customXml" Target="../ink/ink2507.xml"/><Relationship Id="rId141" Type="http://schemas.openxmlformats.org/officeDocument/2006/relationships/customXml" Target="../ink/ink2515.xml"/><Relationship Id="rId146" Type="http://schemas.openxmlformats.org/officeDocument/2006/relationships/image" Target="../media/image9480.png"/><Relationship Id="rId167" Type="http://schemas.openxmlformats.org/officeDocument/2006/relationships/customXml" Target="../ink/ink2528.xml"/><Relationship Id="rId7" Type="http://schemas.openxmlformats.org/officeDocument/2006/relationships/customXml" Target="../ink/ink2448.xml"/><Relationship Id="rId71" Type="http://schemas.openxmlformats.org/officeDocument/2006/relationships/customXml" Target="../ink/ink2480.xml"/><Relationship Id="rId92" Type="http://schemas.openxmlformats.org/officeDocument/2006/relationships/image" Target="../media/image9212.png"/><Relationship Id="rId162" Type="http://schemas.openxmlformats.org/officeDocument/2006/relationships/image" Target="../media/image9560.png"/><Relationship Id="rId2" Type="http://schemas.openxmlformats.org/officeDocument/2006/relationships/image" Target="../media/image1357.png"/><Relationship Id="rId29" Type="http://schemas.openxmlformats.org/officeDocument/2006/relationships/customXml" Target="../ink/ink2459.xml"/><Relationship Id="rId24" Type="http://schemas.openxmlformats.org/officeDocument/2006/relationships/image" Target="../media/image8870.png"/><Relationship Id="rId40" Type="http://schemas.openxmlformats.org/officeDocument/2006/relationships/image" Target="../media/image8950.png"/><Relationship Id="rId45" Type="http://schemas.openxmlformats.org/officeDocument/2006/relationships/customXml" Target="../ink/ink2467.xml"/><Relationship Id="rId66" Type="http://schemas.openxmlformats.org/officeDocument/2006/relationships/image" Target="../media/image9080.png"/><Relationship Id="rId87" Type="http://schemas.openxmlformats.org/officeDocument/2006/relationships/customXml" Target="../ink/ink2488.xml"/><Relationship Id="rId110" Type="http://schemas.openxmlformats.org/officeDocument/2006/relationships/image" Target="../media/image9300.png"/><Relationship Id="rId115" Type="http://schemas.openxmlformats.org/officeDocument/2006/relationships/customXml" Target="../ink/ink2502.xml"/><Relationship Id="rId131" Type="http://schemas.openxmlformats.org/officeDocument/2006/relationships/customXml" Target="../ink/ink2510.xml"/><Relationship Id="rId136" Type="http://schemas.openxmlformats.org/officeDocument/2006/relationships/image" Target="../media/image9430.png"/><Relationship Id="rId157" Type="http://schemas.openxmlformats.org/officeDocument/2006/relationships/customXml" Target="../ink/ink2523.xml"/><Relationship Id="rId178" Type="http://schemas.openxmlformats.org/officeDocument/2006/relationships/image" Target="../media/image9640.png"/><Relationship Id="rId61" Type="http://schemas.openxmlformats.org/officeDocument/2006/relationships/customXml" Target="../ink/ink2475.xml"/><Relationship Id="rId82" Type="http://schemas.openxmlformats.org/officeDocument/2006/relationships/image" Target="../media/image9160.png"/><Relationship Id="rId152" Type="http://schemas.openxmlformats.org/officeDocument/2006/relationships/image" Target="../media/image9512.png"/><Relationship Id="rId173" Type="http://schemas.openxmlformats.org/officeDocument/2006/relationships/customXml" Target="../ink/ink2531.xml"/><Relationship Id="rId19" Type="http://schemas.openxmlformats.org/officeDocument/2006/relationships/customXml" Target="../ink/ink2454.xml"/><Relationship Id="rId14" Type="http://schemas.openxmlformats.org/officeDocument/2006/relationships/image" Target="../media/image8820.png"/><Relationship Id="rId30" Type="http://schemas.openxmlformats.org/officeDocument/2006/relationships/image" Target="../media/image8900.png"/><Relationship Id="rId35" Type="http://schemas.openxmlformats.org/officeDocument/2006/relationships/customXml" Target="../ink/ink2462.xml"/><Relationship Id="rId56" Type="http://schemas.openxmlformats.org/officeDocument/2006/relationships/image" Target="../media/image9030.png"/><Relationship Id="rId77" Type="http://schemas.openxmlformats.org/officeDocument/2006/relationships/customXml" Target="../ink/ink2483.xml"/><Relationship Id="rId100" Type="http://schemas.openxmlformats.org/officeDocument/2006/relationships/image" Target="../media/image9250.png"/><Relationship Id="rId105" Type="http://schemas.openxmlformats.org/officeDocument/2006/relationships/customXml" Target="../ink/ink2497.xml"/><Relationship Id="rId126" Type="http://schemas.openxmlformats.org/officeDocument/2006/relationships/image" Target="../media/image9380.png"/><Relationship Id="rId147" Type="http://schemas.openxmlformats.org/officeDocument/2006/relationships/customXml" Target="../ink/ink2518.xml"/><Relationship Id="rId168" Type="http://schemas.openxmlformats.org/officeDocument/2006/relationships/image" Target="../media/image9590.png"/><Relationship Id="rId8" Type="http://schemas.openxmlformats.org/officeDocument/2006/relationships/image" Target="../media/image8790.png"/><Relationship Id="rId51" Type="http://schemas.openxmlformats.org/officeDocument/2006/relationships/customXml" Target="../ink/ink2470.xml"/><Relationship Id="rId72" Type="http://schemas.openxmlformats.org/officeDocument/2006/relationships/image" Target="../media/image9112.png"/><Relationship Id="rId93" Type="http://schemas.openxmlformats.org/officeDocument/2006/relationships/customXml" Target="../ink/ink2491.xml"/><Relationship Id="rId98" Type="http://schemas.openxmlformats.org/officeDocument/2006/relationships/image" Target="../media/image9240.png"/><Relationship Id="rId121" Type="http://schemas.openxmlformats.org/officeDocument/2006/relationships/customXml" Target="../ink/ink2505.xml"/><Relationship Id="rId142" Type="http://schemas.openxmlformats.org/officeDocument/2006/relationships/image" Target="../media/image9460.png"/><Relationship Id="rId163" Type="http://schemas.openxmlformats.org/officeDocument/2006/relationships/customXml" Target="../ink/ink2526.xml"/><Relationship Id="rId3" Type="http://schemas.openxmlformats.org/officeDocument/2006/relationships/customXml" Target="../ink/ink2446.xml"/><Relationship Id="rId25" Type="http://schemas.openxmlformats.org/officeDocument/2006/relationships/customXml" Target="../ink/ink2457.xml"/><Relationship Id="rId46" Type="http://schemas.openxmlformats.org/officeDocument/2006/relationships/image" Target="../media/image8980.png"/><Relationship Id="rId67" Type="http://schemas.openxmlformats.org/officeDocument/2006/relationships/customXml" Target="../ink/ink2478.xml"/><Relationship Id="rId116" Type="http://schemas.openxmlformats.org/officeDocument/2006/relationships/image" Target="../media/image9330.png"/><Relationship Id="rId137" Type="http://schemas.openxmlformats.org/officeDocument/2006/relationships/customXml" Target="../ink/ink2513.xml"/><Relationship Id="rId158" Type="http://schemas.openxmlformats.org/officeDocument/2006/relationships/image" Target="../media/image9540.png"/><Relationship Id="rId20" Type="http://schemas.openxmlformats.org/officeDocument/2006/relationships/image" Target="../media/image8850.png"/><Relationship Id="rId41" Type="http://schemas.openxmlformats.org/officeDocument/2006/relationships/customXml" Target="../ink/ink2465.xml"/><Relationship Id="rId62" Type="http://schemas.openxmlformats.org/officeDocument/2006/relationships/image" Target="../media/image9060.png"/><Relationship Id="rId83" Type="http://schemas.openxmlformats.org/officeDocument/2006/relationships/customXml" Target="../ink/ink2486.xml"/><Relationship Id="rId88" Type="http://schemas.openxmlformats.org/officeDocument/2006/relationships/image" Target="../media/image9190.png"/><Relationship Id="rId111" Type="http://schemas.openxmlformats.org/officeDocument/2006/relationships/customXml" Target="../ink/ink2500.xml"/><Relationship Id="rId132" Type="http://schemas.openxmlformats.org/officeDocument/2006/relationships/image" Target="../media/image9412.png"/><Relationship Id="rId153" Type="http://schemas.openxmlformats.org/officeDocument/2006/relationships/customXml" Target="../ink/ink2521.xml"/><Relationship Id="rId174" Type="http://schemas.openxmlformats.org/officeDocument/2006/relationships/image" Target="../media/image9620.png"/><Relationship Id="rId179" Type="http://schemas.openxmlformats.org/officeDocument/2006/relationships/customXml" Target="../ink/ink2534.xml"/><Relationship Id="rId15" Type="http://schemas.openxmlformats.org/officeDocument/2006/relationships/customXml" Target="../ink/ink2452.xml"/><Relationship Id="rId36" Type="http://schemas.openxmlformats.org/officeDocument/2006/relationships/image" Target="../media/image8930.png"/><Relationship Id="rId57" Type="http://schemas.openxmlformats.org/officeDocument/2006/relationships/customXml" Target="../ink/ink2473.xml"/><Relationship Id="rId106" Type="http://schemas.openxmlformats.org/officeDocument/2006/relationships/image" Target="../media/image9280.png"/><Relationship Id="rId127" Type="http://schemas.openxmlformats.org/officeDocument/2006/relationships/customXml" Target="../ink/ink2508.xml"/><Relationship Id="rId10" Type="http://schemas.openxmlformats.org/officeDocument/2006/relationships/image" Target="../media/image8800.png"/><Relationship Id="rId31" Type="http://schemas.openxmlformats.org/officeDocument/2006/relationships/customXml" Target="../ink/ink2460.xml"/><Relationship Id="rId52" Type="http://schemas.openxmlformats.org/officeDocument/2006/relationships/image" Target="../media/image9012.png"/><Relationship Id="rId73" Type="http://schemas.openxmlformats.org/officeDocument/2006/relationships/customXml" Target="../ink/ink2481.xml"/><Relationship Id="rId78" Type="http://schemas.openxmlformats.org/officeDocument/2006/relationships/image" Target="../media/image9140.png"/><Relationship Id="rId94" Type="http://schemas.openxmlformats.org/officeDocument/2006/relationships/image" Target="../media/image9220.png"/><Relationship Id="rId99" Type="http://schemas.openxmlformats.org/officeDocument/2006/relationships/customXml" Target="../ink/ink2494.xml"/><Relationship Id="rId101" Type="http://schemas.openxmlformats.org/officeDocument/2006/relationships/customXml" Target="../ink/ink2495.xml"/><Relationship Id="rId122" Type="http://schemas.openxmlformats.org/officeDocument/2006/relationships/image" Target="../media/image9360.png"/><Relationship Id="rId143" Type="http://schemas.openxmlformats.org/officeDocument/2006/relationships/customXml" Target="../ink/ink2516.xml"/><Relationship Id="rId148" Type="http://schemas.openxmlformats.org/officeDocument/2006/relationships/image" Target="../media/image9490.png"/><Relationship Id="rId164" Type="http://schemas.openxmlformats.org/officeDocument/2006/relationships/image" Target="../media/image9570.png"/><Relationship Id="rId169" Type="http://schemas.openxmlformats.org/officeDocument/2006/relationships/customXml" Target="../ink/ink2529.xml"/><Relationship Id="rId4" Type="http://schemas.openxmlformats.org/officeDocument/2006/relationships/image" Target="../media/image8770.png"/><Relationship Id="rId9" Type="http://schemas.openxmlformats.org/officeDocument/2006/relationships/customXml" Target="../ink/ink2449.xml"/><Relationship Id="rId180" Type="http://schemas.openxmlformats.org/officeDocument/2006/relationships/image" Target="../media/image9650.png"/><Relationship Id="rId26" Type="http://schemas.openxmlformats.org/officeDocument/2006/relationships/image" Target="../media/image8880.png"/><Relationship Id="rId47" Type="http://schemas.openxmlformats.org/officeDocument/2006/relationships/customXml" Target="../ink/ink2468.xml"/><Relationship Id="rId68" Type="http://schemas.openxmlformats.org/officeDocument/2006/relationships/image" Target="../media/image9090.png"/><Relationship Id="rId89" Type="http://schemas.openxmlformats.org/officeDocument/2006/relationships/customXml" Target="../ink/ink2489.xml"/><Relationship Id="rId112" Type="http://schemas.openxmlformats.org/officeDocument/2006/relationships/image" Target="../media/image9312.png"/><Relationship Id="rId133" Type="http://schemas.openxmlformats.org/officeDocument/2006/relationships/customXml" Target="../ink/ink2511.xml"/><Relationship Id="rId154" Type="http://schemas.openxmlformats.org/officeDocument/2006/relationships/image" Target="../media/image9520.png"/><Relationship Id="rId175" Type="http://schemas.openxmlformats.org/officeDocument/2006/relationships/customXml" Target="../ink/ink2532.xml"/><Relationship Id="rId16" Type="http://schemas.openxmlformats.org/officeDocument/2006/relationships/image" Target="../media/image8830.png"/><Relationship Id="rId37" Type="http://schemas.openxmlformats.org/officeDocument/2006/relationships/customXml" Target="../ink/ink2463.xml"/><Relationship Id="rId58" Type="http://schemas.openxmlformats.org/officeDocument/2006/relationships/image" Target="../media/image9040.png"/><Relationship Id="rId79" Type="http://schemas.openxmlformats.org/officeDocument/2006/relationships/customXml" Target="../ink/ink2484.xml"/><Relationship Id="rId102" Type="http://schemas.openxmlformats.org/officeDocument/2006/relationships/image" Target="../media/image9260.png"/><Relationship Id="rId123" Type="http://schemas.openxmlformats.org/officeDocument/2006/relationships/customXml" Target="../ink/ink2506.xml"/><Relationship Id="rId144" Type="http://schemas.openxmlformats.org/officeDocument/2006/relationships/image" Target="../media/image9470.png"/><Relationship Id="rId90" Type="http://schemas.openxmlformats.org/officeDocument/2006/relationships/image" Target="../media/image9200.png"/><Relationship Id="rId165" Type="http://schemas.openxmlformats.org/officeDocument/2006/relationships/customXml" Target="../ink/ink2527.xml"/><Relationship Id="rId27" Type="http://schemas.openxmlformats.org/officeDocument/2006/relationships/customXml" Target="../ink/ink2458.xml"/><Relationship Id="rId48" Type="http://schemas.openxmlformats.org/officeDocument/2006/relationships/image" Target="../media/image8990.png"/><Relationship Id="rId69" Type="http://schemas.openxmlformats.org/officeDocument/2006/relationships/customXml" Target="../ink/ink2479.xml"/><Relationship Id="rId113" Type="http://schemas.openxmlformats.org/officeDocument/2006/relationships/customXml" Target="../ink/ink2501.xml"/><Relationship Id="rId134" Type="http://schemas.openxmlformats.org/officeDocument/2006/relationships/image" Target="../media/image9420.png"/><Relationship Id="rId80" Type="http://schemas.openxmlformats.org/officeDocument/2006/relationships/image" Target="../media/image9150.png"/><Relationship Id="rId155" Type="http://schemas.openxmlformats.org/officeDocument/2006/relationships/customXml" Target="../ink/ink2522.xml"/><Relationship Id="rId176" Type="http://schemas.openxmlformats.org/officeDocument/2006/relationships/image" Target="../media/image9630.png"/><Relationship Id="rId17" Type="http://schemas.openxmlformats.org/officeDocument/2006/relationships/customXml" Target="../ink/ink2453.xml"/><Relationship Id="rId38" Type="http://schemas.openxmlformats.org/officeDocument/2006/relationships/image" Target="../media/image8940.png"/><Relationship Id="rId59" Type="http://schemas.openxmlformats.org/officeDocument/2006/relationships/customXml" Target="../ink/ink2474.xml"/><Relationship Id="rId103" Type="http://schemas.openxmlformats.org/officeDocument/2006/relationships/customXml" Target="../ink/ink2496.xml"/><Relationship Id="rId124" Type="http://schemas.openxmlformats.org/officeDocument/2006/relationships/image" Target="../media/image9370.png"/><Relationship Id="rId70" Type="http://schemas.openxmlformats.org/officeDocument/2006/relationships/image" Target="../media/image9100.png"/><Relationship Id="rId91" Type="http://schemas.openxmlformats.org/officeDocument/2006/relationships/customXml" Target="../ink/ink2490.xml"/><Relationship Id="rId145" Type="http://schemas.openxmlformats.org/officeDocument/2006/relationships/customXml" Target="../ink/ink2517.xml"/><Relationship Id="rId166" Type="http://schemas.openxmlformats.org/officeDocument/2006/relationships/image" Target="../media/image95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30.png"/><Relationship Id="rId299" Type="http://schemas.openxmlformats.org/officeDocument/2006/relationships/image" Target="../media/image11140.png"/><Relationship Id="rId21" Type="http://schemas.openxmlformats.org/officeDocument/2006/relationships/image" Target="../media/image9750.png"/><Relationship Id="rId63" Type="http://schemas.openxmlformats.org/officeDocument/2006/relationships/image" Target="../media/image9960.png"/><Relationship Id="rId159" Type="http://schemas.openxmlformats.org/officeDocument/2006/relationships/image" Target="../media/image10440.png"/><Relationship Id="rId324" Type="http://schemas.openxmlformats.org/officeDocument/2006/relationships/customXml" Target="../ink/ink2696.xml"/><Relationship Id="rId366" Type="http://schemas.openxmlformats.org/officeDocument/2006/relationships/customXml" Target="../ink/ink2717.xml"/><Relationship Id="rId170" Type="http://schemas.openxmlformats.org/officeDocument/2006/relationships/customXml" Target="../ink/ink2619.xml"/><Relationship Id="rId226" Type="http://schemas.openxmlformats.org/officeDocument/2006/relationships/customXml" Target="../ink/ink2647.xml"/><Relationship Id="rId268" Type="http://schemas.openxmlformats.org/officeDocument/2006/relationships/customXml" Target="../ink/ink2668.xml"/><Relationship Id="rId32" Type="http://schemas.openxmlformats.org/officeDocument/2006/relationships/customXml" Target="../ink/ink2550.xml"/><Relationship Id="rId74" Type="http://schemas.openxmlformats.org/officeDocument/2006/relationships/customXml" Target="../ink/ink2571.xml"/><Relationship Id="rId128" Type="http://schemas.openxmlformats.org/officeDocument/2006/relationships/customXml" Target="../ink/ink2598.xml"/><Relationship Id="rId335" Type="http://schemas.openxmlformats.org/officeDocument/2006/relationships/image" Target="../media/image11320.png"/><Relationship Id="rId377" Type="http://schemas.openxmlformats.org/officeDocument/2006/relationships/image" Target="../media/image11530.png"/><Relationship Id="rId5" Type="http://schemas.openxmlformats.org/officeDocument/2006/relationships/image" Target="../media/image9670.png"/><Relationship Id="rId181" Type="http://schemas.openxmlformats.org/officeDocument/2006/relationships/image" Target="../media/image10550.png"/><Relationship Id="rId237" Type="http://schemas.openxmlformats.org/officeDocument/2006/relationships/image" Target="../media/image10830.png"/><Relationship Id="rId279" Type="http://schemas.openxmlformats.org/officeDocument/2006/relationships/image" Target="../media/image11040.png"/><Relationship Id="rId43" Type="http://schemas.openxmlformats.org/officeDocument/2006/relationships/image" Target="../media/image9860.png"/><Relationship Id="rId139" Type="http://schemas.openxmlformats.org/officeDocument/2006/relationships/image" Target="../media/image10340.png"/><Relationship Id="rId290" Type="http://schemas.openxmlformats.org/officeDocument/2006/relationships/customXml" Target="../ink/ink2679.xml"/><Relationship Id="rId304" Type="http://schemas.openxmlformats.org/officeDocument/2006/relationships/customXml" Target="../ink/ink2686.xml"/><Relationship Id="rId346" Type="http://schemas.openxmlformats.org/officeDocument/2006/relationships/customXml" Target="../ink/ink2707.xml"/><Relationship Id="rId85" Type="http://schemas.openxmlformats.org/officeDocument/2006/relationships/image" Target="../media/image10070.png"/><Relationship Id="rId150" Type="http://schemas.openxmlformats.org/officeDocument/2006/relationships/customXml" Target="../ink/ink2609.xml"/><Relationship Id="rId192" Type="http://schemas.openxmlformats.org/officeDocument/2006/relationships/customXml" Target="../ink/ink2630.xml"/><Relationship Id="rId206" Type="http://schemas.openxmlformats.org/officeDocument/2006/relationships/customXml" Target="../ink/ink2637.xml"/><Relationship Id="rId248" Type="http://schemas.openxmlformats.org/officeDocument/2006/relationships/customXml" Target="../ink/ink2658.xml"/><Relationship Id="rId12" Type="http://schemas.openxmlformats.org/officeDocument/2006/relationships/customXml" Target="../ink/ink2540.xml"/><Relationship Id="rId108" Type="http://schemas.openxmlformats.org/officeDocument/2006/relationships/customXml" Target="../ink/ink2588.xml"/><Relationship Id="rId315" Type="http://schemas.openxmlformats.org/officeDocument/2006/relationships/image" Target="../media/image11220.png"/><Relationship Id="rId357" Type="http://schemas.openxmlformats.org/officeDocument/2006/relationships/image" Target="../media/image11430.png"/><Relationship Id="rId54" Type="http://schemas.openxmlformats.org/officeDocument/2006/relationships/customXml" Target="../ink/ink2561.xml"/><Relationship Id="rId96" Type="http://schemas.openxmlformats.org/officeDocument/2006/relationships/customXml" Target="../ink/ink2582.xml"/><Relationship Id="rId161" Type="http://schemas.openxmlformats.org/officeDocument/2006/relationships/image" Target="../media/image10450.png"/><Relationship Id="rId217" Type="http://schemas.openxmlformats.org/officeDocument/2006/relationships/image" Target="../media/image10730.png"/><Relationship Id="rId259" Type="http://schemas.openxmlformats.org/officeDocument/2006/relationships/image" Target="../media/image10940.png"/><Relationship Id="rId23" Type="http://schemas.openxmlformats.org/officeDocument/2006/relationships/image" Target="../media/image9760.png"/><Relationship Id="rId119" Type="http://schemas.openxmlformats.org/officeDocument/2006/relationships/image" Target="../media/image10240.png"/><Relationship Id="rId270" Type="http://schemas.openxmlformats.org/officeDocument/2006/relationships/customXml" Target="../ink/ink2669.xml"/><Relationship Id="rId326" Type="http://schemas.openxmlformats.org/officeDocument/2006/relationships/customXml" Target="../ink/ink2697.xml"/><Relationship Id="rId65" Type="http://schemas.openxmlformats.org/officeDocument/2006/relationships/image" Target="../media/image9970.png"/><Relationship Id="rId130" Type="http://schemas.openxmlformats.org/officeDocument/2006/relationships/customXml" Target="../ink/ink2599.xml"/><Relationship Id="rId368" Type="http://schemas.openxmlformats.org/officeDocument/2006/relationships/customXml" Target="../ink/ink2718.xml"/><Relationship Id="rId172" Type="http://schemas.openxmlformats.org/officeDocument/2006/relationships/customXml" Target="../ink/ink2620.xml"/><Relationship Id="rId228" Type="http://schemas.openxmlformats.org/officeDocument/2006/relationships/customXml" Target="../ink/ink2648.xml"/><Relationship Id="rId281" Type="http://schemas.openxmlformats.org/officeDocument/2006/relationships/image" Target="../media/image11050.png"/><Relationship Id="rId337" Type="http://schemas.openxmlformats.org/officeDocument/2006/relationships/image" Target="../media/image11330.png"/><Relationship Id="rId34" Type="http://schemas.openxmlformats.org/officeDocument/2006/relationships/customXml" Target="../ink/ink2551.xml"/><Relationship Id="rId76" Type="http://schemas.openxmlformats.org/officeDocument/2006/relationships/customXml" Target="../ink/ink2572.xml"/><Relationship Id="rId141" Type="http://schemas.openxmlformats.org/officeDocument/2006/relationships/image" Target="../media/image10350.png"/><Relationship Id="rId379" Type="http://schemas.openxmlformats.org/officeDocument/2006/relationships/image" Target="../media/image11540.png"/><Relationship Id="rId7" Type="http://schemas.openxmlformats.org/officeDocument/2006/relationships/image" Target="../media/image9680.png"/><Relationship Id="rId183" Type="http://schemas.openxmlformats.org/officeDocument/2006/relationships/image" Target="../media/image10560.png"/><Relationship Id="rId239" Type="http://schemas.openxmlformats.org/officeDocument/2006/relationships/image" Target="../media/image10840.png"/><Relationship Id="rId250" Type="http://schemas.openxmlformats.org/officeDocument/2006/relationships/customXml" Target="../ink/ink2659.xml"/><Relationship Id="rId292" Type="http://schemas.openxmlformats.org/officeDocument/2006/relationships/customXml" Target="../ink/ink2680.xml"/><Relationship Id="rId306" Type="http://schemas.openxmlformats.org/officeDocument/2006/relationships/customXml" Target="../ink/ink2687.xml"/><Relationship Id="rId45" Type="http://schemas.openxmlformats.org/officeDocument/2006/relationships/image" Target="../media/image9870.png"/><Relationship Id="rId87" Type="http://schemas.openxmlformats.org/officeDocument/2006/relationships/image" Target="../media/image10080.png"/><Relationship Id="rId110" Type="http://schemas.openxmlformats.org/officeDocument/2006/relationships/customXml" Target="../ink/ink2589.xml"/><Relationship Id="rId348" Type="http://schemas.openxmlformats.org/officeDocument/2006/relationships/customXml" Target="../ink/ink2708.xml"/><Relationship Id="rId152" Type="http://schemas.openxmlformats.org/officeDocument/2006/relationships/customXml" Target="../ink/ink2610.xml"/><Relationship Id="rId194" Type="http://schemas.openxmlformats.org/officeDocument/2006/relationships/customXml" Target="../ink/ink2631.xml"/><Relationship Id="rId208" Type="http://schemas.openxmlformats.org/officeDocument/2006/relationships/customXml" Target="../ink/ink2638.xml"/><Relationship Id="rId261" Type="http://schemas.openxmlformats.org/officeDocument/2006/relationships/image" Target="../media/image10950.png"/><Relationship Id="rId14" Type="http://schemas.openxmlformats.org/officeDocument/2006/relationships/customXml" Target="../ink/ink2541.xml"/><Relationship Id="rId56" Type="http://schemas.openxmlformats.org/officeDocument/2006/relationships/customXml" Target="../ink/ink2562.xml"/><Relationship Id="rId317" Type="http://schemas.openxmlformats.org/officeDocument/2006/relationships/image" Target="../media/image11230.png"/><Relationship Id="rId359" Type="http://schemas.openxmlformats.org/officeDocument/2006/relationships/image" Target="../media/image11440.png"/><Relationship Id="rId98" Type="http://schemas.openxmlformats.org/officeDocument/2006/relationships/customXml" Target="../ink/ink2583.xml"/><Relationship Id="rId121" Type="http://schemas.openxmlformats.org/officeDocument/2006/relationships/image" Target="../media/image10250.png"/><Relationship Id="rId163" Type="http://schemas.openxmlformats.org/officeDocument/2006/relationships/image" Target="../media/image10460.png"/><Relationship Id="rId219" Type="http://schemas.openxmlformats.org/officeDocument/2006/relationships/image" Target="../media/image10740.png"/><Relationship Id="rId370" Type="http://schemas.openxmlformats.org/officeDocument/2006/relationships/customXml" Target="../ink/ink2719.xml"/><Relationship Id="rId230" Type="http://schemas.openxmlformats.org/officeDocument/2006/relationships/customXml" Target="../ink/ink2649.xml"/><Relationship Id="rId25" Type="http://schemas.openxmlformats.org/officeDocument/2006/relationships/image" Target="../media/image9770.png"/><Relationship Id="rId67" Type="http://schemas.openxmlformats.org/officeDocument/2006/relationships/image" Target="../media/image9980.png"/><Relationship Id="rId272" Type="http://schemas.openxmlformats.org/officeDocument/2006/relationships/customXml" Target="../ink/ink2670.xml"/><Relationship Id="rId328" Type="http://schemas.openxmlformats.org/officeDocument/2006/relationships/customXml" Target="../ink/ink2698.xml"/><Relationship Id="rId132" Type="http://schemas.openxmlformats.org/officeDocument/2006/relationships/customXml" Target="../ink/ink2600.xml"/><Relationship Id="rId174" Type="http://schemas.openxmlformats.org/officeDocument/2006/relationships/customXml" Target="../ink/ink2621.xml"/><Relationship Id="rId381" Type="http://schemas.openxmlformats.org/officeDocument/2006/relationships/image" Target="../media/image11550.png"/><Relationship Id="rId241" Type="http://schemas.openxmlformats.org/officeDocument/2006/relationships/image" Target="../media/image10850.png"/><Relationship Id="rId36" Type="http://schemas.openxmlformats.org/officeDocument/2006/relationships/customXml" Target="../ink/ink2552.xml"/><Relationship Id="rId283" Type="http://schemas.openxmlformats.org/officeDocument/2006/relationships/image" Target="../media/image11060.png"/><Relationship Id="rId339" Type="http://schemas.openxmlformats.org/officeDocument/2006/relationships/image" Target="../media/image11340.png"/><Relationship Id="rId78" Type="http://schemas.openxmlformats.org/officeDocument/2006/relationships/customXml" Target="../ink/ink2573.xml"/><Relationship Id="rId101" Type="http://schemas.openxmlformats.org/officeDocument/2006/relationships/image" Target="../media/image10150.png"/><Relationship Id="rId143" Type="http://schemas.openxmlformats.org/officeDocument/2006/relationships/image" Target="../media/image10360.png"/><Relationship Id="rId185" Type="http://schemas.openxmlformats.org/officeDocument/2006/relationships/image" Target="../media/image10570.png"/><Relationship Id="rId350" Type="http://schemas.openxmlformats.org/officeDocument/2006/relationships/customXml" Target="../ink/ink2709.xml"/><Relationship Id="rId9" Type="http://schemas.openxmlformats.org/officeDocument/2006/relationships/image" Target="../media/image9690.png"/><Relationship Id="rId210" Type="http://schemas.openxmlformats.org/officeDocument/2006/relationships/customXml" Target="../ink/ink2639.xml"/><Relationship Id="rId252" Type="http://schemas.openxmlformats.org/officeDocument/2006/relationships/customXml" Target="../ink/ink2660.xml"/><Relationship Id="rId294" Type="http://schemas.openxmlformats.org/officeDocument/2006/relationships/customXml" Target="../ink/ink2681.xml"/><Relationship Id="rId308" Type="http://schemas.openxmlformats.org/officeDocument/2006/relationships/customXml" Target="../ink/ink2688.xml"/><Relationship Id="rId47" Type="http://schemas.openxmlformats.org/officeDocument/2006/relationships/image" Target="../media/image9880.png"/><Relationship Id="rId68" Type="http://schemas.openxmlformats.org/officeDocument/2006/relationships/customXml" Target="../ink/ink2568.xml"/><Relationship Id="rId89" Type="http://schemas.openxmlformats.org/officeDocument/2006/relationships/image" Target="../media/image10090.png"/><Relationship Id="rId112" Type="http://schemas.openxmlformats.org/officeDocument/2006/relationships/customXml" Target="../ink/ink2590.xml"/><Relationship Id="rId133" Type="http://schemas.openxmlformats.org/officeDocument/2006/relationships/image" Target="../media/image10312.png"/><Relationship Id="rId154" Type="http://schemas.openxmlformats.org/officeDocument/2006/relationships/customXml" Target="../ink/ink2611.xml"/><Relationship Id="rId175" Type="http://schemas.openxmlformats.org/officeDocument/2006/relationships/image" Target="../media/image10520.png"/><Relationship Id="rId340" Type="http://schemas.openxmlformats.org/officeDocument/2006/relationships/customXml" Target="../ink/ink2704.xml"/><Relationship Id="rId361" Type="http://schemas.openxmlformats.org/officeDocument/2006/relationships/image" Target="../media/image11450.png"/><Relationship Id="rId196" Type="http://schemas.openxmlformats.org/officeDocument/2006/relationships/customXml" Target="../ink/ink2632.xml"/><Relationship Id="rId200" Type="http://schemas.openxmlformats.org/officeDocument/2006/relationships/customXml" Target="../ink/ink2634.xml"/><Relationship Id="rId382" Type="http://schemas.openxmlformats.org/officeDocument/2006/relationships/customXml" Target="../ink/ink2725.xml"/><Relationship Id="rId16" Type="http://schemas.openxmlformats.org/officeDocument/2006/relationships/customXml" Target="../ink/ink2542.xml"/><Relationship Id="rId221" Type="http://schemas.openxmlformats.org/officeDocument/2006/relationships/image" Target="../media/image10750.png"/><Relationship Id="rId242" Type="http://schemas.openxmlformats.org/officeDocument/2006/relationships/customXml" Target="../ink/ink2655.xml"/><Relationship Id="rId263" Type="http://schemas.openxmlformats.org/officeDocument/2006/relationships/image" Target="../media/image10960.png"/><Relationship Id="rId284" Type="http://schemas.openxmlformats.org/officeDocument/2006/relationships/customXml" Target="../ink/ink2676.xml"/><Relationship Id="rId319" Type="http://schemas.openxmlformats.org/officeDocument/2006/relationships/image" Target="../media/image11240.png"/><Relationship Id="rId37" Type="http://schemas.openxmlformats.org/officeDocument/2006/relationships/image" Target="../media/image9830.png"/><Relationship Id="rId58" Type="http://schemas.openxmlformats.org/officeDocument/2006/relationships/customXml" Target="../ink/ink2563.xml"/><Relationship Id="rId79" Type="http://schemas.openxmlformats.org/officeDocument/2006/relationships/image" Target="../media/image10040.png"/><Relationship Id="rId102" Type="http://schemas.openxmlformats.org/officeDocument/2006/relationships/customXml" Target="../ink/ink2585.xml"/><Relationship Id="rId123" Type="http://schemas.openxmlformats.org/officeDocument/2006/relationships/image" Target="../media/image10260.png"/><Relationship Id="rId144" Type="http://schemas.openxmlformats.org/officeDocument/2006/relationships/customXml" Target="../ink/ink2606.xml"/><Relationship Id="rId330" Type="http://schemas.openxmlformats.org/officeDocument/2006/relationships/customXml" Target="../ink/ink2699.xml"/><Relationship Id="rId90" Type="http://schemas.openxmlformats.org/officeDocument/2006/relationships/customXml" Target="../ink/ink2579.xml"/><Relationship Id="rId165" Type="http://schemas.openxmlformats.org/officeDocument/2006/relationships/image" Target="../media/image10470.png"/><Relationship Id="rId186" Type="http://schemas.openxmlformats.org/officeDocument/2006/relationships/customXml" Target="../ink/ink2627.xml"/><Relationship Id="rId351" Type="http://schemas.openxmlformats.org/officeDocument/2006/relationships/image" Target="../media/image11400.png"/><Relationship Id="rId372" Type="http://schemas.openxmlformats.org/officeDocument/2006/relationships/customXml" Target="../ink/ink2720.xml"/><Relationship Id="rId211" Type="http://schemas.openxmlformats.org/officeDocument/2006/relationships/image" Target="../media/image10700.png"/><Relationship Id="rId232" Type="http://schemas.openxmlformats.org/officeDocument/2006/relationships/customXml" Target="../ink/ink2650.xml"/><Relationship Id="rId253" Type="http://schemas.openxmlformats.org/officeDocument/2006/relationships/image" Target="../media/image10912.png"/><Relationship Id="rId274" Type="http://schemas.openxmlformats.org/officeDocument/2006/relationships/customXml" Target="../ink/ink2671.xml"/><Relationship Id="rId295" Type="http://schemas.openxmlformats.org/officeDocument/2006/relationships/image" Target="../media/image11120.png"/><Relationship Id="rId309" Type="http://schemas.openxmlformats.org/officeDocument/2006/relationships/image" Target="../media/image11190.png"/><Relationship Id="rId27" Type="http://schemas.openxmlformats.org/officeDocument/2006/relationships/image" Target="../media/image9780.png"/><Relationship Id="rId48" Type="http://schemas.openxmlformats.org/officeDocument/2006/relationships/customXml" Target="../ink/ink2558.xml"/><Relationship Id="rId69" Type="http://schemas.openxmlformats.org/officeDocument/2006/relationships/image" Target="../media/image9990.png"/><Relationship Id="rId113" Type="http://schemas.openxmlformats.org/officeDocument/2006/relationships/image" Target="../media/image10212.png"/><Relationship Id="rId134" Type="http://schemas.openxmlformats.org/officeDocument/2006/relationships/customXml" Target="../ink/ink2601.xml"/><Relationship Id="rId320" Type="http://schemas.openxmlformats.org/officeDocument/2006/relationships/customXml" Target="../ink/ink2694.xml"/><Relationship Id="rId80" Type="http://schemas.openxmlformats.org/officeDocument/2006/relationships/customXml" Target="../ink/ink2574.xml"/><Relationship Id="rId155" Type="http://schemas.openxmlformats.org/officeDocument/2006/relationships/image" Target="../media/image10420.png"/><Relationship Id="rId176" Type="http://schemas.openxmlformats.org/officeDocument/2006/relationships/customXml" Target="../ink/ink2622.xml"/><Relationship Id="rId197" Type="http://schemas.openxmlformats.org/officeDocument/2006/relationships/image" Target="../media/image10630.png"/><Relationship Id="rId341" Type="http://schemas.openxmlformats.org/officeDocument/2006/relationships/image" Target="../media/image11350.png"/><Relationship Id="rId362" Type="http://schemas.openxmlformats.org/officeDocument/2006/relationships/customXml" Target="../ink/ink2715.xml"/><Relationship Id="rId383" Type="http://schemas.openxmlformats.org/officeDocument/2006/relationships/image" Target="../media/image11560.png"/><Relationship Id="rId201" Type="http://schemas.openxmlformats.org/officeDocument/2006/relationships/image" Target="../media/image10650.png"/><Relationship Id="rId222" Type="http://schemas.openxmlformats.org/officeDocument/2006/relationships/customXml" Target="../ink/ink2645.xml"/><Relationship Id="rId243" Type="http://schemas.openxmlformats.org/officeDocument/2006/relationships/image" Target="../media/image10860.png"/><Relationship Id="rId264" Type="http://schemas.openxmlformats.org/officeDocument/2006/relationships/customXml" Target="../ink/ink2666.xml"/><Relationship Id="rId285" Type="http://schemas.openxmlformats.org/officeDocument/2006/relationships/image" Target="../media/image11070.png"/><Relationship Id="rId17" Type="http://schemas.openxmlformats.org/officeDocument/2006/relationships/image" Target="../media/image9730.png"/><Relationship Id="rId38" Type="http://schemas.openxmlformats.org/officeDocument/2006/relationships/customXml" Target="../ink/ink2553.xml"/><Relationship Id="rId59" Type="http://schemas.openxmlformats.org/officeDocument/2006/relationships/image" Target="../media/image9940.png"/><Relationship Id="rId103" Type="http://schemas.openxmlformats.org/officeDocument/2006/relationships/image" Target="../media/image10160.png"/><Relationship Id="rId124" Type="http://schemas.openxmlformats.org/officeDocument/2006/relationships/customXml" Target="../ink/ink2596.xml"/><Relationship Id="rId310" Type="http://schemas.openxmlformats.org/officeDocument/2006/relationships/customXml" Target="../ink/ink2689.xml"/><Relationship Id="rId70" Type="http://schemas.openxmlformats.org/officeDocument/2006/relationships/customXml" Target="../ink/ink2569.xml"/><Relationship Id="rId91" Type="http://schemas.openxmlformats.org/officeDocument/2006/relationships/image" Target="../media/image10100.png"/><Relationship Id="rId145" Type="http://schemas.openxmlformats.org/officeDocument/2006/relationships/image" Target="../media/image10370.png"/><Relationship Id="rId166" Type="http://schemas.openxmlformats.org/officeDocument/2006/relationships/customXml" Target="../ink/ink2617.xml"/><Relationship Id="rId187" Type="http://schemas.openxmlformats.org/officeDocument/2006/relationships/image" Target="../media/image10580.png"/><Relationship Id="rId331" Type="http://schemas.openxmlformats.org/officeDocument/2006/relationships/image" Target="../media/image11300.png"/><Relationship Id="rId352" Type="http://schemas.openxmlformats.org/officeDocument/2006/relationships/customXml" Target="../ink/ink2710.xml"/><Relationship Id="rId373" Type="http://schemas.openxmlformats.org/officeDocument/2006/relationships/image" Target="../media/image1151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640.xml"/><Relationship Id="rId233" Type="http://schemas.openxmlformats.org/officeDocument/2006/relationships/image" Target="../media/image10812.png"/><Relationship Id="rId254" Type="http://schemas.openxmlformats.org/officeDocument/2006/relationships/customXml" Target="../ink/ink2661.xml"/><Relationship Id="rId28" Type="http://schemas.openxmlformats.org/officeDocument/2006/relationships/customXml" Target="../ink/ink2548.xml"/><Relationship Id="rId49" Type="http://schemas.openxmlformats.org/officeDocument/2006/relationships/image" Target="../media/image9890.png"/><Relationship Id="rId114" Type="http://schemas.openxmlformats.org/officeDocument/2006/relationships/customXml" Target="../ink/ink2591.xml"/><Relationship Id="rId275" Type="http://schemas.openxmlformats.org/officeDocument/2006/relationships/image" Target="../media/image11020.png"/><Relationship Id="rId296" Type="http://schemas.openxmlformats.org/officeDocument/2006/relationships/customXml" Target="../ink/ink2682.xml"/><Relationship Id="rId300" Type="http://schemas.openxmlformats.org/officeDocument/2006/relationships/customXml" Target="../ink/ink2684.xml"/><Relationship Id="rId60" Type="http://schemas.openxmlformats.org/officeDocument/2006/relationships/customXml" Target="../ink/ink2564.xml"/><Relationship Id="rId81" Type="http://schemas.openxmlformats.org/officeDocument/2006/relationships/image" Target="../media/image10050.png"/><Relationship Id="rId135" Type="http://schemas.openxmlformats.org/officeDocument/2006/relationships/image" Target="../media/image10320.png"/><Relationship Id="rId156" Type="http://schemas.openxmlformats.org/officeDocument/2006/relationships/customXml" Target="../ink/ink2612.xml"/><Relationship Id="rId177" Type="http://schemas.openxmlformats.org/officeDocument/2006/relationships/image" Target="../media/image10530.png"/><Relationship Id="rId198" Type="http://schemas.openxmlformats.org/officeDocument/2006/relationships/customXml" Target="../ink/ink2633.xml"/><Relationship Id="rId321" Type="http://schemas.openxmlformats.org/officeDocument/2006/relationships/image" Target="../media/image11250.png"/><Relationship Id="rId342" Type="http://schemas.openxmlformats.org/officeDocument/2006/relationships/customXml" Target="../ink/ink2705.xml"/><Relationship Id="rId363" Type="http://schemas.openxmlformats.org/officeDocument/2006/relationships/image" Target="../media/image11460.png"/><Relationship Id="rId384" Type="http://schemas.openxmlformats.org/officeDocument/2006/relationships/customXml" Target="../ink/ink2726.xml"/><Relationship Id="rId202" Type="http://schemas.openxmlformats.org/officeDocument/2006/relationships/customXml" Target="../ink/ink2635.xml"/><Relationship Id="rId223" Type="http://schemas.openxmlformats.org/officeDocument/2006/relationships/image" Target="../media/image10760.png"/><Relationship Id="rId244" Type="http://schemas.openxmlformats.org/officeDocument/2006/relationships/customXml" Target="../ink/ink2656.xml"/><Relationship Id="rId18" Type="http://schemas.openxmlformats.org/officeDocument/2006/relationships/customXml" Target="../ink/ink2543.xml"/><Relationship Id="rId39" Type="http://schemas.openxmlformats.org/officeDocument/2006/relationships/image" Target="../media/image9840.png"/><Relationship Id="rId265" Type="http://schemas.openxmlformats.org/officeDocument/2006/relationships/image" Target="../media/image10970.png"/><Relationship Id="rId286" Type="http://schemas.openxmlformats.org/officeDocument/2006/relationships/customXml" Target="../ink/ink2677.xml"/><Relationship Id="rId50" Type="http://schemas.openxmlformats.org/officeDocument/2006/relationships/customXml" Target="../ink/ink2559.xml"/><Relationship Id="rId104" Type="http://schemas.openxmlformats.org/officeDocument/2006/relationships/customXml" Target="../ink/ink2586.xml"/><Relationship Id="rId125" Type="http://schemas.openxmlformats.org/officeDocument/2006/relationships/image" Target="../media/image10270.png"/><Relationship Id="rId146" Type="http://schemas.openxmlformats.org/officeDocument/2006/relationships/customXml" Target="../ink/ink2607.xml"/><Relationship Id="rId167" Type="http://schemas.openxmlformats.org/officeDocument/2006/relationships/image" Target="../media/image10480.png"/><Relationship Id="rId188" Type="http://schemas.openxmlformats.org/officeDocument/2006/relationships/customXml" Target="../ink/ink2628.xml"/><Relationship Id="rId311" Type="http://schemas.openxmlformats.org/officeDocument/2006/relationships/image" Target="../media/image11200.png"/><Relationship Id="rId332" Type="http://schemas.openxmlformats.org/officeDocument/2006/relationships/customXml" Target="../ink/ink2700.xml"/><Relationship Id="rId353" Type="http://schemas.openxmlformats.org/officeDocument/2006/relationships/image" Target="../media/image11412.png"/><Relationship Id="rId374" Type="http://schemas.openxmlformats.org/officeDocument/2006/relationships/customXml" Target="../ink/ink2721.xml"/><Relationship Id="rId71" Type="http://schemas.openxmlformats.org/officeDocument/2006/relationships/image" Target="../media/image10000.png"/><Relationship Id="rId92" Type="http://schemas.openxmlformats.org/officeDocument/2006/relationships/customXml" Target="../ink/ink2580.xml"/><Relationship Id="rId213" Type="http://schemas.openxmlformats.org/officeDocument/2006/relationships/image" Target="../media/image10712.png"/><Relationship Id="rId234" Type="http://schemas.openxmlformats.org/officeDocument/2006/relationships/customXml" Target="../ink/ink2651.xml"/><Relationship Id="rId2" Type="http://schemas.openxmlformats.org/officeDocument/2006/relationships/customXml" Target="../ink/ink2535.xml"/><Relationship Id="rId29" Type="http://schemas.openxmlformats.org/officeDocument/2006/relationships/image" Target="../media/image9790.png"/><Relationship Id="rId255" Type="http://schemas.openxmlformats.org/officeDocument/2006/relationships/image" Target="../media/image10920.png"/><Relationship Id="rId276" Type="http://schemas.openxmlformats.org/officeDocument/2006/relationships/customXml" Target="../ink/ink2672.xml"/><Relationship Id="rId297" Type="http://schemas.openxmlformats.org/officeDocument/2006/relationships/image" Target="../media/image11130.png"/><Relationship Id="rId40" Type="http://schemas.openxmlformats.org/officeDocument/2006/relationships/customXml" Target="../ink/ink2554.xml"/><Relationship Id="rId115" Type="http://schemas.openxmlformats.org/officeDocument/2006/relationships/image" Target="../media/image10220.png"/><Relationship Id="rId136" Type="http://schemas.openxmlformats.org/officeDocument/2006/relationships/customXml" Target="../ink/ink2602.xml"/><Relationship Id="rId157" Type="http://schemas.openxmlformats.org/officeDocument/2006/relationships/image" Target="../media/image10430.png"/><Relationship Id="rId178" Type="http://schemas.openxmlformats.org/officeDocument/2006/relationships/customXml" Target="../ink/ink2623.xml"/><Relationship Id="rId301" Type="http://schemas.openxmlformats.org/officeDocument/2006/relationships/image" Target="../media/image11150.png"/><Relationship Id="rId322" Type="http://schemas.openxmlformats.org/officeDocument/2006/relationships/customXml" Target="../ink/ink2695.xml"/><Relationship Id="rId343" Type="http://schemas.openxmlformats.org/officeDocument/2006/relationships/image" Target="../media/image11360.png"/><Relationship Id="rId364" Type="http://schemas.openxmlformats.org/officeDocument/2006/relationships/customXml" Target="../ink/ink2716.xml"/><Relationship Id="rId61" Type="http://schemas.openxmlformats.org/officeDocument/2006/relationships/image" Target="../media/image9950.png"/><Relationship Id="rId82" Type="http://schemas.openxmlformats.org/officeDocument/2006/relationships/customXml" Target="../ink/ink2575.xml"/><Relationship Id="rId199" Type="http://schemas.openxmlformats.org/officeDocument/2006/relationships/image" Target="../media/image10640.png"/><Relationship Id="rId203" Type="http://schemas.openxmlformats.org/officeDocument/2006/relationships/image" Target="../media/image10660.png"/><Relationship Id="rId385" Type="http://schemas.openxmlformats.org/officeDocument/2006/relationships/image" Target="../media/image11570.png"/><Relationship Id="rId19" Type="http://schemas.openxmlformats.org/officeDocument/2006/relationships/image" Target="../media/image9740.png"/><Relationship Id="rId224" Type="http://schemas.openxmlformats.org/officeDocument/2006/relationships/customXml" Target="../ink/ink2646.xml"/><Relationship Id="rId245" Type="http://schemas.openxmlformats.org/officeDocument/2006/relationships/image" Target="../media/image10870.png"/><Relationship Id="rId266" Type="http://schemas.openxmlformats.org/officeDocument/2006/relationships/customXml" Target="../ink/ink2667.xml"/><Relationship Id="rId287" Type="http://schemas.openxmlformats.org/officeDocument/2006/relationships/image" Target="../media/image11080.png"/><Relationship Id="rId30" Type="http://schemas.openxmlformats.org/officeDocument/2006/relationships/customXml" Target="../ink/ink2549.xml"/><Relationship Id="rId105" Type="http://schemas.openxmlformats.org/officeDocument/2006/relationships/image" Target="../media/image10170.png"/><Relationship Id="rId126" Type="http://schemas.openxmlformats.org/officeDocument/2006/relationships/customXml" Target="../ink/ink2597.xml"/><Relationship Id="rId147" Type="http://schemas.openxmlformats.org/officeDocument/2006/relationships/image" Target="../media/image10380.png"/><Relationship Id="rId168" Type="http://schemas.openxmlformats.org/officeDocument/2006/relationships/customXml" Target="../ink/ink2618.xml"/><Relationship Id="rId312" Type="http://schemas.openxmlformats.org/officeDocument/2006/relationships/customXml" Target="../ink/ink2690.xml"/><Relationship Id="rId333" Type="http://schemas.openxmlformats.org/officeDocument/2006/relationships/image" Target="../media/image11312.png"/><Relationship Id="rId354" Type="http://schemas.openxmlformats.org/officeDocument/2006/relationships/customXml" Target="../ink/ink2711.xml"/><Relationship Id="rId51" Type="http://schemas.openxmlformats.org/officeDocument/2006/relationships/image" Target="../media/image9900.png"/><Relationship Id="rId72" Type="http://schemas.openxmlformats.org/officeDocument/2006/relationships/customXml" Target="../ink/ink2570.xml"/><Relationship Id="rId93" Type="http://schemas.openxmlformats.org/officeDocument/2006/relationships/image" Target="../media/image10112.png"/><Relationship Id="rId189" Type="http://schemas.openxmlformats.org/officeDocument/2006/relationships/image" Target="../media/image10590.png"/><Relationship Id="rId375" Type="http://schemas.openxmlformats.org/officeDocument/2006/relationships/image" Target="../media/image11520.png"/><Relationship Id="rId3" Type="http://schemas.openxmlformats.org/officeDocument/2006/relationships/image" Target="../media/image9660.png"/><Relationship Id="rId214" Type="http://schemas.openxmlformats.org/officeDocument/2006/relationships/customXml" Target="../ink/ink2641.xml"/><Relationship Id="rId235" Type="http://schemas.openxmlformats.org/officeDocument/2006/relationships/image" Target="../media/image10820.png"/><Relationship Id="rId256" Type="http://schemas.openxmlformats.org/officeDocument/2006/relationships/customXml" Target="../ink/ink2662.xml"/><Relationship Id="rId277" Type="http://schemas.openxmlformats.org/officeDocument/2006/relationships/image" Target="../media/image11030.png"/><Relationship Id="rId298" Type="http://schemas.openxmlformats.org/officeDocument/2006/relationships/customXml" Target="../ink/ink2683.xml"/><Relationship Id="rId116" Type="http://schemas.openxmlformats.org/officeDocument/2006/relationships/customXml" Target="../ink/ink2592.xml"/><Relationship Id="rId137" Type="http://schemas.openxmlformats.org/officeDocument/2006/relationships/image" Target="../media/image10330.png"/><Relationship Id="rId158" Type="http://schemas.openxmlformats.org/officeDocument/2006/relationships/customXml" Target="../ink/ink2613.xml"/><Relationship Id="rId302" Type="http://schemas.openxmlformats.org/officeDocument/2006/relationships/customXml" Target="../ink/ink2685.xml"/><Relationship Id="rId323" Type="http://schemas.openxmlformats.org/officeDocument/2006/relationships/image" Target="../media/image11260.png"/><Relationship Id="rId344" Type="http://schemas.openxmlformats.org/officeDocument/2006/relationships/customXml" Target="../ink/ink2706.xml"/><Relationship Id="rId20" Type="http://schemas.openxmlformats.org/officeDocument/2006/relationships/customXml" Target="../ink/ink2544.xml"/><Relationship Id="rId41" Type="http://schemas.openxmlformats.org/officeDocument/2006/relationships/image" Target="../media/image9850.png"/><Relationship Id="rId62" Type="http://schemas.openxmlformats.org/officeDocument/2006/relationships/customXml" Target="../ink/ink2565.xml"/><Relationship Id="rId83" Type="http://schemas.openxmlformats.org/officeDocument/2006/relationships/image" Target="../media/image10060.png"/><Relationship Id="rId179" Type="http://schemas.openxmlformats.org/officeDocument/2006/relationships/image" Target="../media/image10540.png"/><Relationship Id="rId365" Type="http://schemas.openxmlformats.org/officeDocument/2006/relationships/image" Target="../media/image11470.png"/><Relationship Id="rId190" Type="http://schemas.openxmlformats.org/officeDocument/2006/relationships/customXml" Target="../ink/ink2629.xml"/><Relationship Id="rId204" Type="http://schemas.openxmlformats.org/officeDocument/2006/relationships/customXml" Target="../ink/ink2636.xml"/><Relationship Id="rId225" Type="http://schemas.openxmlformats.org/officeDocument/2006/relationships/image" Target="../media/image10770.png"/><Relationship Id="rId246" Type="http://schemas.openxmlformats.org/officeDocument/2006/relationships/customXml" Target="../ink/ink2657.xml"/><Relationship Id="rId267" Type="http://schemas.openxmlformats.org/officeDocument/2006/relationships/image" Target="../media/image10980.png"/><Relationship Id="rId288" Type="http://schemas.openxmlformats.org/officeDocument/2006/relationships/customXml" Target="../ink/ink2678.xml"/><Relationship Id="rId106" Type="http://schemas.openxmlformats.org/officeDocument/2006/relationships/customXml" Target="../ink/ink2587.xml"/><Relationship Id="rId127" Type="http://schemas.openxmlformats.org/officeDocument/2006/relationships/image" Target="../media/image10280.png"/><Relationship Id="rId313" Type="http://schemas.openxmlformats.org/officeDocument/2006/relationships/image" Target="../media/image11212.png"/><Relationship Id="rId10" Type="http://schemas.openxmlformats.org/officeDocument/2006/relationships/customXml" Target="../ink/ink2539.xml"/><Relationship Id="rId31" Type="http://schemas.openxmlformats.org/officeDocument/2006/relationships/image" Target="../media/image9800.png"/><Relationship Id="rId52" Type="http://schemas.openxmlformats.org/officeDocument/2006/relationships/customXml" Target="../ink/ink2560.xml"/><Relationship Id="rId73" Type="http://schemas.openxmlformats.org/officeDocument/2006/relationships/image" Target="../media/image10012.png"/><Relationship Id="rId94" Type="http://schemas.openxmlformats.org/officeDocument/2006/relationships/customXml" Target="../ink/ink2581.xml"/><Relationship Id="rId148" Type="http://schemas.openxmlformats.org/officeDocument/2006/relationships/customXml" Target="../ink/ink2608.xml"/><Relationship Id="rId169" Type="http://schemas.openxmlformats.org/officeDocument/2006/relationships/image" Target="../media/image10490.png"/><Relationship Id="rId334" Type="http://schemas.openxmlformats.org/officeDocument/2006/relationships/customXml" Target="../ink/ink2701.xml"/><Relationship Id="rId355" Type="http://schemas.openxmlformats.org/officeDocument/2006/relationships/image" Target="../media/image11420.png"/><Relationship Id="rId376" Type="http://schemas.openxmlformats.org/officeDocument/2006/relationships/customXml" Target="../ink/ink2722.xml"/><Relationship Id="rId4" Type="http://schemas.openxmlformats.org/officeDocument/2006/relationships/customXml" Target="../ink/ink2536.xml"/><Relationship Id="rId180" Type="http://schemas.openxmlformats.org/officeDocument/2006/relationships/customXml" Target="../ink/ink2624.xml"/><Relationship Id="rId215" Type="http://schemas.openxmlformats.org/officeDocument/2006/relationships/image" Target="../media/image10720.png"/><Relationship Id="rId236" Type="http://schemas.openxmlformats.org/officeDocument/2006/relationships/customXml" Target="../ink/ink2652.xml"/><Relationship Id="rId257" Type="http://schemas.openxmlformats.org/officeDocument/2006/relationships/image" Target="../media/image10930.png"/><Relationship Id="rId278" Type="http://schemas.openxmlformats.org/officeDocument/2006/relationships/customXml" Target="../ink/ink2673.xml"/><Relationship Id="rId303" Type="http://schemas.openxmlformats.org/officeDocument/2006/relationships/image" Target="../media/image11160.png"/><Relationship Id="rId42" Type="http://schemas.openxmlformats.org/officeDocument/2006/relationships/customXml" Target="../ink/ink2555.xml"/><Relationship Id="rId84" Type="http://schemas.openxmlformats.org/officeDocument/2006/relationships/customXml" Target="../ink/ink2576.xml"/><Relationship Id="rId138" Type="http://schemas.openxmlformats.org/officeDocument/2006/relationships/customXml" Target="../ink/ink2603.xml"/><Relationship Id="rId345" Type="http://schemas.openxmlformats.org/officeDocument/2006/relationships/image" Target="../media/image11370.png"/><Relationship Id="rId191" Type="http://schemas.openxmlformats.org/officeDocument/2006/relationships/image" Target="../media/image10600.png"/><Relationship Id="rId205" Type="http://schemas.openxmlformats.org/officeDocument/2006/relationships/image" Target="../media/image10670.png"/><Relationship Id="rId247" Type="http://schemas.openxmlformats.org/officeDocument/2006/relationships/image" Target="../media/image10880.png"/><Relationship Id="rId107" Type="http://schemas.openxmlformats.org/officeDocument/2006/relationships/image" Target="../media/image10180.png"/><Relationship Id="rId289" Type="http://schemas.openxmlformats.org/officeDocument/2006/relationships/image" Target="../media/image11090.png"/><Relationship Id="rId11" Type="http://schemas.openxmlformats.org/officeDocument/2006/relationships/image" Target="../media/image9700.png"/><Relationship Id="rId53" Type="http://schemas.openxmlformats.org/officeDocument/2006/relationships/image" Target="../media/image9912.png"/><Relationship Id="rId149" Type="http://schemas.openxmlformats.org/officeDocument/2006/relationships/image" Target="../media/image10390.png"/><Relationship Id="rId314" Type="http://schemas.openxmlformats.org/officeDocument/2006/relationships/customXml" Target="../ink/ink2691.xml"/><Relationship Id="rId356" Type="http://schemas.openxmlformats.org/officeDocument/2006/relationships/customXml" Target="../ink/ink2712.xml"/><Relationship Id="rId95" Type="http://schemas.openxmlformats.org/officeDocument/2006/relationships/image" Target="../media/image10120.png"/><Relationship Id="rId160" Type="http://schemas.openxmlformats.org/officeDocument/2006/relationships/customXml" Target="../ink/ink2614.xml"/><Relationship Id="rId216" Type="http://schemas.openxmlformats.org/officeDocument/2006/relationships/customXml" Target="../ink/ink2642.xml"/><Relationship Id="rId258" Type="http://schemas.openxmlformats.org/officeDocument/2006/relationships/customXml" Target="../ink/ink2663.xml"/><Relationship Id="rId22" Type="http://schemas.openxmlformats.org/officeDocument/2006/relationships/customXml" Target="../ink/ink2545.xml"/><Relationship Id="rId64" Type="http://schemas.openxmlformats.org/officeDocument/2006/relationships/customXml" Target="../ink/ink2566.xml"/><Relationship Id="rId118" Type="http://schemas.openxmlformats.org/officeDocument/2006/relationships/customXml" Target="../ink/ink2593.xml"/><Relationship Id="rId325" Type="http://schemas.openxmlformats.org/officeDocument/2006/relationships/image" Target="../media/image11270.png"/><Relationship Id="rId367" Type="http://schemas.openxmlformats.org/officeDocument/2006/relationships/image" Target="../media/image11480.png"/><Relationship Id="rId171" Type="http://schemas.openxmlformats.org/officeDocument/2006/relationships/image" Target="../media/image10500.png"/><Relationship Id="rId227" Type="http://schemas.openxmlformats.org/officeDocument/2006/relationships/image" Target="../media/image10780.png"/><Relationship Id="rId269" Type="http://schemas.openxmlformats.org/officeDocument/2006/relationships/image" Target="../media/image10990.png"/><Relationship Id="rId33" Type="http://schemas.openxmlformats.org/officeDocument/2006/relationships/image" Target="../media/image9812.png"/><Relationship Id="rId129" Type="http://schemas.openxmlformats.org/officeDocument/2006/relationships/image" Target="../media/image10290.png"/><Relationship Id="rId280" Type="http://schemas.openxmlformats.org/officeDocument/2006/relationships/customXml" Target="../ink/ink2674.xml"/><Relationship Id="rId336" Type="http://schemas.openxmlformats.org/officeDocument/2006/relationships/customXml" Target="../ink/ink2702.xml"/><Relationship Id="rId75" Type="http://schemas.openxmlformats.org/officeDocument/2006/relationships/image" Target="../media/image10020.png"/><Relationship Id="rId140" Type="http://schemas.openxmlformats.org/officeDocument/2006/relationships/customXml" Target="../ink/ink2604.xml"/><Relationship Id="rId182" Type="http://schemas.openxmlformats.org/officeDocument/2006/relationships/customXml" Target="../ink/ink2625.xml"/><Relationship Id="rId378" Type="http://schemas.openxmlformats.org/officeDocument/2006/relationships/customXml" Target="../ink/ink2723.xml"/><Relationship Id="rId6" Type="http://schemas.openxmlformats.org/officeDocument/2006/relationships/customXml" Target="../ink/ink2537.xml"/><Relationship Id="rId238" Type="http://schemas.openxmlformats.org/officeDocument/2006/relationships/customXml" Target="../ink/ink2653.xml"/><Relationship Id="rId291" Type="http://schemas.openxmlformats.org/officeDocument/2006/relationships/image" Target="../media/image11101.png"/><Relationship Id="rId305" Type="http://schemas.openxmlformats.org/officeDocument/2006/relationships/image" Target="../media/image11170.png"/><Relationship Id="rId347" Type="http://schemas.openxmlformats.org/officeDocument/2006/relationships/image" Target="../media/image11380.png"/><Relationship Id="rId44" Type="http://schemas.openxmlformats.org/officeDocument/2006/relationships/customXml" Target="../ink/ink2556.xml"/><Relationship Id="rId86" Type="http://schemas.openxmlformats.org/officeDocument/2006/relationships/customXml" Target="../ink/ink2577.xml"/><Relationship Id="rId151" Type="http://schemas.openxmlformats.org/officeDocument/2006/relationships/image" Target="../media/image10400.png"/><Relationship Id="rId193" Type="http://schemas.openxmlformats.org/officeDocument/2006/relationships/image" Target="../media/image10612.png"/><Relationship Id="rId207" Type="http://schemas.openxmlformats.org/officeDocument/2006/relationships/image" Target="../media/image10680.png"/><Relationship Id="rId249" Type="http://schemas.openxmlformats.org/officeDocument/2006/relationships/image" Target="../media/image10890.png"/><Relationship Id="rId13" Type="http://schemas.openxmlformats.org/officeDocument/2006/relationships/image" Target="../media/image9712.png"/><Relationship Id="rId109" Type="http://schemas.openxmlformats.org/officeDocument/2006/relationships/image" Target="../media/image10190.png"/><Relationship Id="rId260" Type="http://schemas.openxmlformats.org/officeDocument/2006/relationships/customXml" Target="../ink/ink2664.xml"/><Relationship Id="rId316" Type="http://schemas.openxmlformats.org/officeDocument/2006/relationships/customXml" Target="../ink/ink2692.xml"/><Relationship Id="rId55" Type="http://schemas.openxmlformats.org/officeDocument/2006/relationships/image" Target="../media/image9920.png"/><Relationship Id="rId97" Type="http://schemas.openxmlformats.org/officeDocument/2006/relationships/image" Target="../media/image10130.png"/><Relationship Id="rId120" Type="http://schemas.openxmlformats.org/officeDocument/2006/relationships/customXml" Target="../ink/ink2594.xml"/><Relationship Id="rId358" Type="http://schemas.openxmlformats.org/officeDocument/2006/relationships/customXml" Target="../ink/ink2713.xml"/><Relationship Id="rId162" Type="http://schemas.openxmlformats.org/officeDocument/2006/relationships/customXml" Target="../ink/ink2615.xml"/><Relationship Id="rId218" Type="http://schemas.openxmlformats.org/officeDocument/2006/relationships/customXml" Target="../ink/ink2643.xml"/><Relationship Id="rId271" Type="http://schemas.openxmlformats.org/officeDocument/2006/relationships/image" Target="../media/image11000.png"/><Relationship Id="rId24" Type="http://schemas.openxmlformats.org/officeDocument/2006/relationships/customXml" Target="../ink/ink2546.xml"/><Relationship Id="rId66" Type="http://schemas.openxmlformats.org/officeDocument/2006/relationships/customXml" Target="../ink/ink2567.xml"/><Relationship Id="rId131" Type="http://schemas.openxmlformats.org/officeDocument/2006/relationships/image" Target="../media/image10300.png"/><Relationship Id="rId327" Type="http://schemas.openxmlformats.org/officeDocument/2006/relationships/image" Target="../media/image11280.png"/><Relationship Id="rId369" Type="http://schemas.openxmlformats.org/officeDocument/2006/relationships/image" Target="../media/image11490.png"/><Relationship Id="rId173" Type="http://schemas.openxmlformats.org/officeDocument/2006/relationships/image" Target="../media/image10512.png"/><Relationship Id="rId229" Type="http://schemas.openxmlformats.org/officeDocument/2006/relationships/image" Target="../media/image10790.png"/><Relationship Id="rId380" Type="http://schemas.openxmlformats.org/officeDocument/2006/relationships/customXml" Target="../ink/ink2724.xml"/><Relationship Id="rId240" Type="http://schemas.openxmlformats.org/officeDocument/2006/relationships/customXml" Target="../ink/ink2654.xml"/><Relationship Id="rId35" Type="http://schemas.openxmlformats.org/officeDocument/2006/relationships/image" Target="../media/image9820.png"/><Relationship Id="rId77" Type="http://schemas.openxmlformats.org/officeDocument/2006/relationships/image" Target="../media/image10030.png"/><Relationship Id="rId100" Type="http://schemas.openxmlformats.org/officeDocument/2006/relationships/customXml" Target="../ink/ink2584.xml"/><Relationship Id="rId282" Type="http://schemas.openxmlformats.org/officeDocument/2006/relationships/customXml" Target="../ink/ink2675.xml"/><Relationship Id="rId338" Type="http://schemas.openxmlformats.org/officeDocument/2006/relationships/customXml" Target="../ink/ink2703.xml"/><Relationship Id="rId8" Type="http://schemas.openxmlformats.org/officeDocument/2006/relationships/customXml" Target="../ink/ink2538.xml"/><Relationship Id="rId142" Type="http://schemas.openxmlformats.org/officeDocument/2006/relationships/customXml" Target="../ink/ink2605.xml"/><Relationship Id="rId184" Type="http://schemas.openxmlformats.org/officeDocument/2006/relationships/customXml" Target="../ink/ink2626.xml"/><Relationship Id="rId251" Type="http://schemas.openxmlformats.org/officeDocument/2006/relationships/image" Target="../media/image10900.png"/><Relationship Id="rId46" Type="http://schemas.openxmlformats.org/officeDocument/2006/relationships/customXml" Target="../ink/ink2557.xml"/><Relationship Id="rId293" Type="http://schemas.openxmlformats.org/officeDocument/2006/relationships/image" Target="../media/image11112.png"/><Relationship Id="rId307" Type="http://schemas.openxmlformats.org/officeDocument/2006/relationships/image" Target="../media/image11180.png"/><Relationship Id="rId349" Type="http://schemas.openxmlformats.org/officeDocument/2006/relationships/image" Target="../media/image11390.png"/><Relationship Id="rId88" Type="http://schemas.openxmlformats.org/officeDocument/2006/relationships/customXml" Target="../ink/ink2578.xml"/><Relationship Id="rId111" Type="http://schemas.openxmlformats.org/officeDocument/2006/relationships/image" Target="../media/image10200.png"/><Relationship Id="rId153" Type="http://schemas.openxmlformats.org/officeDocument/2006/relationships/image" Target="../media/image10412.png"/><Relationship Id="rId195" Type="http://schemas.openxmlformats.org/officeDocument/2006/relationships/image" Target="../media/image10620.png"/><Relationship Id="rId209" Type="http://schemas.openxmlformats.org/officeDocument/2006/relationships/image" Target="../media/image10690.png"/><Relationship Id="rId360" Type="http://schemas.openxmlformats.org/officeDocument/2006/relationships/customXml" Target="../ink/ink2714.xml"/><Relationship Id="rId220" Type="http://schemas.openxmlformats.org/officeDocument/2006/relationships/customXml" Target="../ink/ink2644.xml"/><Relationship Id="rId15" Type="http://schemas.openxmlformats.org/officeDocument/2006/relationships/image" Target="../media/image9720.png"/><Relationship Id="rId57" Type="http://schemas.openxmlformats.org/officeDocument/2006/relationships/image" Target="../media/image9930.png"/><Relationship Id="rId262" Type="http://schemas.openxmlformats.org/officeDocument/2006/relationships/customXml" Target="../ink/ink2665.xml"/><Relationship Id="rId318" Type="http://schemas.openxmlformats.org/officeDocument/2006/relationships/customXml" Target="../ink/ink2693.xml"/><Relationship Id="rId99" Type="http://schemas.openxmlformats.org/officeDocument/2006/relationships/image" Target="../media/image10140.png"/><Relationship Id="rId122" Type="http://schemas.openxmlformats.org/officeDocument/2006/relationships/customXml" Target="../ink/ink2595.xml"/><Relationship Id="rId164" Type="http://schemas.openxmlformats.org/officeDocument/2006/relationships/customXml" Target="../ink/ink2616.xml"/><Relationship Id="rId371" Type="http://schemas.openxmlformats.org/officeDocument/2006/relationships/image" Target="../media/image11500.png"/><Relationship Id="rId26" Type="http://schemas.openxmlformats.org/officeDocument/2006/relationships/customXml" Target="../ink/ink2547.xml"/><Relationship Id="rId231" Type="http://schemas.openxmlformats.org/officeDocument/2006/relationships/image" Target="../media/image10800.png"/><Relationship Id="rId273" Type="http://schemas.openxmlformats.org/officeDocument/2006/relationships/image" Target="../media/image11012.png"/><Relationship Id="rId329" Type="http://schemas.openxmlformats.org/officeDocument/2006/relationships/image" Target="../media/image11290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84.xml"/><Relationship Id="rId21" Type="http://schemas.openxmlformats.org/officeDocument/2006/relationships/customXml" Target="../ink/ink2736.xml"/><Relationship Id="rId42" Type="http://schemas.openxmlformats.org/officeDocument/2006/relationships/image" Target="../media/image11780.png"/><Relationship Id="rId63" Type="http://schemas.openxmlformats.org/officeDocument/2006/relationships/customXml" Target="../ink/ink2757.xml"/><Relationship Id="rId84" Type="http://schemas.openxmlformats.org/officeDocument/2006/relationships/image" Target="../media/image11990.png"/><Relationship Id="rId138" Type="http://schemas.openxmlformats.org/officeDocument/2006/relationships/image" Target="../media/image12260.png"/><Relationship Id="rId159" Type="http://schemas.openxmlformats.org/officeDocument/2006/relationships/customXml" Target="../ink/ink2805.xml"/><Relationship Id="rId170" Type="http://schemas.openxmlformats.org/officeDocument/2006/relationships/image" Target="../media/image12420.png"/><Relationship Id="rId107" Type="http://schemas.openxmlformats.org/officeDocument/2006/relationships/customXml" Target="../ink/ink2779.xml"/><Relationship Id="rId11" Type="http://schemas.openxmlformats.org/officeDocument/2006/relationships/customXml" Target="../ink/ink2731.xml"/><Relationship Id="rId32" Type="http://schemas.openxmlformats.org/officeDocument/2006/relationships/image" Target="../media/image11730.png"/><Relationship Id="rId53" Type="http://schemas.openxmlformats.org/officeDocument/2006/relationships/customXml" Target="../ink/ink2752.xml"/><Relationship Id="rId74" Type="http://schemas.openxmlformats.org/officeDocument/2006/relationships/image" Target="../media/image11940.png"/><Relationship Id="rId128" Type="http://schemas.openxmlformats.org/officeDocument/2006/relationships/image" Target="../media/image12212.png"/><Relationship Id="rId149" Type="http://schemas.openxmlformats.org/officeDocument/2006/relationships/customXml" Target="../ink/ink2800.xml"/><Relationship Id="rId5" Type="http://schemas.openxmlformats.org/officeDocument/2006/relationships/customXml" Target="../ink/ink2728.xml"/><Relationship Id="rId95" Type="http://schemas.openxmlformats.org/officeDocument/2006/relationships/customXml" Target="../ink/ink2773.xml"/><Relationship Id="rId160" Type="http://schemas.openxmlformats.org/officeDocument/2006/relationships/image" Target="../media/image12370.png"/><Relationship Id="rId181" Type="http://schemas.openxmlformats.org/officeDocument/2006/relationships/customXml" Target="../ink/ink2816.xml"/><Relationship Id="rId22" Type="http://schemas.openxmlformats.org/officeDocument/2006/relationships/image" Target="../media/image11680.png"/><Relationship Id="rId43" Type="http://schemas.openxmlformats.org/officeDocument/2006/relationships/customXml" Target="../ink/ink2747.xml"/><Relationship Id="rId64" Type="http://schemas.openxmlformats.org/officeDocument/2006/relationships/image" Target="../media/image11890.png"/><Relationship Id="rId118" Type="http://schemas.openxmlformats.org/officeDocument/2006/relationships/image" Target="../media/image12160.png"/><Relationship Id="rId139" Type="http://schemas.openxmlformats.org/officeDocument/2006/relationships/customXml" Target="../ink/ink2795.xml"/><Relationship Id="rId85" Type="http://schemas.openxmlformats.org/officeDocument/2006/relationships/customXml" Target="../ink/ink2768.xml"/><Relationship Id="rId150" Type="http://schemas.openxmlformats.org/officeDocument/2006/relationships/image" Target="../media/image12320.png"/><Relationship Id="rId171" Type="http://schemas.openxmlformats.org/officeDocument/2006/relationships/customXml" Target="../ink/ink2811.xml"/><Relationship Id="rId12" Type="http://schemas.openxmlformats.org/officeDocument/2006/relationships/image" Target="../media/image11630.png"/><Relationship Id="rId33" Type="http://schemas.openxmlformats.org/officeDocument/2006/relationships/customXml" Target="../ink/ink2742.xml"/><Relationship Id="rId108" Type="http://schemas.openxmlformats.org/officeDocument/2006/relationships/image" Target="../media/image12112.png"/><Relationship Id="rId129" Type="http://schemas.openxmlformats.org/officeDocument/2006/relationships/customXml" Target="../ink/ink2790.xml"/><Relationship Id="rId54" Type="http://schemas.openxmlformats.org/officeDocument/2006/relationships/image" Target="../media/image11840.png"/><Relationship Id="rId75" Type="http://schemas.openxmlformats.org/officeDocument/2006/relationships/customXml" Target="../ink/ink2763.xml"/><Relationship Id="rId96" Type="http://schemas.openxmlformats.org/officeDocument/2006/relationships/image" Target="../media/image12050.png"/><Relationship Id="rId140" Type="http://schemas.openxmlformats.org/officeDocument/2006/relationships/image" Target="../media/image12270.png"/><Relationship Id="rId161" Type="http://schemas.openxmlformats.org/officeDocument/2006/relationships/customXml" Target="../ink/ink2806.xml"/><Relationship Id="rId182" Type="http://schemas.openxmlformats.org/officeDocument/2006/relationships/image" Target="../media/image12480.png"/><Relationship Id="rId6" Type="http://schemas.openxmlformats.org/officeDocument/2006/relationships/image" Target="../media/image11600.png"/><Relationship Id="rId23" Type="http://schemas.openxmlformats.org/officeDocument/2006/relationships/customXml" Target="../ink/ink2737.xml"/><Relationship Id="rId119" Type="http://schemas.openxmlformats.org/officeDocument/2006/relationships/customXml" Target="../ink/ink2785.xml"/><Relationship Id="rId44" Type="http://schemas.openxmlformats.org/officeDocument/2006/relationships/image" Target="../media/image11790.png"/><Relationship Id="rId65" Type="http://schemas.openxmlformats.org/officeDocument/2006/relationships/customXml" Target="../ink/ink2758.xml"/><Relationship Id="rId86" Type="http://schemas.openxmlformats.org/officeDocument/2006/relationships/image" Target="../media/image12000.png"/><Relationship Id="rId130" Type="http://schemas.openxmlformats.org/officeDocument/2006/relationships/image" Target="../media/image12220.png"/><Relationship Id="rId151" Type="http://schemas.openxmlformats.org/officeDocument/2006/relationships/customXml" Target="../ink/ink2801.xml"/><Relationship Id="rId172" Type="http://schemas.openxmlformats.org/officeDocument/2006/relationships/image" Target="../media/image12430.png"/><Relationship Id="rId13" Type="http://schemas.openxmlformats.org/officeDocument/2006/relationships/customXml" Target="../ink/ink2732.xml"/><Relationship Id="rId18" Type="http://schemas.openxmlformats.org/officeDocument/2006/relationships/image" Target="../media/image11660.png"/><Relationship Id="rId39" Type="http://schemas.openxmlformats.org/officeDocument/2006/relationships/customXml" Target="../ink/ink2745.xml"/><Relationship Id="rId109" Type="http://schemas.openxmlformats.org/officeDocument/2006/relationships/customXml" Target="../ink/ink2780.xml"/><Relationship Id="rId34" Type="http://schemas.openxmlformats.org/officeDocument/2006/relationships/image" Target="../media/image11740.png"/><Relationship Id="rId50" Type="http://schemas.openxmlformats.org/officeDocument/2006/relationships/image" Target="../media/image11820.png"/><Relationship Id="rId55" Type="http://schemas.openxmlformats.org/officeDocument/2006/relationships/customXml" Target="../ink/ink2753.xml"/><Relationship Id="rId76" Type="http://schemas.openxmlformats.org/officeDocument/2006/relationships/image" Target="../media/image11950.png"/><Relationship Id="rId97" Type="http://schemas.openxmlformats.org/officeDocument/2006/relationships/customXml" Target="../ink/ink2774.xml"/><Relationship Id="rId104" Type="http://schemas.openxmlformats.org/officeDocument/2006/relationships/image" Target="../media/image12090.png"/><Relationship Id="rId120" Type="http://schemas.openxmlformats.org/officeDocument/2006/relationships/image" Target="../media/image12170.png"/><Relationship Id="rId125" Type="http://schemas.openxmlformats.org/officeDocument/2006/relationships/customXml" Target="../ink/ink2788.xml"/><Relationship Id="rId141" Type="http://schemas.openxmlformats.org/officeDocument/2006/relationships/customXml" Target="../ink/ink2796.xml"/><Relationship Id="rId146" Type="http://schemas.openxmlformats.org/officeDocument/2006/relationships/image" Target="../media/image12300.png"/><Relationship Id="rId167" Type="http://schemas.openxmlformats.org/officeDocument/2006/relationships/customXml" Target="../ink/ink2809.xml"/><Relationship Id="rId188" Type="http://schemas.openxmlformats.org/officeDocument/2006/relationships/image" Target="../media/image12512.png"/><Relationship Id="rId7" Type="http://schemas.openxmlformats.org/officeDocument/2006/relationships/customXml" Target="../ink/ink2729.xml"/><Relationship Id="rId71" Type="http://schemas.openxmlformats.org/officeDocument/2006/relationships/customXml" Target="../ink/ink2761.xml"/><Relationship Id="rId92" Type="http://schemas.openxmlformats.org/officeDocument/2006/relationships/image" Target="../media/image12030.png"/><Relationship Id="rId162" Type="http://schemas.openxmlformats.org/officeDocument/2006/relationships/image" Target="../media/image12380.png"/><Relationship Id="rId183" Type="http://schemas.openxmlformats.org/officeDocument/2006/relationships/customXml" Target="../ink/ink2817.xml"/><Relationship Id="rId2" Type="http://schemas.openxmlformats.org/officeDocument/2006/relationships/image" Target="../media/image1358.png"/><Relationship Id="rId29" Type="http://schemas.openxmlformats.org/officeDocument/2006/relationships/customXml" Target="../ink/ink2740.xml"/><Relationship Id="rId24" Type="http://schemas.openxmlformats.org/officeDocument/2006/relationships/image" Target="../media/image11690.png"/><Relationship Id="rId40" Type="http://schemas.openxmlformats.org/officeDocument/2006/relationships/image" Target="../media/image11770.png"/><Relationship Id="rId45" Type="http://schemas.openxmlformats.org/officeDocument/2006/relationships/customXml" Target="../ink/ink2748.xml"/><Relationship Id="rId66" Type="http://schemas.openxmlformats.org/officeDocument/2006/relationships/image" Target="../media/image11900.png"/><Relationship Id="rId87" Type="http://schemas.openxmlformats.org/officeDocument/2006/relationships/customXml" Target="../ink/ink2769.xml"/><Relationship Id="rId110" Type="http://schemas.openxmlformats.org/officeDocument/2006/relationships/image" Target="../media/image12120.png"/><Relationship Id="rId115" Type="http://schemas.openxmlformats.org/officeDocument/2006/relationships/customXml" Target="../ink/ink2783.xml"/><Relationship Id="rId131" Type="http://schemas.openxmlformats.org/officeDocument/2006/relationships/customXml" Target="../ink/ink2791.xml"/><Relationship Id="rId136" Type="http://schemas.openxmlformats.org/officeDocument/2006/relationships/image" Target="../media/image12250.png"/><Relationship Id="rId157" Type="http://schemas.openxmlformats.org/officeDocument/2006/relationships/customXml" Target="../ink/ink2804.xml"/><Relationship Id="rId178" Type="http://schemas.openxmlformats.org/officeDocument/2006/relationships/image" Target="../media/image12460.png"/><Relationship Id="rId61" Type="http://schemas.openxmlformats.org/officeDocument/2006/relationships/customXml" Target="../ink/ink2756.xml"/><Relationship Id="rId82" Type="http://schemas.openxmlformats.org/officeDocument/2006/relationships/image" Target="../media/image11980.png"/><Relationship Id="rId152" Type="http://schemas.openxmlformats.org/officeDocument/2006/relationships/image" Target="../media/image12330.png"/><Relationship Id="rId173" Type="http://schemas.openxmlformats.org/officeDocument/2006/relationships/customXml" Target="../ink/ink2812.xml"/><Relationship Id="rId19" Type="http://schemas.openxmlformats.org/officeDocument/2006/relationships/customXml" Target="../ink/ink2735.xml"/><Relationship Id="rId14" Type="http://schemas.openxmlformats.org/officeDocument/2006/relationships/image" Target="../media/image11640.png"/><Relationship Id="rId30" Type="http://schemas.openxmlformats.org/officeDocument/2006/relationships/image" Target="../media/image11720.png"/><Relationship Id="rId35" Type="http://schemas.openxmlformats.org/officeDocument/2006/relationships/customXml" Target="../ink/ink2743.xml"/><Relationship Id="rId56" Type="http://schemas.openxmlformats.org/officeDocument/2006/relationships/image" Target="../media/image11850.png"/><Relationship Id="rId77" Type="http://schemas.openxmlformats.org/officeDocument/2006/relationships/customXml" Target="../ink/ink2764.xml"/><Relationship Id="rId100" Type="http://schemas.openxmlformats.org/officeDocument/2006/relationships/image" Target="../media/image12070.png"/><Relationship Id="rId105" Type="http://schemas.openxmlformats.org/officeDocument/2006/relationships/customXml" Target="../ink/ink2778.xml"/><Relationship Id="rId126" Type="http://schemas.openxmlformats.org/officeDocument/2006/relationships/image" Target="../media/image12200.png"/><Relationship Id="rId147" Type="http://schemas.openxmlformats.org/officeDocument/2006/relationships/customXml" Target="../ink/ink2799.xml"/><Relationship Id="rId168" Type="http://schemas.openxmlformats.org/officeDocument/2006/relationships/image" Target="../media/image12412.png"/><Relationship Id="rId8" Type="http://schemas.openxmlformats.org/officeDocument/2006/relationships/image" Target="../media/image11612.png"/><Relationship Id="rId51" Type="http://schemas.openxmlformats.org/officeDocument/2006/relationships/customXml" Target="../ink/ink2751.xml"/><Relationship Id="rId72" Type="http://schemas.openxmlformats.org/officeDocument/2006/relationships/image" Target="../media/image11930.png"/><Relationship Id="rId93" Type="http://schemas.openxmlformats.org/officeDocument/2006/relationships/customXml" Target="../ink/ink2772.xml"/><Relationship Id="rId98" Type="http://schemas.openxmlformats.org/officeDocument/2006/relationships/image" Target="../media/image12060.png"/><Relationship Id="rId121" Type="http://schemas.openxmlformats.org/officeDocument/2006/relationships/customXml" Target="../ink/ink2786.xml"/><Relationship Id="rId142" Type="http://schemas.openxmlformats.org/officeDocument/2006/relationships/image" Target="../media/image12280.png"/><Relationship Id="rId163" Type="http://schemas.openxmlformats.org/officeDocument/2006/relationships/customXml" Target="../ink/ink2807.xml"/><Relationship Id="rId184" Type="http://schemas.openxmlformats.org/officeDocument/2006/relationships/image" Target="../media/image12490.png"/><Relationship Id="rId189" Type="http://schemas.openxmlformats.org/officeDocument/2006/relationships/customXml" Target="../ink/ink2820.xml"/><Relationship Id="rId3" Type="http://schemas.openxmlformats.org/officeDocument/2006/relationships/customXml" Target="../ink/ink2727.xml"/><Relationship Id="rId25" Type="http://schemas.openxmlformats.org/officeDocument/2006/relationships/customXml" Target="../ink/ink2738.xml"/><Relationship Id="rId46" Type="http://schemas.openxmlformats.org/officeDocument/2006/relationships/image" Target="../media/image11800.png"/><Relationship Id="rId67" Type="http://schemas.openxmlformats.org/officeDocument/2006/relationships/customXml" Target="../ink/ink2759.xml"/><Relationship Id="rId116" Type="http://schemas.openxmlformats.org/officeDocument/2006/relationships/image" Target="../media/image12150.png"/><Relationship Id="rId137" Type="http://schemas.openxmlformats.org/officeDocument/2006/relationships/customXml" Target="../ink/ink2794.xml"/><Relationship Id="rId158" Type="http://schemas.openxmlformats.org/officeDocument/2006/relationships/image" Target="../media/image12360.png"/><Relationship Id="rId20" Type="http://schemas.openxmlformats.org/officeDocument/2006/relationships/image" Target="../media/image11670.png"/><Relationship Id="rId41" Type="http://schemas.openxmlformats.org/officeDocument/2006/relationships/customXml" Target="../ink/ink2746.xml"/><Relationship Id="rId62" Type="http://schemas.openxmlformats.org/officeDocument/2006/relationships/image" Target="../media/image11880.png"/><Relationship Id="rId83" Type="http://schemas.openxmlformats.org/officeDocument/2006/relationships/customXml" Target="../ink/ink2767.xml"/><Relationship Id="rId88" Type="http://schemas.openxmlformats.org/officeDocument/2006/relationships/image" Target="../media/image12012.png"/><Relationship Id="rId111" Type="http://schemas.openxmlformats.org/officeDocument/2006/relationships/customXml" Target="../ink/ink2781.xml"/><Relationship Id="rId132" Type="http://schemas.openxmlformats.org/officeDocument/2006/relationships/image" Target="../media/image12230.png"/><Relationship Id="rId153" Type="http://schemas.openxmlformats.org/officeDocument/2006/relationships/customXml" Target="../ink/ink2802.xml"/><Relationship Id="rId174" Type="http://schemas.openxmlformats.org/officeDocument/2006/relationships/image" Target="../media/image12440.png"/><Relationship Id="rId179" Type="http://schemas.openxmlformats.org/officeDocument/2006/relationships/customXml" Target="../ink/ink2815.xml"/><Relationship Id="rId190" Type="http://schemas.openxmlformats.org/officeDocument/2006/relationships/image" Target="../media/image12520.png"/><Relationship Id="rId15" Type="http://schemas.openxmlformats.org/officeDocument/2006/relationships/customXml" Target="../ink/ink2733.xml"/><Relationship Id="rId36" Type="http://schemas.openxmlformats.org/officeDocument/2006/relationships/image" Target="../media/image11750.png"/><Relationship Id="rId57" Type="http://schemas.openxmlformats.org/officeDocument/2006/relationships/customXml" Target="../ink/ink2754.xml"/><Relationship Id="rId106" Type="http://schemas.openxmlformats.org/officeDocument/2006/relationships/image" Target="../media/image12101.png"/><Relationship Id="rId127" Type="http://schemas.openxmlformats.org/officeDocument/2006/relationships/customXml" Target="../ink/ink2789.xml"/><Relationship Id="rId10" Type="http://schemas.openxmlformats.org/officeDocument/2006/relationships/image" Target="../media/image11620.png"/><Relationship Id="rId31" Type="http://schemas.openxmlformats.org/officeDocument/2006/relationships/customXml" Target="../ink/ink2741.xml"/><Relationship Id="rId52" Type="http://schemas.openxmlformats.org/officeDocument/2006/relationships/image" Target="../media/image11830.png"/><Relationship Id="rId73" Type="http://schemas.openxmlformats.org/officeDocument/2006/relationships/customXml" Target="../ink/ink2762.xml"/><Relationship Id="rId78" Type="http://schemas.openxmlformats.org/officeDocument/2006/relationships/image" Target="../media/image11960.png"/><Relationship Id="rId94" Type="http://schemas.openxmlformats.org/officeDocument/2006/relationships/image" Target="../media/image12040.png"/><Relationship Id="rId99" Type="http://schemas.openxmlformats.org/officeDocument/2006/relationships/customXml" Target="../ink/ink2775.xml"/><Relationship Id="rId101" Type="http://schemas.openxmlformats.org/officeDocument/2006/relationships/customXml" Target="../ink/ink2776.xml"/><Relationship Id="rId122" Type="http://schemas.openxmlformats.org/officeDocument/2006/relationships/image" Target="../media/image12180.png"/><Relationship Id="rId143" Type="http://schemas.openxmlformats.org/officeDocument/2006/relationships/customXml" Target="../ink/ink2797.xml"/><Relationship Id="rId148" Type="http://schemas.openxmlformats.org/officeDocument/2006/relationships/image" Target="../media/image12312.png"/><Relationship Id="rId164" Type="http://schemas.openxmlformats.org/officeDocument/2006/relationships/image" Target="../media/image12390.png"/><Relationship Id="rId169" Type="http://schemas.openxmlformats.org/officeDocument/2006/relationships/customXml" Target="../ink/ink2810.xml"/><Relationship Id="rId185" Type="http://schemas.openxmlformats.org/officeDocument/2006/relationships/customXml" Target="../ink/ink2818.xml"/><Relationship Id="rId4" Type="http://schemas.openxmlformats.org/officeDocument/2006/relationships/image" Target="../media/image11590.png"/><Relationship Id="rId9" Type="http://schemas.openxmlformats.org/officeDocument/2006/relationships/customXml" Target="../ink/ink2730.xml"/><Relationship Id="rId180" Type="http://schemas.openxmlformats.org/officeDocument/2006/relationships/image" Target="../media/image12470.png"/><Relationship Id="rId26" Type="http://schemas.openxmlformats.org/officeDocument/2006/relationships/image" Target="../media/image11700.png"/><Relationship Id="rId47" Type="http://schemas.openxmlformats.org/officeDocument/2006/relationships/customXml" Target="../ink/ink2749.xml"/><Relationship Id="rId68" Type="http://schemas.openxmlformats.org/officeDocument/2006/relationships/image" Target="../media/image11912.png"/><Relationship Id="rId89" Type="http://schemas.openxmlformats.org/officeDocument/2006/relationships/customXml" Target="../ink/ink2770.xml"/><Relationship Id="rId112" Type="http://schemas.openxmlformats.org/officeDocument/2006/relationships/image" Target="../media/image12130.png"/><Relationship Id="rId133" Type="http://schemas.openxmlformats.org/officeDocument/2006/relationships/customXml" Target="../ink/ink2792.xml"/><Relationship Id="rId154" Type="http://schemas.openxmlformats.org/officeDocument/2006/relationships/image" Target="../media/image12340.png"/><Relationship Id="rId175" Type="http://schemas.openxmlformats.org/officeDocument/2006/relationships/customXml" Target="../ink/ink2813.xml"/><Relationship Id="rId16" Type="http://schemas.openxmlformats.org/officeDocument/2006/relationships/image" Target="../media/image11650.png"/><Relationship Id="rId37" Type="http://schemas.openxmlformats.org/officeDocument/2006/relationships/customXml" Target="../ink/ink2744.xml"/><Relationship Id="rId58" Type="http://schemas.openxmlformats.org/officeDocument/2006/relationships/image" Target="../media/image11860.png"/><Relationship Id="rId79" Type="http://schemas.openxmlformats.org/officeDocument/2006/relationships/customXml" Target="../ink/ink2765.xml"/><Relationship Id="rId102" Type="http://schemas.openxmlformats.org/officeDocument/2006/relationships/image" Target="../media/image12080.png"/><Relationship Id="rId123" Type="http://schemas.openxmlformats.org/officeDocument/2006/relationships/customXml" Target="../ink/ink2787.xml"/><Relationship Id="rId144" Type="http://schemas.openxmlformats.org/officeDocument/2006/relationships/image" Target="../media/image12290.png"/><Relationship Id="rId90" Type="http://schemas.openxmlformats.org/officeDocument/2006/relationships/image" Target="../media/image12020.png"/><Relationship Id="rId165" Type="http://schemas.openxmlformats.org/officeDocument/2006/relationships/customXml" Target="../ink/ink2808.xml"/><Relationship Id="rId186" Type="http://schemas.openxmlformats.org/officeDocument/2006/relationships/image" Target="../media/image12500.png"/><Relationship Id="rId27" Type="http://schemas.openxmlformats.org/officeDocument/2006/relationships/customXml" Target="../ink/ink2739.xml"/><Relationship Id="rId48" Type="http://schemas.openxmlformats.org/officeDocument/2006/relationships/image" Target="../media/image11812.png"/><Relationship Id="rId69" Type="http://schemas.openxmlformats.org/officeDocument/2006/relationships/customXml" Target="../ink/ink2760.xml"/><Relationship Id="rId113" Type="http://schemas.openxmlformats.org/officeDocument/2006/relationships/customXml" Target="../ink/ink2782.xml"/><Relationship Id="rId134" Type="http://schemas.openxmlformats.org/officeDocument/2006/relationships/image" Target="../media/image12240.png"/><Relationship Id="rId80" Type="http://schemas.openxmlformats.org/officeDocument/2006/relationships/image" Target="../media/image11970.png"/><Relationship Id="rId155" Type="http://schemas.openxmlformats.org/officeDocument/2006/relationships/customXml" Target="../ink/ink2803.xml"/><Relationship Id="rId176" Type="http://schemas.openxmlformats.org/officeDocument/2006/relationships/image" Target="../media/image12450.png"/><Relationship Id="rId17" Type="http://schemas.openxmlformats.org/officeDocument/2006/relationships/customXml" Target="../ink/ink2734.xml"/><Relationship Id="rId38" Type="http://schemas.openxmlformats.org/officeDocument/2006/relationships/image" Target="../media/image11760.png"/><Relationship Id="rId59" Type="http://schemas.openxmlformats.org/officeDocument/2006/relationships/customXml" Target="../ink/ink2755.xml"/><Relationship Id="rId103" Type="http://schemas.openxmlformats.org/officeDocument/2006/relationships/customXml" Target="../ink/ink2777.xml"/><Relationship Id="rId124" Type="http://schemas.openxmlformats.org/officeDocument/2006/relationships/image" Target="../media/image12190.png"/><Relationship Id="rId70" Type="http://schemas.openxmlformats.org/officeDocument/2006/relationships/image" Target="../media/image11920.png"/><Relationship Id="rId91" Type="http://schemas.openxmlformats.org/officeDocument/2006/relationships/customXml" Target="../ink/ink2771.xml"/><Relationship Id="rId145" Type="http://schemas.openxmlformats.org/officeDocument/2006/relationships/customXml" Target="../ink/ink2798.xml"/><Relationship Id="rId166" Type="http://schemas.openxmlformats.org/officeDocument/2006/relationships/image" Target="../media/image12400.png"/><Relationship Id="rId187" Type="http://schemas.openxmlformats.org/officeDocument/2006/relationships/customXml" Target="../ink/ink2819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1712.png"/><Relationship Id="rId49" Type="http://schemas.openxmlformats.org/officeDocument/2006/relationships/customXml" Target="../ink/ink2750.xml"/><Relationship Id="rId114" Type="http://schemas.openxmlformats.org/officeDocument/2006/relationships/image" Target="../media/image12140.png"/><Relationship Id="rId60" Type="http://schemas.openxmlformats.org/officeDocument/2006/relationships/image" Target="../media/image11870.png"/><Relationship Id="rId81" Type="http://schemas.openxmlformats.org/officeDocument/2006/relationships/customXml" Target="../ink/ink2766.xml"/><Relationship Id="rId135" Type="http://schemas.openxmlformats.org/officeDocument/2006/relationships/customXml" Target="../ink/ink2793.xml"/><Relationship Id="rId156" Type="http://schemas.openxmlformats.org/officeDocument/2006/relationships/image" Target="../media/image12350.png"/><Relationship Id="rId177" Type="http://schemas.openxmlformats.org/officeDocument/2006/relationships/customXml" Target="../ink/ink2814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101.png"/><Relationship Id="rId299" Type="http://schemas.openxmlformats.org/officeDocument/2006/relationships/image" Target="../media/image1401.png"/><Relationship Id="rId21" Type="http://schemas.openxmlformats.org/officeDocument/2006/relationships/image" Target="../media/image12620.png"/><Relationship Id="rId63" Type="http://schemas.openxmlformats.org/officeDocument/2006/relationships/image" Target="../media/image12830.png"/><Relationship Id="rId159" Type="http://schemas.openxmlformats.org/officeDocument/2006/relationships/image" Target="../media/image13312.png"/><Relationship Id="rId324" Type="http://schemas.openxmlformats.org/officeDocument/2006/relationships/customXml" Target="../ink/ink2982.xml"/><Relationship Id="rId366" Type="http://schemas.openxmlformats.org/officeDocument/2006/relationships/customXml" Target="../ink/ink3003.xml"/><Relationship Id="rId170" Type="http://schemas.openxmlformats.org/officeDocument/2006/relationships/customXml" Target="../ink/ink2905.xml"/><Relationship Id="rId226" Type="http://schemas.openxmlformats.org/officeDocument/2006/relationships/customXml" Target="../ink/ink2933.xml"/><Relationship Id="rId268" Type="http://schemas.openxmlformats.org/officeDocument/2006/relationships/customXml" Target="../ink/ink2954.xml"/><Relationship Id="rId32" Type="http://schemas.openxmlformats.org/officeDocument/2006/relationships/customXml" Target="../ink/ink2836.xml"/><Relationship Id="rId74" Type="http://schemas.openxmlformats.org/officeDocument/2006/relationships/customXml" Target="../ink/ink2857.xml"/><Relationship Id="rId128" Type="http://schemas.openxmlformats.org/officeDocument/2006/relationships/customXml" Target="../ink/ink2884.xml"/><Relationship Id="rId335" Type="http://schemas.openxmlformats.org/officeDocument/2006/relationships/image" Target="../media/image1419.png"/><Relationship Id="rId377" Type="http://schemas.openxmlformats.org/officeDocument/2006/relationships/image" Target="../media/image1440.png"/><Relationship Id="rId5" Type="http://schemas.openxmlformats.org/officeDocument/2006/relationships/image" Target="../media/image12540.png"/><Relationship Id="rId181" Type="http://schemas.openxmlformats.org/officeDocument/2006/relationships/image" Target="../media/image13420.png"/><Relationship Id="rId237" Type="http://schemas.openxmlformats.org/officeDocument/2006/relationships/image" Target="../media/image1370.png"/><Relationship Id="rId402" Type="http://schemas.openxmlformats.org/officeDocument/2006/relationships/customXml" Target="../ink/ink3021.xml"/><Relationship Id="rId279" Type="http://schemas.openxmlformats.org/officeDocument/2006/relationships/image" Target="../media/image1391.png"/><Relationship Id="rId43" Type="http://schemas.openxmlformats.org/officeDocument/2006/relationships/image" Target="../media/image12730.png"/><Relationship Id="rId139" Type="http://schemas.openxmlformats.org/officeDocument/2006/relationships/image" Target="../media/image13212.png"/><Relationship Id="rId290" Type="http://schemas.openxmlformats.org/officeDocument/2006/relationships/customXml" Target="../ink/ink2965.xml"/><Relationship Id="rId304" Type="http://schemas.openxmlformats.org/officeDocument/2006/relationships/customXml" Target="../ink/ink2972.xml"/><Relationship Id="rId346" Type="http://schemas.openxmlformats.org/officeDocument/2006/relationships/customXml" Target="../ink/ink2993.xml"/><Relationship Id="rId388" Type="http://schemas.openxmlformats.org/officeDocument/2006/relationships/customXml" Target="../ink/ink3014.xml"/><Relationship Id="rId85" Type="http://schemas.openxmlformats.org/officeDocument/2006/relationships/image" Target="../media/image12940.png"/><Relationship Id="rId150" Type="http://schemas.openxmlformats.org/officeDocument/2006/relationships/customXml" Target="../ink/ink2895.xml"/><Relationship Id="rId192" Type="http://schemas.openxmlformats.org/officeDocument/2006/relationships/customXml" Target="../ink/ink2916.xml"/><Relationship Id="rId206" Type="http://schemas.openxmlformats.org/officeDocument/2006/relationships/customXml" Target="../ink/ink2923.xml"/><Relationship Id="rId248" Type="http://schemas.openxmlformats.org/officeDocument/2006/relationships/customXml" Target="../ink/ink2944.xml"/><Relationship Id="rId12" Type="http://schemas.openxmlformats.org/officeDocument/2006/relationships/customXml" Target="../ink/ink2826.xml"/><Relationship Id="rId108" Type="http://schemas.openxmlformats.org/officeDocument/2006/relationships/customXml" Target="../ink/ink2874.xml"/><Relationship Id="rId315" Type="http://schemas.openxmlformats.org/officeDocument/2006/relationships/image" Target="../media/image1409.png"/><Relationship Id="rId357" Type="http://schemas.openxmlformats.org/officeDocument/2006/relationships/image" Target="../media/image1430.png"/><Relationship Id="rId54" Type="http://schemas.openxmlformats.org/officeDocument/2006/relationships/customXml" Target="../ink/ink2847.xml"/><Relationship Id="rId96" Type="http://schemas.openxmlformats.org/officeDocument/2006/relationships/customXml" Target="../ink/ink2868.xml"/><Relationship Id="rId161" Type="http://schemas.openxmlformats.org/officeDocument/2006/relationships/image" Target="../media/image13320.png"/><Relationship Id="rId217" Type="http://schemas.openxmlformats.org/officeDocument/2006/relationships/image" Target="../media/image1360.png"/><Relationship Id="rId399" Type="http://schemas.openxmlformats.org/officeDocument/2006/relationships/image" Target="../media/image1451.png"/><Relationship Id="rId259" Type="http://schemas.openxmlformats.org/officeDocument/2006/relationships/image" Target="../media/image1381.png"/><Relationship Id="rId23" Type="http://schemas.openxmlformats.org/officeDocument/2006/relationships/image" Target="../media/image12630.png"/><Relationship Id="rId119" Type="http://schemas.openxmlformats.org/officeDocument/2006/relationships/image" Target="../media/image13112.png"/><Relationship Id="rId270" Type="http://schemas.openxmlformats.org/officeDocument/2006/relationships/customXml" Target="../ink/ink2955.xml"/><Relationship Id="rId326" Type="http://schemas.openxmlformats.org/officeDocument/2006/relationships/customXml" Target="../ink/ink2983.xml"/><Relationship Id="rId65" Type="http://schemas.openxmlformats.org/officeDocument/2006/relationships/image" Target="../media/image12840.png"/><Relationship Id="rId130" Type="http://schemas.openxmlformats.org/officeDocument/2006/relationships/customXml" Target="../ink/ink2885.xml"/><Relationship Id="rId368" Type="http://schemas.openxmlformats.org/officeDocument/2006/relationships/customXml" Target="../ink/ink3004.xml"/><Relationship Id="rId172" Type="http://schemas.openxmlformats.org/officeDocument/2006/relationships/customXml" Target="../ink/ink2906.xml"/><Relationship Id="rId228" Type="http://schemas.openxmlformats.org/officeDocument/2006/relationships/customXml" Target="../ink/ink2934.xml"/><Relationship Id="rId281" Type="http://schemas.openxmlformats.org/officeDocument/2006/relationships/image" Target="../media/image1392.png"/><Relationship Id="rId337" Type="http://schemas.openxmlformats.org/officeDocument/2006/relationships/image" Target="../media/image1420.png"/><Relationship Id="rId34" Type="http://schemas.openxmlformats.org/officeDocument/2006/relationships/customXml" Target="../ink/ink2837.xml"/><Relationship Id="rId76" Type="http://schemas.openxmlformats.org/officeDocument/2006/relationships/customXml" Target="../ink/ink2858.xml"/><Relationship Id="rId141" Type="http://schemas.openxmlformats.org/officeDocument/2006/relationships/image" Target="../media/image13220.png"/><Relationship Id="rId379" Type="http://schemas.openxmlformats.org/officeDocument/2006/relationships/image" Target="../media/image1441.png"/><Relationship Id="rId7" Type="http://schemas.openxmlformats.org/officeDocument/2006/relationships/image" Target="../media/image12550.png"/><Relationship Id="rId183" Type="http://schemas.openxmlformats.org/officeDocument/2006/relationships/image" Target="../media/image13430.png"/><Relationship Id="rId239" Type="http://schemas.openxmlformats.org/officeDocument/2006/relationships/image" Target="../media/image1371.png"/><Relationship Id="rId390" Type="http://schemas.openxmlformats.org/officeDocument/2006/relationships/customXml" Target="../ink/ink3015.xml"/><Relationship Id="rId250" Type="http://schemas.openxmlformats.org/officeDocument/2006/relationships/customXml" Target="../ink/ink2945.xml"/><Relationship Id="rId292" Type="http://schemas.openxmlformats.org/officeDocument/2006/relationships/customXml" Target="../ink/ink2966.xml"/><Relationship Id="rId306" Type="http://schemas.openxmlformats.org/officeDocument/2006/relationships/customXml" Target="../ink/ink2973.xml"/><Relationship Id="rId45" Type="http://schemas.openxmlformats.org/officeDocument/2006/relationships/image" Target="../media/image12740.png"/><Relationship Id="rId87" Type="http://schemas.openxmlformats.org/officeDocument/2006/relationships/image" Target="../media/image12950.png"/><Relationship Id="rId110" Type="http://schemas.openxmlformats.org/officeDocument/2006/relationships/customXml" Target="../ink/ink2875.xml"/><Relationship Id="rId348" Type="http://schemas.openxmlformats.org/officeDocument/2006/relationships/customXml" Target="../ink/ink2994.xml"/><Relationship Id="rId152" Type="http://schemas.openxmlformats.org/officeDocument/2006/relationships/customXml" Target="../ink/ink2896.xml"/><Relationship Id="rId194" Type="http://schemas.openxmlformats.org/officeDocument/2006/relationships/customXml" Target="../ink/ink2917.xml"/><Relationship Id="rId208" Type="http://schemas.openxmlformats.org/officeDocument/2006/relationships/customXml" Target="../ink/ink2924.xml"/><Relationship Id="rId261" Type="http://schemas.openxmlformats.org/officeDocument/2006/relationships/image" Target="../media/image1382.png"/><Relationship Id="rId14" Type="http://schemas.openxmlformats.org/officeDocument/2006/relationships/customXml" Target="../ink/ink2827.xml"/><Relationship Id="rId56" Type="http://schemas.openxmlformats.org/officeDocument/2006/relationships/customXml" Target="../ink/ink2848.xml"/><Relationship Id="rId317" Type="http://schemas.openxmlformats.org/officeDocument/2006/relationships/image" Target="../media/image1410.png"/><Relationship Id="rId359" Type="http://schemas.openxmlformats.org/officeDocument/2006/relationships/image" Target="../media/image1431.png"/><Relationship Id="rId98" Type="http://schemas.openxmlformats.org/officeDocument/2006/relationships/customXml" Target="../ink/ink2869.xml"/><Relationship Id="rId121" Type="http://schemas.openxmlformats.org/officeDocument/2006/relationships/image" Target="../media/image13120.png"/><Relationship Id="rId163" Type="http://schemas.openxmlformats.org/officeDocument/2006/relationships/image" Target="../media/image13330.png"/><Relationship Id="rId219" Type="http://schemas.openxmlformats.org/officeDocument/2006/relationships/image" Target="../media/image1361.png"/><Relationship Id="rId370" Type="http://schemas.openxmlformats.org/officeDocument/2006/relationships/customXml" Target="../ink/ink3005.xml"/><Relationship Id="rId230" Type="http://schemas.openxmlformats.org/officeDocument/2006/relationships/customXml" Target="../ink/ink2935.xml"/><Relationship Id="rId25" Type="http://schemas.openxmlformats.org/officeDocument/2006/relationships/image" Target="../media/image12640.png"/><Relationship Id="rId67" Type="http://schemas.openxmlformats.org/officeDocument/2006/relationships/image" Target="../media/image12850.png"/><Relationship Id="rId272" Type="http://schemas.openxmlformats.org/officeDocument/2006/relationships/customXml" Target="../ink/ink2956.xml"/><Relationship Id="rId328" Type="http://schemas.openxmlformats.org/officeDocument/2006/relationships/customXml" Target="../ink/ink2984.xml"/><Relationship Id="rId132" Type="http://schemas.openxmlformats.org/officeDocument/2006/relationships/customXml" Target="../ink/ink2886.xml"/><Relationship Id="rId174" Type="http://schemas.openxmlformats.org/officeDocument/2006/relationships/customXml" Target="../ink/ink2907.xml"/><Relationship Id="rId381" Type="http://schemas.openxmlformats.org/officeDocument/2006/relationships/image" Target="../media/image1442.png"/><Relationship Id="rId241" Type="http://schemas.openxmlformats.org/officeDocument/2006/relationships/image" Target="../media/image1372.png"/><Relationship Id="rId36" Type="http://schemas.openxmlformats.org/officeDocument/2006/relationships/customXml" Target="../ink/ink2838.xml"/><Relationship Id="rId283" Type="http://schemas.openxmlformats.org/officeDocument/2006/relationships/image" Target="../media/image1393.png"/><Relationship Id="rId339" Type="http://schemas.openxmlformats.org/officeDocument/2006/relationships/image" Target="../media/image1421.png"/><Relationship Id="rId78" Type="http://schemas.openxmlformats.org/officeDocument/2006/relationships/customXml" Target="../ink/ink2859.xml"/><Relationship Id="rId101" Type="http://schemas.openxmlformats.org/officeDocument/2006/relationships/image" Target="../media/image13020.png"/><Relationship Id="rId143" Type="http://schemas.openxmlformats.org/officeDocument/2006/relationships/image" Target="../media/image13230.png"/><Relationship Id="rId185" Type="http://schemas.openxmlformats.org/officeDocument/2006/relationships/image" Target="../media/image13440.png"/><Relationship Id="rId350" Type="http://schemas.openxmlformats.org/officeDocument/2006/relationships/customXml" Target="../ink/ink2995.xml"/><Relationship Id="rId9" Type="http://schemas.openxmlformats.org/officeDocument/2006/relationships/image" Target="../media/image12560.png"/><Relationship Id="rId210" Type="http://schemas.openxmlformats.org/officeDocument/2006/relationships/customXml" Target="../ink/ink2925.xml"/><Relationship Id="rId392" Type="http://schemas.openxmlformats.org/officeDocument/2006/relationships/customXml" Target="../ink/ink3016.xml"/><Relationship Id="rId252" Type="http://schemas.openxmlformats.org/officeDocument/2006/relationships/customXml" Target="../ink/ink2946.xml"/><Relationship Id="rId294" Type="http://schemas.openxmlformats.org/officeDocument/2006/relationships/customXml" Target="../ink/ink2967.xml"/><Relationship Id="rId308" Type="http://schemas.openxmlformats.org/officeDocument/2006/relationships/customXml" Target="../ink/ink2974.xml"/><Relationship Id="rId47" Type="http://schemas.openxmlformats.org/officeDocument/2006/relationships/image" Target="../media/image12750.png"/><Relationship Id="rId89" Type="http://schemas.openxmlformats.org/officeDocument/2006/relationships/image" Target="../media/image12960.png"/><Relationship Id="rId112" Type="http://schemas.openxmlformats.org/officeDocument/2006/relationships/customXml" Target="../ink/ink2876.xml"/><Relationship Id="rId154" Type="http://schemas.openxmlformats.org/officeDocument/2006/relationships/customXml" Target="../ink/ink2897.xml"/><Relationship Id="rId361" Type="http://schemas.openxmlformats.org/officeDocument/2006/relationships/image" Target="../media/image1432.png"/><Relationship Id="rId196" Type="http://schemas.openxmlformats.org/officeDocument/2006/relationships/customXml" Target="../ink/ink2918.xml"/><Relationship Id="rId16" Type="http://schemas.openxmlformats.org/officeDocument/2006/relationships/customXml" Target="../ink/ink2828.xml"/><Relationship Id="rId221" Type="http://schemas.openxmlformats.org/officeDocument/2006/relationships/image" Target="../media/image1362.png"/><Relationship Id="rId263" Type="http://schemas.openxmlformats.org/officeDocument/2006/relationships/image" Target="../media/image1383.png"/><Relationship Id="rId319" Type="http://schemas.openxmlformats.org/officeDocument/2006/relationships/image" Target="../media/image1411.png"/><Relationship Id="rId58" Type="http://schemas.openxmlformats.org/officeDocument/2006/relationships/customXml" Target="../ink/ink2849.xml"/><Relationship Id="rId123" Type="http://schemas.openxmlformats.org/officeDocument/2006/relationships/image" Target="../media/image13130.png"/><Relationship Id="rId330" Type="http://schemas.openxmlformats.org/officeDocument/2006/relationships/customXml" Target="../ink/ink2985.xml"/><Relationship Id="rId90" Type="http://schemas.openxmlformats.org/officeDocument/2006/relationships/customXml" Target="../ink/ink2865.xml"/><Relationship Id="rId165" Type="http://schemas.openxmlformats.org/officeDocument/2006/relationships/image" Target="../media/image13340.png"/><Relationship Id="rId186" Type="http://schemas.openxmlformats.org/officeDocument/2006/relationships/customXml" Target="../ink/ink2913.xml"/><Relationship Id="rId351" Type="http://schemas.openxmlformats.org/officeDocument/2006/relationships/image" Target="../media/image1427.png"/><Relationship Id="rId372" Type="http://schemas.openxmlformats.org/officeDocument/2006/relationships/customXml" Target="../ink/ink3006.xml"/><Relationship Id="rId393" Type="http://schemas.openxmlformats.org/officeDocument/2006/relationships/image" Target="../media/image1448.png"/><Relationship Id="rId211" Type="http://schemas.openxmlformats.org/officeDocument/2006/relationships/image" Target="../media/image13570.png"/><Relationship Id="rId232" Type="http://schemas.openxmlformats.org/officeDocument/2006/relationships/customXml" Target="../ink/ink2936.xml"/><Relationship Id="rId253" Type="http://schemas.openxmlformats.org/officeDocument/2006/relationships/image" Target="../media/image1378.png"/><Relationship Id="rId274" Type="http://schemas.openxmlformats.org/officeDocument/2006/relationships/customXml" Target="../ink/ink2957.xml"/><Relationship Id="rId295" Type="http://schemas.openxmlformats.org/officeDocument/2006/relationships/image" Target="../media/image1399.png"/><Relationship Id="rId309" Type="http://schemas.openxmlformats.org/officeDocument/2006/relationships/image" Target="../media/image1406.png"/><Relationship Id="rId27" Type="http://schemas.openxmlformats.org/officeDocument/2006/relationships/image" Target="../media/image12650.png"/><Relationship Id="rId48" Type="http://schemas.openxmlformats.org/officeDocument/2006/relationships/customXml" Target="../ink/ink2844.xml"/><Relationship Id="rId69" Type="http://schemas.openxmlformats.org/officeDocument/2006/relationships/image" Target="../media/image12860.png"/><Relationship Id="rId113" Type="http://schemas.openxmlformats.org/officeDocument/2006/relationships/image" Target="../media/image13080.png"/><Relationship Id="rId134" Type="http://schemas.openxmlformats.org/officeDocument/2006/relationships/customXml" Target="../ink/ink2887.xml"/><Relationship Id="rId320" Type="http://schemas.openxmlformats.org/officeDocument/2006/relationships/customXml" Target="../ink/ink2980.xml"/><Relationship Id="rId80" Type="http://schemas.openxmlformats.org/officeDocument/2006/relationships/customXml" Target="../ink/ink2860.xml"/><Relationship Id="rId155" Type="http://schemas.openxmlformats.org/officeDocument/2006/relationships/image" Target="../media/image13290.png"/><Relationship Id="rId176" Type="http://schemas.openxmlformats.org/officeDocument/2006/relationships/customXml" Target="../ink/ink2908.xml"/><Relationship Id="rId197" Type="http://schemas.openxmlformats.org/officeDocument/2006/relationships/image" Target="../media/image13500.png"/><Relationship Id="rId341" Type="http://schemas.openxmlformats.org/officeDocument/2006/relationships/image" Target="../media/image1422.png"/><Relationship Id="rId362" Type="http://schemas.openxmlformats.org/officeDocument/2006/relationships/customXml" Target="../ink/ink3001.xml"/><Relationship Id="rId383" Type="http://schemas.openxmlformats.org/officeDocument/2006/relationships/image" Target="../media/image1443.png"/><Relationship Id="rId201" Type="http://schemas.openxmlformats.org/officeDocument/2006/relationships/image" Target="../media/image13520.png"/><Relationship Id="rId222" Type="http://schemas.openxmlformats.org/officeDocument/2006/relationships/customXml" Target="../ink/ink2931.xml"/><Relationship Id="rId243" Type="http://schemas.openxmlformats.org/officeDocument/2006/relationships/image" Target="../media/image1373.png"/><Relationship Id="rId264" Type="http://schemas.openxmlformats.org/officeDocument/2006/relationships/customXml" Target="../ink/ink2952.xml"/><Relationship Id="rId285" Type="http://schemas.openxmlformats.org/officeDocument/2006/relationships/image" Target="../media/image1394.png"/><Relationship Id="rId17" Type="http://schemas.openxmlformats.org/officeDocument/2006/relationships/image" Target="../media/image12600.png"/><Relationship Id="rId38" Type="http://schemas.openxmlformats.org/officeDocument/2006/relationships/customXml" Target="../ink/ink2839.xml"/><Relationship Id="rId59" Type="http://schemas.openxmlformats.org/officeDocument/2006/relationships/image" Target="../media/image12812.png"/><Relationship Id="rId103" Type="http://schemas.openxmlformats.org/officeDocument/2006/relationships/image" Target="../media/image13030.png"/><Relationship Id="rId124" Type="http://schemas.openxmlformats.org/officeDocument/2006/relationships/customXml" Target="../ink/ink2882.xml"/><Relationship Id="rId310" Type="http://schemas.openxmlformats.org/officeDocument/2006/relationships/customXml" Target="../ink/ink2975.xml"/><Relationship Id="rId70" Type="http://schemas.openxmlformats.org/officeDocument/2006/relationships/customXml" Target="../ink/ink2855.xml"/><Relationship Id="rId91" Type="http://schemas.openxmlformats.org/officeDocument/2006/relationships/image" Target="../media/image12970.png"/><Relationship Id="rId145" Type="http://schemas.openxmlformats.org/officeDocument/2006/relationships/image" Target="../media/image13240.png"/><Relationship Id="rId166" Type="http://schemas.openxmlformats.org/officeDocument/2006/relationships/customXml" Target="../ink/ink2903.xml"/><Relationship Id="rId187" Type="http://schemas.openxmlformats.org/officeDocument/2006/relationships/image" Target="../media/image13450.png"/><Relationship Id="rId331" Type="http://schemas.openxmlformats.org/officeDocument/2006/relationships/image" Target="../media/image1417.png"/><Relationship Id="rId352" Type="http://schemas.openxmlformats.org/officeDocument/2006/relationships/customXml" Target="../ink/ink2996.xml"/><Relationship Id="rId373" Type="http://schemas.openxmlformats.org/officeDocument/2006/relationships/image" Target="../media/image1438.png"/><Relationship Id="rId394" Type="http://schemas.openxmlformats.org/officeDocument/2006/relationships/customXml" Target="../ink/ink3017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926.xml"/><Relationship Id="rId233" Type="http://schemas.openxmlformats.org/officeDocument/2006/relationships/image" Target="../media/image1368.png"/><Relationship Id="rId254" Type="http://schemas.openxmlformats.org/officeDocument/2006/relationships/customXml" Target="../ink/ink2947.xml"/><Relationship Id="rId28" Type="http://schemas.openxmlformats.org/officeDocument/2006/relationships/customXml" Target="../ink/ink2834.xml"/><Relationship Id="rId49" Type="http://schemas.openxmlformats.org/officeDocument/2006/relationships/image" Target="../media/image12760.png"/><Relationship Id="rId114" Type="http://schemas.openxmlformats.org/officeDocument/2006/relationships/customXml" Target="../ink/ink2877.xml"/><Relationship Id="rId275" Type="http://schemas.openxmlformats.org/officeDocument/2006/relationships/image" Target="../media/image1389.png"/><Relationship Id="rId296" Type="http://schemas.openxmlformats.org/officeDocument/2006/relationships/customXml" Target="../ink/ink2968.xml"/><Relationship Id="rId300" Type="http://schemas.openxmlformats.org/officeDocument/2006/relationships/customXml" Target="../ink/ink2970.xml"/><Relationship Id="rId60" Type="http://schemas.openxmlformats.org/officeDocument/2006/relationships/customXml" Target="../ink/ink2850.xml"/><Relationship Id="rId81" Type="http://schemas.openxmlformats.org/officeDocument/2006/relationships/image" Target="../media/image12920.png"/><Relationship Id="rId135" Type="http://schemas.openxmlformats.org/officeDocument/2006/relationships/image" Target="../media/image13190.png"/><Relationship Id="rId156" Type="http://schemas.openxmlformats.org/officeDocument/2006/relationships/customXml" Target="../ink/ink2898.xml"/><Relationship Id="rId177" Type="http://schemas.openxmlformats.org/officeDocument/2006/relationships/image" Target="../media/image13400.png"/><Relationship Id="rId198" Type="http://schemas.openxmlformats.org/officeDocument/2006/relationships/customXml" Target="../ink/ink2919.xml"/><Relationship Id="rId321" Type="http://schemas.openxmlformats.org/officeDocument/2006/relationships/image" Target="../media/image1412.png"/><Relationship Id="rId342" Type="http://schemas.openxmlformats.org/officeDocument/2006/relationships/customXml" Target="../ink/ink2991.xml"/><Relationship Id="rId363" Type="http://schemas.openxmlformats.org/officeDocument/2006/relationships/image" Target="../media/image1433.png"/><Relationship Id="rId384" Type="http://schemas.openxmlformats.org/officeDocument/2006/relationships/customXml" Target="../ink/ink3012.xml"/><Relationship Id="rId202" Type="http://schemas.openxmlformats.org/officeDocument/2006/relationships/customXml" Target="../ink/ink2921.xml"/><Relationship Id="rId223" Type="http://schemas.openxmlformats.org/officeDocument/2006/relationships/image" Target="../media/image1363.png"/><Relationship Id="rId244" Type="http://schemas.openxmlformats.org/officeDocument/2006/relationships/customXml" Target="../ink/ink2942.xml"/><Relationship Id="rId18" Type="http://schemas.openxmlformats.org/officeDocument/2006/relationships/customXml" Target="../ink/ink2829.xml"/><Relationship Id="rId39" Type="http://schemas.openxmlformats.org/officeDocument/2006/relationships/image" Target="../media/image12712.png"/><Relationship Id="rId265" Type="http://schemas.openxmlformats.org/officeDocument/2006/relationships/image" Target="../media/image1384.png"/><Relationship Id="rId286" Type="http://schemas.openxmlformats.org/officeDocument/2006/relationships/customXml" Target="../ink/ink2963.xml"/><Relationship Id="rId50" Type="http://schemas.openxmlformats.org/officeDocument/2006/relationships/customXml" Target="../ink/ink2845.xml"/><Relationship Id="rId104" Type="http://schemas.openxmlformats.org/officeDocument/2006/relationships/customXml" Target="../ink/ink2872.xml"/><Relationship Id="rId125" Type="http://schemas.openxmlformats.org/officeDocument/2006/relationships/image" Target="../media/image13140.png"/><Relationship Id="rId146" Type="http://schemas.openxmlformats.org/officeDocument/2006/relationships/customXml" Target="../ink/ink2893.xml"/><Relationship Id="rId167" Type="http://schemas.openxmlformats.org/officeDocument/2006/relationships/image" Target="../media/image13350.png"/><Relationship Id="rId188" Type="http://schemas.openxmlformats.org/officeDocument/2006/relationships/customXml" Target="../ink/ink2914.xml"/><Relationship Id="rId311" Type="http://schemas.openxmlformats.org/officeDocument/2006/relationships/image" Target="../media/image1407.png"/><Relationship Id="rId332" Type="http://schemas.openxmlformats.org/officeDocument/2006/relationships/customXml" Target="../ink/ink2986.xml"/><Relationship Id="rId353" Type="http://schemas.openxmlformats.org/officeDocument/2006/relationships/image" Target="../media/image1428.png"/><Relationship Id="rId374" Type="http://schemas.openxmlformats.org/officeDocument/2006/relationships/customXml" Target="../ink/ink3007.xml"/><Relationship Id="rId395" Type="http://schemas.openxmlformats.org/officeDocument/2006/relationships/image" Target="../media/image1449.png"/><Relationship Id="rId71" Type="http://schemas.openxmlformats.org/officeDocument/2006/relationships/image" Target="../media/image12870.png"/><Relationship Id="rId92" Type="http://schemas.openxmlformats.org/officeDocument/2006/relationships/customXml" Target="../ink/ink2866.xml"/><Relationship Id="rId213" Type="http://schemas.openxmlformats.org/officeDocument/2006/relationships/image" Target="../media/image13580.png"/><Relationship Id="rId234" Type="http://schemas.openxmlformats.org/officeDocument/2006/relationships/customXml" Target="../ink/ink2937.xml"/><Relationship Id="rId2" Type="http://schemas.openxmlformats.org/officeDocument/2006/relationships/customXml" Target="../ink/ink2821.xml"/><Relationship Id="rId29" Type="http://schemas.openxmlformats.org/officeDocument/2006/relationships/image" Target="../media/image12660.png"/><Relationship Id="rId255" Type="http://schemas.openxmlformats.org/officeDocument/2006/relationships/image" Target="../media/image1379.png"/><Relationship Id="rId276" Type="http://schemas.openxmlformats.org/officeDocument/2006/relationships/customXml" Target="../ink/ink2958.xml"/><Relationship Id="rId297" Type="http://schemas.openxmlformats.org/officeDocument/2006/relationships/image" Target="../media/image1400.png"/><Relationship Id="rId40" Type="http://schemas.openxmlformats.org/officeDocument/2006/relationships/customXml" Target="../ink/ink2840.xml"/><Relationship Id="rId115" Type="http://schemas.openxmlformats.org/officeDocument/2006/relationships/image" Target="../media/image13090.png"/><Relationship Id="rId136" Type="http://schemas.openxmlformats.org/officeDocument/2006/relationships/customXml" Target="../ink/ink2888.xml"/><Relationship Id="rId157" Type="http://schemas.openxmlformats.org/officeDocument/2006/relationships/image" Target="../media/image13300.png"/><Relationship Id="rId178" Type="http://schemas.openxmlformats.org/officeDocument/2006/relationships/customXml" Target="../ink/ink2909.xml"/><Relationship Id="rId301" Type="http://schemas.openxmlformats.org/officeDocument/2006/relationships/image" Target="../media/image1402.png"/><Relationship Id="rId322" Type="http://schemas.openxmlformats.org/officeDocument/2006/relationships/customXml" Target="../ink/ink2981.xml"/><Relationship Id="rId343" Type="http://schemas.openxmlformats.org/officeDocument/2006/relationships/image" Target="../media/image1423.png"/><Relationship Id="rId364" Type="http://schemas.openxmlformats.org/officeDocument/2006/relationships/customXml" Target="../ink/ink3002.xml"/><Relationship Id="rId61" Type="http://schemas.openxmlformats.org/officeDocument/2006/relationships/image" Target="../media/image12820.png"/><Relationship Id="rId82" Type="http://schemas.openxmlformats.org/officeDocument/2006/relationships/customXml" Target="../ink/ink2861.xml"/><Relationship Id="rId199" Type="http://schemas.openxmlformats.org/officeDocument/2006/relationships/image" Target="../media/image13512.png"/><Relationship Id="rId203" Type="http://schemas.openxmlformats.org/officeDocument/2006/relationships/image" Target="../media/image13530.png"/><Relationship Id="rId385" Type="http://schemas.openxmlformats.org/officeDocument/2006/relationships/image" Target="../media/image1444.png"/><Relationship Id="rId19" Type="http://schemas.openxmlformats.org/officeDocument/2006/relationships/image" Target="../media/image12612.png"/><Relationship Id="rId224" Type="http://schemas.openxmlformats.org/officeDocument/2006/relationships/customXml" Target="../ink/ink2932.xml"/><Relationship Id="rId245" Type="http://schemas.openxmlformats.org/officeDocument/2006/relationships/image" Target="../media/image1374.png"/><Relationship Id="rId266" Type="http://schemas.openxmlformats.org/officeDocument/2006/relationships/customXml" Target="../ink/ink2953.xml"/><Relationship Id="rId287" Type="http://schemas.openxmlformats.org/officeDocument/2006/relationships/image" Target="../media/image1395.png"/><Relationship Id="rId30" Type="http://schemas.openxmlformats.org/officeDocument/2006/relationships/customXml" Target="../ink/ink2835.xml"/><Relationship Id="rId105" Type="http://schemas.openxmlformats.org/officeDocument/2006/relationships/image" Target="../media/image13040.png"/><Relationship Id="rId126" Type="http://schemas.openxmlformats.org/officeDocument/2006/relationships/customXml" Target="../ink/ink2883.xml"/><Relationship Id="rId147" Type="http://schemas.openxmlformats.org/officeDocument/2006/relationships/image" Target="../media/image13250.png"/><Relationship Id="rId168" Type="http://schemas.openxmlformats.org/officeDocument/2006/relationships/customXml" Target="../ink/ink2904.xml"/><Relationship Id="rId312" Type="http://schemas.openxmlformats.org/officeDocument/2006/relationships/customXml" Target="../ink/ink2976.xml"/><Relationship Id="rId333" Type="http://schemas.openxmlformats.org/officeDocument/2006/relationships/image" Target="../media/image1418.png"/><Relationship Id="rId354" Type="http://schemas.openxmlformats.org/officeDocument/2006/relationships/customXml" Target="../ink/ink2997.xml"/><Relationship Id="rId51" Type="http://schemas.openxmlformats.org/officeDocument/2006/relationships/image" Target="../media/image12770.png"/><Relationship Id="rId72" Type="http://schemas.openxmlformats.org/officeDocument/2006/relationships/customXml" Target="../ink/ink2856.xml"/><Relationship Id="rId93" Type="http://schemas.openxmlformats.org/officeDocument/2006/relationships/image" Target="../media/image12980.png"/><Relationship Id="rId189" Type="http://schemas.openxmlformats.org/officeDocument/2006/relationships/image" Target="../media/image13460.png"/><Relationship Id="rId375" Type="http://schemas.openxmlformats.org/officeDocument/2006/relationships/image" Target="../media/image1439.png"/><Relationship Id="rId396" Type="http://schemas.openxmlformats.org/officeDocument/2006/relationships/customXml" Target="../ink/ink3018.xml"/><Relationship Id="rId3" Type="http://schemas.openxmlformats.org/officeDocument/2006/relationships/image" Target="../media/image12530.png"/><Relationship Id="rId214" Type="http://schemas.openxmlformats.org/officeDocument/2006/relationships/customXml" Target="../ink/ink2927.xml"/><Relationship Id="rId235" Type="http://schemas.openxmlformats.org/officeDocument/2006/relationships/image" Target="../media/image1369.png"/><Relationship Id="rId256" Type="http://schemas.openxmlformats.org/officeDocument/2006/relationships/customXml" Target="../ink/ink2948.xml"/><Relationship Id="rId277" Type="http://schemas.openxmlformats.org/officeDocument/2006/relationships/image" Target="../media/image1390.png"/><Relationship Id="rId298" Type="http://schemas.openxmlformats.org/officeDocument/2006/relationships/customXml" Target="../ink/ink2969.xml"/><Relationship Id="rId400" Type="http://schemas.openxmlformats.org/officeDocument/2006/relationships/customXml" Target="../ink/ink3020.xml"/><Relationship Id="rId116" Type="http://schemas.openxmlformats.org/officeDocument/2006/relationships/customXml" Target="../ink/ink2878.xml"/><Relationship Id="rId137" Type="http://schemas.openxmlformats.org/officeDocument/2006/relationships/image" Target="../media/image13200.png"/><Relationship Id="rId158" Type="http://schemas.openxmlformats.org/officeDocument/2006/relationships/customXml" Target="../ink/ink2899.xml"/><Relationship Id="rId302" Type="http://schemas.openxmlformats.org/officeDocument/2006/relationships/customXml" Target="../ink/ink2971.xml"/><Relationship Id="rId323" Type="http://schemas.openxmlformats.org/officeDocument/2006/relationships/image" Target="../media/image1413.png"/><Relationship Id="rId344" Type="http://schemas.openxmlformats.org/officeDocument/2006/relationships/customXml" Target="../ink/ink2992.xml"/><Relationship Id="rId20" Type="http://schemas.openxmlformats.org/officeDocument/2006/relationships/customXml" Target="../ink/ink2830.xml"/><Relationship Id="rId41" Type="http://schemas.openxmlformats.org/officeDocument/2006/relationships/image" Target="../media/image12720.png"/><Relationship Id="rId62" Type="http://schemas.openxmlformats.org/officeDocument/2006/relationships/customXml" Target="../ink/ink2851.xml"/><Relationship Id="rId83" Type="http://schemas.openxmlformats.org/officeDocument/2006/relationships/image" Target="../media/image12930.png"/><Relationship Id="rId179" Type="http://schemas.openxmlformats.org/officeDocument/2006/relationships/image" Target="../media/image13412.png"/><Relationship Id="rId365" Type="http://schemas.openxmlformats.org/officeDocument/2006/relationships/image" Target="../media/image1434.png"/><Relationship Id="rId386" Type="http://schemas.openxmlformats.org/officeDocument/2006/relationships/customXml" Target="../ink/ink3013.xml"/><Relationship Id="rId190" Type="http://schemas.openxmlformats.org/officeDocument/2006/relationships/customXml" Target="../ink/ink2915.xml"/><Relationship Id="rId204" Type="http://schemas.openxmlformats.org/officeDocument/2006/relationships/customXml" Target="../ink/ink2922.xml"/><Relationship Id="rId225" Type="http://schemas.openxmlformats.org/officeDocument/2006/relationships/image" Target="../media/image1364.png"/><Relationship Id="rId246" Type="http://schemas.openxmlformats.org/officeDocument/2006/relationships/customXml" Target="../ink/ink2943.xml"/><Relationship Id="rId267" Type="http://schemas.openxmlformats.org/officeDocument/2006/relationships/image" Target="../media/image1385.png"/><Relationship Id="rId288" Type="http://schemas.openxmlformats.org/officeDocument/2006/relationships/customXml" Target="../ink/ink2964.xml"/><Relationship Id="rId106" Type="http://schemas.openxmlformats.org/officeDocument/2006/relationships/customXml" Target="../ink/ink2873.xml"/><Relationship Id="rId127" Type="http://schemas.openxmlformats.org/officeDocument/2006/relationships/image" Target="../media/image13150.png"/><Relationship Id="rId313" Type="http://schemas.openxmlformats.org/officeDocument/2006/relationships/image" Target="../media/image1408.png"/><Relationship Id="rId10" Type="http://schemas.openxmlformats.org/officeDocument/2006/relationships/customXml" Target="../ink/ink2825.xml"/><Relationship Id="rId31" Type="http://schemas.openxmlformats.org/officeDocument/2006/relationships/image" Target="../media/image12670.png"/><Relationship Id="rId52" Type="http://schemas.openxmlformats.org/officeDocument/2006/relationships/customXml" Target="../ink/ink2846.xml"/><Relationship Id="rId73" Type="http://schemas.openxmlformats.org/officeDocument/2006/relationships/image" Target="../media/image12880.png"/><Relationship Id="rId94" Type="http://schemas.openxmlformats.org/officeDocument/2006/relationships/customXml" Target="../ink/ink2867.xml"/><Relationship Id="rId148" Type="http://schemas.openxmlformats.org/officeDocument/2006/relationships/customXml" Target="../ink/ink2894.xml"/><Relationship Id="rId169" Type="http://schemas.openxmlformats.org/officeDocument/2006/relationships/image" Target="../media/image13360.png"/><Relationship Id="rId334" Type="http://schemas.openxmlformats.org/officeDocument/2006/relationships/customXml" Target="../ink/ink2987.xml"/><Relationship Id="rId355" Type="http://schemas.openxmlformats.org/officeDocument/2006/relationships/image" Target="../media/image1429.png"/><Relationship Id="rId376" Type="http://schemas.openxmlformats.org/officeDocument/2006/relationships/customXml" Target="../ink/ink3008.xml"/><Relationship Id="rId397" Type="http://schemas.openxmlformats.org/officeDocument/2006/relationships/image" Target="../media/image1450.png"/><Relationship Id="rId4" Type="http://schemas.openxmlformats.org/officeDocument/2006/relationships/customXml" Target="../ink/ink2822.xml"/><Relationship Id="rId180" Type="http://schemas.openxmlformats.org/officeDocument/2006/relationships/customXml" Target="../ink/ink2910.xml"/><Relationship Id="rId215" Type="http://schemas.openxmlformats.org/officeDocument/2006/relationships/image" Target="../media/image1359.png"/><Relationship Id="rId236" Type="http://schemas.openxmlformats.org/officeDocument/2006/relationships/customXml" Target="../ink/ink2938.xml"/><Relationship Id="rId257" Type="http://schemas.openxmlformats.org/officeDocument/2006/relationships/image" Target="../media/image1380.png"/><Relationship Id="rId278" Type="http://schemas.openxmlformats.org/officeDocument/2006/relationships/customXml" Target="../ink/ink2959.xml"/><Relationship Id="rId401" Type="http://schemas.openxmlformats.org/officeDocument/2006/relationships/image" Target="../media/image1452.png"/><Relationship Id="rId303" Type="http://schemas.openxmlformats.org/officeDocument/2006/relationships/image" Target="../media/image1403.png"/><Relationship Id="rId42" Type="http://schemas.openxmlformats.org/officeDocument/2006/relationships/customXml" Target="../ink/ink2841.xml"/><Relationship Id="rId84" Type="http://schemas.openxmlformats.org/officeDocument/2006/relationships/customXml" Target="../ink/ink2862.xml"/><Relationship Id="rId138" Type="http://schemas.openxmlformats.org/officeDocument/2006/relationships/customXml" Target="../ink/ink2889.xml"/><Relationship Id="rId345" Type="http://schemas.openxmlformats.org/officeDocument/2006/relationships/image" Target="../media/image1424.png"/><Relationship Id="rId387" Type="http://schemas.openxmlformats.org/officeDocument/2006/relationships/image" Target="../media/image1445.png"/><Relationship Id="rId191" Type="http://schemas.openxmlformats.org/officeDocument/2006/relationships/image" Target="../media/image13470.png"/><Relationship Id="rId205" Type="http://schemas.openxmlformats.org/officeDocument/2006/relationships/image" Target="../media/image13540.png"/><Relationship Id="rId247" Type="http://schemas.openxmlformats.org/officeDocument/2006/relationships/image" Target="../media/image1375.png"/><Relationship Id="rId107" Type="http://schemas.openxmlformats.org/officeDocument/2006/relationships/image" Target="../media/image13050.png"/><Relationship Id="rId289" Type="http://schemas.openxmlformats.org/officeDocument/2006/relationships/image" Target="../media/image1396.png"/><Relationship Id="rId11" Type="http://schemas.openxmlformats.org/officeDocument/2006/relationships/image" Target="../media/image12570.png"/><Relationship Id="rId53" Type="http://schemas.openxmlformats.org/officeDocument/2006/relationships/image" Target="../media/image12780.png"/><Relationship Id="rId149" Type="http://schemas.openxmlformats.org/officeDocument/2006/relationships/image" Target="../media/image13260.png"/><Relationship Id="rId314" Type="http://schemas.openxmlformats.org/officeDocument/2006/relationships/customXml" Target="../ink/ink2977.xml"/><Relationship Id="rId356" Type="http://schemas.openxmlformats.org/officeDocument/2006/relationships/customXml" Target="../ink/ink2998.xml"/><Relationship Id="rId398" Type="http://schemas.openxmlformats.org/officeDocument/2006/relationships/customXml" Target="../ink/ink3019.xml"/><Relationship Id="rId95" Type="http://schemas.openxmlformats.org/officeDocument/2006/relationships/image" Target="../media/image12990.png"/><Relationship Id="rId160" Type="http://schemas.openxmlformats.org/officeDocument/2006/relationships/customXml" Target="../ink/ink2900.xml"/><Relationship Id="rId216" Type="http://schemas.openxmlformats.org/officeDocument/2006/relationships/customXml" Target="../ink/ink2928.xml"/><Relationship Id="rId258" Type="http://schemas.openxmlformats.org/officeDocument/2006/relationships/customXml" Target="../ink/ink2949.xml"/><Relationship Id="rId22" Type="http://schemas.openxmlformats.org/officeDocument/2006/relationships/customXml" Target="../ink/ink2831.xml"/><Relationship Id="rId64" Type="http://schemas.openxmlformats.org/officeDocument/2006/relationships/customXml" Target="../ink/ink2852.xml"/><Relationship Id="rId118" Type="http://schemas.openxmlformats.org/officeDocument/2006/relationships/customXml" Target="../ink/ink2879.xml"/><Relationship Id="rId325" Type="http://schemas.openxmlformats.org/officeDocument/2006/relationships/image" Target="../media/image1414.png"/><Relationship Id="rId367" Type="http://schemas.openxmlformats.org/officeDocument/2006/relationships/image" Target="../media/image1435.png"/><Relationship Id="rId171" Type="http://schemas.openxmlformats.org/officeDocument/2006/relationships/image" Target="../media/image13370.png"/><Relationship Id="rId227" Type="http://schemas.openxmlformats.org/officeDocument/2006/relationships/image" Target="../media/image1365.png"/><Relationship Id="rId269" Type="http://schemas.openxmlformats.org/officeDocument/2006/relationships/image" Target="../media/image1386.png"/><Relationship Id="rId33" Type="http://schemas.openxmlformats.org/officeDocument/2006/relationships/image" Target="../media/image12680.png"/><Relationship Id="rId129" Type="http://schemas.openxmlformats.org/officeDocument/2006/relationships/image" Target="../media/image13160.png"/><Relationship Id="rId280" Type="http://schemas.openxmlformats.org/officeDocument/2006/relationships/customXml" Target="../ink/ink2960.xml"/><Relationship Id="rId336" Type="http://schemas.openxmlformats.org/officeDocument/2006/relationships/customXml" Target="../ink/ink2988.xml"/><Relationship Id="rId75" Type="http://schemas.openxmlformats.org/officeDocument/2006/relationships/image" Target="../media/image12890.png"/><Relationship Id="rId140" Type="http://schemas.openxmlformats.org/officeDocument/2006/relationships/customXml" Target="../ink/ink2890.xml"/><Relationship Id="rId182" Type="http://schemas.openxmlformats.org/officeDocument/2006/relationships/customXml" Target="../ink/ink2911.xml"/><Relationship Id="rId378" Type="http://schemas.openxmlformats.org/officeDocument/2006/relationships/customXml" Target="../ink/ink3009.xml"/><Relationship Id="rId403" Type="http://schemas.openxmlformats.org/officeDocument/2006/relationships/image" Target="../media/image1453.png"/><Relationship Id="rId6" Type="http://schemas.openxmlformats.org/officeDocument/2006/relationships/customXml" Target="../ink/ink2823.xml"/><Relationship Id="rId238" Type="http://schemas.openxmlformats.org/officeDocument/2006/relationships/customXml" Target="../ink/ink2939.xml"/><Relationship Id="rId291" Type="http://schemas.openxmlformats.org/officeDocument/2006/relationships/image" Target="../media/image1397.png"/><Relationship Id="rId305" Type="http://schemas.openxmlformats.org/officeDocument/2006/relationships/image" Target="../media/image1404.png"/><Relationship Id="rId347" Type="http://schemas.openxmlformats.org/officeDocument/2006/relationships/image" Target="../media/image1425.png"/><Relationship Id="rId44" Type="http://schemas.openxmlformats.org/officeDocument/2006/relationships/customXml" Target="../ink/ink2842.xml"/><Relationship Id="rId86" Type="http://schemas.openxmlformats.org/officeDocument/2006/relationships/customXml" Target="../ink/ink2863.xml"/><Relationship Id="rId151" Type="http://schemas.openxmlformats.org/officeDocument/2006/relationships/image" Target="../media/image13270.png"/><Relationship Id="rId389" Type="http://schemas.openxmlformats.org/officeDocument/2006/relationships/image" Target="../media/image1446.png"/><Relationship Id="rId193" Type="http://schemas.openxmlformats.org/officeDocument/2006/relationships/image" Target="../media/image13480.png"/><Relationship Id="rId207" Type="http://schemas.openxmlformats.org/officeDocument/2006/relationships/image" Target="../media/image13550.png"/><Relationship Id="rId249" Type="http://schemas.openxmlformats.org/officeDocument/2006/relationships/image" Target="../media/image1376.png"/><Relationship Id="rId13" Type="http://schemas.openxmlformats.org/officeDocument/2006/relationships/image" Target="../media/image12580.png"/><Relationship Id="rId109" Type="http://schemas.openxmlformats.org/officeDocument/2006/relationships/image" Target="../media/image13060.png"/><Relationship Id="rId260" Type="http://schemas.openxmlformats.org/officeDocument/2006/relationships/customXml" Target="../ink/ink2950.xml"/><Relationship Id="rId316" Type="http://schemas.openxmlformats.org/officeDocument/2006/relationships/customXml" Target="../ink/ink2978.xml"/><Relationship Id="rId55" Type="http://schemas.openxmlformats.org/officeDocument/2006/relationships/image" Target="../media/image12790.png"/><Relationship Id="rId97" Type="http://schemas.openxmlformats.org/officeDocument/2006/relationships/image" Target="../media/image13000.png"/><Relationship Id="rId120" Type="http://schemas.openxmlformats.org/officeDocument/2006/relationships/customXml" Target="../ink/ink2880.xml"/><Relationship Id="rId358" Type="http://schemas.openxmlformats.org/officeDocument/2006/relationships/customXml" Target="../ink/ink2999.xml"/><Relationship Id="rId162" Type="http://schemas.openxmlformats.org/officeDocument/2006/relationships/customXml" Target="../ink/ink2901.xml"/><Relationship Id="rId218" Type="http://schemas.openxmlformats.org/officeDocument/2006/relationships/customXml" Target="../ink/ink2929.xml"/><Relationship Id="rId271" Type="http://schemas.openxmlformats.org/officeDocument/2006/relationships/image" Target="../media/image1387.png"/><Relationship Id="rId24" Type="http://schemas.openxmlformats.org/officeDocument/2006/relationships/customXml" Target="../ink/ink2832.xml"/><Relationship Id="rId66" Type="http://schemas.openxmlformats.org/officeDocument/2006/relationships/customXml" Target="../ink/ink2853.xml"/><Relationship Id="rId131" Type="http://schemas.openxmlformats.org/officeDocument/2006/relationships/image" Target="../media/image13170.png"/><Relationship Id="rId327" Type="http://schemas.openxmlformats.org/officeDocument/2006/relationships/image" Target="../media/image1415.png"/><Relationship Id="rId369" Type="http://schemas.openxmlformats.org/officeDocument/2006/relationships/image" Target="../media/image1436.png"/><Relationship Id="rId173" Type="http://schemas.openxmlformats.org/officeDocument/2006/relationships/image" Target="../media/image13380.png"/><Relationship Id="rId229" Type="http://schemas.openxmlformats.org/officeDocument/2006/relationships/image" Target="../media/image1366.png"/><Relationship Id="rId380" Type="http://schemas.openxmlformats.org/officeDocument/2006/relationships/customXml" Target="../ink/ink3010.xml"/><Relationship Id="rId240" Type="http://schemas.openxmlformats.org/officeDocument/2006/relationships/customXml" Target="../ink/ink2940.xml"/><Relationship Id="rId35" Type="http://schemas.openxmlformats.org/officeDocument/2006/relationships/image" Target="../media/image12690.png"/><Relationship Id="rId77" Type="http://schemas.openxmlformats.org/officeDocument/2006/relationships/image" Target="../media/image12900.png"/><Relationship Id="rId100" Type="http://schemas.openxmlformats.org/officeDocument/2006/relationships/customXml" Target="../ink/ink2870.xml"/><Relationship Id="rId282" Type="http://schemas.openxmlformats.org/officeDocument/2006/relationships/customXml" Target="../ink/ink2961.xml"/><Relationship Id="rId338" Type="http://schemas.openxmlformats.org/officeDocument/2006/relationships/customXml" Target="../ink/ink2989.xml"/><Relationship Id="rId8" Type="http://schemas.openxmlformats.org/officeDocument/2006/relationships/customXml" Target="../ink/ink2824.xml"/><Relationship Id="rId142" Type="http://schemas.openxmlformats.org/officeDocument/2006/relationships/customXml" Target="../ink/ink2891.xml"/><Relationship Id="rId184" Type="http://schemas.openxmlformats.org/officeDocument/2006/relationships/customXml" Target="../ink/ink2912.xml"/><Relationship Id="rId391" Type="http://schemas.openxmlformats.org/officeDocument/2006/relationships/image" Target="../media/image1447.png"/><Relationship Id="rId251" Type="http://schemas.openxmlformats.org/officeDocument/2006/relationships/image" Target="../media/image1377.png"/><Relationship Id="rId46" Type="http://schemas.openxmlformats.org/officeDocument/2006/relationships/customXml" Target="../ink/ink2843.xml"/><Relationship Id="rId293" Type="http://schemas.openxmlformats.org/officeDocument/2006/relationships/image" Target="../media/image1398.png"/><Relationship Id="rId307" Type="http://schemas.openxmlformats.org/officeDocument/2006/relationships/image" Target="../media/image1405.png"/><Relationship Id="rId349" Type="http://schemas.openxmlformats.org/officeDocument/2006/relationships/image" Target="../media/image1426.png"/><Relationship Id="rId88" Type="http://schemas.openxmlformats.org/officeDocument/2006/relationships/customXml" Target="../ink/ink2864.xml"/><Relationship Id="rId111" Type="http://schemas.openxmlformats.org/officeDocument/2006/relationships/image" Target="../media/image13070.png"/><Relationship Id="rId153" Type="http://schemas.openxmlformats.org/officeDocument/2006/relationships/image" Target="../media/image13280.png"/><Relationship Id="rId195" Type="http://schemas.openxmlformats.org/officeDocument/2006/relationships/image" Target="../media/image13490.png"/><Relationship Id="rId209" Type="http://schemas.openxmlformats.org/officeDocument/2006/relationships/image" Target="../media/image13560.png"/><Relationship Id="rId360" Type="http://schemas.openxmlformats.org/officeDocument/2006/relationships/customXml" Target="../ink/ink3000.xml"/><Relationship Id="rId220" Type="http://schemas.openxmlformats.org/officeDocument/2006/relationships/customXml" Target="../ink/ink2930.xml"/><Relationship Id="rId15" Type="http://schemas.openxmlformats.org/officeDocument/2006/relationships/image" Target="../media/image12590.png"/><Relationship Id="rId57" Type="http://schemas.openxmlformats.org/officeDocument/2006/relationships/image" Target="../media/image12800.png"/><Relationship Id="rId262" Type="http://schemas.openxmlformats.org/officeDocument/2006/relationships/customXml" Target="../ink/ink2951.xml"/><Relationship Id="rId318" Type="http://schemas.openxmlformats.org/officeDocument/2006/relationships/customXml" Target="../ink/ink2979.xml"/><Relationship Id="rId99" Type="http://schemas.openxmlformats.org/officeDocument/2006/relationships/image" Target="../media/image13012.png"/><Relationship Id="rId122" Type="http://schemas.openxmlformats.org/officeDocument/2006/relationships/customXml" Target="../ink/ink2881.xml"/><Relationship Id="rId164" Type="http://schemas.openxmlformats.org/officeDocument/2006/relationships/customXml" Target="../ink/ink2902.xml"/><Relationship Id="rId371" Type="http://schemas.openxmlformats.org/officeDocument/2006/relationships/image" Target="../media/image1437.png"/><Relationship Id="rId26" Type="http://schemas.openxmlformats.org/officeDocument/2006/relationships/customXml" Target="../ink/ink2833.xml"/><Relationship Id="rId231" Type="http://schemas.openxmlformats.org/officeDocument/2006/relationships/image" Target="../media/image1367.png"/><Relationship Id="rId273" Type="http://schemas.openxmlformats.org/officeDocument/2006/relationships/image" Target="../media/image1388.png"/><Relationship Id="rId329" Type="http://schemas.openxmlformats.org/officeDocument/2006/relationships/image" Target="../media/image1416.png"/><Relationship Id="rId68" Type="http://schemas.openxmlformats.org/officeDocument/2006/relationships/customXml" Target="../ink/ink2854.xml"/><Relationship Id="rId133" Type="http://schemas.openxmlformats.org/officeDocument/2006/relationships/image" Target="../media/image13180.png"/><Relationship Id="rId175" Type="http://schemas.openxmlformats.org/officeDocument/2006/relationships/image" Target="../media/image13390.png"/><Relationship Id="rId340" Type="http://schemas.openxmlformats.org/officeDocument/2006/relationships/customXml" Target="../ink/ink2990.xml"/><Relationship Id="rId200" Type="http://schemas.openxmlformats.org/officeDocument/2006/relationships/customXml" Target="../ink/ink2920.xml"/><Relationship Id="rId382" Type="http://schemas.openxmlformats.org/officeDocument/2006/relationships/customXml" Target="../ink/ink3011.xml"/><Relationship Id="rId242" Type="http://schemas.openxmlformats.org/officeDocument/2006/relationships/customXml" Target="../ink/ink2941.xml"/><Relationship Id="rId284" Type="http://schemas.openxmlformats.org/officeDocument/2006/relationships/customXml" Target="../ink/ink2962.xml"/><Relationship Id="rId37" Type="http://schemas.openxmlformats.org/officeDocument/2006/relationships/image" Target="../media/image12700.png"/><Relationship Id="rId79" Type="http://schemas.openxmlformats.org/officeDocument/2006/relationships/image" Target="../media/image12912.png"/><Relationship Id="rId102" Type="http://schemas.openxmlformats.org/officeDocument/2006/relationships/customXml" Target="../ink/ink2871.xml"/><Relationship Id="rId144" Type="http://schemas.openxmlformats.org/officeDocument/2006/relationships/customXml" Target="../ink/ink289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6.png"/><Relationship Id="rId2" Type="http://schemas.openxmlformats.org/officeDocument/2006/relationships/image" Target="../media/image14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033.xml"/><Relationship Id="rId21" Type="http://schemas.openxmlformats.org/officeDocument/2006/relationships/image" Target="../media/image1468.png"/><Relationship Id="rId42" Type="http://schemas.openxmlformats.org/officeDocument/2006/relationships/customXml" Target="../ink/ink3041.xml"/><Relationship Id="rId47" Type="http://schemas.openxmlformats.org/officeDocument/2006/relationships/image" Target="../media/image1481.png"/><Relationship Id="rId63" Type="http://schemas.openxmlformats.org/officeDocument/2006/relationships/image" Target="../media/image1489.png"/><Relationship Id="rId68" Type="http://schemas.openxmlformats.org/officeDocument/2006/relationships/customXml" Target="../ink/ink3054.xml"/><Relationship Id="rId16" Type="http://schemas.openxmlformats.org/officeDocument/2006/relationships/customXml" Target="../ink/ink3028.xml"/><Relationship Id="rId11" Type="http://schemas.openxmlformats.org/officeDocument/2006/relationships/image" Target="../media/image1463.png"/><Relationship Id="rId32" Type="http://schemas.openxmlformats.org/officeDocument/2006/relationships/customXml" Target="../ink/ink3036.xml"/><Relationship Id="rId37" Type="http://schemas.openxmlformats.org/officeDocument/2006/relationships/image" Target="../media/image1476.png"/><Relationship Id="rId53" Type="http://schemas.openxmlformats.org/officeDocument/2006/relationships/image" Target="../media/image1484.png"/><Relationship Id="rId58" Type="http://schemas.openxmlformats.org/officeDocument/2006/relationships/customXml" Target="../ink/ink3049.xml"/><Relationship Id="rId74" Type="http://schemas.openxmlformats.org/officeDocument/2006/relationships/customXml" Target="../ink/ink3057.xml"/><Relationship Id="rId79" Type="http://schemas.openxmlformats.org/officeDocument/2006/relationships/image" Target="../media/image1497.png"/><Relationship Id="rId5" Type="http://schemas.openxmlformats.org/officeDocument/2006/relationships/image" Target="../media/image1460.png"/><Relationship Id="rId61" Type="http://schemas.openxmlformats.org/officeDocument/2006/relationships/image" Target="../media/image1488.png"/><Relationship Id="rId19" Type="http://schemas.openxmlformats.org/officeDocument/2006/relationships/image" Target="../media/image1467.png"/><Relationship Id="rId14" Type="http://schemas.openxmlformats.org/officeDocument/2006/relationships/customXml" Target="../ink/ink3027.xml"/><Relationship Id="rId22" Type="http://schemas.openxmlformats.org/officeDocument/2006/relationships/customXml" Target="../ink/ink3031.xml"/><Relationship Id="rId27" Type="http://schemas.openxmlformats.org/officeDocument/2006/relationships/image" Target="../media/image1471.png"/><Relationship Id="rId30" Type="http://schemas.openxmlformats.org/officeDocument/2006/relationships/customXml" Target="../ink/ink3035.xml"/><Relationship Id="rId35" Type="http://schemas.openxmlformats.org/officeDocument/2006/relationships/image" Target="../media/image1475.png"/><Relationship Id="rId43" Type="http://schemas.openxmlformats.org/officeDocument/2006/relationships/image" Target="../media/image1479.png"/><Relationship Id="rId48" Type="http://schemas.openxmlformats.org/officeDocument/2006/relationships/customXml" Target="../ink/ink3044.xml"/><Relationship Id="rId56" Type="http://schemas.openxmlformats.org/officeDocument/2006/relationships/customXml" Target="../ink/ink3048.xml"/><Relationship Id="rId64" Type="http://schemas.openxmlformats.org/officeDocument/2006/relationships/customXml" Target="../ink/ink3052.xml"/><Relationship Id="rId69" Type="http://schemas.openxmlformats.org/officeDocument/2006/relationships/image" Target="../media/image1492.png"/><Relationship Id="rId77" Type="http://schemas.openxmlformats.org/officeDocument/2006/relationships/image" Target="../media/image1496.png"/><Relationship Id="rId8" Type="http://schemas.openxmlformats.org/officeDocument/2006/relationships/customXml" Target="../ink/ink3024.xml"/><Relationship Id="rId51" Type="http://schemas.openxmlformats.org/officeDocument/2006/relationships/image" Target="../media/image1483.png"/><Relationship Id="rId72" Type="http://schemas.openxmlformats.org/officeDocument/2006/relationships/customXml" Target="../ink/ink3056.xml"/><Relationship Id="rId80" Type="http://schemas.openxmlformats.org/officeDocument/2006/relationships/customXml" Target="../ink/ink3060.xml"/><Relationship Id="rId3" Type="http://schemas.openxmlformats.org/officeDocument/2006/relationships/image" Target="../media/image1459.png"/><Relationship Id="rId12" Type="http://schemas.openxmlformats.org/officeDocument/2006/relationships/customXml" Target="../ink/ink3026.xml"/><Relationship Id="rId17" Type="http://schemas.openxmlformats.org/officeDocument/2006/relationships/image" Target="../media/image1466.png"/><Relationship Id="rId25" Type="http://schemas.openxmlformats.org/officeDocument/2006/relationships/image" Target="../media/image1470.png"/><Relationship Id="rId33" Type="http://schemas.openxmlformats.org/officeDocument/2006/relationships/image" Target="../media/image1474.png"/><Relationship Id="rId38" Type="http://schemas.openxmlformats.org/officeDocument/2006/relationships/customXml" Target="../ink/ink3039.xml"/><Relationship Id="rId46" Type="http://schemas.openxmlformats.org/officeDocument/2006/relationships/customXml" Target="../ink/ink3043.xml"/><Relationship Id="rId59" Type="http://schemas.openxmlformats.org/officeDocument/2006/relationships/image" Target="../media/image1487.png"/><Relationship Id="rId67" Type="http://schemas.openxmlformats.org/officeDocument/2006/relationships/image" Target="../media/image1491.png"/><Relationship Id="rId20" Type="http://schemas.openxmlformats.org/officeDocument/2006/relationships/customXml" Target="../ink/ink3030.xml"/><Relationship Id="rId41" Type="http://schemas.openxmlformats.org/officeDocument/2006/relationships/image" Target="../media/image1478.png"/><Relationship Id="rId54" Type="http://schemas.openxmlformats.org/officeDocument/2006/relationships/customXml" Target="../ink/ink3047.xml"/><Relationship Id="rId62" Type="http://schemas.openxmlformats.org/officeDocument/2006/relationships/customXml" Target="../ink/ink3051.xml"/><Relationship Id="rId70" Type="http://schemas.openxmlformats.org/officeDocument/2006/relationships/customXml" Target="../ink/ink3055.xml"/><Relationship Id="rId75" Type="http://schemas.openxmlformats.org/officeDocument/2006/relationships/image" Target="../media/image14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23.xml"/><Relationship Id="rId15" Type="http://schemas.openxmlformats.org/officeDocument/2006/relationships/image" Target="../media/image1465.png"/><Relationship Id="rId23" Type="http://schemas.openxmlformats.org/officeDocument/2006/relationships/image" Target="../media/image1469.png"/><Relationship Id="rId28" Type="http://schemas.openxmlformats.org/officeDocument/2006/relationships/customXml" Target="../ink/ink3034.xml"/><Relationship Id="rId36" Type="http://schemas.openxmlformats.org/officeDocument/2006/relationships/customXml" Target="../ink/ink3038.xml"/><Relationship Id="rId49" Type="http://schemas.openxmlformats.org/officeDocument/2006/relationships/image" Target="../media/image1482.png"/><Relationship Id="rId57" Type="http://schemas.openxmlformats.org/officeDocument/2006/relationships/image" Target="../media/image1486.png"/><Relationship Id="rId10" Type="http://schemas.openxmlformats.org/officeDocument/2006/relationships/customXml" Target="../ink/ink3025.xml"/><Relationship Id="rId31" Type="http://schemas.openxmlformats.org/officeDocument/2006/relationships/image" Target="../media/image1473.png"/><Relationship Id="rId44" Type="http://schemas.openxmlformats.org/officeDocument/2006/relationships/customXml" Target="../ink/ink3042.xml"/><Relationship Id="rId52" Type="http://schemas.openxmlformats.org/officeDocument/2006/relationships/customXml" Target="../ink/ink3046.xml"/><Relationship Id="rId60" Type="http://schemas.openxmlformats.org/officeDocument/2006/relationships/customXml" Target="../ink/ink3050.xml"/><Relationship Id="rId65" Type="http://schemas.openxmlformats.org/officeDocument/2006/relationships/image" Target="../media/image1490.png"/><Relationship Id="rId73" Type="http://schemas.openxmlformats.org/officeDocument/2006/relationships/image" Target="../media/image1494.png"/><Relationship Id="rId78" Type="http://schemas.openxmlformats.org/officeDocument/2006/relationships/customXml" Target="../ink/ink3059.xml"/><Relationship Id="rId81" Type="http://schemas.openxmlformats.org/officeDocument/2006/relationships/image" Target="../media/image1498.png"/><Relationship Id="rId4" Type="http://schemas.openxmlformats.org/officeDocument/2006/relationships/customXml" Target="../ink/ink3022.xml"/><Relationship Id="rId9" Type="http://schemas.openxmlformats.org/officeDocument/2006/relationships/image" Target="../media/image1462.png"/><Relationship Id="rId13" Type="http://schemas.openxmlformats.org/officeDocument/2006/relationships/image" Target="../media/image1464.png"/><Relationship Id="rId18" Type="http://schemas.openxmlformats.org/officeDocument/2006/relationships/customXml" Target="../ink/ink3029.xml"/><Relationship Id="rId39" Type="http://schemas.openxmlformats.org/officeDocument/2006/relationships/image" Target="../media/image1477.png"/><Relationship Id="rId34" Type="http://schemas.openxmlformats.org/officeDocument/2006/relationships/customXml" Target="../ink/ink3037.xml"/><Relationship Id="rId50" Type="http://schemas.openxmlformats.org/officeDocument/2006/relationships/customXml" Target="../ink/ink3045.xml"/><Relationship Id="rId55" Type="http://schemas.openxmlformats.org/officeDocument/2006/relationships/image" Target="../media/image1485.png"/><Relationship Id="rId76" Type="http://schemas.openxmlformats.org/officeDocument/2006/relationships/customXml" Target="../ink/ink3058.xml"/><Relationship Id="rId7" Type="http://schemas.openxmlformats.org/officeDocument/2006/relationships/image" Target="../media/image1461.png"/><Relationship Id="rId71" Type="http://schemas.openxmlformats.org/officeDocument/2006/relationships/image" Target="../media/image1493.png"/><Relationship Id="rId2" Type="http://schemas.openxmlformats.org/officeDocument/2006/relationships/image" Target="../media/image1458.png"/><Relationship Id="rId29" Type="http://schemas.openxmlformats.org/officeDocument/2006/relationships/image" Target="../media/image1472.png"/><Relationship Id="rId24" Type="http://schemas.openxmlformats.org/officeDocument/2006/relationships/customXml" Target="../ink/ink3032.xml"/><Relationship Id="rId40" Type="http://schemas.openxmlformats.org/officeDocument/2006/relationships/customXml" Target="../ink/ink3040.xml"/><Relationship Id="rId45" Type="http://schemas.openxmlformats.org/officeDocument/2006/relationships/image" Target="../media/image1480.png"/><Relationship Id="rId66" Type="http://schemas.openxmlformats.org/officeDocument/2006/relationships/customXml" Target="../ink/ink3053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073.xml"/><Relationship Id="rId21" Type="http://schemas.openxmlformats.org/officeDocument/2006/relationships/image" Target="../media/image3410.png"/><Relationship Id="rId42" Type="http://schemas.openxmlformats.org/officeDocument/2006/relationships/customXml" Target="../ink/ink3081.xml"/><Relationship Id="rId47" Type="http://schemas.openxmlformats.org/officeDocument/2006/relationships/image" Target="../media/image4710.png"/><Relationship Id="rId63" Type="http://schemas.openxmlformats.org/officeDocument/2006/relationships/image" Target="../media/image5510.png"/><Relationship Id="rId68" Type="http://schemas.openxmlformats.org/officeDocument/2006/relationships/customXml" Target="../ink/ink3094.xml"/><Relationship Id="rId84" Type="http://schemas.openxmlformats.org/officeDocument/2006/relationships/customXml" Target="../ink/ink3102.xml"/><Relationship Id="rId89" Type="http://schemas.openxmlformats.org/officeDocument/2006/relationships/image" Target="../media/image6810.png"/><Relationship Id="rId16" Type="http://schemas.openxmlformats.org/officeDocument/2006/relationships/customXml" Target="../ink/ink3068.xml"/><Relationship Id="rId11" Type="http://schemas.openxmlformats.org/officeDocument/2006/relationships/image" Target="../media/image2910.png"/><Relationship Id="rId32" Type="http://schemas.openxmlformats.org/officeDocument/2006/relationships/customXml" Target="../ink/ink3076.xml"/><Relationship Id="rId37" Type="http://schemas.openxmlformats.org/officeDocument/2006/relationships/image" Target="../media/image4210.png"/><Relationship Id="rId53" Type="http://schemas.openxmlformats.org/officeDocument/2006/relationships/image" Target="../media/image5010.png"/><Relationship Id="rId58" Type="http://schemas.openxmlformats.org/officeDocument/2006/relationships/customXml" Target="../ink/ink3089.xml"/><Relationship Id="rId74" Type="http://schemas.openxmlformats.org/officeDocument/2006/relationships/customXml" Target="../ink/ink3097.xml"/><Relationship Id="rId79" Type="http://schemas.openxmlformats.org/officeDocument/2006/relationships/image" Target="../media/image6310.png"/><Relationship Id="rId5" Type="http://schemas.openxmlformats.org/officeDocument/2006/relationships/image" Target="../media/image2610.png"/><Relationship Id="rId90" Type="http://schemas.openxmlformats.org/officeDocument/2006/relationships/customXml" Target="../ink/ink3105.xml"/><Relationship Id="rId14" Type="http://schemas.openxmlformats.org/officeDocument/2006/relationships/customXml" Target="../ink/ink3067.xml"/><Relationship Id="rId22" Type="http://schemas.openxmlformats.org/officeDocument/2006/relationships/customXml" Target="../ink/ink3071.xml"/><Relationship Id="rId27" Type="http://schemas.openxmlformats.org/officeDocument/2006/relationships/image" Target="../media/image3710.png"/><Relationship Id="rId30" Type="http://schemas.openxmlformats.org/officeDocument/2006/relationships/customXml" Target="../ink/ink3075.xml"/><Relationship Id="rId35" Type="http://schemas.openxmlformats.org/officeDocument/2006/relationships/image" Target="../media/image4110.png"/><Relationship Id="rId43" Type="http://schemas.openxmlformats.org/officeDocument/2006/relationships/image" Target="../media/image4510.png"/><Relationship Id="rId48" Type="http://schemas.openxmlformats.org/officeDocument/2006/relationships/customXml" Target="../ink/ink3084.xml"/><Relationship Id="rId56" Type="http://schemas.openxmlformats.org/officeDocument/2006/relationships/customXml" Target="../ink/ink3088.xml"/><Relationship Id="rId64" Type="http://schemas.openxmlformats.org/officeDocument/2006/relationships/customXml" Target="../ink/ink3092.xml"/><Relationship Id="rId69" Type="http://schemas.openxmlformats.org/officeDocument/2006/relationships/image" Target="../media/image5810.png"/><Relationship Id="rId77" Type="http://schemas.openxmlformats.org/officeDocument/2006/relationships/image" Target="../media/image6210.png"/><Relationship Id="rId8" Type="http://schemas.openxmlformats.org/officeDocument/2006/relationships/customXml" Target="../ink/ink3064.xml"/><Relationship Id="rId51" Type="http://schemas.openxmlformats.org/officeDocument/2006/relationships/image" Target="../media/image4910.png"/><Relationship Id="rId72" Type="http://schemas.openxmlformats.org/officeDocument/2006/relationships/customXml" Target="../ink/ink3096.xml"/><Relationship Id="rId80" Type="http://schemas.openxmlformats.org/officeDocument/2006/relationships/customXml" Target="../ink/ink3100.xml"/><Relationship Id="rId85" Type="http://schemas.openxmlformats.org/officeDocument/2006/relationships/image" Target="../media/image6610.png"/><Relationship Id="rId3" Type="http://schemas.openxmlformats.org/officeDocument/2006/relationships/image" Target="../media/image2510.png"/><Relationship Id="rId12" Type="http://schemas.openxmlformats.org/officeDocument/2006/relationships/customXml" Target="../ink/ink3066.xml"/><Relationship Id="rId17" Type="http://schemas.openxmlformats.org/officeDocument/2006/relationships/image" Target="../media/image3210.png"/><Relationship Id="rId25" Type="http://schemas.openxmlformats.org/officeDocument/2006/relationships/image" Target="../media/image3610.png"/><Relationship Id="rId33" Type="http://schemas.openxmlformats.org/officeDocument/2006/relationships/image" Target="../media/image4010.png"/><Relationship Id="rId38" Type="http://schemas.openxmlformats.org/officeDocument/2006/relationships/customXml" Target="../ink/ink3079.xml"/><Relationship Id="rId46" Type="http://schemas.openxmlformats.org/officeDocument/2006/relationships/customXml" Target="../ink/ink3083.xml"/><Relationship Id="rId59" Type="http://schemas.openxmlformats.org/officeDocument/2006/relationships/image" Target="../media/image5310.png"/><Relationship Id="rId67" Type="http://schemas.openxmlformats.org/officeDocument/2006/relationships/image" Target="../media/image5710.png"/><Relationship Id="rId20" Type="http://schemas.openxmlformats.org/officeDocument/2006/relationships/customXml" Target="../ink/ink3070.xml"/><Relationship Id="rId41" Type="http://schemas.openxmlformats.org/officeDocument/2006/relationships/image" Target="../media/image4410.png"/><Relationship Id="rId54" Type="http://schemas.openxmlformats.org/officeDocument/2006/relationships/customXml" Target="../ink/ink3087.xml"/><Relationship Id="rId62" Type="http://schemas.openxmlformats.org/officeDocument/2006/relationships/customXml" Target="../ink/ink3091.xml"/><Relationship Id="rId70" Type="http://schemas.openxmlformats.org/officeDocument/2006/relationships/customXml" Target="../ink/ink3095.xml"/><Relationship Id="rId75" Type="http://schemas.openxmlformats.org/officeDocument/2006/relationships/image" Target="../media/image6110.png"/><Relationship Id="rId83" Type="http://schemas.openxmlformats.org/officeDocument/2006/relationships/image" Target="../media/image6510.png"/><Relationship Id="rId88" Type="http://schemas.openxmlformats.org/officeDocument/2006/relationships/customXml" Target="../ink/ink3104.xml"/><Relationship Id="rId91" Type="http://schemas.openxmlformats.org/officeDocument/2006/relationships/image" Target="../media/image69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63.xml"/><Relationship Id="rId15" Type="http://schemas.openxmlformats.org/officeDocument/2006/relationships/image" Target="../media/image3110.png"/><Relationship Id="rId23" Type="http://schemas.openxmlformats.org/officeDocument/2006/relationships/image" Target="../media/image3510.png"/><Relationship Id="rId28" Type="http://schemas.openxmlformats.org/officeDocument/2006/relationships/customXml" Target="../ink/ink3074.xml"/><Relationship Id="rId36" Type="http://schemas.openxmlformats.org/officeDocument/2006/relationships/customXml" Target="../ink/ink3078.xml"/><Relationship Id="rId49" Type="http://schemas.openxmlformats.org/officeDocument/2006/relationships/image" Target="../media/image4810.png"/><Relationship Id="rId57" Type="http://schemas.openxmlformats.org/officeDocument/2006/relationships/image" Target="../media/image5210.png"/><Relationship Id="rId10" Type="http://schemas.openxmlformats.org/officeDocument/2006/relationships/customXml" Target="../ink/ink3065.xml"/><Relationship Id="rId31" Type="http://schemas.openxmlformats.org/officeDocument/2006/relationships/image" Target="../media/image3910.png"/><Relationship Id="rId44" Type="http://schemas.openxmlformats.org/officeDocument/2006/relationships/customXml" Target="../ink/ink3082.xml"/><Relationship Id="rId52" Type="http://schemas.openxmlformats.org/officeDocument/2006/relationships/customXml" Target="../ink/ink3086.xml"/><Relationship Id="rId60" Type="http://schemas.openxmlformats.org/officeDocument/2006/relationships/customXml" Target="../ink/ink3090.xml"/><Relationship Id="rId65" Type="http://schemas.openxmlformats.org/officeDocument/2006/relationships/image" Target="../media/image5610.png"/><Relationship Id="rId73" Type="http://schemas.openxmlformats.org/officeDocument/2006/relationships/image" Target="../media/image6010.png"/><Relationship Id="rId78" Type="http://schemas.openxmlformats.org/officeDocument/2006/relationships/customXml" Target="../ink/ink3099.xml"/><Relationship Id="rId81" Type="http://schemas.openxmlformats.org/officeDocument/2006/relationships/image" Target="../media/image6410.png"/><Relationship Id="rId86" Type="http://schemas.openxmlformats.org/officeDocument/2006/relationships/customXml" Target="../ink/ink3103.xml"/><Relationship Id="rId4" Type="http://schemas.openxmlformats.org/officeDocument/2006/relationships/customXml" Target="../ink/ink3062.xml"/><Relationship Id="rId9" Type="http://schemas.openxmlformats.org/officeDocument/2006/relationships/image" Target="../media/image2810.png"/><Relationship Id="rId13" Type="http://schemas.openxmlformats.org/officeDocument/2006/relationships/image" Target="../media/image3010.png"/><Relationship Id="rId18" Type="http://schemas.openxmlformats.org/officeDocument/2006/relationships/customXml" Target="../ink/ink3069.xml"/><Relationship Id="rId39" Type="http://schemas.openxmlformats.org/officeDocument/2006/relationships/image" Target="../media/image4310.png"/><Relationship Id="rId34" Type="http://schemas.openxmlformats.org/officeDocument/2006/relationships/customXml" Target="../ink/ink3077.xml"/><Relationship Id="rId50" Type="http://schemas.openxmlformats.org/officeDocument/2006/relationships/customXml" Target="../ink/ink3085.xml"/><Relationship Id="rId55" Type="http://schemas.openxmlformats.org/officeDocument/2006/relationships/image" Target="../media/image5110.png"/><Relationship Id="rId76" Type="http://schemas.openxmlformats.org/officeDocument/2006/relationships/customXml" Target="../ink/ink3098.xml"/><Relationship Id="rId7" Type="http://schemas.openxmlformats.org/officeDocument/2006/relationships/image" Target="../media/image2710.png"/><Relationship Id="rId71" Type="http://schemas.openxmlformats.org/officeDocument/2006/relationships/image" Target="../media/image5910.png"/><Relationship Id="rId2" Type="http://schemas.openxmlformats.org/officeDocument/2006/relationships/customXml" Target="../ink/ink3061.xml"/><Relationship Id="rId29" Type="http://schemas.openxmlformats.org/officeDocument/2006/relationships/image" Target="../media/image3810.png"/><Relationship Id="rId24" Type="http://schemas.openxmlformats.org/officeDocument/2006/relationships/customXml" Target="../ink/ink3072.xml"/><Relationship Id="rId40" Type="http://schemas.openxmlformats.org/officeDocument/2006/relationships/customXml" Target="../ink/ink3080.xml"/><Relationship Id="rId45" Type="http://schemas.openxmlformats.org/officeDocument/2006/relationships/image" Target="../media/image4610.png"/><Relationship Id="rId66" Type="http://schemas.openxmlformats.org/officeDocument/2006/relationships/customXml" Target="../ink/ink3093.xml"/><Relationship Id="rId87" Type="http://schemas.openxmlformats.org/officeDocument/2006/relationships/image" Target="../media/image6710.png"/><Relationship Id="rId61" Type="http://schemas.openxmlformats.org/officeDocument/2006/relationships/image" Target="../media/image5410.png"/><Relationship Id="rId82" Type="http://schemas.openxmlformats.org/officeDocument/2006/relationships/customXml" Target="../ink/ink3101.xml"/><Relationship Id="rId19" Type="http://schemas.openxmlformats.org/officeDocument/2006/relationships/image" Target="../media/image3310.png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10.png"/><Relationship Id="rId21" Type="http://schemas.openxmlformats.org/officeDocument/2006/relationships/image" Target="../media/image7710.png"/><Relationship Id="rId42" Type="http://schemas.openxmlformats.org/officeDocument/2006/relationships/customXml" Target="../ink/ink3126.xml"/><Relationship Id="rId63" Type="http://schemas.openxmlformats.org/officeDocument/2006/relationships/image" Target="../media/image9710.png"/><Relationship Id="rId84" Type="http://schemas.openxmlformats.org/officeDocument/2006/relationships/customXml" Target="../ink/ink3147.xml"/><Relationship Id="rId138" Type="http://schemas.openxmlformats.org/officeDocument/2006/relationships/customXml" Target="../ink/ink3174.xml"/><Relationship Id="rId159" Type="http://schemas.openxmlformats.org/officeDocument/2006/relationships/image" Target="../media/image14410.png"/><Relationship Id="rId170" Type="http://schemas.openxmlformats.org/officeDocument/2006/relationships/customXml" Target="../ink/ink3190.xml"/><Relationship Id="rId107" Type="http://schemas.openxmlformats.org/officeDocument/2006/relationships/image" Target="../media/image11810.png"/><Relationship Id="rId11" Type="http://schemas.openxmlformats.org/officeDocument/2006/relationships/image" Target="../media/image7210.png"/><Relationship Id="rId32" Type="http://schemas.openxmlformats.org/officeDocument/2006/relationships/customXml" Target="../ink/ink3121.xml"/><Relationship Id="rId53" Type="http://schemas.openxmlformats.org/officeDocument/2006/relationships/image" Target="../media/image9310.png"/><Relationship Id="rId74" Type="http://schemas.openxmlformats.org/officeDocument/2006/relationships/customXml" Target="../ink/ink3142.xml"/><Relationship Id="rId128" Type="http://schemas.openxmlformats.org/officeDocument/2006/relationships/customXml" Target="../ink/ink3169.xml"/><Relationship Id="rId149" Type="http://schemas.openxmlformats.org/officeDocument/2006/relationships/image" Target="../media/image13910.png"/><Relationship Id="rId5" Type="http://schemas.openxmlformats.org/officeDocument/2006/relationships/image" Target="../media/image7010.png"/><Relationship Id="rId95" Type="http://schemas.openxmlformats.org/officeDocument/2006/relationships/image" Target="../media/image11210.png"/><Relationship Id="rId160" Type="http://schemas.openxmlformats.org/officeDocument/2006/relationships/customXml" Target="../ink/ink3185.xml"/><Relationship Id="rId181" Type="http://schemas.openxmlformats.org/officeDocument/2006/relationships/image" Target="../media/image1550.png"/><Relationship Id="rId22" Type="http://schemas.openxmlformats.org/officeDocument/2006/relationships/customXml" Target="../ink/ink3116.xml"/><Relationship Id="rId43" Type="http://schemas.openxmlformats.org/officeDocument/2006/relationships/image" Target="../media/image8810.png"/><Relationship Id="rId64" Type="http://schemas.openxmlformats.org/officeDocument/2006/relationships/customXml" Target="../ink/ink3137.xml"/><Relationship Id="rId118" Type="http://schemas.openxmlformats.org/officeDocument/2006/relationships/customXml" Target="../ink/ink3164.xml"/><Relationship Id="rId139" Type="http://schemas.openxmlformats.org/officeDocument/2006/relationships/image" Target="../media/image13410.png"/><Relationship Id="rId85" Type="http://schemas.openxmlformats.org/officeDocument/2006/relationships/image" Target="../media/image10710.png"/><Relationship Id="rId150" Type="http://schemas.openxmlformats.org/officeDocument/2006/relationships/customXml" Target="../ink/ink3180.xml"/><Relationship Id="rId171" Type="http://schemas.openxmlformats.org/officeDocument/2006/relationships/image" Target="../media/image1500.png"/><Relationship Id="rId12" Type="http://schemas.openxmlformats.org/officeDocument/2006/relationships/customXml" Target="../ink/ink3111.xml"/><Relationship Id="rId33" Type="http://schemas.openxmlformats.org/officeDocument/2006/relationships/image" Target="../media/image8310.png"/><Relationship Id="rId108" Type="http://schemas.openxmlformats.org/officeDocument/2006/relationships/customXml" Target="../ink/ink3159.xml"/><Relationship Id="rId129" Type="http://schemas.openxmlformats.org/officeDocument/2006/relationships/image" Target="../media/image12910.png"/><Relationship Id="rId54" Type="http://schemas.openxmlformats.org/officeDocument/2006/relationships/customXml" Target="../ink/ink3132.xml"/><Relationship Id="rId75" Type="http://schemas.openxmlformats.org/officeDocument/2006/relationships/image" Target="../media/image10210.png"/><Relationship Id="rId96" Type="http://schemas.openxmlformats.org/officeDocument/2006/relationships/customXml" Target="../ink/ink3153.xml"/><Relationship Id="rId140" Type="http://schemas.openxmlformats.org/officeDocument/2006/relationships/customXml" Target="../ink/ink3175.xml"/><Relationship Id="rId161" Type="http://schemas.openxmlformats.org/officeDocument/2006/relationships/image" Target="../media/image14510.png"/><Relationship Id="rId6" Type="http://schemas.openxmlformats.org/officeDocument/2006/relationships/customXml" Target="../ink/ink3108.xml"/><Relationship Id="rId23" Type="http://schemas.openxmlformats.org/officeDocument/2006/relationships/image" Target="../media/image7810.png"/><Relationship Id="rId119" Type="http://schemas.openxmlformats.org/officeDocument/2006/relationships/image" Target="../media/image12410.png"/><Relationship Id="rId44" Type="http://schemas.openxmlformats.org/officeDocument/2006/relationships/customXml" Target="../ink/ink3127.xml"/><Relationship Id="rId60" Type="http://schemas.openxmlformats.org/officeDocument/2006/relationships/customXml" Target="../ink/ink3135.xml"/><Relationship Id="rId65" Type="http://schemas.openxmlformats.org/officeDocument/2006/relationships/image" Target="../media/image9810.png"/><Relationship Id="rId81" Type="http://schemas.openxmlformats.org/officeDocument/2006/relationships/image" Target="../media/image10510.png"/><Relationship Id="rId86" Type="http://schemas.openxmlformats.org/officeDocument/2006/relationships/customXml" Target="../ink/ink3148.xml"/><Relationship Id="rId130" Type="http://schemas.openxmlformats.org/officeDocument/2006/relationships/customXml" Target="../ink/ink3170.xml"/><Relationship Id="rId135" Type="http://schemas.openxmlformats.org/officeDocument/2006/relationships/image" Target="../media/image13210.png"/><Relationship Id="rId151" Type="http://schemas.openxmlformats.org/officeDocument/2006/relationships/image" Target="../media/image14010.png"/><Relationship Id="rId156" Type="http://schemas.openxmlformats.org/officeDocument/2006/relationships/customXml" Target="../ink/ink3183.xml"/><Relationship Id="rId177" Type="http://schemas.openxmlformats.org/officeDocument/2006/relationships/image" Target="../media/image1530.png"/><Relationship Id="rId172" Type="http://schemas.openxmlformats.org/officeDocument/2006/relationships/customXml" Target="../ink/ink3191.xml"/><Relationship Id="rId13" Type="http://schemas.openxmlformats.org/officeDocument/2006/relationships/image" Target="../media/image7310.png"/><Relationship Id="rId18" Type="http://schemas.openxmlformats.org/officeDocument/2006/relationships/customXml" Target="../ink/ink3114.xml"/><Relationship Id="rId39" Type="http://schemas.openxmlformats.org/officeDocument/2006/relationships/image" Target="../media/image8610.png"/><Relationship Id="rId109" Type="http://schemas.openxmlformats.org/officeDocument/2006/relationships/image" Target="../media/image11910.png"/><Relationship Id="rId34" Type="http://schemas.openxmlformats.org/officeDocument/2006/relationships/customXml" Target="../ink/ink3122.xml"/><Relationship Id="rId50" Type="http://schemas.openxmlformats.org/officeDocument/2006/relationships/customXml" Target="../ink/ink3130.xml"/><Relationship Id="rId55" Type="http://schemas.openxmlformats.org/officeDocument/2006/relationships/image" Target="../media/image9410.png"/><Relationship Id="rId76" Type="http://schemas.openxmlformats.org/officeDocument/2006/relationships/customXml" Target="../ink/ink3143.xml"/><Relationship Id="rId97" Type="http://schemas.openxmlformats.org/officeDocument/2006/relationships/image" Target="../media/image11310.png"/><Relationship Id="rId104" Type="http://schemas.openxmlformats.org/officeDocument/2006/relationships/customXml" Target="../ink/ink3157.xml"/><Relationship Id="rId120" Type="http://schemas.openxmlformats.org/officeDocument/2006/relationships/customXml" Target="../ink/ink3165.xml"/><Relationship Id="rId125" Type="http://schemas.openxmlformats.org/officeDocument/2006/relationships/image" Target="../media/image12710.png"/><Relationship Id="rId141" Type="http://schemas.openxmlformats.org/officeDocument/2006/relationships/image" Target="../media/image13510.png"/><Relationship Id="rId146" Type="http://schemas.openxmlformats.org/officeDocument/2006/relationships/customXml" Target="../ink/ink3178.xml"/><Relationship Id="rId167" Type="http://schemas.openxmlformats.org/officeDocument/2006/relationships/image" Target="../media/image14810.png"/><Relationship Id="rId7" Type="http://schemas.openxmlformats.org/officeDocument/2006/relationships/image" Target="../media/image7110.png"/><Relationship Id="rId71" Type="http://schemas.openxmlformats.org/officeDocument/2006/relationships/image" Target="../media/image5910.png"/><Relationship Id="rId92" Type="http://schemas.openxmlformats.org/officeDocument/2006/relationships/customXml" Target="../ink/ink3151.xml"/><Relationship Id="rId162" Type="http://schemas.openxmlformats.org/officeDocument/2006/relationships/customXml" Target="../ink/ink3186.xml"/><Relationship Id="rId2" Type="http://schemas.openxmlformats.org/officeDocument/2006/relationships/customXml" Target="../ink/ink3106.xml"/><Relationship Id="rId29" Type="http://schemas.openxmlformats.org/officeDocument/2006/relationships/image" Target="../media/image8110.png"/><Relationship Id="rId24" Type="http://schemas.openxmlformats.org/officeDocument/2006/relationships/customXml" Target="../ink/ink3117.xml"/><Relationship Id="rId40" Type="http://schemas.openxmlformats.org/officeDocument/2006/relationships/customXml" Target="../ink/ink3125.xml"/><Relationship Id="rId45" Type="http://schemas.openxmlformats.org/officeDocument/2006/relationships/image" Target="../media/image8910.png"/><Relationship Id="rId66" Type="http://schemas.openxmlformats.org/officeDocument/2006/relationships/customXml" Target="../ink/ink3138.xml"/><Relationship Id="rId87" Type="http://schemas.openxmlformats.org/officeDocument/2006/relationships/image" Target="../media/image10810.png"/><Relationship Id="rId110" Type="http://schemas.openxmlformats.org/officeDocument/2006/relationships/customXml" Target="../ink/ink3160.xml"/><Relationship Id="rId115" Type="http://schemas.openxmlformats.org/officeDocument/2006/relationships/image" Target="../media/image12210.png"/><Relationship Id="rId131" Type="http://schemas.openxmlformats.org/officeDocument/2006/relationships/image" Target="../media/image13010.png"/><Relationship Id="rId136" Type="http://schemas.openxmlformats.org/officeDocument/2006/relationships/customXml" Target="../ink/ink3173.xml"/><Relationship Id="rId157" Type="http://schemas.openxmlformats.org/officeDocument/2006/relationships/image" Target="../media/image14310.png"/><Relationship Id="rId178" Type="http://schemas.openxmlformats.org/officeDocument/2006/relationships/customXml" Target="../ink/ink3194.xml"/><Relationship Id="rId61" Type="http://schemas.openxmlformats.org/officeDocument/2006/relationships/image" Target="../media/image9610.png"/><Relationship Id="rId82" Type="http://schemas.openxmlformats.org/officeDocument/2006/relationships/customXml" Target="../ink/ink3146.xml"/><Relationship Id="rId152" Type="http://schemas.openxmlformats.org/officeDocument/2006/relationships/customXml" Target="../ink/ink3181.xml"/><Relationship Id="rId173" Type="http://schemas.openxmlformats.org/officeDocument/2006/relationships/image" Target="../media/image1510.png"/><Relationship Id="rId19" Type="http://schemas.openxmlformats.org/officeDocument/2006/relationships/image" Target="../media/image7610.png"/><Relationship Id="rId14" Type="http://schemas.openxmlformats.org/officeDocument/2006/relationships/customXml" Target="../ink/ink3112.xml"/><Relationship Id="rId30" Type="http://schemas.openxmlformats.org/officeDocument/2006/relationships/customXml" Target="../ink/ink3120.xml"/><Relationship Id="rId35" Type="http://schemas.openxmlformats.org/officeDocument/2006/relationships/image" Target="../media/image8410.png"/><Relationship Id="rId56" Type="http://schemas.openxmlformats.org/officeDocument/2006/relationships/customXml" Target="../ink/ink3133.xml"/><Relationship Id="rId77" Type="http://schemas.openxmlformats.org/officeDocument/2006/relationships/image" Target="../media/image10310.png"/><Relationship Id="rId100" Type="http://schemas.openxmlformats.org/officeDocument/2006/relationships/customXml" Target="../ink/ink3155.xml"/><Relationship Id="rId105" Type="http://schemas.openxmlformats.org/officeDocument/2006/relationships/image" Target="../media/image11710.png"/><Relationship Id="rId126" Type="http://schemas.openxmlformats.org/officeDocument/2006/relationships/customXml" Target="../ink/ink3168.xml"/><Relationship Id="rId147" Type="http://schemas.openxmlformats.org/officeDocument/2006/relationships/image" Target="../media/image13810.png"/><Relationship Id="rId168" Type="http://schemas.openxmlformats.org/officeDocument/2006/relationships/customXml" Target="../ink/ink3189.xml"/><Relationship Id="rId8" Type="http://schemas.openxmlformats.org/officeDocument/2006/relationships/customXml" Target="../ink/ink3109.xml"/><Relationship Id="rId51" Type="http://schemas.openxmlformats.org/officeDocument/2006/relationships/image" Target="../media/image9210.png"/><Relationship Id="rId72" Type="http://schemas.openxmlformats.org/officeDocument/2006/relationships/customXml" Target="../ink/ink3141.xml"/><Relationship Id="rId93" Type="http://schemas.openxmlformats.org/officeDocument/2006/relationships/image" Target="../media/image11110.png"/><Relationship Id="rId98" Type="http://schemas.openxmlformats.org/officeDocument/2006/relationships/customXml" Target="../ink/ink3154.xml"/><Relationship Id="rId121" Type="http://schemas.openxmlformats.org/officeDocument/2006/relationships/image" Target="../media/image12510.png"/><Relationship Id="rId142" Type="http://schemas.openxmlformats.org/officeDocument/2006/relationships/customXml" Target="../ink/ink3176.xml"/><Relationship Id="rId163" Type="http://schemas.openxmlformats.org/officeDocument/2006/relationships/image" Target="../media/image14610.png"/><Relationship Id="rId3" Type="http://schemas.openxmlformats.org/officeDocument/2006/relationships/image" Target="../media/image2510.png"/><Relationship Id="rId25" Type="http://schemas.openxmlformats.org/officeDocument/2006/relationships/image" Target="../media/image7910.png"/><Relationship Id="rId46" Type="http://schemas.openxmlformats.org/officeDocument/2006/relationships/customXml" Target="../ink/ink3128.xml"/><Relationship Id="rId67" Type="http://schemas.openxmlformats.org/officeDocument/2006/relationships/image" Target="../media/image9910.png"/><Relationship Id="rId116" Type="http://schemas.openxmlformats.org/officeDocument/2006/relationships/customXml" Target="../ink/ink3163.xml"/><Relationship Id="rId137" Type="http://schemas.openxmlformats.org/officeDocument/2006/relationships/image" Target="../media/image13310.png"/><Relationship Id="rId158" Type="http://schemas.openxmlformats.org/officeDocument/2006/relationships/customXml" Target="../ink/ink3184.xml"/><Relationship Id="rId20" Type="http://schemas.openxmlformats.org/officeDocument/2006/relationships/customXml" Target="../ink/ink3115.xml"/><Relationship Id="rId41" Type="http://schemas.openxmlformats.org/officeDocument/2006/relationships/image" Target="../media/image8710.png"/><Relationship Id="rId62" Type="http://schemas.openxmlformats.org/officeDocument/2006/relationships/customXml" Target="../ink/ink3136.xml"/><Relationship Id="rId83" Type="http://schemas.openxmlformats.org/officeDocument/2006/relationships/image" Target="../media/image10610.png"/><Relationship Id="rId88" Type="http://schemas.openxmlformats.org/officeDocument/2006/relationships/customXml" Target="../ink/ink3149.xml"/><Relationship Id="rId111" Type="http://schemas.openxmlformats.org/officeDocument/2006/relationships/image" Target="../media/image12010.png"/><Relationship Id="rId132" Type="http://schemas.openxmlformats.org/officeDocument/2006/relationships/customXml" Target="../ink/ink3171.xml"/><Relationship Id="rId153" Type="http://schemas.openxmlformats.org/officeDocument/2006/relationships/image" Target="../media/image14110.png"/><Relationship Id="rId174" Type="http://schemas.openxmlformats.org/officeDocument/2006/relationships/customXml" Target="../ink/ink3192.xml"/><Relationship Id="rId179" Type="http://schemas.openxmlformats.org/officeDocument/2006/relationships/image" Target="../media/image1540.png"/><Relationship Id="rId15" Type="http://schemas.openxmlformats.org/officeDocument/2006/relationships/image" Target="../media/image7410.png"/><Relationship Id="rId36" Type="http://schemas.openxmlformats.org/officeDocument/2006/relationships/customXml" Target="../ink/ink3123.xml"/><Relationship Id="rId57" Type="http://schemas.openxmlformats.org/officeDocument/2006/relationships/image" Target="../media/image9510.png"/><Relationship Id="rId106" Type="http://schemas.openxmlformats.org/officeDocument/2006/relationships/customXml" Target="../ink/ink3158.xml"/><Relationship Id="rId127" Type="http://schemas.openxmlformats.org/officeDocument/2006/relationships/image" Target="../media/image12810.png"/><Relationship Id="rId10" Type="http://schemas.openxmlformats.org/officeDocument/2006/relationships/customXml" Target="../ink/ink3110.xml"/><Relationship Id="rId31" Type="http://schemas.openxmlformats.org/officeDocument/2006/relationships/image" Target="../media/image8210.png"/><Relationship Id="rId52" Type="http://schemas.openxmlformats.org/officeDocument/2006/relationships/customXml" Target="../ink/ink3131.xml"/><Relationship Id="rId73" Type="http://schemas.openxmlformats.org/officeDocument/2006/relationships/image" Target="../media/image10110.png"/><Relationship Id="rId78" Type="http://schemas.openxmlformats.org/officeDocument/2006/relationships/customXml" Target="../ink/ink3144.xml"/><Relationship Id="rId94" Type="http://schemas.openxmlformats.org/officeDocument/2006/relationships/customXml" Target="../ink/ink3152.xml"/><Relationship Id="rId99" Type="http://schemas.openxmlformats.org/officeDocument/2006/relationships/image" Target="../media/image11410.png"/><Relationship Id="rId101" Type="http://schemas.openxmlformats.org/officeDocument/2006/relationships/image" Target="../media/image11510.png"/><Relationship Id="rId122" Type="http://schemas.openxmlformats.org/officeDocument/2006/relationships/customXml" Target="../ink/ink3166.xml"/><Relationship Id="rId143" Type="http://schemas.openxmlformats.org/officeDocument/2006/relationships/image" Target="../media/image13610.png"/><Relationship Id="rId148" Type="http://schemas.openxmlformats.org/officeDocument/2006/relationships/customXml" Target="../ink/ink3179.xml"/><Relationship Id="rId164" Type="http://schemas.openxmlformats.org/officeDocument/2006/relationships/customXml" Target="../ink/ink3187.xml"/><Relationship Id="rId169" Type="http://schemas.openxmlformats.org/officeDocument/2006/relationships/image" Target="../media/image1499.png"/><Relationship Id="rId4" Type="http://schemas.openxmlformats.org/officeDocument/2006/relationships/customXml" Target="../ink/ink3107.xml"/><Relationship Id="rId9" Type="http://schemas.openxmlformats.org/officeDocument/2006/relationships/image" Target="../media/image2810.png"/><Relationship Id="rId180" Type="http://schemas.openxmlformats.org/officeDocument/2006/relationships/customXml" Target="../ink/ink3195.xml"/><Relationship Id="rId26" Type="http://schemas.openxmlformats.org/officeDocument/2006/relationships/customXml" Target="../ink/ink3118.xml"/><Relationship Id="rId47" Type="http://schemas.openxmlformats.org/officeDocument/2006/relationships/image" Target="../media/image9010.png"/><Relationship Id="rId68" Type="http://schemas.openxmlformats.org/officeDocument/2006/relationships/customXml" Target="../ink/ink3139.xml"/><Relationship Id="rId89" Type="http://schemas.openxmlformats.org/officeDocument/2006/relationships/image" Target="../media/image10910.png"/><Relationship Id="rId112" Type="http://schemas.openxmlformats.org/officeDocument/2006/relationships/customXml" Target="../ink/ink3161.xml"/><Relationship Id="rId133" Type="http://schemas.openxmlformats.org/officeDocument/2006/relationships/image" Target="../media/image13110.png"/><Relationship Id="rId154" Type="http://schemas.openxmlformats.org/officeDocument/2006/relationships/customXml" Target="../ink/ink3182.xml"/><Relationship Id="rId175" Type="http://schemas.openxmlformats.org/officeDocument/2006/relationships/image" Target="../media/image1520.png"/><Relationship Id="rId16" Type="http://schemas.openxmlformats.org/officeDocument/2006/relationships/customXml" Target="../ink/ink3113.xml"/><Relationship Id="rId37" Type="http://schemas.openxmlformats.org/officeDocument/2006/relationships/image" Target="../media/image8510.png"/><Relationship Id="rId58" Type="http://schemas.openxmlformats.org/officeDocument/2006/relationships/customXml" Target="../ink/ink3134.xml"/><Relationship Id="rId79" Type="http://schemas.openxmlformats.org/officeDocument/2006/relationships/image" Target="../media/image10410.png"/><Relationship Id="rId102" Type="http://schemas.openxmlformats.org/officeDocument/2006/relationships/customXml" Target="../ink/ink3156.xml"/><Relationship Id="rId123" Type="http://schemas.openxmlformats.org/officeDocument/2006/relationships/image" Target="../media/image12610.png"/><Relationship Id="rId144" Type="http://schemas.openxmlformats.org/officeDocument/2006/relationships/customXml" Target="../ink/ink3177.xml"/><Relationship Id="rId90" Type="http://schemas.openxmlformats.org/officeDocument/2006/relationships/customXml" Target="../ink/ink3150.xml"/><Relationship Id="rId165" Type="http://schemas.openxmlformats.org/officeDocument/2006/relationships/image" Target="../media/image14710.png"/><Relationship Id="rId27" Type="http://schemas.openxmlformats.org/officeDocument/2006/relationships/image" Target="../media/image8010.png"/><Relationship Id="rId48" Type="http://schemas.openxmlformats.org/officeDocument/2006/relationships/customXml" Target="../ink/ink3129.xml"/><Relationship Id="rId69" Type="http://schemas.openxmlformats.org/officeDocument/2006/relationships/image" Target="../media/image10010.png"/><Relationship Id="rId113" Type="http://schemas.openxmlformats.org/officeDocument/2006/relationships/image" Target="../media/image12110.png"/><Relationship Id="rId134" Type="http://schemas.openxmlformats.org/officeDocument/2006/relationships/customXml" Target="../ink/ink3172.xml"/><Relationship Id="rId80" Type="http://schemas.openxmlformats.org/officeDocument/2006/relationships/customXml" Target="../ink/ink3145.xml"/><Relationship Id="rId155" Type="http://schemas.openxmlformats.org/officeDocument/2006/relationships/image" Target="../media/image14210.png"/><Relationship Id="rId176" Type="http://schemas.openxmlformats.org/officeDocument/2006/relationships/customXml" Target="../ink/ink3193.xml"/><Relationship Id="rId17" Type="http://schemas.openxmlformats.org/officeDocument/2006/relationships/image" Target="../media/image7510.png"/><Relationship Id="rId38" Type="http://schemas.openxmlformats.org/officeDocument/2006/relationships/customXml" Target="../ink/ink3124.xml"/><Relationship Id="rId59" Type="http://schemas.openxmlformats.org/officeDocument/2006/relationships/image" Target="../media/image5310.png"/><Relationship Id="rId103" Type="http://schemas.openxmlformats.org/officeDocument/2006/relationships/image" Target="../media/image11610.png"/><Relationship Id="rId124" Type="http://schemas.openxmlformats.org/officeDocument/2006/relationships/customXml" Target="../ink/ink3167.xml"/><Relationship Id="rId70" Type="http://schemas.openxmlformats.org/officeDocument/2006/relationships/customXml" Target="../ink/ink3140.xml"/><Relationship Id="rId91" Type="http://schemas.openxmlformats.org/officeDocument/2006/relationships/image" Target="../media/image11010.png"/><Relationship Id="rId145" Type="http://schemas.openxmlformats.org/officeDocument/2006/relationships/image" Target="../media/image13710.png"/><Relationship Id="rId166" Type="http://schemas.openxmlformats.org/officeDocument/2006/relationships/customXml" Target="../ink/ink3188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3119.xml"/><Relationship Id="rId49" Type="http://schemas.openxmlformats.org/officeDocument/2006/relationships/image" Target="../media/image9110.png"/><Relationship Id="rId114" Type="http://schemas.openxmlformats.org/officeDocument/2006/relationships/customXml" Target="../ink/ink3162.xml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3216.xml"/><Relationship Id="rId63" Type="http://schemas.openxmlformats.org/officeDocument/2006/relationships/image" Target="../media/image9710.png"/><Relationship Id="rId84" Type="http://schemas.openxmlformats.org/officeDocument/2006/relationships/customXml" Target="../ink/ink3237.xml"/><Relationship Id="rId138" Type="http://schemas.openxmlformats.org/officeDocument/2006/relationships/customXml" Target="../ink/ink3264.xml"/><Relationship Id="rId159" Type="http://schemas.openxmlformats.org/officeDocument/2006/relationships/image" Target="../media/image1880.png"/><Relationship Id="rId170" Type="http://schemas.openxmlformats.org/officeDocument/2006/relationships/customXml" Target="../ink/ink3280.xml"/><Relationship Id="rId191" Type="http://schemas.openxmlformats.org/officeDocument/2006/relationships/image" Target="../media/image2040.png"/><Relationship Id="rId205" Type="http://schemas.openxmlformats.org/officeDocument/2006/relationships/image" Target="../media/image2110.png"/><Relationship Id="rId226" Type="http://schemas.openxmlformats.org/officeDocument/2006/relationships/customXml" Target="../ink/ink3308.xml"/><Relationship Id="rId247" Type="http://schemas.openxmlformats.org/officeDocument/2006/relationships/customXml" Target="../ink/ink3319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3211.xml"/><Relationship Id="rId53" Type="http://schemas.openxmlformats.org/officeDocument/2006/relationships/image" Target="../media/image9310.png"/><Relationship Id="rId74" Type="http://schemas.openxmlformats.org/officeDocument/2006/relationships/customXml" Target="../ink/ink3232.xml"/><Relationship Id="rId128" Type="http://schemas.openxmlformats.org/officeDocument/2006/relationships/customXml" Target="../ink/ink3259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3275.xml"/><Relationship Id="rId181" Type="http://schemas.openxmlformats.org/officeDocument/2006/relationships/image" Target="../media/image1990.png"/><Relationship Id="rId216" Type="http://schemas.openxmlformats.org/officeDocument/2006/relationships/customXml" Target="../ink/ink3303.xml"/><Relationship Id="rId237" Type="http://schemas.openxmlformats.org/officeDocument/2006/relationships/customXml" Target="../ink/ink3314.xml"/><Relationship Id="rId22" Type="http://schemas.openxmlformats.org/officeDocument/2006/relationships/customXml" Target="../ink/ink3206.xml"/><Relationship Id="rId43" Type="http://schemas.openxmlformats.org/officeDocument/2006/relationships/image" Target="../media/image8810.png"/><Relationship Id="rId64" Type="http://schemas.openxmlformats.org/officeDocument/2006/relationships/customXml" Target="../ink/ink3227.xml"/><Relationship Id="rId118" Type="http://schemas.openxmlformats.org/officeDocument/2006/relationships/customXml" Target="../ink/ink3254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3270.xml"/><Relationship Id="rId171" Type="http://schemas.openxmlformats.org/officeDocument/2006/relationships/image" Target="../media/image1940.png"/><Relationship Id="rId192" Type="http://schemas.openxmlformats.org/officeDocument/2006/relationships/customXml" Target="../ink/ink3291.xml"/><Relationship Id="rId206" Type="http://schemas.openxmlformats.org/officeDocument/2006/relationships/customXml" Target="../ink/ink3298.xml"/><Relationship Id="rId227" Type="http://schemas.openxmlformats.org/officeDocument/2006/relationships/customXml" Target="../ink/ink3309.xml"/><Relationship Id="rId248" Type="http://schemas.openxmlformats.org/officeDocument/2006/relationships/image" Target="../media/image2320.png"/><Relationship Id="rId12" Type="http://schemas.openxmlformats.org/officeDocument/2006/relationships/customXml" Target="../ink/ink3201.xml"/><Relationship Id="rId33" Type="http://schemas.openxmlformats.org/officeDocument/2006/relationships/image" Target="../media/image8310.png"/><Relationship Id="rId108" Type="http://schemas.openxmlformats.org/officeDocument/2006/relationships/customXml" Target="../ink/ink3249.xml"/><Relationship Id="rId129" Type="http://schemas.openxmlformats.org/officeDocument/2006/relationships/image" Target="../media/image12910.png"/><Relationship Id="rId54" Type="http://schemas.openxmlformats.org/officeDocument/2006/relationships/customXml" Target="../ink/ink3222.xml"/><Relationship Id="rId75" Type="http://schemas.openxmlformats.org/officeDocument/2006/relationships/image" Target="../media/image10210.png"/><Relationship Id="rId96" Type="http://schemas.openxmlformats.org/officeDocument/2006/relationships/customXml" Target="../ink/ink3243.xml"/><Relationship Id="rId140" Type="http://schemas.openxmlformats.org/officeDocument/2006/relationships/customXml" Target="../ink/ink3265.xml"/><Relationship Id="rId161" Type="http://schemas.openxmlformats.org/officeDocument/2006/relationships/image" Target="../media/image1890.png"/><Relationship Id="rId182" Type="http://schemas.openxmlformats.org/officeDocument/2006/relationships/customXml" Target="../ink/ink3286.xml"/><Relationship Id="rId217" Type="http://schemas.openxmlformats.org/officeDocument/2006/relationships/image" Target="../media/image2170.png"/><Relationship Id="rId6" Type="http://schemas.openxmlformats.org/officeDocument/2006/relationships/customXml" Target="../ink/ink3198.xml"/><Relationship Id="rId238" Type="http://schemas.openxmlformats.org/officeDocument/2006/relationships/image" Target="../media/image227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3217.xml"/><Relationship Id="rId65" Type="http://schemas.openxmlformats.org/officeDocument/2006/relationships/image" Target="../media/image9810.png"/><Relationship Id="rId86" Type="http://schemas.openxmlformats.org/officeDocument/2006/relationships/customXml" Target="../ink/ink3238.xml"/><Relationship Id="rId130" Type="http://schemas.openxmlformats.org/officeDocument/2006/relationships/customXml" Target="../ink/ink3260.xml"/><Relationship Id="rId151" Type="http://schemas.openxmlformats.org/officeDocument/2006/relationships/image" Target="../media/image1840.png"/><Relationship Id="rId172" Type="http://schemas.openxmlformats.org/officeDocument/2006/relationships/customXml" Target="../ink/ink3281.xml"/><Relationship Id="rId193" Type="http://schemas.openxmlformats.org/officeDocument/2006/relationships/image" Target="../media/image2050.png"/><Relationship Id="rId207" Type="http://schemas.openxmlformats.org/officeDocument/2006/relationships/image" Target="../media/image2120.png"/><Relationship Id="rId228" Type="http://schemas.openxmlformats.org/officeDocument/2006/relationships/image" Target="../media/image2220.png"/><Relationship Id="rId249" Type="http://schemas.openxmlformats.org/officeDocument/2006/relationships/customXml" Target="../ink/ink3320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3212.xml"/><Relationship Id="rId55" Type="http://schemas.openxmlformats.org/officeDocument/2006/relationships/image" Target="../media/image9410.png"/><Relationship Id="rId76" Type="http://schemas.openxmlformats.org/officeDocument/2006/relationships/customXml" Target="../ink/ink3233.xml"/><Relationship Id="rId97" Type="http://schemas.openxmlformats.org/officeDocument/2006/relationships/image" Target="../media/image1580.png"/><Relationship Id="rId120" Type="http://schemas.openxmlformats.org/officeDocument/2006/relationships/customXml" Target="../ink/ink3255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3276.xml"/><Relationship Id="rId183" Type="http://schemas.openxmlformats.org/officeDocument/2006/relationships/image" Target="../media/image2000.png"/><Relationship Id="rId218" Type="http://schemas.openxmlformats.org/officeDocument/2006/relationships/customXml" Target="../ink/ink3304.xml"/><Relationship Id="rId239" Type="http://schemas.openxmlformats.org/officeDocument/2006/relationships/customXml" Target="../ink/ink3315.xml"/><Relationship Id="rId250" Type="http://schemas.openxmlformats.org/officeDocument/2006/relationships/image" Target="../media/image2330.png"/><Relationship Id="rId24" Type="http://schemas.openxmlformats.org/officeDocument/2006/relationships/customXml" Target="../ink/ink3207.xml"/><Relationship Id="rId45" Type="http://schemas.openxmlformats.org/officeDocument/2006/relationships/image" Target="../media/image8910.png"/><Relationship Id="rId66" Type="http://schemas.openxmlformats.org/officeDocument/2006/relationships/customXml" Target="../ink/ink3228.xml"/><Relationship Id="rId87" Type="http://schemas.openxmlformats.org/officeDocument/2006/relationships/image" Target="../media/image10810.png"/><Relationship Id="rId110" Type="http://schemas.openxmlformats.org/officeDocument/2006/relationships/customXml" Target="../ink/ink3250.xml"/><Relationship Id="rId131" Type="http://schemas.openxmlformats.org/officeDocument/2006/relationships/image" Target="../media/image1740.png"/><Relationship Id="rId152" Type="http://schemas.openxmlformats.org/officeDocument/2006/relationships/customXml" Target="../ink/ink3271.xml"/><Relationship Id="rId173" Type="http://schemas.openxmlformats.org/officeDocument/2006/relationships/image" Target="../media/image1950.png"/><Relationship Id="rId194" Type="http://schemas.openxmlformats.org/officeDocument/2006/relationships/customXml" Target="../ink/ink3292.xml"/><Relationship Id="rId208" Type="http://schemas.openxmlformats.org/officeDocument/2006/relationships/customXml" Target="../ink/ink3299.xml"/><Relationship Id="rId229" Type="http://schemas.openxmlformats.org/officeDocument/2006/relationships/customXml" Target="../ink/ink3310.xml"/><Relationship Id="rId240" Type="http://schemas.openxmlformats.org/officeDocument/2006/relationships/image" Target="../media/image2280.png"/><Relationship Id="rId14" Type="http://schemas.openxmlformats.org/officeDocument/2006/relationships/customXml" Target="../ink/ink3202.xml"/><Relationship Id="rId35" Type="http://schemas.openxmlformats.org/officeDocument/2006/relationships/image" Target="../media/image8410.png"/><Relationship Id="rId56" Type="http://schemas.openxmlformats.org/officeDocument/2006/relationships/customXml" Target="../ink/ink3223.xml"/><Relationship Id="rId77" Type="http://schemas.openxmlformats.org/officeDocument/2006/relationships/image" Target="../media/image10310.png"/><Relationship Id="rId100" Type="http://schemas.openxmlformats.org/officeDocument/2006/relationships/customXml" Target="../ink/ink3245.xml"/><Relationship Id="rId8" Type="http://schemas.openxmlformats.org/officeDocument/2006/relationships/customXml" Target="../ink/ink3199.xml"/><Relationship Id="rId98" Type="http://schemas.openxmlformats.org/officeDocument/2006/relationships/customXml" Target="../ink/ink3244.xml"/><Relationship Id="rId121" Type="http://schemas.openxmlformats.org/officeDocument/2006/relationships/image" Target="../media/image1700.png"/><Relationship Id="rId142" Type="http://schemas.openxmlformats.org/officeDocument/2006/relationships/customXml" Target="../ink/ink3266.xml"/><Relationship Id="rId163" Type="http://schemas.openxmlformats.org/officeDocument/2006/relationships/image" Target="../media/image1900.png"/><Relationship Id="rId184" Type="http://schemas.openxmlformats.org/officeDocument/2006/relationships/customXml" Target="../ink/ink3287.xml"/><Relationship Id="rId219" Type="http://schemas.openxmlformats.org/officeDocument/2006/relationships/image" Target="../media/image2180.png"/><Relationship Id="rId230" Type="http://schemas.openxmlformats.org/officeDocument/2006/relationships/image" Target="../media/image2230.png"/><Relationship Id="rId25" Type="http://schemas.openxmlformats.org/officeDocument/2006/relationships/image" Target="../media/image7910.png"/><Relationship Id="rId46" Type="http://schemas.openxmlformats.org/officeDocument/2006/relationships/customXml" Target="../ink/ink3218.xml"/><Relationship Id="rId67" Type="http://schemas.openxmlformats.org/officeDocument/2006/relationships/image" Target="../media/image9910.png"/><Relationship Id="rId88" Type="http://schemas.openxmlformats.org/officeDocument/2006/relationships/customXml" Target="../ink/ink3239.xml"/><Relationship Id="rId111" Type="http://schemas.openxmlformats.org/officeDocument/2006/relationships/image" Target="../media/image1650.png"/><Relationship Id="rId132" Type="http://schemas.openxmlformats.org/officeDocument/2006/relationships/customXml" Target="../ink/ink3261.xml"/><Relationship Id="rId153" Type="http://schemas.openxmlformats.org/officeDocument/2006/relationships/image" Target="../media/image1850.png"/><Relationship Id="rId174" Type="http://schemas.openxmlformats.org/officeDocument/2006/relationships/customXml" Target="../ink/ink3282.xml"/><Relationship Id="rId195" Type="http://schemas.openxmlformats.org/officeDocument/2006/relationships/image" Target="../media/image2060.png"/><Relationship Id="rId209" Type="http://schemas.openxmlformats.org/officeDocument/2006/relationships/image" Target="../media/image2130.png"/><Relationship Id="rId220" Type="http://schemas.openxmlformats.org/officeDocument/2006/relationships/customXml" Target="../ink/ink3305.xml"/><Relationship Id="rId241" Type="http://schemas.openxmlformats.org/officeDocument/2006/relationships/customXml" Target="../ink/ink3316.xml"/><Relationship Id="rId15" Type="http://schemas.openxmlformats.org/officeDocument/2006/relationships/image" Target="../media/image7410.png"/><Relationship Id="rId36" Type="http://schemas.openxmlformats.org/officeDocument/2006/relationships/customXml" Target="../ink/ink3213.xml"/><Relationship Id="rId57" Type="http://schemas.openxmlformats.org/officeDocument/2006/relationships/image" Target="../media/image9510.png"/><Relationship Id="rId78" Type="http://schemas.openxmlformats.org/officeDocument/2006/relationships/customXml" Target="../ink/ink3234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3256.xml"/><Relationship Id="rId143" Type="http://schemas.openxmlformats.org/officeDocument/2006/relationships/image" Target="../media/image1800.png"/><Relationship Id="rId164" Type="http://schemas.openxmlformats.org/officeDocument/2006/relationships/customXml" Target="../ink/ink3277.xml"/><Relationship Id="rId185" Type="http://schemas.openxmlformats.org/officeDocument/2006/relationships/image" Target="../media/image2010.png"/><Relationship Id="rId4" Type="http://schemas.openxmlformats.org/officeDocument/2006/relationships/customXml" Target="../ink/ink3197.xml"/><Relationship Id="rId9" Type="http://schemas.openxmlformats.org/officeDocument/2006/relationships/image" Target="../media/image2810.png"/><Relationship Id="rId180" Type="http://schemas.openxmlformats.org/officeDocument/2006/relationships/customXml" Target="../ink/ink3285.xml"/><Relationship Id="rId210" Type="http://schemas.openxmlformats.org/officeDocument/2006/relationships/customXml" Target="../ink/ink3300.xml"/><Relationship Id="rId215" Type="http://schemas.openxmlformats.org/officeDocument/2006/relationships/image" Target="../media/image2160.png"/><Relationship Id="rId236" Type="http://schemas.openxmlformats.org/officeDocument/2006/relationships/image" Target="../media/image2260.png"/><Relationship Id="rId26" Type="http://schemas.openxmlformats.org/officeDocument/2006/relationships/customXml" Target="../ink/ink3208.xml"/><Relationship Id="rId231" Type="http://schemas.openxmlformats.org/officeDocument/2006/relationships/customXml" Target="../ink/ink3311.xml"/><Relationship Id="rId47" Type="http://schemas.openxmlformats.org/officeDocument/2006/relationships/image" Target="../media/image9010.png"/><Relationship Id="rId68" Type="http://schemas.openxmlformats.org/officeDocument/2006/relationships/customXml" Target="../ink/ink3229.xml"/><Relationship Id="rId89" Type="http://schemas.openxmlformats.org/officeDocument/2006/relationships/image" Target="../media/image10910.png"/><Relationship Id="rId112" Type="http://schemas.openxmlformats.org/officeDocument/2006/relationships/customXml" Target="../ink/ink3251.xml"/><Relationship Id="rId133" Type="http://schemas.openxmlformats.org/officeDocument/2006/relationships/image" Target="../media/image1750.png"/><Relationship Id="rId154" Type="http://schemas.openxmlformats.org/officeDocument/2006/relationships/customXml" Target="../ink/ink3272.xml"/><Relationship Id="rId175" Type="http://schemas.openxmlformats.org/officeDocument/2006/relationships/image" Target="../media/image1960.png"/><Relationship Id="rId196" Type="http://schemas.openxmlformats.org/officeDocument/2006/relationships/customXml" Target="../ink/ink3293.xml"/><Relationship Id="rId200" Type="http://schemas.openxmlformats.org/officeDocument/2006/relationships/customXml" Target="../ink/ink3295.xml"/><Relationship Id="rId16" Type="http://schemas.openxmlformats.org/officeDocument/2006/relationships/customXml" Target="../ink/ink3203.xml"/><Relationship Id="rId221" Type="http://schemas.openxmlformats.org/officeDocument/2006/relationships/image" Target="../media/image2190.png"/><Relationship Id="rId242" Type="http://schemas.openxmlformats.org/officeDocument/2006/relationships/image" Target="../media/image2290.png"/><Relationship Id="rId37" Type="http://schemas.openxmlformats.org/officeDocument/2006/relationships/image" Target="../media/image8510.png"/><Relationship Id="rId58" Type="http://schemas.openxmlformats.org/officeDocument/2006/relationships/customXml" Target="../ink/ink3224.xml"/><Relationship Id="rId79" Type="http://schemas.openxmlformats.org/officeDocument/2006/relationships/image" Target="../media/image10410.png"/><Relationship Id="rId102" Type="http://schemas.openxmlformats.org/officeDocument/2006/relationships/customXml" Target="../ink/ink3246.xml"/><Relationship Id="rId123" Type="http://schemas.openxmlformats.org/officeDocument/2006/relationships/image" Target="../media/image1710.png"/><Relationship Id="rId144" Type="http://schemas.openxmlformats.org/officeDocument/2006/relationships/customXml" Target="../ink/ink3267.xml"/><Relationship Id="rId90" Type="http://schemas.openxmlformats.org/officeDocument/2006/relationships/customXml" Target="../ink/ink3240.xml"/><Relationship Id="rId165" Type="http://schemas.openxmlformats.org/officeDocument/2006/relationships/image" Target="../media/image1910.png"/><Relationship Id="rId186" Type="http://schemas.openxmlformats.org/officeDocument/2006/relationships/customXml" Target="../ink/ink3288.xml"/><Relationship Id="rId211" Type="http://schemas.openxmlformats.org/officeDocument/2006/relationships/image" Target="../media/image2140.png"/><Relationship Id="rId232" Type="http://schemas.openxmlformats.org/officeDocument/2006/relationships/image" Target="../media/image2240.png"/><Relationship Id="rId27" Type="http://schemas.openxmlformats.org/officeDocument/2006/relationships/image" Target="../media/image8010.png"/><Relationship Id="rId48" Type="http://schemas.openxmlformats.org/officeDocument/2006/relationships/customXml" Target="../ink/ink3219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3262.xml"/><Relationship Id="rId80" Type="http://schemas.openxmlformats.org/officeDocument/2006/relationships/customXml" Target="../ink/ink3235.xml"/><Relationship Id="rId155" Type="http://schemas.openxmlformats.org/officeDocument/2006/relationships/image" Target="../media/image1860.png"/><Relationship Id="rId176" Type="http://schemas.openxmlformats.org/officeDocument/2006/relationships/customXml" Target="../ink/ink3283.xml"/><Relationship Id="rId197" Type="http://schemas.openxmlformats.org/officeDocument/2006/relationships/image" Target="../media/image2070.png"/><Relationship Id="rId201" Type="http://schemas.openxmlformats.org/officeDocument/2006/relationships/image" Target="../media/image2090.png"/><Relationship Id="rId222" Type="http://schemas.openxmlformats.org/officeDocument/2006/relationships/customXml" Target="../ink/ink3306.xml"/><Relationship Id="rId243" Type="http://schemas.openxmlformats.org/officeDocument/2006/relationships/customXml" Target="../ink/ink3317.xml"/><Relationship Id="rId17" Type="http://schemas.openxmlformats.org/officeDocument/2006/relationships/image" Target="../media/image7510.png"/><Relationship Id="rId38" Type="http://schemas.openxmlformats.org/officeDocument/2006/relationships/customXml" Target="../ink/ink3214.xml"/><Relationship Id="rId59" Type="http://schemas.openxmlformats.org/officeDocument/2006/relationships/image" Target="../media/image5310.png"/><Relationship Id="rId103" Type="http://schemas.openxmlformats.org/officeDocument/2006/relationships/image" Target="../media/image1610.png"/><Relationship Id="rId124" Type="http://schemas.openxmlformats.org/officeDocument/2006/relationships/customXml" Target="../ink/ink3257.xml"/><Relationship Id="rId70" Type="http://schemas.openxmlformats.org/officeDocument/2006/relationships/customXml" Target="../ink/ink3230.xml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66" Type="http://schemas.openxmlformats.org/officeDocument/2006/relationships/customXml" Target="../ink/ink3278.xml"/><Relationship Id="rId187" Type="http://schemas.openxmlformats.org/officeDocument/2006/relationships/image" Target="../media/image202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301.xml"/><Relationship Id="rId233" Type="http://schemas.openxmlformats.org/officeDocument/2006/relationships/customXml" Target="../ink/ink3312.xml"/><Relationship Id="rId28" Type="http://schemas.openxmlformats.org/officeDocument/2006/relationships/customXml" Target="../ink/ink3209.xml"/><Relationship Id="rId49" Type="http://schemas.openxmlformats.org/officeDocument/2006/relationships/image" Target="../media/image9110.png"/><Relationship Id="rId114" Type="http://schemas.openxmlformats.org/officeDocument/2006/relationships/customXml" Target="../ink/ink3252.xml"/><Relationship Id="rId60" Type="http://schemas.openxmlformats.org/officeDocument/2006/relationships/customXml" Target="../ink/ink3225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3273.xml"/><Relationship Id="rId177" Type="http://schemas.openxmlformats.org/officeDocument/2006/relationships/image" Target="../media/image1970.png"/><Relationship Id="rId198" Type="http://schemas.openxmlformats.org/officeDocument/2006/relationships/customXml" Target="../ink/ink3294.xml"/><Relationship Id="rId202" Type="http://schemas.openxmlformats.org/officeDocument/2006/relationships/customXml" Target="../ink/ink3296.xml"/><Relationship Id="rId223" Type="http://schemas.openxmlformats.org/officeDocument/2006/relationships/image" Target="../media/image2200.png"/><Relationship Id="rId244" Type="http://schemas.openxmlformats.org/officeDocument/2006/relationships/image" Target="../media/image2300.png"/><Relationship Id="rId18" Type="http://schemas.openxmlformats.org/officeDocument/2006/relationships/customXml" Target="../ink/ink3204.xml"/><Relationship Id="rId39" Type="http://schemas.openxmlformats.org/officeDocument/2006/relationships/image" Target="../media/image8610.png"/><Relationship Id="rId50" Type="http://schemas.openxmlformats.org/officeDocument/2006/relationships/customXml" Target="../ink/ink3220.xml"/><Relationship Id="rId104" Type="http://schemas.openxmlformats.org/officeDocument/2006/relationships/customXml" Target="../ink/ink3247.xml"/><Relationship Id="rId125" Type="http://schemas.openxmlformats.org/officeDocument/2006/relationships/image" Target="../media/image1720.png"/><Relationship Id="rId146" Type="http://schemas.openxmlformats.org/officeDocument/2006/relationships/customXml" Target="../ink/ink3268.xml"/><Relationship Id="rId167" Type="http://schemas.openxmlformats.org/officeDocument/2006/relationships/image" Target="../media/image1920.png"/><Relationship Id="rId188" Type="http://schemas.openxmlformats.org/officeDocument/2006/relationships/customXml" Target="../ink/ink3289.xml"/><Relationship Id="rId71" Type="http://schemas.openxmlformats.org/officeDocument/2006/relationships/image" Target="../media/image5910.png"/><Relationship Id="rId92" Type="http://schemas.openxmlformats.org/officeDocument/2006/relationships/customXml" Target="../ink/ink3241.xml"/><Relationship Id="rId213" Type="http://schemas.openxmlformats.org/officeDocument/2006/relationships/image" Target="../media/image2150.png"/><Relationship Id="rId234" Type="http://schemas.openxmlformats.org/officeDocument/2006/relationships/image" Target="../media/image2250.png"/><Relationship Id="rId2" Type="http://schemas.openxmlformats.org/officeDocument/2006/relationships/customXml" Target="../ink/ink3196.xml"/><Relationship Id="rId29" Type="http://schemas.openxmlformats.org/officeDocument/2006/relationships/image" Target="../media/image8110.png"/><Relationship Id="rId40" Type="http://schemas.openxmlformats.org/officeDocument/2006/relationships/customXml" Target="../ink/ink3215.xml"/><Relationship Id="rId115" Type="http://schemas.openxmlformats.org/officeDocument/2006/relationships/image" Target="../media/image1670.png"/><Relationship Id="rId136" Type="http://schemas.openxmlformats.org/officeDocument/2006/relationships/customXml" Target="../ink/ink3263.xml"/><Relationship Id="rId157" Type="http://schemas.openxmlformats.org/officeDocument/2006/relationships/image" Target="../media/image1870.png"/><Relationship Id="rId178" Type="http://schemas.openxmlformats.org/officeDocument/2006/relationships/customXml" Target="../ink/ink3284.xml"/><Relationship Id="rId61" Type="http://schemas.openxmlformats.org/officeDocument/2006/relationships/image" Target="../media/image9610.png"/><Relationship Id="rId82" Type="http://schemas.openxmlformats.org/officeDocument/2006/relationships/customXml" Target="../ink/ink3236.xml"/><Relationship Id="rId199" Type="http://schemas.openxmlformats.org/officeDocument/2006/relationships/image" Target="../media/image2080.png"/><Relationship Id="rId203" Type="http://schemas.openxmlformats.org/officeDocument/2006/relationships/image" Target="../media/image2100.png"/><Relationship Id="rId19" Type="http://schemas.openxmlformats.org/officeDocument/2006/relationships/image" Target="../media/image7610.png"/><Relationship Id="rId224" Type="http://schemas.openxmlformats.org/officeDocument/2006/relationships/customXml" Target="../ink/ink3307.xml"/><Relationship Id="rId245" Type="http://schemas.openxmlformats.org/officeDocument/2006/relationships/customXml" Target="../ink/ink3318.xml"/><Relationship Id="rId30" Type="http://schemas.openxmlformats.org/officeDocument/2006/relationships/customXml" Target="../ink/ink3210.xml"/><Relationship Id="rId105" Type="http://schemas.openxmlformats.org/officeDocument/2006/relationships/image" Target="../media/image1620.png"/><Relationship Id="rId126" Type="http://schemas.openxmlformats.org/officeDocument/2006/relationships/customXml" Target="../ink/ink3258.xml"/><Relationship Id="rId147" Type="http://schemas.openxmlformats.org/officeDocument/2006/relationships/image" Target="../media/image1820.png"/><Relationship Id="rId168" Type="http://schemas.openxmlformats.org/officeDocument/2006/relationships/customXml" Target="../ink/ink3279.xml"/><Relationship Id="rId51" Type="http://schemas.openxmlformats.org/officeDocument/2006/relationships/image" Target="../media/image9210.png"/><Relationship Id="rId72" Type="http://schemas.openxmlformats.org/officeDocument/2006/relationships/customXml" Target="../ink/ink3231.xml"/><Relationship Id="rId93" Type="http://schemas.openxmlformats.org/officeDocument/2006/relationships/image" Target="../media/image1560.png"/><Relationship Id="rId189" Type="http://schemas.openxmlformats.org/officeDocument/2006/relationships/image" Target="../media/image2030.png"/><Relationship Id="rId3" Type="http://schemas.openxmlformats.org/officeDocument/2006/relationships/image" Target="../media/image2510.png"/><Relationship Id="rId214" Type="http://schemas.openxmlformats.org/officeDocument/2006/relationships/customXml" Target="../ink/ink3302.xml"/><Relationship Id="rId235" Type="http://schemas.openxmlformats.org/officeDocument/2006/relationships/customXml" Target="../ink/ink3313.xml"/><Relationship Id="rId116" Type="http://schemas.openxmlformats.org/officeDocument/2006/relationships/customXml" Target="../ink/ink3253.xml"/><Relationship Id="rId137" Type="http://schemas.openxmlformats.org/officeDocument/2006/relationships/image" Target="../media/image1770.png"/><Relationship Id="rId158" Type="http://schemas.openxmlformats.org/officeDocument/2006/relationships/customXml" Target="../ink/ink3274.xml"/><Relationship Id="rId20" Type="http://schemas.openxmlformats.org/officeDocument/2006/relationships/customXml" Target="../ink/ink3205.xml"/><Relationship Id="rId41" Type="http://schemas.openxmlformats.org/officeDocument/2006/relationships/image" Target="../media/image8710.png"/><Relationship Id="rId62" Type="http://schemas.openxmlformats.org/officeDocument/2006/relationships/customXml" Target="../ink/ink3226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3290.xml"/><Relationship Id="rId204" Type="http://schemas.openxmlformats.org/officeDocument/2006/relationships/customXml" Target="../ink/ink3297.xml"/><Relationship Id="rId225" Type="http://schemas.openxmlformats.org/officeDocument/2006/relationships/image" Target="../media/image2210.png"/><Relationship Id="rId246" Type="http://schemas.openxmlformats.org/officeDocument/2006/relationships/image" Target="../media/image2310.png"/><Relationship Id="rId106" Type="http://schemas.openxmlformats.org/officeDocument/2006/relationships/customXml" Target="../ink/ink3248.xml"/><Relationship Id="rId127" Type="http://schemas.openxmlformats.org/officeDocument/2006/relationships/image" Target="../media/image1730.png"/><Relationship Id="rId10" Type="http://schemas.openxmlformats.org/officeDocument/2006/relationships/customXml" Target="../ink/ink3200.xml"/><Relationship Id="rId31" Type="http://schemas.openxmlformats.org/officeDocument/2006/relationships/image" Target="../media/image8210.png"/><Relationship Id="rId52" Type="http://schemas.openxmlformats.org/officeDocument/2006/relationships/customXml" Target="../ink/ink3221.xml"/><Relationship Id="rId73" Type="http://schemas.openxmlformats.org/officeDocument/2006/relationships/image" Target="../media/image10110.png"/><Relationship Id="rId94" Type="http://schemas.openxmlformats.org/officeDocument/2006/relationships/customXml" Target="../ink/ink3242.xml"/><Relationship Id="rId148" Type="http://schemas.openxmlformats.org/officeDocument/2006/relationships/customXml" Target="../ink/ink3269.xml"/><Relationship Id="rId169" Type="http://schemas.openxmlformats.org/officeDocument/2006/relationships/image" Target="../media/image1930.png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99" Type="http://schemas.openxmlformats.org/officeDocument/2006/relationships/customXml" Target="../ink/ink3470.xml"/><Relationship Id="rId21" Type="http://schemas.openxmlformats.org/officeDocument/2006/relationships/image" Target="../media/image7710.png"/><Relationship Id="rId63" Type="http://schemas.openxmlformats.org/officeDocument/2006/relationships/image" Target="../media/image9710.png"/><Relationship Id="rId159" Type="http://schemas.openxmlformats.org/officeDocument/2006/relationships/image" Target="../media/image1880.png"/><Relationship Id="rId324" Type="http://schemas.openxmlformats.org/officeDocument/2006/relationships/image" Target="../media/image3030.png"/><Relationship Id="rId366" Type="http://schemas.openxmlformats.org/officeDocument/2006/relationships/image" Target="../media/image3240.png"/><Relationship Id="rId170" Type="http://schemas.openxmlformats.org/officeDocument/2006/relationships/customXml" Target="../ink/ink3405.xml"/><Relationship Id="rId226" Type="http://schemas.openxmlformats.org/officeDocument/2006/relationships/customXml" Target="../ink/ink3433.xml"/><Relationship Id="rId268" Type="http://schemas.openxmlformats.org/officeDocument/2006/relationships/image" Target="../media/image2750.png"/><Relationship Id="rId32" Type="http://schemas.openxmlformats.org/officeDocument/2006/relationships/customXml" Target="../ink/ink3336.xml"/><Relationship Id="rId74" Type="http://schemas.openxmlformats.org/officeDocument/2006/relationships/customXml" Target="../ink/ink3357.xml"/><Relationship Id="rId128" Type="http://schemas.openxmlformats.org/officeDocument/2006/relationships/customXml" Target="../ink/ink3384.xml"/><Relationship Id="rId335" Type="http://schemas.openxmlformats.org/officeDocument/2006/relationships/customXml" Target="../ink/ink3488.xml"/><Relationship Id="rId377" Type="http://schemas.openxmlformats.org/officeDocument/2006/relationships/customXml" Target="../ink/ink3509.xml"/><Relationship Id="rId5" Type="http://schemas.openxmlformats.org/officeDocument/2006/relationships/image" Target="../media/image7010.png"/><Relationship Id="rId181" Type="http://schemas.openxmlformats.org/officeDocument/2006/relationships/image" Target="../media/image1990.png"/><Relationship Id="rId237" Type="http://schemas.openxmlformats.org/officeDocument/2006/relationships/customXml" Target="../ink/ink3439.xml"/><Relationship Id="rId402" Type="http://schemas.openxmlformats.org/officeDocument/2006/relationships/image" Target="../media/image3420.png"/><Relationship Id="rId279" Type="http://schemas.openxmlformats.org/officeDocument/2006/relationships/customXml" Target="../ink/ink3460.xml"/><Relationship Id="rId43" Type="http://schemas.openxmlformats.org/officeDocument/2006/relationships/image" Target="../media/image8810.png"/><Relationship Id="rId139" Type="http://schemas.openxmlformats.org/officeDocument/2006/relationships/image" Target="../media/image1780.png"/><Relationship Id="rId290" Type="http://schemas.openxmlformats.org/officeDocument/2006/relationships/image" Target="../media/image2860.png"/><Relationship Id="rId304" Type="http://schemas.openxmlformats.org/officeDocument/2006/relationships/image" Target="../media/image2930.png"/><Relationship Id="rId346" Type="http://schemas.openxmlformats.org/officeDocument/2006/relationships/image" Target="../media/image3140.png"/><Relationship Id="rId388" Type="http://schemas.openxmlformats.org/officeDocument/2006/relationships/image" Target="../media/image3350.png"/><Relationship Id="rId85" Type="http://schemas.openxmlformats.org/officeDocument/2006/relationships/image" Target="../media/image10710.png"/><Relationship Id="rId150" Type="http://schemas.openxmlformats.org/officeDocument/2006/relationships/customXml" Target="../ink/ink3395.xml"/><Relationship Id="rId192" Type="http://schemas.openxmlformats.org/officeDocument/2006/relationships/customXml" Target="../ink/ink3416.xml"/><Relationship Id="rId206" Type="http://schemas.openxmlformats.org/officeDocument/2006/relationships/customXml" Target="../ink/ink3423.xml"/><Relationship Id="rId413" Type="http://schemas.openxmlformats.org/officeDocument/2006/relationships/customXml" Target="../ink/ink3527.xml"/><Relationship Id="rId248" Type="http://schemas.openxmlformats.org/officeDocument/2006/relationships/image" Target="../media/image2650.png"/><Relationship Id="rId12" Type="http://schemas.openxmlformats.org/officeDocument/2006/relationships/customXml" Target="../ink/ink3326.xml"/><Relationship Id="rId108" Type="http://schemas.openxmlformats.org/officeDocument/2006/relationships/customXml" Target="../ink/ink3374.xml"/><Relationship Id="rId315" Type="http://schemas.openxmlformats.org/officeDocument/2006/relationships/customXml" Target="../ink/ink3478.xml"/><Relationship Id="rId357" Type="http://schemas.openxmlformats.org/officeDocument/2006/relationships/customXml" Target="../ink/ink3499.xml"/><Relationship Id="rId54" Type="http://schemas.openxmlformats.org/officeDocument/2006/relationships/customXml" Target="../ink/ink3347.xml"/><Relationship Id="rId96" Type="http://schemas.openxmlformats.org/officeDocument/2006/relationships/customXml" Target="../ink/ink3368.xml"/><Relationship Id="rId161" Type="http://schemas.openxmlformats.org/officeDocument/2006/relationships/image" Target="../media/image1890.png"/><Relationship Id="rId217" Type="http://schemas.openxmlformats.org/officeDocument/2006/relationships/image" Target="../media/image2500.png"/><Relationship Id="rId399" Type="http://schemas.openxmlformats.org/officeDocument/2006/relationships/customXml" Target="../ink/ink3520.xml"/><Relationship Id="rId259" Type="http://schemas.openxmlformats.org/officeDocument/2006/relationships/customXml" Target="../ink/ink3450.xml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270" Type="http://schemas.openxmlformats.org/officeDocument/2006/relationships/image" Target="../media/image2760.png"/><Relationship Id="rId326" Type="http://schemas.openxmlformats.org/officeDocument/2006/relationships/image" Target="../media/image3040.png"/><Relationship Id="rId65" Type="http://schemas.openxmlformats.org/officeDocument/2006/relationships/image" Target="../media/image9810.png"/><Relationship Id="rId130" Type="http://schemas.openxmlformats.org/officeDocument/2006/relationships/customXml" Target="../ink/ink3385.xml"/><Relationship Id="rId368" Type="http://schemas.openxmlformats.org/officeDocument/2006/relationships/image" Target="../media/image3250.png"/><Relationship Id="rId172" Type="http://schemas.openxmlformats.org/officeDocument/2006/relationships/customXml" Target="../ink/ink3406.xml"/><Relationship Id="rId228" Type="http://schemas.openxmlformats.org/officeDocument/2006/relationships/image" Target="../media/image2550.png"/><Relationship Id="rId281" Type="http://schemas.openxmlformats.org/officeDocument/2006/relationships/customXml" Target="../ink/ink3461.xml"/><Relationship Id="rId337" Type="http://schemas.openxmlformats.org/officeDocument/2006/relationships/customXml" Target="../ink/ink3489.xml"/><Relationship Id="rId34" Type="http://schemas.openxmlformats.org/officeDocument/2006/relationships/customXml" Target="../ink/ink3337.xml"/><Relationship Id="rId76" Type="http://schemas.openxmlformats.org/officeDocument/2006/relationships/customXml" Target="../ink/ink3358.xml"/><Relationship Id="rId141" Type="http://schemas.openxmlformats.org/officeDocument/2006/relationships/image" Target="../media/image1790.png"/><Relationship Id="rId379" Type="http://schemas.openxmlformats.org/officeDocument/2006/relationships/customXml" Target="../ink/ink3510.xml"/><Relationship Id="rId7" Type="http://schemas.openxmlformats.org/officeDocument/2006/relationships/image" Target="../media/image7110.png"/><Relationship Id="rId183" Type="http://schemas.openxmlformats.org/officeDocument/2006/relationships/image" Target="../media/image2000.png"/><Relationship Id="rId239" Type="http://schemas.openxmlformats.org/officeDocument/2006/relationships/customXml" Target="../ink/ink3440.xml"/><Relationship Id="rId390" Type="http://schemas.openxmlformats.org/officeDocument/2006/relationships/image" Target="../media/image3360.png"/><Relationship Id="rId404" Type="http://schemas.openxmlformats.org/officeDocument/2006/relationships/image" Target="../media/image3430.png"/><Relationship Id="rId250" Type="http://schemas.openxmlformats.org/officeDocument/2006/relationships/image" Target="../media/image2660.png"/><Relationship Id="rId292" Type="http://schemas.openxmlformats.org/officeDocument/2006/relationships/image" Target="../media/image2870.png"/><Relationship Id="rId306" Type="http://schemas.openxmlformats.org/officeDocument/2006/relationships/image" Target="../media/image2940.png"/><Relationship Id="rId45" Type="http://schemas.openxmlformats.org/officeDocument/2006/relationships/image" Target="../media/image8910.png"/><Relationship Id="rId87" Type="http://schemas.openxmlformats.org/officeDocument/2006/relationships/image" Target="../media/image10810.png"/><Relationship Id="rId110" Type="http://schemas.openxmlformats.org/officeDocument/2006/relationships/customXml" Target="../ink/ink3375.xml"/><Relationship Id="rId348" Type="http://schemas.openxmlformats.org/officeDocument/2006/relationships/image" Target="../media/image3150.png"/><Relationship Id="rId152" Type="http://schemas.openxmlformats.org/officeDocument/2006/relationships/customXml" Target="../ink/ink3396.xml"/><Relationship Id="rId194" Type="http://schemas.openxmlformats.org/officeDocument/2006/relationships/customXml" Target="../ink/ink3417.xml"/><Relationship Id="rId208" Type="http://schemas.openxmlformats.org/officeDocument/2006/relationships/customXml" Target="../ink/ink3424.xml"/><Relationship Id="rId415" Type="http://schemas.openxmlformats.org/officeDocument/2006/relationships/customXml" Target="../ink/ink3528.xml"/><Relationship Id="rId261" Type="http://schemas.openxmlformats.org/officeDocument/2006/relationships/customXml" Target="../ink/ink3451.xml"/><Relationship Id="rId14" Type="http://schemas.openxmlformats.org/officeDocument/2006/relationships/customXml" Target="../ink/ink3327.xml"/><Relationship Id="rId56" Type="http://schemas.openxmlformats.org/officeDocument/2006/relationships/customXml" Target="../ink/ink3348.xml"/><Relationship Id="rId317" Type="http://schemas.openxmlformats.org/officeDocument/2006/relationships/customXml" Target="../ink/ink3479.xml"/><Relationship Id="rId359" Type="http://schemas.openxmlformats.org/officeDocument/2006/relationships/customXml" Target="../ink/ink3500.xml"/><Relationship Id="rId98" Type="http://schemas.openxmlformats.org/officeDocument/2006/relationships/customXml" Target="../ink/ink3369.xml"/><Relationship Id="rId121" Type="http://schemas.openxmlformats.org/officeDocument/2006/relationships/image" Target="../media/image1700.png"/><Relationship Id="rId163" Type="http://schemas.openxmlformats.org/officeDocument/2006/relationships/image" Target="../media/image1900.png"/><Relationship Id="rId219" Type="http://schemas.openxmlformats.org/officeDocument/2006/relationships/image" Target="../media/image2511.png"/><Relationship Id="rId370" Type="http://schemas.openxmlformats.org/officeDocument/2006/relationships/image" Target="../media/image3260.png"/><Relationship Id="rId230" Type="http://schemas.openxmlformats.org/officeDocument/2006/relationships/image" Target="../media/image2560.png"/><Relationship Id="rId25" Type="http://schemas.openxmlformats.org/officeDocument/2006/relationships/image" Target="../media/image7910.png"/><Relationship Id="rId67" Type="http://schemas.openxmlformats.org/officeDocument/2006/relationships/image" Target="../media/image9910.png"/><Relationship Id="rId272" Type="http://schemas.openxmlformats.org/officeDocument/2006/relationships/image" Target="../media/image2770.png"/><Relationship Id="rId328" Type="http://schemas.openxmlformats.org/officeDocument/2006/relationships/image" Target="../media/image3050.png"/><Relationship Id="rId132" Type="http://schemas.openxmlformats.org/officeDocument/2006/relationships/customXml" Target="../ink/ink3386.xml"/><Relationship Id="rId174" Type="http://schemas.openxmlformats.org/officeDocument/2006/relationships/customXml" Target="../ink/ink3407.xml"/><Relationship Id="rId381" Type="http://schemas.openxmlformats.org/officeDocument/2006/relationships/customXml" Target="../ink/ink3511.xml"/><Relationship Id="rId241" Type="http://schemas.openxmlformats.org/officeDocument/2006/relationships/customXml" Target="../ink/ink3441.xml"/><Relationship Id="rId36" Type="http://schemas.openxmlformats.org/officeDocument/2006/relationships/customXml" Target="../ink/ink3338.xml"/><Relationship Id="rId283" Type="http://schemas.openxmlformats.org/officeDocument/2006/relationships/customXml" Target="../ink/ink3462.xml"/><Relationship Id="rId339" Type="http://schemas.openxmlformats.org/officeDocument/2006/relationships/customXml" Target="../ink/ink3490.xml"/><Relationship Id="rId78" Type="http://schemas.openxmlformats.org/officeDocument/2006/relationships/customXml" Target="../ink/ink3359.xml"/><Relationship Id="rId101" Type="http://schemas.openxmlformats.org/officeDocument/2006/relationships/image" Target="../media/image1600.png"/><Relationship Id="rId143" Type="http://schemas.openxmlformats.org/officeDocument/2006/relationships/image" Target="../media/image1800.png"/><Relationship Id="rId185" Type="http://schemas.openxmlformats.org/officeDocument/2006/relationships/image" Target="../media/image2340.png"/><Relationship Id="rId350" Type="http://schemas.openxmlformats.org/officeDocument/2006/relationships/image" Target="../media/image3160.png"/><Relationship Id="rId406" Type="http://schemas.openxmlformats.org/officeDocument/2006/relationships/image" Target="../media/image3440.png"/><Relationship Id="rId9" Type="http://schemas.openxmlformats.org/officeDocument/2006/relationships/image" Target="../media/image2810.png"/><Relationship Id="rId210" Type="http://schemas.openxmlformats.org/officeDocument/2006/relationships/customXml" Target="../ink/ink3425.xml"/><Relationship Id="rId392" Type="http://schemas.openxmlformats.org/officeDocument/2006/relationships/image" Target="../media/image3370.png"/><Relationship Id="rId252" Type="http://schemas.openxmlformats.org/officeDocument/2006/relationships/image" Target="../media/image2670.png"/><Relationship Id="rId294" Type="http://schemas.openxmlformats.org/officeDocument/2006/relationships/image" Target="../media/image2880.png"/><Relationship Id="rId308" Type="http://schemas.openxmlformats.org/officeDocument/2006/relationships/image" Target="../media/image2950.png"/><Relationship Id="rId47" Type="http://schemas.openxmlformats.org/officeDocument/2006/relationships/image" Target="../media/image9010.png"/><Relationship Id="rId89" Type="http://schemas.openxmlformats.org/officeDocument/2006/relationships/image" Target="../media/image10910.png"/><Relationship Id="rId112" Type="http://schemas.openxmlformats.org/officeDocument/2006/relationships/customXml" Target="../ink/ink3376.xml"/><Relationship Id="rId154" Type="http://schemas.openxmlformats.org/officeDocument/2006/relationships/customXml" Target="../ink/ink3397.xml"/><Relationship Id="rId361" Type="http://schemas.openxmlformats.org/officeDocument/2006/relationships/customXml" Target="../ink/ink3501.xml"/><Relationship Id="rId196" Type="http://schemas.openxmlformats.org/officeDocument/2006/relationships/customXml" Target="../ink/ink3418.xml"/><Relationship Id="rId417" Type="http://schemas.openxmlformats.org/officeDocument/2006/relationships/customXml" Target="../ink/ink3529.xml"/><Relationship Id="rId16" Type="http://schemas.openxmlformats.org/officeDocument/2006/relationships/customXml" Target="../ink/ink3328.xml"/><Relationship Id="rId221" Type="http://schemas.openxmlformats.org/officeDocument/2006/relationships/image" Target="../media/image2520.png"/><Relationship Id="rId263" Type="http://schemas.openxmlformats.org/officeDocument/2006/relationships/customXml" Target="../ink/ink3452.xml"/><Relationship Id="rId319" Type="http://schemas.openxmlformats.org/officeDocument/2006/relationships/customXml" Target="../ink/ink3480.xml"/><Relationship Id="rId58" Type="http://schemas.openxmlformats.org/officeDocument/2006/relationships/customXml" Target="../ink/ink3349.xml"/><Relationship Id="rId123" Type="http://schemas.openxmlformats.org/officeDocument/2006/relationships/image" Target="../media/image1710.png"/><Relationship Id="rId330" Type="http://schemas.openxmlformats.org/officeDocument/2006/relationships/image" Target="../media/image3060.png"/><Relationship Id="rId165" Type="http://schemas.openxmlformats.org/officeDocument/2006/relationships/image" Target="../media/image1910.png"/><Relationship Id="rId372" Type="http://schemas.openxmlformats.org/officeDocument/2006/relationships/image" Target="../media/image3270.png"/><Relationship Id="rId232" Type="http://schemas.openxmlformats.org/officeDocument/2006/relationships/image" Target="../media/image2570.png"/><Relationship Id="rId274" Type="http://schemas.openxmlformats.org/officeDocument/2006/relationships/image" Target="../media/image2780.png"/><Relationship Id="rId27" Type="http://schemas.openxmlformats.org/officeDocument/2006/relationships/image" Target="../media/image8010.png"/><Relationship Id="rId69" Type="http://schemas.openxmlformats.org/officeDocument/2006/relationships/image" Target="../media/image10010.png"/><Relationship Id="rId134" Type="http://schemas.openxmlformats.org/officeDocument/2006/relationships/customXml" Target="../ink/ink3387.xml"/><Relationship Id="rId80" Type="http://schemas.openxmlformats.org/officeDocument/2006/relationships/customXml" Target="../ink/ink3360.xml"/><Relationship Id="rId176" Type="http://schemas.openxmlformats.org/officeDocument/2006/relationships/customXml" Target="../ink/ink3408.xml"/><Relationship Id="rId341" Type="http://schemas.openxmlformats.org/officeDocument/2006/relationships/customXml" Target="../ink/ink3491.xml"/><Relationship Id="rId383" Type="http://schemas.openxmlformats.org/officeDocument/2006/relationships/customXml" Target="../ink/ink3512.xml"/><Relationship Id="rId201" Type="http://schemas.openxmlformats.org/officeDocument/2006/relationships/image" Target="../media/image2420.png"/><Relationship Id="rId222" Type="http://schemas.openxmlformats.org/officeDocument/2006/relationships/customXml" Target="../ink/ink3431.xml"/><Relationship Id="rId243" Type="http://schemas.openxmlformats.org/officeDocument/2006/relationships/customXml" Target="../ink/ink3442.xml"/><Relationship Id="rId264" Type="http://schemas.openxmlformats.org/officeDocument/2006/relationships/image" Target="../media/image2730.png"/><Relationship Id="rId285" Type="http://schemas.openxmlformats.org/officeDocument/2006/relationships/customXml" Target="../ink/ink3463.xml"/><Relationship Id="rId17" Type="http://schemas.openxmlformats.org/officeDocument/2006/relationships/image" Target="../media/image7510.png"/><Relationship Id="rId38" Type="http://schemas.openxmlformats.org/officeDocument/2006/relationships/customXml" Target="../ink/ink3339.xml"/><Relationship Id="rId59" Type="http://schemas.openxmlformats.org/officeDocument/2006/relationships/image" Target="../media/image5310.png"/><Relationship Id="rId103" Type="http://schemas.openxmlformats.org/officeDocument/2006/relationships/image" Target="../media/image1610.png"/><Relationship Id="rId124" Type="http://schemas.openxmlformats.org/officeDocument/2006/relationships/customXml" Target="../ink/ink3382.xml"/><Relationship Id="rId310" Type="http://schemas.openxmlformats.org/officeDocument/2006/relationships/image" Target="../media/image2960.png"/><Relationship Id="rId70" Type="http://schemas.openxmlformats.org/officeDocument/2006/relationships/customXml" Target="../ink/ink3355.xml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66" Type="http://schemas.openxmlformats.org/officeDocument/2006/relationships/customXml" Target="../ink/ink3403.xml"/><Relationship Id="rId187" Type="http://schemas.openxmlformats.org/officeDocument/2006/relationships/image" Target="../media/image2350.png"/><Relationship Id="rId331" Type="http://schemas.openxmlformats.org/officeDocument/2006/relationships/customXml" Target="../ink/ink3486.xml"/><Relationship Id="rId352" Type="http://schemas.openxmlformats.org/officeDocument/2006/relationships/image" Target="../media/image3170.png"/><Relationship Id="rId373" Type="http://schemas.openxmlformats.org/officeDocument/2006/relationships/customXml" Target="../ink/ink3507.xml"/><Relationship Id="rId394" Type="http://schemas.openxmlformats.org/officeDocument/2006/relationships/image" Target="../media/image3380.png"/><Relationship Id="rId408" Type="http://schemas.openxmlformats.org/officeDocument/2006/relationships/image" Target="../media/image345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426.xml"/><Relationship Id="rId233" Type="http://schemas.openxmlformats.org/officeDocument/2006/relationships/customXml" Target="../ink/ink3437.xml"/><Relationship Id="rId254" Type="http://schemas.openxmlformats.org/officeDocument/2006/relationships/image" Target="../media/image2680.png"/><Relationship Id="rId28" Type="http://schemas.openxmlformats.org/officeDocument/2006/relationships/customXml" Target="../ink/ink3334.xml"/><Relationship Id="rId49" Type="http://schemas.openxmlformats.org/officeDocument/2006/relationships/image" Target="../media/image9110.png"/><Relationship Id="rId114" Type="http://schemas.openxmlformats.org/officeDocument/2006/relationships/customXml" Target="../ink/ink3377.xml"/><Relationship Id="rId275" Type="http://schemas.openxmlformats.org/officeDocument/2006/relationships/customXml" Target="../ink/ink3458.xml"/><Relationship Id="rId296" Type="http://schemas.openxmlformats.org/officeDocument/2006/relationships/image" Target="../media/image2890.png"/><Relationship Id="rId300" Type="http://schemas.openxmlformats.org/officeDocument/2006/relationships/image" Target="../media/image2911.png"/><Relationship Id="rId60" Type="http://schemas.openxmlformats.org/officeDocument/2006/relationships/customXml" Target="../ink/ink3350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3398.xml"/><Relationship Id="rId177" Type="http://schemas.openxmlformats.org/officeDocument/2006/relationships/image" Target="../media/image1970.png"/><Relationship Id="rId198" Type="http://schemas.openxmlformats.org/officeDocument/2006/relationships/customXml" Target="../ink/ink3419.xml"/><Relationship Id="rId321" Type="http://schemas.openxmlformats.org/officeDocument/2006/relationships/customXml" Target="../ink/ink3481.xml"/><Relationship Id="rId342" Type="http://schemas.openxmlformats.org/officeDocument/2006/relationships/image" Target="../media/image3120.png"/><Relationship Id="rId363" Type="http://schemas.openxmlformats.org/officeDocument/2006/relationships/customXml" Target="../ink/ink3502.xml"/><Relationship Id="rId384" Type="http://schemas.openxmlformats.org/officeDocument/2006/relationships/image" Target="../media/image3330.png"/><Relationship Id="rId202" Type="http://schemas.openxmlformats.org/officeDocument/2006/relationships/customXml" Target="../ink/ink3421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3329.xml"/><Relationship Id="rId39" Type="http://schemas.openxmlformats.org/officeDocument/2006/relationships/image" Target="../media/image8610.png"/><Relationship Id="rId265" Type="http://schemas.openxmlformats.org/officeDocument/2006/relationships/customXml" Target="../ink/ink3453.xml"/><Relationship Id="rId286" Type="http://schemas.openxmlformats.org/officeDocument/2006/relationships/image" Target="../media/image2840.png"/><Relationship Id="rId50" Type="http://schemas.openxmlformats.org/officeDocument/2006/relationships/customXml" Target="../ink/ink3345.xml"/><Relationship Id="rId104" Type="http://schemas.openxmlformats.org/officeDocument/2006/relationships/customXml" Target="../ink/ink3372.xml"/><Relationship Id="rId125" Type="http://schemas.openxmlformats.org/officeDocument/2006/relationships/image" Target="../media/image1720.png"/><Relationship Id="rId146" Type="http://schemas.openxmlformats.org/officeDocument/2006/relationships/customXml" Target="../ink/ink3393.xml"/><Relationship Id="rId167" Type="http://schemas.openxmlformats.org/officeDocument/2006/relationships/image" Target="../media/image1920.png"/><Relationship Id="rId188" Type="http://schemas.openxmlformats.org/officeDocument/2006/relationships/customXml" Target="../ink/ink3414.xml"/><Relationship Id="rId311" Type="http://schemas.openxmlformats.org/officeDocument/2006/relationships/customXml" Target="../ink/ink3476.xml"/><Relationship Id="rId332" Type="http://schemas.openxmlformats.org/officeDocument/2006/relationships/image" Target="../media/image3070.png"/><Relationship Id="rId353" Type="http://schemas.openxmlformats.org/officeDocument/2006/relationships/customXml" Target="../ink/ink3497.xml"/><Relationship Id="rId374" Type="http://schemas.openxmlformats.org/officeDocument/2006/relationships/image" Target="../media/image3280.png"/><Relationship Id="rId395" Type="http://schemas.openxmlformats.org/officeDocument/2006/relationships/customXml" Target="../ink/ink3518.xml"/><Relationship Id="rId409" Type="http://schemas.openxmlformats.org/officeDocument/2006/relationships/customXml" Target="../ink/ink3525.xml"/><Relationship Id="rId71" Type="http://schemas.openxmlformats.org/officeDocument/2006/relationships/image" Target="../media/image5910.png"/><Relationship Id="rId92" Type="http://schemas.openxmlformats.org/officeDocument/2006/relationships/customXml" Target="../ink/ink3366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3321.xml"/><Relationship Id="rId29" Type="http://schemas.openxmlformats.org/officeDocument/2006/relationships/image" Target="../media/image8110.png"/><Relationship Id="rId255" Type="http://schemas.openxmlformats.org/officeDocument/2006/relationships/customXml" Target="../ink/ink3448.xml"/><Relationship Id="rId276" Type="http://schemas.openxmlformats.org/officeDocument/2006/relationships/image" Target="../media/image2790.png"/><Relationship Id="rId297" Type="http://schemas.openxmlformats.org/officeDocument/2006/relationships/customXml" Target="../ink/ink3469.xml"/><Relationship Id="rId40" Type="http://schemas.openxmlformats.org/officeDocument/2006/relationships/customXml" Target="../ink/ink3340.xml"/><Relationship Id="rId115" Type="http://schemas.openxmlformats.org/officeDocument/2006/relationships/image" Target="../media/image1670.png"/><Relationship Id="rId136" Type="http://schemas.openxmlformats.org/officeDocument/2006/relationships/customXml" Target="../ink/ink3388.xml"/><Relationship Id="rId157" Type="http://schemas.openxmlformats.org/officeDocument/2006/relationships/image" Target="../media/image1870.png"/><Relationship Id="rId178" Type="http://schemas.openxmlformats.org/officeDocument/2006/relationships/customXml" Target="../ink/ink3409.xml"/><Relationship Id="rId301" Type="http://schemas.openxmlformats.org/officeDocument/2006/relationships/customXml" Target="../ink/ink3471.xml"/><Relationship Id="rId322" Type="http://schemas.openxmlformats.org/officeDocument/2006/relationships/image" Target="../media/image3020.png"/><Relationship Id="rId343" Type="http://schemas.openxmlformats.org/officeDocument/2006/relationships/customXml" Target="../ink/ink3492.xml"/><Relationship Id="rId364" Type="http://schemas.openxmlformats.org/officeDocument/2006/relationships/image" Target="../media/image3230.png"/><Relationship Id="rId61" Type="http://schemas.openxmlformats.org/officeDocument/2006/relationships/image" Target="../media/image9610.png"/><Relationship Id="rId82" Type="http://schemas.openxmlformats.org/officeDocument/2006/relationships/customXml" Target="../ink/ink3361.xml"/><Relationship Id="rId199" Type="http://schemas.openxmlformats.org/officeDocument/2006/relationships/image" Target="../media/image2410.png"/><Relationship Id="rId203" Type="http://schemas.openxmlformats.org/officeDocument/2006/relationships/image" Target="../media/image2430.png"/><Relationship Id="rId385" Type="http://schemas.openxmlformats.org/officeDocument/2006/relationships/customXml" Target="../ink/ink3513.xml"/><Relationship Id="rId19" Type="http://schemas.openxmlformats.org/officeDocument/2006/relationships/image" Target="../media/image7610.png"/><Relationship Id="rId224" Type="http://schemas.openxmlformats.org/officeDocument/2006/relationships/customXml" Target="../ink/ink3432.xml"/><Relationship Id="rId245" Type="http://schemas.openxmlformats.org/officeDocument/2006/relationships/customXml" Target="../ink/ink3443.xml"/><Relationship Id="rId266" Type="http://schemas.openxmlformats.org/officeDocument/2006/relationships/image" Target="../media/image2740.png"/><Relationship Id="rId287" Type="http://schemas.openxmlformats.org/officeDocument/2006/relationships/customXml" Target="../ink/ink3464.xml"/><Relationship Id="rId410" Type="http://schemas.openxmlformats.org/officeDocument/2006/relationships/image" Target="../media/image3460.png"/><Relationship Id="rId30" Type="http://schemas.openxmlformats.org/officeDocument/2006/relationships/customXml" Target="../ink/ink3335.xml"/><Relationship Id="rId105" Type="http://schemas.openxmlformats.org/officeDocument/2006/relationships/image" Target="../media/image1620.png"/><Relationship Id="rId126" Type="http://schemas.openxmlformats.org/officeDocument/2006/relationships/customXml" Target="../ink/ink3383.xml"/><Relationship Id="rId147" Type="http://schemas.openxmlformats.org/officeDocument/2006/relationships/image" Target="../media/image1820.png"/><Relationship Id="rId168" Type="http://schemas.openxmlformats.org/officeDocument/2006/relationships/customXml" Target="../ink/ink3404.xml"/><Relationship Id="rId312" Type="http://schemas.openxmlformats.org/officeDocument/2006/relationships/image" Target="../media/image2970.png"/><Relationship Id="rId333" Type="http://schemas.openxmlformats.org/officeDocument/2006/relationships/customXml" Target="../ink/ink3487.xml"/><Relationship Id="rId354" Type="http://schemas.openxmlformats.org/officeDocument/2006/relationships/image" Target="../media/image3180.png"/><Relationship Id="rId51" Type="http://schemas.openxmlformats.org/officeDocument/2006/relationships/image" Target="../media/image9210.png"/><Relationship Id="rId72" Type="http://schemas.openxmlformats.org/officeDocument/2006/relationships/customXml" Target="../ink/ink3356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75" Type="http://schemas.openxmlformats.org/officeDocument/2006/relationships/customXml" Target="../ink/ink3508.xml"/><Relationship Id="rId396" Type="http://schemas.openxmlformats.org/officeDocument/2006/relationships/image" Target="../media/image3390.png"/><Relationship Id="rId3" Type="http://schemas.openxmlformats.org/officeDocument/2006/relationships/image" Target="../media/image2510.png"/><Relationship Id="rId214" Type="http://schemas.openxmlformats.org/officeDocument/2006/relationships/customXml" Target="../ink/ink3427.xml"/><Relationship Id="rId235" Type="http://schemas.openxmlformats.org/officeDocument/2006/relationships/customXml" Target="../ink/ink3438.xml"/><Relationship Id="rId256" Type="http://schemas.openxmlformats.org/officeDocument/2006/relationships/image" Target="../media/image2690.png"/><Relationship Id="rId277" Type="http://schemas.openxmlformats.org/officeDocument/2006/relationships/customXml" Target="../ink/ink3459.xml"/><Relationship Id="rId298" Type="http://schemas.openxmlformats.org/officeDocument/2006/relationships/image" Target="../media/image2900.png"/><Relationship Id="rId400" Type="http://schemas.openxmlformats.org/officeDocument/2006/relationships/image" Target="../media/image3411.png"/><Relationship Id="rId116" Type="http://schemas.openxmlformats.org/officeDocument/2006/relationships/customXml" Target="../ink/ink3378.xml"/><Relationship Id="rId137" Type="http://schemas.openxmlformats.org/officeDocument/2006/relationships/image" Target="../media/image1770.png"/><Relationship Id="rId158" Type="http://schemas.openxmlformats.org/officeDocument/2006/relationships/customXml" Target="../ink/ink3399.xml"/><Relationship Id="rId302" Type="http://schemas.openxmlformats.org/officeDocument/2006/relationships/image" Target="../media/image2920.png"/><Relationship Id="rId323" Type="http://schemas.openxmlformats.org/officeDocument/2006/relationships/customXml" Target="../ink/ink3482.xml"/><Relationship Id="rId344" Type="http://schemas.openxmlformats.org/officeDocument/2006/relationships/image" Target="../media/image3130.png"/><Relationship Id="rId20" Type="http://schemas.openxmlformats.org/officeDocument/2006/relationships/customXml" Target="../ink/ink3330.xml"/><Relationship Id="rId41" Type="http://schemas.openxmlformats.org/officeDocument/2006/relationships/image" Target="../media/image8710.png"/><Relationship Id="rId62" Type="http://schemas.openxmlformats.org/officeDocument/2006/relationships/customXml" Target="../ink/ink3351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365" Type="http://schemas.openxmlformats.org/officeDocument/2006/relationships/customXml" Target="../ink/ink3503.xml"/><Relationship Id="rId386" Type="http://schemas.openxmlformats.org/officeDocument/2006/relationships/image" Target="../media/image3340.png"/><Relationship Id="rId190" Type="http://schemas.openxmlformats.org/officeDocument/2006/relationships/customXml" Target="../ink/ink3415.xml"/><Relationship Id="rId204" Type="http://schemas.openxmlformats.org/officeDocument/2006/relationships/customXml" Target="../ink/ink3422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267" Type="http://schemas.openxmlformats.org/officeDocument/2006/relationships/customXml" Target="../ink/ink3454.xml"/><Relationship Id="rId288" Type="http://schemas.openxmlformats.org/officeDocument/2006/relationships/image" Target="../media/image2850.png"/><Relationship Id="rId411" Type="http://schemas.openxmlformats.org/officeDocument/2006/relationships/customXml" Target="../ink/ink3526.xml"/><Relationship Id="rId106" Type="http://schemas.openxmlformats.org/officeDocument/2006/relationships/customXml" Target="../ink/ink3373.xml"/><Relationship Id="rId127" Type="http://schemas.openxmlformats.org/officeDocument/2006/relationships/image" Target="../media/image1730.png"/><Relationship Id="rId313" Type="http://schemas.openxmlformats.org/officeDocument/2006/relationships/customXml" Target="../ink/ink3477.xml"/><Relationship Id="rId10" Type="http://schemas.openxmlformats.org/officeDocument/2006/relationships/customXml" Target="../ink/ink3325.xml"/><Relationship Id="rId31" Type="http://schemas.openxmlformats.org/officeDocument/2006/relationships/image" Target="../media/image8210.png"/><Relationship Id="rId52" Type="http://schemas.openxmlformats.org/officeDocument/2006/relationships/customXml" Target="../ink/ink3346.xml"/><Relationship Id="rId73" Type="http://schemas.openxmlformats.org/officeDocument/2006/relationships/image" Target="../media/image10110.png"/><Relationship Id="rId94" Type="http://schemas.openxmlformats.org/officeDocument/2006/relationships/customXml" Target="../ink/ink3367.xml"/><Relationship Id="rId148" Type="http://schemas.openxmlformats.org/officeDocument/2006/relationships/customXml" Target="../ink/ink3394.xml"/><Relationship Id="rId169" Type="http://schemas.openxmlformats.org/officeDocument/2006/relationships/image" Target="../media/image1930.png"/><Relationship Id="rId334" Type="http://schemas.openxmlformats.org/officeDocument/2006/relationships/image" Target="../media/image3080.png"/><Relationship Id="rId355" Type="http://schemas.openxmlformats.org/officeDocument/2006/relationships/customXml" Target="../ink/ink3498.xml"/><Relationship Id="rId376" Type="http://schemas.openxmlformats.org/officeDocument/2006/relationships/image" Target="../media/image3290.png"/><Relationship Id="rId397" Type="http://schemas.openxmlformats.org/officeDocument/2006/relationships/customXml" Target="../ink/ink3519.xml"/><Relationship Id="rId4" Type="http://schemas.openxmlformats.org/officeDocument/2006/relationships/customXml" Target="../ink/ink3322.xml"/><Relationship Id="rId180" Type="http://schemas.openxmlformats.org/officeDocument/2006/relationships/customXml" Target="../ink/ink3410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57" Type="http://schemas.openxmlformats.org/officeDocument/2006/relationships/customXml" Target="../ink/ink3449.xml"/><Relationship Id="rId278" Type="http://schemas.openxmlformats.org/officeDocument/2006/relationships/image" Target="../media/image2800.png"/><Relationship Id="rId401" Type="http://schemas.openxmlformats.org/officeDocument/2006/relationships/customXml" Target="../ink/ink3521.xml"/><Relationship Id="rId303" Type="http://schemas.openxmlformats.org/officeDocument/2006/relationships/customXml" Target="../ink/ink3472.xml"/><Relationship Id="rId42" Type="http://schemas.openxmlformats.org/officeDocument/2006/relationships/customXml" Target="../ink/ink3341.xml"/><Relationship Id="rId84" Type="http://schemas.openxmlformats.org/officeDocument/2006/relationships/customXml" Target="../ink/ink3362.xml"/><Relationship Id="rId138" Type="http://schemas.openxmlformats.org/officeDocument/2006/relationships/customXml" Target="../ink/ink3389.xml"/><Relationship Id="rId345" Type="http://schemas.openxmlformats.org/officeDocument/2006/relationships/customXml" Target="../ink/ink3493.xml"/><Relationship Id="rId387" Type="http://schemas.openxmlformats.org/officeDocument/2006/relationships/customXml" Target="../ink/ink3514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47" Type="http://schemas.openxmlformats.org/officeDocument/2006/relationships/customXml" Target="../ink/ink3444.xml"/><Relationship Id="rId412" Type="http://schemas.openxmlformats.org/officeDocument/2006/relationships/image" Target="../media/image3470.png"/><Relationship Id="rId107" Type="http://schemas.openxmlformats.org/officeDocument/2006/relationships/image" Target="../media/image1630.png"/><Relationship Id="rId289" Type="http://schemas.openxmlformats.org/officeDocument/2006/relationships/customXml" Target="../ink/ink3465.xml"/><Relationship Id="rId11" Type="http://schemas.openxmlformats.org/officeDocument/2006/relationships/image" Target="../media/image7210.png"/><Relationship Id="rId53" Type="http://schemas.openxmlformats.org/officeDocument/2006/relationships/image" Target="../media/image9310.png"/><Relationship Id="rId149" Type="http://schemas.openxmlformats.org/officeDocument/2006/relationships/image" Target="../media/image1830.png"/><Relationship Id="rId314" Type="http://schemas.openxmlformats.org/officeDocument/2006/relationships/image" Target="../media/image2980.png"/><Relationship Id="rId356" Type="http://schemas.openxmlformats.org/officeDocument/2006/relationships/image" Target="../media/image3190.png"/><Relationship Id="rId398" Type="http://schemas.openxmlformats.org/officeDocument/2006/relationships/image" Target="../media/image3400.png"/><Relationship Id="rId95" Type="http://schemas.openxmlformats.org/officeDocument/2006/relationships/image" Target="../media/image1570.png"/><Relationship Id="rId160" Type="http://schemas.openxmlformats.org/officeDocument/2006/relationships/customXml" Target="../ink/ink3400.xml"/><Relationship Id="rId216" Type="http://schemas.openxmlformats.org/officeDocument/2006/relationships/customXml" Target="../ink/ink3428.xml"/><Relationship Id="rId258" Type="http://schemas.openxmlformats.org/officeDocument/2006/relationships/image" Target="../media/image2700.png"/><Relationship Id="rId22" Type="http://schemas.openxmlformats.org/officeDocument/2006/relationships/customXml" Target="../ink/ink3331.xml"/><Relationship Id="rId64" Type="http://schemas.openxmlformats.org/officeDocument/2006/relationships/customXml" Target="../ink/ink3352.xml"/><Relationship Id="rId118" Type="http://schemas.openxmlformats.org/officeDocument/2006/relationships/customXml" Target="../ink/ink3379.xml"/><Relationship Id="rId325" Type="http://schemas.openxmlformats.org/officeDocument/2006/relationships/customXml" Target="../ink/ink3483.xml"/><Relationship Id="rId367" Type="http://schemas.openxmlformats.org/officeDocument/2006/relationships/customXml" Target="../ink/ink3504.xml"/><Relationship Id="rId171" Type="http://schemas.openxmlformats.org/officeDocument/2006/relationships/image" Target="../media/image1940.png"/><Relationship Id="rId227" Type="http://schemas.openxmlformats.org/officeDocument/2006/relationships/customXml" Target="../ink/ink3434.xml"/><Relationship Id="rId269" Type="http://schemas.openxmlformats.org/officeDocument/2006/relationships/customXml" Target="../ink/ink3455.xml"/><Relationship Id="rId33" Type="http://schemas.openxmlformats.org/officeDocument/2006/relationships/image" Target="../media/image8310.png"/><Relationship Id="rId129" Type="http://schemas.openxmlformats.org/officeDocument/2006/relationships/image" Target="../media/image12910.png"/><Relationship Id="rId280" Type="http://schemas.openxmlformats.org/officeDocument/2006/relationships/image" Target="../media/image2811.png"/><Relationship Id="rId336" Type="http://schemas.openxmlformats.org/officeDocument/2006/relationships/image" Target="../media/image3090.png"/><Relationship Id="rId75" Type="http://schemas.openxmlformats.org/officeDocument/2006/relationships/image" Target="../media/image10210.png"/><Relationship Id="rId140" Type="http://schemas.openxmlformats.org/officeDocument/2006/relationships/customXml" Target="../ink/ink3390.xml"/><Relationship Id="rId182" Type="http://schemas.openxmlformats.org/officeDocument/2006/relationships/customXml" Target="../ink/ink3411.xml"/><Relationship Id="rId378" Type="http://schemas.openxmlformats.org/officeDocument/2006/relationships/image" Target="../media/image3300.png"/><Relationship Id="rId403" Type="http://schemas.openxmlformats.org/officeDocument/2006/relationships/customXml" Target="../ink/ink3522.xml"/><Relationship Id="rId6" Type="http://schemas.openxmlformats.org/officeDocument/2006/relationships/customXml" Target="../ink/ink3323.xml"/><Relationship Id="rId238" Type="http://schemas.openxmlformats.org/officeDocument/2006/relationships/image" Target="../media/image2600.png"/><Relationship Id="rId291" Type="http://schemas.openxmlformats.org/officeDocument/2006/relationships/customXml" Target="../ink/ink3466.xml"/><Relationship Id="rId305" Type="http://schemas.openxmlformats.org/officeDocument/2006/relationships/customXml" Target="../ink/ink3473.xml"/><Relationship Id="rId347" Type="http://schemas.openxmlformats.org/officeDocument/2006/relationships/customXml" Target="../ink/ink3494.xml"/><Relationship Id="rId44" Type="http://schemas.openxmlformats.org/officeDocument/2006/relationships/customXml" Target="../ink/ink3342.xml"/><Relationship Id="rId86" Type="http://schemas.openxmlformats.org/officeDocument/2006/relationships/customXml" Target="../ink/ink3363.xml"/><Relationship Id="rId151" Type="http://schemas.openxmlformats.org/officeDocument/2006/relationships/image" Target="../media/image1840.png"/><Relationship Id="rId389" Type="http://schemas.openxmlformats.org/officeDocument/2006/relationships/customXml" Target="../ink/ink3515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49" Type="http://schemas.openxmlformats.org/officeDocument/2006/relationships/customXml" Target="../ink/ink3445.xml"/><Relationship Id="rId414" Type="http://schemas.openxmlformats.org/officeDocument/2006/relationships/image" Target="../media/image3480.png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260" Type="http://schemas.openxmlformats.org/officeDocument/2006/relationships/image" Target="../media/image2711.png"/><Relationship Id="rId316" Type="http://schemas.openxmlformats.org/officeDocument/2006/relationships/image" Target="../media/image2990.png"/><Relationship Id="rId55" Type="http://schemas.openxmlformats.org/officeDocument/2006/relationships/image" Target="../media/image9410.png"/><Relationship Id="rId97" Type="http://schemas.openxmlformats.org/officeDocument/2006/relationships/image" Target="../media/image1580.png"/><Relationship Id="rId120" Type="http://schemas.openxmlformats.org/officeDocument/2006/relationships/customXml" Target="../ink/ink3380.xml"/><Relationship Id="rId358" Type="http://schemas.openxmlformats.org/officeDocument/2006/relationships/image" Target="../media/image3200.png"/><Relationship Id="rId162" Type="http://schemas.openxmlformats.org/officeDocument/2006/relationships/customXml" Target="../ink/ink3401.xml"/><Relationship Id="rId218" Type="http://schemas.openxmlformats.org/officeDocument/2006/relationships/customXml" Target="../ink/ink3429.xml"/><Relationship Id="rId271" Type="http://schemas.openxmlformats.org/officeDocument/2006/relationships/customXml" Target="../ink/ink3456.xml"/><Relationship Id="rId24" Type="http://schemas.openxmlformats.org/officeDocument/2006/relationships/customXml" Target="../ink/ink3332.xml"/><Relationship Id="rId66" Type="http://schemas.openxmlformats.org/officeDocument/2006/relationships/customXml" Target="../ink/ink3353.xml"/><Relationship Id="rId131" Type="http://schemas.openxmlformats.org/officeDocument/2006/relationships/image" Target="../media/image1740.png"/><Relationship Id="rId327" Type="http://schemas.openxmlformats.org/officeDocument/2006/relationships/customXml" Target="../ink/ink3484.xml"/><Relationship Id="rId369" Type="http://schemas.openxmlformats.org/officeDocument/2006/relationships/customXml" Target="../ink/ink3505.xml"/><Relationship Id="rId173" Type="http://schemas.openxmlformats.org/officeDocument/2006/relationships/image" Target="../media/image1950.png"/><Relationship Id="rId229" Type="http://schemas.openxmlformats.org/officeDocument/2006/relationships/customXml" Target="../ink/ink3435.xml"/><Relationship Id="rId380" Type="http://schemas.openxmlformats.org/officeDocument/2006/relationships/image" Target="../media/image3311.png"/><Relationship Id="rId240" Type="http://schemas.openxmlformats.org/officeDocument/2006/relationships/image" Target="../media/image2611.png"/><Relationship Id="rId35" Type="http://schemas.openxmlformats.org/officeDocument/2006/relationships/image" Target="../media/image8410.png"/><Relationship Id="rId77" Type="http://schemas.openxmlformats.org/officeDocument/2006/relationships/image" Target="../media/image10310.png"/><Relationship Id="rId100" Type="http://schemas.openxmlformats.org/officeDocument/2006/relationships/customXml" Target="../ink/ink3370.xml"/><Relationship Id="rId282" Type="http://schemas.openxmlformats.org/officeDocument/2006/relationships/image" Target="../media/image2820.png"/><Relationship Id="rId338" Type="http://schemas.openxmlformats.org/officeDocument/2006/relationships/image" Target="../media/image3100.png"/><Relationship Id="rId8" Type="http://schemas.openxmlformats.org/officeDocument/2006/relationships/customXml" Target="../ink/ink3324.xml"/><Relationship Id="rId142" Type="http://schemas.openxmlformats.org/officeDocument/2006/relationships/customXml" Target="../ink/ink3391.xml"/><Relationship Id="rId184" Type="http://schemas.openxmlformats.org/officeDocument/2006/relationships/customXml" Target="../ink/ink3412.xml"/><Relationship Id="rId391" Type="http://schemas.openxmlformats.org/officeDocument/2006/relationships/customXml" Target="../ink/ink3516.xml"/><Relationship Id="rId405" Type="http://schemas.openxmlformats.org/officeDocument/2006/relationships/customXml" Target="../ink/ink3523.xml"/><Relationship Id="rId251" Type="http://schemas.openxmlformats.org/officeDocument/2006/relationships/customXml" Target="../ink/ink3446.xml"/><Relationship Id="rId46" Type="http://schemas.openxmlformats.org/officeDocument/2006/relationships/customXml" Target="../ink/ink3343.xml"/><Relationship Id="rId293" Type="http://schemas.openxmlformats.org/officeDocument/2006/relationships/customXml" Target="../ink/ink3467.xml"/><Relationship Id="rId307" Type="http://schemas.openxmlformats.org/officeDocument/2006/relationships/customXml" Target="../ink/ink3474.xml"/><Relationship Id="rId349" Type="http://schemas.openxmlformats.org/officeDocument/2006/relationships/customXml" Target="../ink/ink3495.xml"/><Relationship Id="rId88" Type="http://schemas.openxmlformats.org/officeDocument/2006/relationships/customXml" Target="../ink/ink3364.xml"/><Relationship Id="rId111" Type="http://schemas.openxmlformats.org/officeDocument/2006/relationships/image" Target="../media/image1650.png"/><Relationship Id="rId153" Type="http://schemas.openxmlformats.org/officeDocument/2006/relationships/image" Target="../media/image1850.png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360" Type="http://schemas.openxmlformats.org/officeDocument/2006/relationships/image" Target="../media/image3211.png"/><Relationship Id="rId416" Type="http://schemas.openxmlformats.org/officeDocument/2006/relationships/image" Target="../media/image3490.png"/><Relationship Id="rId220" Type="http://schemas.openxmlformats.org/officeDocument/2006/relationships/customXml" Target="../ink/ink3430.xml"/><Relationship Id="rId15" Type="http://schemas.openxmlformats.org/officeDocument/2006/relationships/image" Target="../media/image7410.png"/><Relationship Id="rId57" Type="http://schemas.openxmlformats.org/officeDocument/2006/relationships/image" Target="../media/image9510.png"/><Relationship Id="rId262" Type="http://schemas.openxmlformats.org/officeDocument/2006/relationships/image" Target="../media/image2720.png"/><Relationship Id="rId318" Type="http://schemas.openxmlformats.org/officeDocument/2006/relationships/image" Target="../media/image3000.png"/><Relationship Id="rId99" Type="http://schemas.openxmlformats.org/officeDocument/2006/relationships/image" Target="../media/image1590.png"/><Relationship Id="rId122" Type="http://schemas.openxmlformats.org/officeDocument/2006/relationships/customXml" Target="../ink/ink3381.xml"/><Relationship Id="rId164" Type="http://schemas.openxmlformats.org/officeDocument/2006/relationships/customXml" Target="../ink/ink3402.xml"/><Relationship Id="rId371" Type="http://schemas.openxmlformats.org/officeDocument/2006/relationships/customXml" Target="../ink/ink3506.xml"/><Relationship Id="rId26" Type="http://schemas.openxmlformats.org/officeDocument/2006/relationships/customXml" Target="../ink/ink3333.xml"/><Relationship Id="rId231" Type="http://schemas.openxmlformats.org/officeDocument/2006/relationships/customXml" Target="../ink/ink3436.xml"/><Relationship Id="rId273" Type="http://schemas.openxmlformats.org/officeDocument/2006/relationships/customXml" Target="../ink/ink3457.xml"/><Relationship Id="rId329" Type="http://schemas.openxmlformats.org/officeDocument/2006/relationships/customXml" Target="../ink/ink3485.xml"/><Relationship Id="rId68" Type="http://schemas.openxmlformats.org/officeDocument/2006/relationships/customXml" Target="../ink/ink3354.xml"/><Relationship Id="rId133" Type="http://schemas.openxmlformats.org/officeDocument/2006/relationships/image" Target="../media/image1750.png"/><Relationship Id="rId175" Type="http://schemas.openxmlformats.org/officeDocument/2006/relationships/image" Target="../media/image1960.png"/><Relationship Id="rId340" Type="http://schemas.openxmlformats.org/officeDocument/2006/relationships/image" Target="../media/image3111.png"/><Relationship Id="rId200" Type="http://schemas.openxmlformats.org/officeDocument/2006/relationships/customXml" Target="../ink/ink3420.xml"/><Relationship Id="rId382" Type="http://schemas.openxmlformats.org/officeDocument/2006/relationships/image" Target="../media/image3320.png"/><Relationship Id="rId242" Type="http://schemas.openxmlformats.org/officeDocument/2006/relationships/image" Target="../media/image2620.png"/><Relationship Id="rId284" Type="http://schemas.openxmlformats.org/officeDocument/2006/relationships/image" Target="../media/image2830.png"/><Relationship Id="rId37" Type="http://schemas.openxmlformats.org/officeDocument/2006/relationships/image" Target="../media/image8510.png"/><Relationship Id="rId79" Type="http://schemas.openxmlformats.org/officeDocument/2006/relationships/image" Target="../media/image10410.png"/><Relationship Id="rId102" Type="http://schemas.openxmlformats.org/officeDocument/2006/relationships/customXml" Target="../ink/ink3371.xml"/><Relationship Id="rId144" Type="http://schemas.openxmlformats.org/officeDocument/2006/relationships/customXml" Target="../ink/ink3392.xml"/><Relationship Id="rId90" Type="http://schemas.openxmlformats.org/officeDocument/2006/relationships/customXml" Target="../ink/ink3365.xml"/><Relationship Id="rId186" Type="http://schemas.openxmlformats.org/officeDocument/2006/relationships/customXml" Target="../ink/ink3413.xml"/><Relationship Id="rId351" Type="http://schemas.openxmlformats.org/officeDocument/2006/relationships/customXml" Target="../ink/ink3496.xml"/><Relationship Id="rId393" Type="http://schemas.openxmlformats.org/officeDocument/2006/relationships/customXml" Target="../ink/ink3517.xml"/><Relationship Id="rId407" Type="http://schemas.openxmlformats.org/officeDocument/2006/relationships/customXml" Target="../ink/ink3524.xml"/><Relationship Id="rId211" Type="http://schemas.openxmlformats.org/officeDocument/2006/relationships/image" Target="../media/image2470.png"/><Relationship Id="rId253" Type="http://schemas.openxmlformats.org/officeDocument/2006/relationships/customXml" Target="../ink/ink3447.xml"/><Relationship Id="rId295" Type="http://schemas.openxmlformats.org/officeDocument/2006/relationships/customXml" Target="../ink/ink3468.xml"/><Relationship Id="rId309" Type="http://schemas.openxmlformats.org/officeDocument/2006/relationships/customXml" Target="../ink/ink3475.xml"/><Relationship Id="rId48" Type="http://schemas.openxmlformats.org/officeDocument/2006/relationships/customXml" Target="../ink/ink3344.xml"/><Relationship Id="rId113" Type="http://schemas.openxmlformats.org/officeDocument/2006/relationships/image" Target="../media/image1660.png"/><Relationship Id="rId320" Type="http://schemas.openxmlformats.org/officeDocument/2006/relationships/image" Target="../media/image3011.png"/><Relationship Id="rId155" Type="http://schemas.openxmlformats.org/officeDocument/2006/relationships/image" Target="../media/image1860.png"/><Relationship Id="rId197" Type="http://schemas.openxmlformats.org/officeDocument/2006/relationships/image" Target="../media/image2400.png"/><Relationship Id="rId362" Type="http://schemas.openxmlformats.org/officeDocument/2006/relationships/image" Target="../media/image3220.png"/><Relationship Id="rId418" Type="http://schemas.openxmlformats.org/officeDocument/2006/relationships/image" Target="../media/image3500.png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99" Type="http://schemas.openxmlformats.org/officeDocument/2006/relationships/customXml" Target="../ink/ink3679.xml"/><Relationship Id="rId21" Type="http://schemas.openxmlformats.org/officeDocument/2006/relationships/image" Target="../media/image7710.png"/><Relationship Id="rId63" Type="http://schemas.openxmlformats.org/officeDocument/2006/relationships/image" Target="../media/image9710.png"/><Relationship Id="rId159" Type="http://schemas.openxmlformats.org/officeDocument/2006/relationships/image" Target="../media/image1880.png"/><Relationship Id="rId324" Type="http://schemas.openxmlformats.org/officeDocument/2006/relationships/image" Target="../media/image3870.png"/><Relationship Id="rId366" Type="http://schemas.openxmlformats.org/officeDocument/2006/relationships/image" Target="../media/image4080.png"/><Relationship Id="rId170" Type="http://schemas.openxmlformats.org/officeDocument/2006/relationships/customXml" Target="../ink/ink3614.xml"/><Relationship Id="rId226" Type="http://schemas.openxmlformats.org/officeDocument/2006/relationships/customXml" Target="../ink/ink3642.xml"/><Relationship Id="rId433" Type="http://schemas.openxmlformats.org/officeDocument/2006/relationships/customXml" Target="../ink/ink3746.xml"/><Relationship Id="rId268" Type="http://schemas.openxmlformats.org/officeDocument/2006/relationships/image" Target="../media/image3590.png"/><Relationship Id="rId475" Type="http://schemas.openxmlformats.org/officeDocument/2006/relationships/customXml" Target="../ink/ink3767.xml"/><Relationship Id="rId32" Type="http://schemas.openxmlformats.org/officeDocument/2006/relationships/customXml" Target="../ink/ink3545.xml"/><Relationship Id="rId74" Type="http://schemas.openxmlformats.org/officeDocument/2006/relationships/customXml" Target="../ink/ink3566.xml"/><Relationship Id="rId128" Type="http://schemas.openxmlformats.org/officeDocument/2006/relationships/customXml" Target="../ink/ink3593.xml"/><Relationship Id="rId335" Type="http://schemas.openxmlformats.org/officeDocument/2006/relationships/customXml" Target="../ink/ink3697.xml"/><Relationship Id="rId377" Type="http://schemas.openxmlformats.org/officeDocument/2006/relationships/customXml" Target="../ink/ink3718.xml"/><Relationship Id="rId5" Type="http://schemas.openxmlformats.org/officeDocument/2006/relationships/image" Target="../media/image7010.png"/><Relationship Id="rId181" Type="http://schemas.openxmlformats.org/officeDocument/2006/relationships/image" Target="../media/image1990.png"/><Relationship Id="rId237" Type="http://schemas.openxmlformats.org/officeDocument/2006/relationships/customXml" Target="../ink/ink3648.xml"/><Relationship Id="rId402" Type="http://schemas.openxmlformats.org/officeDocument/2006/relationships/image" Target="../media/image4260.png"/><Relationship Id="rId279" Type="http://schemas.openxmlformats.org/officeDocument/2006/relationships/customXml" Target="../ink/ink3669.xml"/><Relationship Id="rId444" Type="http://schemas.openxmlformats.org/officeDocument/2006/relationships/image" Target="../media/image4470.png"/><Relationship Id="rId486" Type="http://schemas.openxmlformats.org/officeDocument/2006/relationships/image" Target="../media/image4680.png"/><Relationship Id="rId43" Type="http://schemas.openxmlformats.org/officeDocument/2006/relationships/image" Target="../media/image8810.png"/><Relationship Id="rId139" Type="http://schemas.openxmlformats.org/officeDocument/2006/relationships/image" Target="../media/image1780.png"/><Relationship Id="rId290" Type="http://schemas.openxmlformats.org/officeDocument/2006/relationships/image" Target="../media/image3700.png"/><Relationship Id="rId304" Type="http://schemas.openxmlformats.org/officeDocument/2006/relationships/image" Target="../media/image3770.png"/><Relationship Id="rId346" Type="http://schemas.openxmlformats.org/officeDocument/2006/relationships/image" Target="../media/image3980.png"/><Relationship Id="rId388" Type="http://schemas.openxmlformats.org/officeDocument/2006/relationships/image" Target="../media/image4190.png"/><Relationship Id="rId85" Type="http://schemas.openxmlformats.org/officeDocument/2006/relationships/image" Target="../media/image10710.png"/><Relationship Id="rId150" Type="http://schemas.openxmlformats.org/officeDocument/2006/relationships/customXml" Target="../ink/ink3604.xml"/><Relationship Id="rId192" Type="http://schemas.openxmlformats.org/officeDocument/2006/relationships/customXml" Target="../ink/ink3625.xml"/><Relationship Id="rId206" Type="http://schemas.openxmlformats.org/officeDocument/2006/relationships/customXml" Target="../ink/ink3632.xml"/><Relationship Id="rId413" Type="http://schemas.openxmlformats.org/officeDocument/2006/relationships/customXml" Target="../ink/ink3736.xml"/><Relationship Id="rId248" Type="http://schemas.openxmlformats.org/officeDocument/2006/relationships/image" Target="../media/image2650.png"/><Relationship Id="rId455" Type="http://schemas.openxmlformats.org/officeDocument/2006/relationships/customXml" Target="../ink/ink3757.xml"/><Relationship Id="rId12" Type="http://schemas.openxmlformats.org/officeDocument/2006/relationships/customXml" Target="../ink/ink3535.xml"/><Relationship Id="rId108" Type="http://schemas.openxmlformats.org/officeDocument/2006/relationships/customXml" Target="../ink/ink3583.xml"/><Relationship Id="rId315" Type="http://schemas.openxmlformats.org/officeDocument/2006/relationships/customXml" Target="../ink/ink3687.xml"/><Relationship Id="rId357" Type="http://schemas.openxmlformats.org/officeDocument/2006/relationships/customXml" Target="../ink/ink3708.xml"/><Relationship Id="rId54" Type="http://schemas.openxmlformats.org/officeDocument/2006/relationships/customXml" Target="../ink/ink3556.xml"/><Relationship Id="rId96" Type="http://schemas.openxmlformats.org/officeDocument/2006/relationships/customXml" Target="../ink/ink3577.xml"/><Relationship Id="rId161" Type="http://schemas.openxmlformats.org/officeDocument/2006/relationships/image" Target="../media/image1890.png"/><Relationship Id="rId217" Type="http://schemas.openxmlformats.org/officeDocument/2006/relationships/image" Target="../media/image2500.png"/><Relationship Id="rId399" Type="http://schemas.openxmlformats.org/officeDocument/2006/relationships/customXml" Target="../ink/ink3729.xml"/><Relationship Id="rId259" Type="http://schemas.openxmlformats.org/officeDocument/2006/relationships/customXml" Target="../ink/ink3659.xml"/><Relationship Id="rId424" Type="http://schemas.openxmlformats.org/officeDocument/2006/relationships/image" Target="../media/image4370.png"/><Relationship Id="rId466" Type="http://schemas.openxmlformats.org/officeDocument/2006/relationships/image" Target="../media/image458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270" Type="http://schemas.openxmlformats.org/officeDocument/2006/relationships/image" Target="../media/image3600.png"/><Relationship Id="rId326" Type="http://schemas.openxmlformats.org/officeDocument/2006/relationships/image" Target="../media/image3880.png"/><Relationship Id="rId65" Type="http://schemas.openxmlformats.org/officeDocument/2006/relationships/image" Target="../media/image9810.png"/><Relationship Id="rId130" Type="http://schemas.openxmlformats.org/officeDocument/2006/relationships/customXml" Target="../ink/ink3594.xml"/><Relationship Id="rId368" Type="http://schemas.openxmlformats.org/officeDocument/2006/relationships/image" Target="../media/image4090.png"/><Relationship Id="rId172" Type="http://schemas.openxmlformats.org/officeDocument/2006/relationships/customXml" Target="../ink/ink3615.xml"/><Relationship Id="rId228" Type="http://schemas.openxmlformats.org/officeDocument/2006/relationships/image" Target="../media/image2550.png"/><Relationship Id="rId435" Type="http://schemas.openxmlformats.org/officeDocument/2006/relationships/customXml" Target="../ink/ink3747.xml"/><Relationship Id="rId477" Type="http://schemas.openxmlformats.org/officeDocument/2006/relationships/customXml" Target="../ink/ink3768.xml"/><Relationship Id="rId281" Type="http://schemas.openxmlformats.org/officeDocument/2006/relationships/customXml" Target="../ink/ink3670.xml"/><Relationship Id="rId337" Type="http://schemas.openxmlformats.org/officeDocument/2006/relationships/customXml" Target="../ink/ink3698.xml"/><Relationship Id="rId34" Type="http://schemas.openxmlformats.org/officeDocument/2006/relationships/customXml" Target="../ink/ink3546.xml"/><Relationship Id="rId76" Type="http://schemas.openxmlformats.org/officeDocument/2006/relationships/customXml" Target="../ink/ink3567.xml"/><Relationship Id="rId141" Type="http://schemas.openxmlformats.org/officeDocument/2006/relationships/image" Target="../media/image1790.png"/><Relationship Id="rId379" Type="http://schemas.openxmlformats.org/officeDocument/2006/relationships/customXml" Target="../ink/ink3719.xml"/><Relationship Id="rId7" Type="http://schemas.openxmlformats.org/officeDocument/2006/relationships/image" Target="../media/image7110.png"/><Relationship Id="rId183" Type="http://schemas.openxmlformats.org/officeDocument/2006/relationships/image" Target="../media/image2000.png"/><Relationship Id="rId239" Type="http://schemas.openxmlformats.org/officeDocument/2006/relationships/customXml" Target="../ink/ink3649.xml"/><Relationship Id="rId390" Type="http://schemas.openxmlformats.org/officeDocument/2006/relationships/image" Target="../media/image4200.png"/><Relationship Id="rId404" Type="http://schemas.openxmlformats.org/officeDocument/2006/relationships/image" Target="../media/image4270.png"/><Relationship Id="rId446" Type="http://schemas.openxmlformats.org/officeDocument/2006/relationships/image" Target="../media/image4480.png"/><Relationship Id="rId250" Type="http://schemas.openxmlformats.org/officeDocument/2006/relationships/image" Target="../media/image2660.png"/><Relationship Id="rId292" Type="http://schemas.openxmlformats.org/officeDocument/2006/relationships/image" Target="../media/image3711.png"/><Relationship Id="rId306" Type="http://schemas.openxmlformats.org/officeDocument/2006/relationships/image" Target="../media/image3780.png"/><Relationship Id="rId488" Type="http://schemas.openxmlformats.org/officeDocument/2006/relationships/image" Target="../media/image4690.png"/><Relationship Id="rId45" Type="http://schemas.openxmlformats.org/officeDocument/2006/relationships/image" Target="../media/image8910.png"/><Relationship Id="rId87" Type="http://schemas.openxmlformats.org/officeDocument/2006/relationships/image" Target="../media/image10810.png"/><Relationship Id="rId110" Type="http://schemas.openxmlformats.org/officeDocument/2006/relationships/customXml" Target="../ink/ink3584.xml"/><Relationship Id="rId348" Type="http://schemas.openxmlformats.org/officeDocument/2006/relationships/image" Target="../media/image3990.png"/><Relationship Id="rId152" Type="http://schemas.openxmlformats.org/officeDocument/2006/relationships/customXml" Target="../ink/ink3605.xml"/><Relationship Id="rId194" Type="http://schemas.openxmlformats.org/officeDocument/2006/relationships/customXml" Target="../ink/ink3626.xml"/><Relationship Id="rId208" Type="http://schemas.openxmlformats.org/officeDocument/2006/relationships/customXml" Target="../ink/ink3633.xml"/><Relationship Id="rId415" Type="http://schemas.openxmlformats.org/officeDocument/2006/relationships/customXml" Target="../ink/ink3737.xml"/><Relationship Id="rId457" Type="http://schemas.openxmlformats.org/officeDocument/2006/relationships/customXml" Target="../ink/ink3758.xml"/><Relationship Id="rId261" Type="http://schemas.openxmlformats.org/officeDocument/2006/relationships/customXml" Target="../ink/ink3660.xml"/><Relationship Id="rId14" Type="http://schemas.openxmlformats.org/officeDocument/2006/relationships/customXml" Target="../ink/ink3536.xml"/><Relationship Id="rId56" Type="http://schemas.openxmlformats.org/officeDocument/2006/relationships/customXml" Target="../ink/ink3557.xml"/><Relationship Id="rId317" Type="http://schemas.openxmlformats.org/officeDocument/2006/relationships/customXml" Target="../ink/ink3688.xml"/><Relationship Id="rId359" Type="http://schemas.openxmlformats.org/officeDocument/2006/relationships/customXml" Target="../ink/ink3709.xml"/><Relationship Id="rId98" Type="http://schemas.openxmlformats.org/officeDocument/2006/relationships/customXml" Target="../ink/ink3578.xml"/><Relationship Id="rId121" Type="http://schemas.openxmlformats.org/officeDocument/2006/relationships/image" Target="../media/image1700.png"/><Relationship Id="rId163" Type="http://schemas.openxmlformats.org/officeDocument/2006/relationships/image" Target="../media/image1900.png"/><Relationship Id="rId219" Type="http://schemas.openxmlformats.org/officeDocument/2006/relationships/image" Target="../media/image2511.png"/><Relationship Id="rId370" Type="http://schemas.openxmlformats.org/officeDocument/2006/relationships/image" Target="../media/image4100.png"/><Relationship Id="rId426" Type="http://schemas.openxmlformats.org/officeDocument/2006/relationships/image" Target="../media/image4380.png"/><Relationship Id="rId230" Type="http://schemas.openxmlformats.org/officeDocument/2006/relationships/image" Target="../media/image2560.png"/><Relationship Id="rId468" Type="http://schemas.openxmlformats.org/officeDocument/2006/relationships/image" Target="../media/image4590.png"/><Relationship Id="rId25" Type="http://schemas.openxmlformats.org/officeDocument/2006/relationships/image" Target="../media/image7910.png"/><Relationship Id="rId67" Type="http://schemas.openxmlformats.org/officeDocument/2006/relationships/image" Target="../media/image9910.png"/><Relationship Id="rId272" Type="http://schemas.openxmlformats.org/officeDocument/2006/relationships/image" Target="../media/image3611.png"/><Relationship Id="rId328" Type="http://schemas.openxmlformats.org/officeDocument/2006/relationships/image" Target="../media/image3890.png"/><Relationship Id="rId132" Type="http://schemas.openxmlformats.org/officeDocument/2006/relationships/customXml" Target="../ink/ink3595.xml"/><Relationship Id="rId174" Type="http://schemas.openxmlformats.org/officeDocument/2006/relationships/customXml" Target="../ink/ink3616.xml"/><Relationship Id="rId381" Type="http://schemas.openxmlformats.org/officeDocument/2006/relationships/customXml" Target="../ink/ink3720.xml"/><Relationship Id="rId241" Type="http://schemas.openxmlformats.org/officeDocument/2006/relationships/customXml" Target="../ink/ink3650.xml"/><Relationship Id="rId437" Type="http://schemas.openxmlformats.org/officeDocument/2006/relationships/customXml" Target="../ink/ink3748.xml"/><Relationship Id="rId479" Type="http://schemas.openxmlformats.org/officeDocument/2006/relationships/customXml" Target="../ink/ink3769.xml"/><Relationship Id="rId36" Type="http://schemas.openxmlformats.org/officeDocument/2006/relationships/customXml" Target="../ink/ink3547.xml"/><Relationship Id="rId283" Type="http://schemas.openxmlformats.org/officeDocument/2006/relationships/customXml" Target="../ink/ink3671.xml"/><Relationship Id="rId339" Type="http://schemas.openxmlformats.org/officeDocument/2006/relationships/customXml" Target="../ink/ink3699.xml"/><Relationship Id="rId490" Type="http://schemas.openxmlformats.org/officeDocument/2006/relationships/image" Target="../media/image4700.png"/><Relationship Id="rId78" Type="http://schemas.openxmlformats.org/officeDocument/2006/relationships/customXml" Target="../ink/ink3568.xml"/><Relationship Id="rId101" Type="http://schemas.openxmlformats.org/officeDocument/2006/relationships/image" Target="../media/image1600.png"/><Relationship Id="rId143" Type="http://schemas.openxmlformats.org/officeDocument/2006/relationships/image" Target="../media/image1800.png"/><Relationship Id="rId185" Type="http://schemas.openxmlformats.org/officeDocument/2006/relationships/image" Target="../media/image2340.png"/><Relationship Id="rId350" Type="http://schemas.openxmlformats.org/officeDocument/2006/relationships/image" Target="../media/image4000.png"/><Relationship Id="rId406" Type="http://schemas.openxmlformats.org/officeDocument/2006/relationships/image" Target="../media/image4280.png"/><Relationship Id="rId9" Type="http://schemas.openxmlformats.org/officeDocument/2006/relationships/image" Target="../media/image2810.png"/><Relationship Id="rId210" Type="http://schemas.openxmlformats.org/officeDocument/2006/relationships/customXml" Target="../ink/ink3634.xml"/><Relationship Id="rId392" Type="http://schemas.openxmlformats.org/officeDocument/2006/relationships/image" Target="../media/image4211.png"/><Relationship Id="rId448" Type="http://schemas.openxmlformats.org/officeDocument/2006/relationships/image" Target="../media/image4490.png"/><Relationship Id="rId252" Type="http://schemas.openxmlformats.org/officeDocument/2006/relationships/image" Target="../media/image3511.png"/><Relationship Id="rId294" Type="http://schemas.openxmlformats.org/officeDocument/2006/relationships/image" Target="../media/image3720.png"/><Relationship Id="rId308" Type="http://schemas.openxmlformats.org/officeDocument/2006/relationships/image" Target="../media/image3790.png"/><Relationship Id="rId47" Type="http://schemas.openxmlformats.org/officeDocument/2006/relationships/image" Target="../media/image9010.png"/><Relationship Id="rId89" Type="http://schemas.openxmlformats.org/officeDocument/2006/relationships/image" Target="../media/image10910.png"/><Relationship Id="rId112" Type="http://schemas.openxmlformats.org/officeDocument/2006/relationships/customXml" Target="../ink/ink3585.xml"/><Relationship Id="rId154" Type="http://schemas.openxmlformats.org/officeDocument/2006/relationships/customXml" Target="../ink/ink3606.xml"/><Relationship Id="rId361" Type="http://schemas.openxmlformats.org/officeDocument/2006/relationships/customXml" Target="../ink/ink3710.xml"/><Relationship Id="rId196" Type="http://schemas.openxmlformats.org/officeDocument/2006/relationships/customXml" Target="../ink/ink3627.xml"/><Relationship Id="rId417" Type="http://schemas.openxmlformats.org/officeDocument/2006/relationships/customXml" Target="../ink/ink3738.xml"/><Relationship Id="rId459" Type="http://schemas.openxmlformats.org/officeDocument/2006/relationships/customXml" Target="../ink/ink3759.xml"/><Relationship Id="rId16" Type="http://schemas.openxmlformats.org/officeDocument/2006/relationships/customXml" Target="../ink/ink3537.xml"/><Relationship Id="rId221" Type="http://schemas.openxmlformats.org/officeDocument/2006/relationships/image" Target="../media/image2520.png"/><Relationship Id="rId263" Type="http://schemas.openxmlformats.org/officeDocument/2006/relationships/customXml" Target="../ink/ink3661.xml"/><Relationship Id="rId319" Type="http://schemas.openxmlformats.org/officeDocument/2006/relationships/customXml" Target="../ink/ink3689.xml"/><Relationship Id="rId470" Type="http://schemas.openxmlformats.org/officeDocument/2006/relationships/image" Target="../media/image4600.png"/><Relationship Id="rId58" Type="http://schemas.openxmlformats.org/officeDocument/2006/relationships/customXml" Target="../ink/ink3558.xml"/><Relationship Id="rId123" Type="http://schemas.openxmlformats.org/officeDocument/2006/relationships/image" Target="../media/image1710.png"/><Relationship Id="rId330" Type="http://schemas.openxmlformats.org/officeDocument/2006/relationships/image" Target="../media/image3900.png"/><Relationship Id="rId165" Type="http://schemas.openxmlformats.org/officeDocument/2006/relationships/image" Target="../media/image1910.png"/><Relationship Id="rId372" Type="http://schemas.openxmlformats.org/officeDocument/2006/relationships/image" Target="../media/image4111.png"/><Relationship Id="rId428" Type="http://schemas.openxmlformats.org/officeDocument/2006/relationships/image" Target="../media/image4390.png"/><Relationship Id="rId232" Type="http://schemas.openxmlformats.org/officeDocument/2006/relationships/image" Target="../media/image2570.png"/><Relationship Id="rId274" Type="http://schemas.openxmlformats.org/officeDocument/2006/relationships/image" Target="../media/image3620.png"/><Relationship Id="rId481" Type="http://schemas.openxmlformats.org/officeDocument/2006/relationships/customXml" Target="../ink/ink3770.xml"/><Relationship Id="rId27" Type="http://schemas.openxmlformats.org/officeDocument/2006/relationships/image" Target="../media/image8010.png"/><Relationship Id="rId69" Type="http://schemas.openxmlformats.org/officeDocument/2006/relationships/image" Target="../media/image10010.png"/><Relationship Id="rId134" Type="http://schemas.openxmlformats.org/officeDocument/2006/relationships/customXml" Target="../ink/ink3596.xml"/><Relationship Id="rId80" Type="http://schemas.openxmlformats.org/officeDocument/2006/relationships/customXml" Target="../ink/ink3569.xml"/><Relationship Id="rId176" Type="http://schemas.openxmlformats.org/officeDocument/2006/relationships/customXml" Target="../ink/ink3617.xml"/><Relationship Id="rId341" Type="http://schemas.openxmlformats.org/officeDocument/2006/relationships/customXml" Target="../ink/ink3700.xml"/><Relationship Id="rId383" Type="http://schemas.openxmlformats.org/officeDocument/2006/relationships/customXml" Target="../ink/ink3721.xml"/><Relationship Id="rId439" Type="http://schemas.openxmlformats.org/officeDocument/2006/relationships/customXml" Target="../ink/ink3749.xml"/><Relationship Id="rId201" Type="http://schemas.openxmlformats.org/officeDocument/2006/relationships/image" Target="../media/image2420.png"/><Relationship Id="rId243" Type="http://schemas.openxmlformats.org/officeDocument/2006/relationships/customXml" Target="../ink/ink3651.xml"/><Relationship Id="rId285" Type="http://schemas.openxmlformats.org/officeDocument/2006/relationships/customXml" Target="../ink/ink3672.xml"/><Relationship Id="rId450" Type="http://schemas.openxmlformats.org/officeDocument/2006/relationships/image" Target="../media/image4500.png"/><Relationship Id="rId38" Type="http://schemas.openxmlformats.org/officeDocument/2006/relationships/customXml" Target="../ink/ink3548.xml"/><Relationship Id="rId103" Type="http://schemas.openxmlformats.org/officeDocument/2006/relationships/image" Target="../media/image1610.png"/><Relationship Id="rId310" Type="http://schemas.openxmlformats.org/officeDocument/2006/relationships/image" Target="../media/image3800.png"/><Relationship Id="rId492" Type="http://schemas.openxmlformats.org/officeDocument/2006/relationships/image" Target="../media/image4711.png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87" Type="http://schemas.openxmlformats.org/officeDocument/2006/relationships/image" Target="../media/image2350.png"/><Relationship Id="rId352" Type="http://schemas.openxmlformats.org/officeDocument/2006/relationships/image" Target="../media/image4011.png"/><Relationship Id="rId394" Type="http://schemas.openxmlformats.org/officeDocument/2006/relationships/image" Target="../media/image4220.png"/><Relationship Id="rId408" Type="http://schemas.openxmlformats.org/officeDocument/2006/relationships/image" Target="../media/image4290.png"/><Relationship Id="rId212" Type="http://schemas.openxmlformats.org/officeDocument/2006/relationships/customXml" Target="../ink/ink3635.xml"/><Relationship Id="rId254" Type="http://schemas.openxmlformats.org/officeDocument/2006/relationships/image" Target="../media/image3520.png"/><Relationship Id="rId49" Type="http://schemas.openxmlformats.org/officeDocument/2006/relationships/image" Target="../media/image9110.png"/><Relationship Id="rId114" Type="http://schemas.openxmlformats.org/officeDocument/2006/relationships/customXml" Target="../ink/ink3586.xml"/><Relationship Id="rId296" Type="http://schemas.openxmlformats.org/officeDocument/2006/relationships/image" Target="../media/image3730.png"/><Relationship Id="rId461" Type="http://schemas.openxmlformats.org/officeDocument/2006/relationships/customXml" Target="../ink/ink3760.xml"/><Relationship Id="rId60" Type="http://schemas.openxmlformats.org/officeDocument/2006/relationships/customXml" Target="../ink/ink3559.xml"/><Relationship Id="rId156" Type="http://schemas.openxmlformats.org/officeDocument/2006/relationships/customXml" Target="../ink/ink3607.xml"/><Relationship Id="rId198" Type="http://schemas.openxmlformats.org/officeDocument/2006/relationships/customXml" Target="../ink/ink3628.xml"/><Relationship Id="rId321" Type="http://schemas.openxmlformats.org/officeDocument/2006/relationships/customXml" Target="../ink/ink3690.xml"/><Relationship Id="rId363" Type="http://schemas.openxmlformats.org/officeDocument/2006/relationships/customXml" Target="../ink/ink3711.xml"/><Relationship Id="rId419" Type="http://schemas.openxmlformats.org/officeDocument/2006/relationships/customXml" Target="../ink/ink3739.xml"/><Relationship Id="rId223" Type="http://schemas.openxmlformats.org/officeDocument/2006/relationships/image" Target="../media/image2530.png"/><Relationship Id="rId430" Type="http://schemas.openxmlformats.org/officeDocument/2006/relationships/image" Target="../media/image4400.png"/><Relationship Id="rId18" Type="http://schemas.openxmlformats.org/officeDocument/2006/relationships/customXml" Target="../ink/ink3538.xml"/><Relationship Id="rId265" Type="http://schemas.openxmlformats.org/officeDocument/2006/relationships/customXml" Target="../ink/ink3662.xml"/><Relationship Id="rId472" Type="http://schemas.openxmlformats.org/officeDocument/2006/relationships/image" Target="../media/image4611.png"/><Relationship Id="rId125" Type="http://schemas.openxmlformats.org/officeDocument/2006/relationships/image" Target="../media/image1720.png"/><Relationship Id="rId167" Type="http://schemas.openxmlformats.org/officeDocument/2006/relationships/image" Target="../media/image1920.png"/><Relationship Id="rId332" Type="http://schemas.openxmlformats.org/officeDocument/2006/relationships/image" Target="../media/image3911.png"/><Relationship Id="rId374" Type="http://schemas.openxmlformats.org/officeDocument/2006/relationships/image" Target="../media/image4120.png"/><Relationship Id="rId71" Type="http://schemas.openxmlformats.org/officeDocument/2006/relationships/image" Target="../media/image5910.png"/><Relationship Id="rId234" Type="http://schemas.openxmlformats.org/officeDocument/2006/relationships/image" Target="../media/image2580.png"/><Relationship Id="rId2" Type="http://schemas.openxmlformats.org/officeDocument/2006/relationships/customXml" Target="../ink/ink3530.xml"/><Relationship Id="rId29" Type="http://schemas.openxmlformats.org/officeDocument/2006/relationships/image" Target="../media/image8110.png"/><Relationship Id="rId276" Type="http://schemas.openxmlformats.org/officeDocument/2006/relationships/image" Target="../media/image3630.png"/><Relationship Id="rId441" Type="http://schemas.openxmlformats.org/officeDocument/2006/relationships/customXml" Target="../ink/ink3750.xml"/><Relationship Id="rId483" Type="http://schemas.openxmlformats.org/officeDocument/2006/relationships/customXml" Target="../ink/ink3771.xml"/><Relationship Id="rId40" Type="http://schemas.openxmlformats.org/officeDocument/2006/relationships/customXml" Target="../ink/ink3549.xml"/><Relationship Id="rId136" Type="http://schemas.openxmlformats.org/officeDocument/2006/relationships/customXml" Target="../ink/ink3597.xml"/><Relationship Id="rId178" Type="http://schemas.openxmlformats.org/officeDocument/2006/relationships/customXml" Target="../ink/ink3618.xml"/><Relationship Id="rId301" Type="http://schemas.openxmlformats.org/officeDocument/2006/relationships/customXml" Target="../ink/ink3680.xml"/><Relationship Id="rId343" Type="http://schemas.openxmlformats.org/officeDocument/2006/relationships/customXml" Target="../ink/ink3701.xml"/><Relationship Id="rId82" Type="http://schemas.openxmlformats.org/officeDocument/2006/relationships/customXml" Target="../ink/ink3570.xml"/><Relationship Id="rId203" Type="http://schemas.openxmlformats.org/officeDocument/2006/relationships/image" Target="../media/image2430.png"/><Relationship Id="rId385" Type="http://schemas.openxmlformats.org/officeDocument/2006/relationships/customXml" Target="../ink/ink3722.xml"/><Relationship Id="rId245" Type="http://schemas.openxmlformats.org/officeDocument/2006/relationships/customXml" Target="../ink/ink3652.xml"/><Relationship Id="rId287" Type="http://schemas.openxmlformats.org/officeDocument/2006/relationships/customXml" Target="../ink/ink3673.xml"/><Relationship Id="rId410" Type="http://schemas.openxmlformats.org/officeDocument/2006/relationships/image" Target="../media/image4300.png"/><Relationship Id="rId452" Type="http://schemas.openxmlformats.org/officeDocument/2006/relationships/image" Target="../media/image4511.png"/><Relationship Id="rId105" Type="http://schemas.openxmlformats.org/officeDocument/2006/relationships/image" Target="../media/image1620.png"/><Relationship Id="rId147" Type="http://schemas.openxmlformats.org/officeDocument/2006/relationships/image" Target="../media/image1820.png"/><Relationship Id="rId312" Type="http://schemas.openxmlformats.org/officeDocument/2006/relationships/image" Target="../media/image3811.png"/><Relationship Id="rId354" Type="http://schemas.openxmlformats.org/officeDocument/2006/relationships/image" Target="../media/image4020.png"/><Relationship Id="rId51" Type="http://schemas.openxmlformats.org/officeDocument/2006/relationships/image" Target="../media/image9210.png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96" Type="http://schemas.openxmlformats.org/officeDocument/2006/relationships/image" Target="../media/image4230.png"/><Relationship Id="rId214" Type="http://schemas.openxmlformats.org/officeDocument/2006/relationships/customXml" Target="../ink/ink3636.xml"/><Relationship Id="rId256" Type="http://schemas.openxmlformats.org/officeDocument/2006/relationships/image" Target="../media/image3530.png"/><Relationship Id="rId298" Type="http://schemas.openxmlformats.org/officeDocument/2006/relationships/image" Target="../media/image3740.png"/><Relationship Id="rId421" Type="http://schemas.openxmlformats.org/officeDocument/2006/relationships/customXml" Target="../ink/ink3740.xml"/><Relationship Id="rId463" Type="http://schemas.openxmlformats.org/officeDocument/2006/relationships/customXml" Target="../ink/ink3761.xml"/><Relationship Id="rId116" Type="http://schemas.openxmlformats.org/officeDocument/2006/relationships/customXml" Target="../ink/ink3587.xml"/><Relationship Id="rId158" Type="http://schemas.openxmlformats.org/officeDocument/2006/relationships/customXml" Target="../ink/ink3608.xml"/><Relationship Id="rId323" Type="http://schemas.openxmlformats.org/officeDocument/2006/relationships/customXml" Target="../ink/ink3691.xml"/><Relationship Id="rId20" Type="http://schemas.openxmlformats.org/officeDocument/2006/relationships/customXml" Target="../ink/ink3539.xml"/><Relationship Id="rId41" Type="http://schemas.openxmlformats.org/officeDocument/2006/relationships/image" Target="../media/image8710.png"/><Relationship Id="rId62" Type="http://schemas.openxmlformats.org/officeDocument/2006/relationships/customXml" Target="../ink/ink3560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365" Type="http://schemas.openxmlformats.org/officeDocument/2006/relationships/customXml" Target="../ink/ink3712.xml"/><Relationship Id="rId386" Type="http://schemas.openxmlformats.org/officeDocument/2006/relationships/image" Target="../media/image4180.png"/><Relationship Id="rId190" Type="http://schemas.openxmlformats.org/officeDocument/2006/relationships/customXml" Target="../ink/ink3624.xml"/><Relationship Id="rId204" Type="http://schemas.openxmlformats.org/officeDocument/2006/relationships/customXml" Target="../ink/ink3631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267" Type="http://schemas.openxmlformats.org/officeDocument/2006/relationships/customXml" Target="../ink/ink3663.xml"/><Relationship Id="rId288" Type="http://schemas.openxmlformats.org/officeDocument/2006/relationships/image" Target="../media/image3690.png"/><Relationship Id="rId411" Type="http://schemas.openxmlformats.org/officeDocument/2006/relationships/customXml" Target="../ink/ink3735.xml"/><Relationship Id="rId432" Type="http://schemas.openxmlformats.org/officeDocument/2006/relationships/image" Target="../media/image4411.png"/><Relationship Id="rId453" Type="http://schemas.openxmlformats.org/officeDocument/2006/relationships/customXml" Target="../ink/ink3756.xml"/><Relationship Id="rId474" Type="http://schemas.openxmlformats.org/officeDocument/2006/relationships/image" Target="../media/image4620.png"/><Relationship Id="rId106" Type="http://schemas.openxmlformats.org/officeDocument/2006/relationships/customXml" Target="../ink/ink3582.xml"/><Relationship Id="rId127" Type="http://schemas.openxmlformats.org/officeDocument/2006/relationships/image" Target="../media/image1730.png"/><Relationship Id="rId313" Type="http://schemas.openxmlformats.org/officeDocument/2006/relationships/customXml" Target="../ink/ink3686.xml"/><Relationship Id="rId10" Type="http://schemas.openxmlformats.org/officeDocument/2006/relationships/customXml" Target="../ink/ink3534.xml"/><Relationship Id="rId31" Type="http://schemas.openxmlformats.org/officeDocument/2006/relationships/image" Target="../media/image8210.png"/><Relationship Id="rId52" Type="http://schemas.openxmlformats.org/officeDocument/2006/relationships/customXml" Target="../ink/ink3555.xml"/><Relationship Id="rId73" Type="http://schemas.openxmlformats.org/officeDocument/2006/relationships/image" Target="../media/image10110.png"/><Relationship Id="rId94" Type="http://schemas.openxmlformats.org/officeDocument/2006/relationships/customXml" Target="../ink/ink3576.xml"/><Relationship Id="rId148" Type="http://schemas.openxmlformats.org/officeDocument/2006/relationships/customXml" Target="../ink/ink3603.xml"/><Relationship Id="rId169" Type="http://schemas.openxmlformats.org/officeDocument/2006/relationships/image" Target="../media/image1930.png"/><Relationship Id="rId334" Type="http://schemas.openxmlformats.org/officeDocument/2006/relationships/image" Target="../media/image3920.png"/><Relationship Id="rId355" Type="http://schemas.openxmlformats.org/officeDocument/2006/relationships/customXml" Target="../ink/ink3707.xml"/><Relationship Id="rId376" Type="http://schemas.openxmlformats.org/officeDocument/2006/relationships/image" Target="../media/image4130.png"/><Relationship Id="rId397" Type="http://schemas.openxmlformats.org/officeDocument/2006/relationships/customXml" Target="../ink/ink3728.xml"/><Relationship Id="rId4" Type="http://schemas.openxmlformats.org/officeDocument/2006/relationships/customXml" Target="../ink/ink3531.xml"/><Relationship Id="rId180" Type="http://schemas.openxmlformats.org/officeDocument/2006/relationships/customXml" Target="../ink/ink3619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57" Type="http://schemas.openxmlformats.org/officeDocument/2006/relationships/customXml" Target="../ink/ink3658.xml"/><Relationship Id="rId278" Type="http://schemas.openxmlformats.org/officeDocument/2006/relationships/image" Target="../media/image3640.png"/><Relationship Id="rId401" Type="http://schemas.openxmlformats.org/officeDocument/2006/relationships/customXml" Target="../ink/ink3730.xml"/><Relationship Id="rId422" Type="http://schemas.openxmlformats.org/officeDocument/2006/relationships/image" Target="../media/image4360.png"/><Relationship Id="rId443" Type="http://schemas.openxmlformats.org/officeDocument/2006/relationships/customXml" Target="../ink/ink3751.xml"/><Relationship Id="rId464" Type="http://schemas.openxmlformats.org/officeDocument/2006/relationships/image" Target="../media/image4570.png"/><Relationship Id="rId303" Type="http://schemas.openxmlformats.org/officeDocument/2006/relationships/customXml" Target="../ink/ink3681.xml"/><Relationship Id="rId485" Type="http://schemas.openxmlformats.org/officeDocument/2006/relationships/customXml" Target="../ink/ink3772.xml"/><Relationship Id="rId42" Type="http://schemas.openxmlformats.org/officeDocument/2006/relationships/customXml" Target="../ink/ink3550.xml"/><Relationship Id="rId84" Type="http://schemas.openxmlformats.org/officeDocument/2006/relationships/customXml" Target="../ink/ink3571.xml"/><Relationship Id="rId138" Type="http://schemas.openxmlformats.org/officeDocument/2006/relationships/customXml" Target="../ink/ink3598.xml"/><Relationship Id="rId345" Type="http://schemas.openxmlformats.org/officeDocument/2006/relationships/customXml" Target="../ink/ink3702.xml"/><Relationship Id="rId387" Type="http://schemas.openxmlformats.org/officeDocument/2006/relationships/customXml" Target="../ink/ink3723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47" Type="http://schemas.openxmlformats.org/officeDocument/2006/relationships/customXml" Target="../ink/ink3653.xml"/><Relationship Id="rId412" Type="http://schemas.openxmlformats.org/officeDocument/2006/relationships/image" Target="../media/image4311.png"/><Relationship Id="rId107" Type="http://schemas.openxmlformats.org/officeDocument/2006/relationships/image" Target="../media/image1630.png"/><Relationship Id="rId289" Type="http://schemas.openxmlformats.org/officeDocument/2006/relationships/customXml" Target="../ink/ink3674.xml"/><Relationship Id="rId454" Type="http://schemas.openxmlformats.org/officeDocument/2006/relationships/image" Target="../media/image4520.png"/><Relationship Id="rId11" Type="http://schemas.openxmlformats.org/officeDocument/2006/relationships/image" Target="../media/image7210.png"/><Relationship Id="rId53" Type="http://schemas.openxmlformats.org/officeDocument/2006/relationships/image" Target="../media/image9310.png"/><Relationship Id="rId149" Type="http://schemas.openxmlformats.org/officeDocument/2006/relationships/image" Target="../media/image1830.png"/><Relationship Id="rId314" Type="http://schemas.openxmlformats.org/officeDocument/2006/relationships/image" Target="../media/image3820.png"/><Relationship Id="rId356" Type="http://schemas.openxmlformats.org/officeDocument/2006/relationships/image" Target="../media/image4030.png"/><Relationship Id="rId398" Type="http://schemas.openxmlformats.org/officeDocument/2006/relationships/image" Target="../media/image4240.png"/><Relationship Id="rId95" Type="http://schemas.openxmlformats.org/officeDocument/2006/relationships/image" Target="../media/image1570.png"/><Relationship Id="rId160" Type="http://schemas.openxmlformats.org/officeDocument/2006/relationships/customXml" Target="../ink/ink3609.xml"/><Relationship Id="rId216" Type="http://schemas.openxmlformats.org/officeDocument/2006/relationships/customXml" Target="../ink/ink3637.xml"/><Relationship Id="rId423" Type="http://schemas.openxmlformats.org/officeDocument/2006/relationships/customXml" Target="../ink/ink3741.xml"/><Relationship Id="rId258" Type="http://schemas.openxmlformats.org/officeDocument/2006/relationships/image" Target="../media/image3540.png"/><Relationship Id="rId465" Type="http://schemas.openxmlformats.org/officeDocument/2006/relationships/customXml" Target="../ink/ink3762.xml"/><Relationship Id="rId22" Type="http://schemas.openxmlformats.org/officeDocument/2006/relationships/customXml" Target="../ink/ink3540.xml"/><Relationship Id="rId64" Type="http://schemas.openxmlformats.org/officeDocument/2006/relationships/customXml" Target="../ink/ink3561.xml"/><Relationship Id="rId118" Type="http://schemas.openxmlformats.org/officeDocument/2006/relationships/customXml" Target="../ink/ink3588.xml"/><Relationship Id="rId325" Type="http://schemas.openxmlformats.org/officeDocument/2006/relationships/customXml" Target="../ink/ink3692.xml"/><Relationship Id="rId367" Type="http://schemas.openxmlformats.org/officeDocument/2006/relationships/customXml" Target="../ink/ink3713.xml"/><Relationship Id="rId171" Type="http://schemas.openxmlformats.org/officeDocument/2006/relationships/image" Target="../media/image1940.png"/><Relationship Id="rId227" Type="http://schemas.openxmlformats.org/officeDocument/2006/relationships/customXml" Target="../ink/ink3643.xml"/><Relationship Id="rId269" Type="http://schemas.openxmlformats.org/officeDocument/2006/relationships/customXml" Target="../ink/ink3664.xml"/><Relationship Id="rId434" Type="http://schemas.openxmlformats.org/officeDocument/2006/relationships/image" Target="../media/image4420.png"/><Relationship Id="rId476" Type="http://schemas.openxmlformats.org/officeDocument/2006/relationships/image" Target="../media/image4630.png"/><Relationship Id="rId33" Type="http://schemas.openxmlformats.org/officeDocument/2006/relationships/image" Target="../media/image8310.png"/><Relationship Id="rId129" Type="http://schemas.openxmlformats.org/officeDocument/2006/relationships/image" Target="../media/image12910.png"/><Relationship Id="rId280" Type="http://schemas.openxmlformats.org/officeDocument/2006/relationships/image" Target="../media/image3650.png"/><Relationship Id="rId336" Type="http://schemas.openxmlformats.org/officeDocument/2006/relationships/image" Target="../media/image3930.png"/><Relationship Id="rId75" Type="http://schemas.openxmlformats.org/officeDocument/2006/relationships/image" Target="../media/image10210.png"/><Relationship Id="rId140" Type="http://schemas.openxmlformats.org/officeDocument/2006/relationships/customXml" Target="../ink/ink3599.xml"/><Relationship Id="rId182" Type="http://schemas.openxmlformats.org/officeDocument/2006/relationships/customXml" Target="../ink/ink3620.xml"/><Relationship Id="rId378" Type="http://schemas.openxmlformats.org/officeDocument/2006/relationships/image" Target="../media/image4140.png"/><Relationship Id="rId403" Type="http://schemas.openxmlformats.org/officeDocument/2006/relationships/customXml" Target="../ink/ink3731.xml"/><Relationship Id="rId6" Type="http://schemas.openxmlformats.org/officeDocument/2006/relationships/customXml" Target="../ink/ink3532.xml"/><Relationship Id="rId238" Type="http://schemas.openxmlformats.org/officeDocument/2006/relationships/image" Target="../media/image2600.png"/><Relationship Id="rId445" Type="http://schemas.openxmlformats.org/officeDocument/2006/relationships/customXml" Target="../ink/ink3752.xml"/><Relationship Id="rId487" Type="http://schemas.openxmlformats.org/officeDocument/2006/relationships/customXml" Target="../ink/ink3773.xml"/><Relationship Id="rId291" Type="http://schemas.openxmlformats.org/officeDocument/2006/relationships/customXml" Target="../ink/ink3675.xml"/><Relationship Id="rId305" Type="http://schemas.openxmlformats.org/officeDocument/2006/relationships/customXml" Target="../ink/ink3682.xml"/><Relationship Id="rId347" Type="http://schemas.openxmlformats.org/officeDocument/2006/relationships/customXml" Target="../ink/ink3703.xml"/><Relationship Id="rId44" Type="http://schemas.openxmlformats.org/officeDocument/2006/relationships/customXml" Target="../ink/ink3551.xml"/><Relationship Id="rId86" Type="http://schemas.openxmlformats.org/officeDocument/2006/relationships/customXml" Target="../ink/ink3572.xml"/><Relationship Id="rId151" Type="http://schemas.openxmlformats.org/officeDocument/2006/relationships/image" Target="../media/image1840.png"/><Relationship Id="rId389" Type="http://schemas.openxmlformats.org/officeDocument/2006/relationships/customXml" Target="../ink/ink3724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49" Type="http://schemas.openxmlformats.org/officeDocument/2006/relationships/customXml" Target="../ink/ink3654.xml"/><Relationship Id="rId414" Type="http://schemas.openxmlformats.org/officeDocument/2006/relationships/image" Target="../media/image4320.png"/><Relationship Id="rId456" Type="http://schemas.openxmlformats.org/officeDocument/2006/relationships/image" Target="../media/image4530.png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260" Type="http://schemas.openxmlformats.org/officeDocument/2006/relationships/image" Target="../media/image3550.png"/><Relationship Id="rId316" Type="http://schemas.openxmlformats.org/officeDocument/2006/relationships/image" Target="../media/image3830.png"/><Relationship Id="rId55" Type="http://schemas.openxmlformats.org/officeDocument/2006/relationships/image" Target="../media/image9410.png"/><Relationship Id="rId97" Type="http://schemas.openxmlformats.org/officeDocument/2006/relationships/image" Target="../media/image1580.png"/><Relationship Id="rId120" Type="http://schemas.openxmlformats.org/officeDocument/2006/relationships/customXml" Target="../ink/ink3589.xml"/><Relationship Id="rId358" Type="http://schemas.openxmlformats.org/officeDocument/2006/relationships/image" Target="../media/image4040.png"/><Relationship Id="rId162" Type="http://schemas.openxmlformats.org/officeDocument/2006/relationships/customXml" Target="../ink/ink3610.xml"/><Relationship Id="rId218" Type="http://schemas.openxmlformats.org/officeDocument/2006/relationships/customXml" Target="../ink/ink3638.xml"/><Relationship Id="rId425" Type="http://schemas.openxmlformats.org/officeDocument/2006/relationships/customXml" Target="../ink/ink3742.xml"/><Relationship Id="rId467" Type="http://schemas.openxmlformats.org/officeDocument/2006/relationships/customXml" Target="../ink/ink3763.xml"/><Relationship Id="rId271" Type="http://schemas.openxmlformats.org/officeDocument/2006/relationships/customXml" Target="../ink/ink3665.xml"/><Relationship Id="rId24" Type="http://schemas.openxmlformats.org/officeDocument/2006/relationships/customXml" Target="../ink/ink3541.xml"/><Relationship Id="rId66" Type="http://schemas.openxmlformats.org/officeDocument/2006/relationships/customXml" Target="../ink/ink3562.xml"/><Relationship Id="rId131" Type="http://schemas.openxmlformats.org/officeDocument/2006/relationships/image" Target="../media/image1740.png"/><Relationship Id="rId327" Type="http://schemas.openxmlformats.org/officeDocument/2006/relationships/customXml" Target="../ink/ink3693.xml"/><Relationship Id="rId369" Type="http://schemas.openxmlformats.org/officeDocument/2006/relationships/customXml" Target="../ink/ink3714.xml"/><Relationship Id="rId173" Type="http://schemas.openxmlformats.org/officeDocument/2006/relationships/image" Target="../media/image1950.png"/><Relationship Id="rId229" Type="http://schemas.openxmlformats.org/officeDocument/2006/relationships/customXml" Target="../ink/ink3644.xml"/><Relationship Id="rId380" Type="http://schemas.openxmlformats.org/officeDocument/2006/relationships/image" Target="../media/image4150.png"/><Relationship Id="rId436" Type="http://schemas.openxmlformats.org/officeDocument/2006/relationships/image" Target="../media/image4430.png"/><Relationship Id="rId240" Type="http://schemas.openxmlformats.org/officeDocument/2006/relationships/image" Target="../media/image2611.png"/><Relationship Id="rId478" Type="http://schemas.openxmlformats.org/officeDocument/2006/relationships/image" Target="../media/image4640.png"/><Relationship Id="rId35" Type="http://schemas.openxmlformats.org/officeDocument/2006/relationships/image" Target="../media/image8410.png"/><Relationship Id="rId77" Type="http://schemas.openxmlformats.org/officeDocument/2006/relationships/image" Target="../media/image10310.png"/><Relationship Id="rId100" Type="http://schemas.openxmlformats.org/officeDocument/2006/relationships/customXml" Target="../ink/ink3579.xml"/><Relationship Id="rId282" Type="http://schemas.openxmlformats.org/officeDocument/2006/relationships/image" Target="../media/image3660.png"/><Relationship Id="rId338" Type="http://schemas.openxmlformats.org/officeDocument/2006/relationships/image" Target="../media/image3940.png"/><Relationship Id="rId8" Type="http://schemas.openxmlformats.org/officeDocument/2006/relationships/customXml" Target="../ink/ink3533.xml"/><Relationship Id="rId142" Type="http://schemas.openxmlformats.org/officeDocument/2006/relationships/customXml" Target="../ink/ink3600.xml"/><Relationship Id="rId184" Type="http://schemas.openxmlformats.org/officeDocument/2006/relationships/customXml" Target="../ink/ink3621.xml"/><Relationship Id="rId391" Type="http://schemas.openxmlformats.org/officeDocument/2006/relationships/customXml" Target="../ink/ink3725.xml"/><Relationship Id="rId405" Type="http://schemas.openxmlformats.org/officeDocument/2006/relationships/customXml" Target="../ink/ink3732.xml"/><Relationship Id="rId447" Type="http://schemas.openxmlformats.org/officeDocument/2006/relationships/customXml" Target="../ink/ink3753.xml"/><Relationship Id="rId251" Type="http://schemas.openxmlformats.org/officeDocument/2006/relationships/customXml" Target="../ink/ink3655.xml"/><Relationship Id="rId489" Type="http://schemas.openxmlformats.org/officeDocument/2006/relationships/customXml" Target="../ink/ink3774.xml"/><Relationship Id="rId46" Type="http://schemas.openxmlformats.org/officeDocument/2006/relationships/customXml" Target="../ink/ink3552.xml"/><Relationship Id="rId293" Type="http://schemas.openxmlformats.org/officeDocument/2006/relationships/customXml" Target="../ink/ink3676.xml"/><Relationship Id="rId307" Type="http://schemas.openxmlformats.org/officeDocument/2006/relationships/customXml" Target="../ink/ink3683.xml"/><Relationship Id="rId349" Type="http://schemas.openxmlformats.org/officeDocument/2006/relationships/customXml" Target="../ink/ink3704.xml"/><Relationship Id="rId88" Type="http://schemas.openxmlformats.org/officeDocument/2006/relationships/customXml" Target="../ink/ink3573.xml"/><Relationship Id="rId111" Type="http://schemas.openxmlformats.org/officeDocument/2006/relationships/image" Target="../media/image1650.png"/><Relationship Id="rId153" Type="http://schemas.openxmlformats.org/officeDocument/2006/relationships/image" Target="../media/image1850.png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360" Type="http://schemas.openxmlformats.org/officeDocument/2006/relationships/image" Target="../media/image4050.png"/><Relationship Id="rId416" Type="http://schemas.openxmlformats.org/officeDocument/2006/relationships/image" Target="../media/image4330.png"/><Relationship Id="rId220" Type="http://schemas.openxmlformats.org/officeDocument/2006/relationships/customXml" Target="../ink/ink3639.xml"/><Relationship Id="rId458" Type="http://schemas.openxmlformats.org/officeDocument/2006/relationships/image" Target="../media/image4540.png"/><Relationship Id="rId15" Type="http://schemas.openxmlformats.org/officeDocument/2006/relationships/image" Target="../media/image7410.png"/><Relationship Id="rId57" Type="http://schemas.openxmlformats.org/officeDocument/2006/relationships/image" Target="../media/image9510.png"/><Relationship Id="rId262" Type="http://schemas.openxmlformats.org/officeDocument/2006/relationships/image" Target="../media/image3560.png"/><Relationship Id="rId318" Type="http://schemas.openxmlformats.org/officeDocument/2006/relationships/image" Target="../media/image3840.png"/><Relationship Id="rId99" Type="http://schemas.openxmlformats.org/officeDocument/2006/relationships/image" Target="../media/image1590.png"/><Relationship Id="rId122" Type="http://schemas.openxmlformats.org/officeDocument/2006/relationships/customXml" Target="../ink/ink3590.xml"/><Relationship Id="rId164" Type="http://schemas.openxmlformats.org/officeDocument/2006/relationships/customXml" Target="../ink/ink3611.xml"/><Relationship Id="rId371" Type="http://schemas.openxmlformats.org/officeDocument/2006/relationships/customXml" Target="../ink/ink3715.xml"/><Relationship Id="rId427" Type="http://schemas.openxmlformats.org/officeDocument/2006/relationships/customXml" Target="../ink/ink3743.xml"/><Relationship Id="rId469" Type="http://schemas.openxmlformats.org/officeDocument/2006/relationships/customXml" Target="../ink/ink3764.xml"/><Relationship Id="rId26" Type="http://schemas.openxmlformats.org/officeDocument/2006/relationships/customXml" Target="../ink/ink3542.xml"/><Relationship Id="rId231" Type="http://schemas.openxmlformats.org/officeDocument/2006/relationships/customXml" Target="../ink/ink3645.xml"/><Relationship Id="rId273" Type="http://schemas.openxmlformats.org/officeDocument/2006/relationships/customXml" Target="../ink/ink3666.xml"/><Relationship Id="rId329" Type="http://schemas.openxmlformats.org/officeDocument/2006/relationships/customXml" Target="../ink/ink3694.xml"/><Relationship Id="rId480" Type="http://schemas.openxmlformats.org/officeDocument/2006/relationships/image" Target="../media/image4650.png"/><Relationship Id="rId68" Type="http://schemas.openxmlformats.org/officeDocument/2006/relationships/customXml" Target="../ink/ink3563.xml"/><Relationship Id="rId133" Type="http://schemas.openxmlformats.org/officeDocument/2006/relationships/image" Target="../media/image1750.png"/><Relationship Id="rId175" Type="http://schemas.openxmlformats.org/officeDocument/2006/relationships/image" Target="../media/image1960.png"/><Relationship Id="rId340" Type="http://schemas.openxmlformats.org/officeDocument/2006/relationships/image" Target="../media/image3950.png"/><Relationship Id="rId200" Type="http://schemas.openxmlformats.org/officeDocument/2006/relationships/customXml" Target="../ink/ink3629.xml"/><Relationship Id="rId382" Type="http://schemas.openxmlformats.org/officeDocument/2006/relationships/image" Target="../media/image4160.png"/><Relationship Id="rId438" Type="http://schemas.openxmlformats.org/officeDocument/2006/relationships/image" Target="../media/image4440.png"/><Relationship Id="rId242" Type="http://schemas.openxmlformats.org/officeDocument/2006/relationships/image" Target="../media/image2620.png"/><Relationship Id="rId284" Type="http://schemas.openxmlformats.org/officeDocument/2006/relationships/image" Target="../media/image3670.png"/><Relationship Id="rId491" Type="http://schemas.openxmlformats.org/officeDocument/2006/relationships/customXml" Target="../ink/ink3775.xml"/><Relationship Id="rId37" Type="http://schemas.openxmlformats.org/officeDocument/2006/relationships/image" Target="../media/image8510.png"/><Relationship Id="rId79" Type="http://schemas.openxmlformats.org/officeDocument/2006/relationships/image" Target="../media/image10410.png"/><Relationship Id="rId102" Type="http://schemas.openxmlformats.org/officeDocument/2006/relationships/customXml" Target="../ink/ink3580.xml"/><Relationship Id="rId144" Type="http://schemas.openxmlformats.org/officeDocument/2006/relationships/customXml" Target="../ink/ink3601.xml"/><Relationship Id="rId90" Type="http://schemas.openxmlformats.org/officeDocument/2006/relationships/customXml" Target="../ink/ink3574.xml"/><Relationship Id="rId186" Type="http://schemas.openxmlformats.org/officeDocument/2006/relationships/customXml" Target="../ink/ink3622.xml"/><Relationship Id="rId351" Type="http://schemas.openxmlformats.org/officeDocument/2006/relationships/customXml" Target="../ink/ink3705.xml"/><Relationship Id="rId393" Type="http://schemas.openxmlformats.org/officeDocument/2006/relationships/customXml" Target="../ink/ink3726.xml"/><Relationship Id="rId407" Type="http://schemas.openxmlformats.org/officeDocument/2006/relationships/customXml" Target="../ink/ink3733.xml"/><Relationship Id="rId449" Type="http://schemas.openxmlformats.org/officeDocument/2006/relationships/customXml" Target="../ink/ink3754.xml"/><Relationship Id="rId211" Type="http://schemas.openxmlformats.org/officeDocument/2006/relationships/image" Target="../media/image2470.png"/><Relationship Id="rId253" Type="http://schemas.openxmlformats.org/officeDocument/2006/relationships/customXml" Target="../ink/ink3656.xml"/><Relationship Id="rId295" Type="http://schemas.openxmlformats.org/officeDocument/2006/relationships/customXml" Target="../ink/ink3677.xml"/><Relationship Id="rId309" Type="http://schemas.openxmlformats.org/officeDocument/2006/relationships/customXml" Target="../ink/ink3684.xml"/><Relationship Id="rId460" Type="http://schemas.openxmlformats.org/officeDocument/2006/relationships/image" Target="../media/image4550.png"/><Relationship Id="rId48" Type="http://schemas.openxmlformats.org/officeDocument/2006/relationships/customXml" Target="../ink/ink3553.xml"/><Relationship Id="rId113" Type="http://schemas.openxmlformats.org/officeDocument/2006/relationships/image" Target="../media/image1660.png"/><Relationship Id="rId320" Type="http://schemas.openxmlformats.org/officeDocument/2006/relationships/image" Target="../media/image3850.png"/><Relationship Id="rId155" Type="http://schemas.openxmlformats.org/officeDocument/2006/relationships/image" Target="../media/image1860.png"/><Relationship Id="rId197" Type="http://schemas.openxmlformats.org/officeDocument/2006/relationships/image" Target="../media/image2400.png"/><Relationship Id="rId362" Type="http://schemas.openxmlformats.org/officeDocument/2006/relationships/image" Target="../media/image4060.png"/><Relationship Id="rId418" Type="http://schemas.openxmlformats.org/officeDocument/2006/relationships/image" Target="../media/image4340.png"/><Relationship Id="rId222" Type="http://schemas.openxmlformats.org/officeDocument/2006/relationships/customXml" Target="../ink/ink3640.xml"/><Relationship Id="rId264" Type="http://schemas.openxmlformats.org/officeDocument/2006/relationships/image" Target="../media/image3570.png"/><Relationship Id="rId471" Type="http://schemas.openxmlformats.org/officeDocument/2006/relationships/customXml" Target="../ink/ink3765.xml"/><Relationship Id="rId17" Type="http://schemas.openxmlformats.org/officeDocument/2006/relationships/image" Target="../media/image7510.png"/><Relationship Id="rId59" Type="http://schemas.openxmlformats.org/officeDocument/2006/relationships/image" Target="../media/image5310.png"/><Relationship Id="rId124" Type="http://schemas.openxmlformats.org/officeDocument/2006/relationships/customXml" Target="../ink/ink3591.xml"/><Relationship Id="rId70" Type="http://schemas.openxmlformats.org/officeDocument/2006/relationships/customXml" Target="../ink/ink3564.xml"/><Relationship Id="rId166" Type="http://schemas.openxmlformats.org/officeDocument/2006/relationships/customXml" Target="../ink/ink3612.xml"/><Relationship Id="rId331" Type="http://schemas.openxmlformats.org/officeDocument/2006/relationships/customXml" Target="../ink/ink3695.xml"/><Relationship Id="rId373" Type="http://schemas.openxmlformats.org/officeDocument/2006/relationships/customXml" Target="../ink/ink3716.xml"/><Relationship Id="rId429" Type="http://schemas.openxmlformats.org/officeDocument/2006/relationships/customXml" Target="../ink/ink3744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3646.xml"/><Relationship Id="rId440" Type="http://schemas.openxmlformats.org/officeDocument/2006/relationships/image" Target="../media/image4450.png"/><Relationship Id="rId28" Type="http://schemas.openxmlformats.org/officeDocument/2006/relationships/customXml" Target="../ink/ink3543.xml"/><Relationship Id="rId275" Type="http://schemas.openxmlformats.org/officeDocument/2006/relationships/customXml" Target="../ink/ink3667.xml"/><Relationship Id="rId300" Type="http://schemas.openxmlformats.org/officeDocument/2006/relationships/image" Target="../media/image3750.png"/><Relationship Id="rId482" Type="http://schemas.openxmlformats.org/officeDocument/2006/relationships/image" Target="../media/image4660.png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77" Type="http://schemas.openxmlformats.org/officeDocument/2006/relationships/image" Target="../media/image1970.png"/><Relationship Id="rId342" Type="http://schemas.openxmlformats.org/officeDocument/2006/relationships/image" Target="../media/image3960.png"/><Relationship Id="rId384" Type="http://schemas.openxmlformats.org/officeDocument/2006/relationships/image" Target="../media/image4170.png"/><Relationship Id="rId202" Type="http://schemas.openxmlformats.org/officeDocument/2006/relationships/customXml" Target="../ink/ink3630.xml"/><Relationship Id="rId244" Type="http://schemas.openxmlformats.org/officeDocument/2006/relationships/image" Target="../media/image2630.png"/><Relationship Id="rId39" Type="http://schemas.openxmlformats.org/officeDocument/2006/relationships/image" Target="../media/image8610.png"/><Relationship Id="rId286" Type="http://schemas.openxmlformats.org/officeDocument/2006/relationships/image" Target="../media/image3680.png"/><Relationship Id="rId451" Type="http://schemas.openxmlformats.org/officeDocument/2006/relationships/customXml" Target="../ink/ink3755.xml"/><Relationship Id="rId50" Type="http://schemas.openxmlformats.org/officeDocument/2006/relationships/customXml" Target="../ink/ink3554.xml"/><Relationship Id="rId104" Type="http://schemas.openxmlformats.org/officeDocument/2006/relationships/customXml" Target="../ink/ink3581.xml"/><Relationship Id="rId146" Type="http://schemas.openxmlformats.org/officeDocument/2006/relationships/customXml" Target="../ink/ink3602.xml"/><Relationship Id="rId188" Type="http://schemas.openxmlformats.org/officeDocument/2006/relationships/customXml" Target="../ink/ink3623.xml"/><Relationship Id="rId311" Type="http://schemas.openxmlformats.org/officeDocument/2006/relationships/customXml" Target="../ink/ink3685.xml"/><Relationship Id="rId353" Type="http://schemas.openxmlformats.org/officeDocument/2006/relationships/customXml" Target="../ink/ink3706.xml"/><Relationship Id="rId395" Type="http://schemas.openxmlformats.org/officeDocument/2006/relationships/customXml" Target="../ink/ink3727.xml"/><Relationship Id="rId409" Type="http://schemas.openxmlformats.org/officeDocument/2006/relationships/customXml" Target="../ink/ink3734.xml"/><Relationship Id="rId92" Type="http://schemas.openxmlformats.org/officeDocument/2006/relationships/customXml" Target="../ink/ink3575.xml"/><Relationship Id="rId213" Type="http://schemas.openxmlformats.org/officeDocument/2006/relationships/image" Target="../media/image2480.png"/><Relationship Id="rId420" Type="http://schemas.openxmlformats.org/officeDocument/2006/relationships/image" Target="../media/image4350.png"/><Relationship Id="rId255" Type="http://schemas.openxmlformats.org/officeDocument/2006/relationships/customXml" Target="../ink/ink3657.xml"/><Relationship Id="rId297" Type="http://schemas.openxmlformats.org/officeDocument/2006/relationships/customXml" Target="../ink/ink3678.xml"/><Relationship Id="rId462" Type="http://schemas.openxmlformats.org/officeDocument/2006/relationships/image" Target="../media/image4560.png"/><Relationship Id="rId115" Type="http://schemas.openxmlformats.org/officeDocument/2006/relationships/image" Target="../media/image1670.png"/><Relationship Id="rId157" Type="http://schemas.openxmlformats.org/officeDocument/2006/relationships/image" Target="../media/image1870.png"/><Relationship Id="rId322" Type="http://schemas.openxmlformats.org/officeDocument/2006/relationships/image" Target="../media/image3860.png"/><Relationship Id="rId364" Type="http://schemas.openxmlformats.org/officeDocument/2006/relationships/image" Target="../media/image4070.png"/><Relationship Id="rId61" Type="http://schemas.openxmlformats.org/officeDocument/2006/relationships/image" Target="../media/image9610.png"/><Relationship Id="rId199" Type="http://schemas.openxmlformats.org/officeDocument/2006/relationships/image" Target="../media/image2410.png"/><Relationship Id="rId19" Type="http://schemas.openxmlformats.org/officeDocument/2006/relationships/image" Target="../media/image7610.png"/><Relationship Id="rId224" Type="http://schemas.openxmlformats.org/officeDocument/2006/relationships/customXml" Target="../ink/ink3641.xml"/><Relationship Id="rId266" Type="http://schemas.openxmlformats.org/officeDocument/2006/relationships/image" Target="../media/image3580.png"/><Relationship Id="rId431" Type="http://schemas.openxmlformats.org/officeDocument/2006/relationships/customXml" Target="../ink/ink3745.xml"/><Relationship Id="rId473" Type="http://schemas.openxmlformats.org/officeDocument/2006/relationships/customXml" Target="../ink/ink3766.xml"/><Relationship Id="rId30" Type="http://schemas.openxmlformats.org/officeDocument/2006/relationships/customXml" Target="../ink/ink3544.xml"/><Relationship Id="rId126" Type="http://schemas.openxmlformats.org/officeDocument/2006/relationships/customXml" Target="../ink/ink3592.xml"/><Relationship Id="rId168" Type="http://schemas.openxmlformats.org/officeDocument/2006/relationships/customXml" Target="../ink/ink3613.xml"/><Relationship Id="rId333" Type="http://schemas.openxmlformats.org/officeDocument/2006/relationships/customXml" Target="../ink/ink3696.xml"/><Relationship Id="rId72" Type="http://schemas.openxmlformats.org/officeDocument/2006/relationships/customXml" Target="../ink/ink3565.xml"/><Relationship Id="rId375" Type="http://schemas.openxmlformats.org/officeDocument/2006/relationships/customXml" Target="../ink/ink3717.xml"/><Relationship Id="rId3" Type="http://schemas.openxmlformats.org/officeDocument/2006/relationships/image" Target="../media/image2510.png"/><Relationship Id="rId235" Type="http://schemas.openxmlformats.org/officeDocument/2006/relationships/customXml" Target="../ink/ink3647.xml"/><Relationship Id="rId277" Type="http://schemas.openxmlformats.org/officeDocument/2006/relationships/customXml" Target="../ink/ink3668.xml"/><Relationship Id="rId400" Type="http://schemas.openxmlformats.org/officeDocument/2006/relationships/image" Target="../media/image4250.png"/><Relationship Id="rId442" Type="http://schemas.openxmlformats.org/officeDocument/2006/relationships/image" Target="../media/image4460.png"/><Relationship Id="rId484" Type="http://schemas.openxmlformats.org/officeDocument/2006/relationships/image" Target="../media/image4670.png"/><Relationship Id="rId137" Type="http://schemas.openxmlformats.org/officeDocument/2006/relationships/image" Target="../media/image1770.png"/><Relationship Id="rId302" Type="http://schemas.openxmlformats.org/officeDocument/2006/relationships/image" Target="../media/image3760.png"/><Relationship Id="rId344" Type="http://schemas.openxmlformats.org/officeDocument/2006/relationships/image" Target="../media/image3970.png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3796.xml"/><Relationship Id="rId63" Type="http://schemas.openxmlformats.org/officeDocument/2006/relationships/image" Target="../media/image9710.png"/><Relationship Id="rId84" Type="http://schemas.openxmlformats.org/officeDocument/2006/relationships/customXml" Target="../ink/ink3817.xml"/><Relationship Id="rId138" Type="http://schemas.openxmlformats.org/officeDocument/2006/relationships/customXml" Target="../ink/ink3844.xml"/><Relationship Id="rId159" Type="http://schemas.openxmlformats.org/officeDocument/2006/relationships/image" Target="../media/image1880.png"/><Relationship Id="rId170" Type="http://schemas.openxmlformats.org/officeDocument/2006/relationships/customXml" Target="../ink/ink3860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26" Type="http://schemas.openxmlformats.org/officeDocument/2006/relationships/customXml" Target="../ink/ink3888.xml"/><Relationship Id="rId247" Type="http://schemas.openxmlformats.org/officeDocument/2006/relationships/customXml" Target="../ink/ink3899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3791.xml"/><Relationship Id="rId53" Type="http://schemas.openxmlformats.org/officeDocument/2006/relationships/image" Target="../media/image9310.png"/><Relationship Id="rId74" Type="http://schemas.openxmlformats.org/officeDocument/2006/relationships/customXml" Target="../ink/ink3812.xml"/><Relationship Id="rId128" Type="http://schemas.openxmlformats.org/officeDocument/2006/relationships/customXml" Target="../ink/ink3839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3855.xml"/><Relationship Id="rId181" Type="http://schemas.openxmlformats.org/officeDocument/2006/relationships/image" Target="../media/image1990.png"/><Relationship Id="rId216" Type="http://schemas.openxmlformats.org/officeDocument/2006/relationships/customXml" Target="../ink/ink3883.xml"/><Relationship Id="rId237" Type="http://schemas.openxmlformats.org/officeDocument/2006/relationships/customXml" Target="../ink/ink3894.xml"/><Relationship Id="rId22" Type="http://schemas.openxmlformats.org/officeDocument/2006/relationships/customXml" Target="../ink/ink3786.xml"/><Relationship Id="rId43" Type="http://schemas.openxmlformats.org/officeDocument/2006/relationships/image" Target="../media/image8810.png"/><Relationship Id="rId64" Type="http://schemas.openxmlformats.org/officeDocument/2006/relationships/customXml" Target="../ink/ink3807.xml"/><Relationship Id="rId118" Type="http://schemas.openxmlformats.org/officeDocument/2006/relationships/customXml" Target="../ink/ink3834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3850.xml"/><Relationship Id="rId171" Type="http://schemas.openxmlformats.org/officeDocument/2006/relationships/image" Target="../media/image1940.png"/><Relationship Id="rId192" Type="http://schemas.openxmlformats.org/officeDocument/2006/relationships/customXml" Target="../ink/ink3871.xml"/><Relationship Id="rId206" Type="http://schemas.openxmlformats.org/officeDocument/2006/relationships/customXml" Target="../ink/ink3878.xml"/><Relationship Id="rId227" Type="http://schemas.openxmlformats.org/officeDocument/2006/relationships/customXml" Target="../ink/ink3889.xml"/><Relationship Id="rId248" Type="http://schemas.openxmlformats.org/officeDocument/2006/relationships/image" Target="../media/image2650.png"/><Relationship Id="rId12" Type="http://schemas.openxmlformats.org/officeDocument/2006/relationships/customXml" Target="../ink/ink3781.xml"/><Relationship Id="rId33" Type="http://schemas.openxmlformats.org/officeDocument/2006/relationships/image" Target="../media/image8310.png"/><Relationship Id="rId108" Type="http://schemas.openxmlformats.org/officeDocument/2006/relationships/customXml" Target="../ink/ink3829.xml"/><Relationship Id="rId129" Type="http://schemas.openxmlformats.org/officeDocument/2006/relationships/image" Target="../media/image12910.png"/><Relationship Id="rId54" Type="http://schemas.openxmlformats.org/officeDocument/2006/relationships/customXml" Target="../ink/ink3802.xml"/><Relationship Id="rId75" Type="http://schemas.openxmlformats.org/officeDocument/2006/relationships/image" Target="../media/image10210.png"/><Relationship Id="rId96" Type="http://schemas.openxmlformats.org/officeDocument/2006/relationships/customXml" Target="../ink/ink3823.xml"/><Relationship Id="rId140" Type="http://schemas.openxmlformats.org/officeDocument/2006/relationships/customXml" Target="../ink/ink3845.xml"/><Relationship Id="rId161" Type="http://schemas.openxmlformats.org/officeDocument/2006/relationships/image" Target="../media/image1890.png"/><Relationship Id="rId182" Type="http://schemas.openxmlformats.org/officeDocument/2006/relationships/customXml" Target="../ink/ink3866.xml"/><Relationship Id="rId217" Type="http://schemas.openxmlformats.org/officeDocument/2006/relationships/image" Target="../media/image2500.png"/><Relationship Id="rId6" Type="http://schemas.openxmlformats.org/officeDocument/2006/relationships/customXml" Target="../ink/ink3778.xml"/><Relationship Id="rId238" Type="http://schemas.openxmlformats.org/officeDocument/2006/relationships/image" Target="../media/image260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3797.xml"/><Relationship Id="rId65" Type="http://schemas.openxmlformats.org/officeDocument/2006/relationships/image" Target="../media/image9810.png"/><Relationship Id="rId86" Type="http://schemas.openxmlformats.org/officeDocument/2006/relationships/customXml" Target="../ink/ink3818.xml"/><Relationship Id="rId130" Type="http://schemas.openxmlformats.org/officeDocument/2006/relationships/customXml" Target="../ink/ink3840.xml"/><Relationship Id="rId151" Type="http://schemas.openxmlformats.org/officeDocument/2006/relationships/image" Target="../media/image1840.png"/><Relationship Id="rId172" Type="http://schemas.openxmlformats.org/officeDocument/2006/relationships/customXml" Target="../ink/ink3861.xml"/><Relationship Id="rId193" Type="http://schemas.openxmlformats.org/officeDocument/2006/relationships/image" Target="../media/image14100.png"/><Relationship Id="rId207" Type="http://schemas.openxmlformats.org/officeDocument/2006/relationships/image" Target="../media/image2450.png"/><Relationship Id="rId228" Type="http://schemas.openxmlformats.org/officeDocument/2006/relationships/image" Target="../media/image2550.png"/><Relationship Id="rId249" Type="http://schemas.openxmlformats.org/officeDocument/2006/relationships/customXml" Target="../ink/ink3900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3792.xml"/><Relationship Id="rId55" Type="http://schemas.openxmlformats.org/officeDocument/2006/relationships/image" Target="../media/image9410.png"/><Relationship Id="rId76" Type="http://schemas.openxmlformats.org/officeDocument/2006/relationships/customXml" Target="../ink/ink3813.xml"/><Relationship Id="rId97" Type="http://schemas.openxmlformats.org/officeDocument/2006/relationships/image" Target="../media/image1580.png"/><Relationship Id="rId120" Type="http://schemas.openxmlformats.org/officeDocument/2006/relationships/customXml" Target="../ink/ink3835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3856.xml"/><Relationship Id="rId183" Type="http://schemas.openxmlformats.org/officeDocument/2006/relationships/image" Target="../media/image2000.png"/><Relationship Id="rId218" Type="http://schemas.openxmlformats.org/officeDocument/2006/relationships/customXml" Target="../ink/ink3884.xml"/><Relationship Id="rId239" Type="http://schemas.openxmlformats.org/officeDocument/2006/relationships/customXml" Target="../ink/ink3895.xml"/><Relationship Id="rId250" Type="http://schemas.openxmlformats.org/officeDocument/2006/relationships/image" Target="../media/image2660.png"/><Relationship Id="rId24" Type="http://schemas.openxmlformats.org/officeDocument/2006/relationships/customXml" Target="../ink/ink3787.xml"/><Relationship Id="rId45" Type="http://schemas.openxmlformats.org/officeDocument/2006/relationships/image" Target="../media/image8910.png"/><Relationship Id="rId66" Type="http://schemas.openxmlformats.org/officeDocument/2006/relationships/customXml" Target="../ink/ink3808.xml"/><Relationship Id="rId87" Type="http://schemas.openxmlformats.org/officeDocument/2006/relationships/image" Target="../media/image10810.png"/><Relationship Id="rId110" Type="http://schemas.openxmlformats.org/officeDocument/2006/relationships/customXml" Target="../ink/ink3830.xml"/><Relationship Id="rId131" Type="http://schemas.openxmlformats.org/officeDocument/2006/relationships/image" Target="../media/image1740.png"/><Relationship Id="rId152" Type="http://schemas.openxmlformats.org/officeDocument/2006/relationships/customXml" Target="../ink/ink3851.xml"/><Relationship Id="rId173" Type="http://schemas.openxmlformats.org/officeDocument/2006/relationships/image" Target="../media/image1950.png"/><Relationship Id="rId194" Type="http://schemas.openxmlformats.org/officeDocument/2006/relationships/customXml" Target="../ink/ink3872.xml"/><Relationship Id="rId208" Type="http://schemas.openxmlformats.org/officeDocument/2006/relationships/customXml" Target="../ink/ink3879.xml"/><Relationship Id="rId229" Type="http://schemas.openxmlformats.org/officeDocument/2006/relationships/customXml" Target="../ink/ink3890.xml"/><Relationship Id="rId240" Type="http://schemas.openxmlformats.org/officeDocument/2006/relationships/image" Target="../media/image2611.png"/><Relationship Id="rId14" Type="http://schemas.openxmlformats.org/officeDocument/2006/relationships/customXml" Target="../ink/ink3782.xml"/><Relationship Id="rId35" Type="http://schemas.openxmlformats.org/officeDocument/2006/relationships/image" Target="../media/image8410.png"/><Relationship Id="rId56" Type="http://schemas.openxmlformats.org/officeDocument/2006/relationships/customXml" Target="../ink/ink3803.xml"/><Relationship Id="rId77" Type="http://schemas.openxmlformats.org/officeDocument/2006/relationships/image" Target="../media/image10310.png"/><Relationship Id="rId100" Type="http://schemas.openxmlformats.org/officeDocument/2006/relationships/customXml" Target="../ink/ink3825.xml"/><Relationship Id="rId8" Type="http://schemas.openxmlformats.org/officeDocument/2006/relationships/customXml" Target="../ink/ink3779.xml"/><Relationship Id="rId98" Type="http://schemas.openxmlformats.org/officeDocument/2006/relationships/customXml" Target="../ink/ink3824.xml"/><Relationship Id="rId121" Type="http://schemas.openxmlformats.org/officeDocument/2006/relationships/image" Target="../media/image1700.png"/><Relationship Id="rId142" Type="http://schemas.openxmlformats.org/officeDocument/2006/relationships/customXml" Target="../ink/ink3846.xml"/><Relationship Id="rId163" Type="http://schemas.openxmlformats.org/officeDocument/2006/relationships/image" Target="../media/image1900.png"/><Relationship Id="rId184" Type="http://schemas.openxmlformats.org/officeDocument/2006/relationships/customXml" Target="../ink/ink3867.xml"/><Relationship Id="rId219" Type="http://schemas.openxmlformats.org/officeDocument/2006/relationships/image" Target="../media/image2511.png"/><Relationship Id="rId230" Type="http://schemas.openxmlformats.org/officeDocument/2006/relationships/image" Target="../media/image2560.png"/><Relationship Id="rId251" Type="http://schemas.openxmlformats.org/officeDocument/2006/relationships/image" Target="../media/image1460.jpeg"/><Relationship Id="rId25" Type="http://schemas.openxmlformats.org/officeDocument/2006/relationships/image" Target="../media/image7910.png"/><Relationship Id="rId46" Type="http://schemas.openxmlformats.org/officeDocument/2006/relationships/customXml" Target="../ink/ink3798.xml"/><Relationship Id="rId67" Type="http://schemas.openxmlformats.org/officeDocument/2006/relationships/image" Target="../media/image9910.png"/><Relationship Id="rId88" Type="http://schemas.openxmlformats.org/officeDocument/2006/relationships/customXml" Target="../ink/ink3819.xml"/><Relationship Id="rId111" Type="http://schemas.openxmlformats.org/officeDocument/2006/relationships/image" Target="../media/image1650.png"/><Relationship Id="rId132" Type="http://schemas.openxmlformats.org/officeDocument/2006/relationships/customXml" Target="../ink/ink3841.xml"/><Relationship Id="rId153" Type="http://schemas.openxmlformats.org/officeDocument/2006/relationships/image" Target="../media/image1850.png"/><Relationship Id="rId174" Type="http://schemas.openxmlformats.org/officeDocument/2006/relationships/customXml" Target="../ink/ink3862.xml"/><Relationship Id="rId195" Type="http://schemas.openxmlformats.org/officeDocument/2006/relationships/image" Target="../media/image1511.png"/><Relationship Id="rId209" Type="http://schemas.openxmlformats.org/officeDocument/2006/relationships/image" Target="../media/image2460.png"/><Relationship Id="rId220" Type="http://schemas.openxmlformats.org/officeDocument/2006/relationships/customXml" Target="../ink/ink3885.xml"/><Relationship Id="rId241" Type="http://schemas.openxmlformats.org/officeDocument/2006/relationships/customXml" Target="../ink/ink3896.xml"/><Relationship Id="rId15" Type="http://schemas.openxmlformats.org/officeDocument/2006/relationships/image" Target="../media/image7410.png"/><Relationship Id="rId36" Type="http://schemas.openxmlformats.org/officeDocument/2006/relationships/customXml" Target="../ink/ink3793.xml"/><Relationship Id="rId57" Type="http://schemas.openxmlformats.org/officeDocument/2006/relationships/image" Target="../media/image9510.png"/><Relationship Id="rId78" Type="http://schemas.openxmlformats.org/officeDocument/2006/relationships/customXml" Target="../ink/ink3814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3836.xml"/><Relationship Id="rId143" Type="http://schemas.openxmlformats.org/officeDocument/2006/relationships/image" Target="../media/image1800.png"/><Relationship Id="rId164" Type="http://schemas.openxmlformats.org/officeDocument/2006/relationships/customXml" Target="../ink/ink3857.xml"/><Relationship Id="rId185" Type="http://schemas.openxmlformats.org/officeDocument/2006/relationships/image" Target="../media/image2340.png"/><Relationship Id="rId4" Type="http://schemas.openxmlformats.org/officeDocument/2006/relationships/customXml" Target="../ink/ink3777.xml"/><Relationship Id="rId9" Type="http://schemas.openxmlformats.org/officeDocument/2006/relationships/image" Target="../media/image2810.png"/><Relationship Id="rId180" Type="http://schemas.openxmlformats.org/officeDocument/2006/relationships/customXml" Target="../ink/ink3865.xml"/><Relationship Id="rId210" Type="http://schemas.openxmlformats.org/officeDocument/2006/relationships/customXml" Target="../ink/ink3880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6" Type="http://schemas.openxmlformats.org/officeDocument/2006/relationships/customXml" Target="../ink/ink3788.xml"/><Relationship Id="rId231" Type="http://schemas.openxmlformats.org/officeDocument/2006/relationships/customXml" Target="../ink/ink3891.xml"/><Relationship Id="rId47" Type="http://schemas.openxmlformats.org/officeDocument/2006/relationships/image" Target="../media/image9010.png"/><Relationship Id="rId68" Type="http://schemas.openxmlformats.org/officeDocument/2006/relationships/customXml" Target="../ink/ink3809.xml"/><Relationship Id="rId89" Type="http://schemas.openxmlformats.org/officeDocument/2006/relationships/image" Target="../media/image10910.png"/><Relationship Id="rId112" Type="http://schemas.openxmlformats.org/officeDocument/2006/relationships/customXml" Target="../ink/ink3831.xml"/><Relationship Id="rId133" Type="http://schemas.openxmlformats.org/officeDocument/2006/relationships/image" Target="../media/image1750.png"/><Relationship Id="rId154" Type="http://schemas.openxmlformats.org/officeDocument/2006/relationships/customXml" Target="../ink/ink3852.xml"/><Relationship Id="rId175" Type="http://schemas.openxmlformats.org/officeDocument/2006/relationships/image" Target="../media/image1960.png"/><Relationship Id="rId196" Type="http://schemas.openxmlformats.org/officeDocument/2006/relationships/customXml" Target="../ink/ink3873.xml"/><Relationship Id="rId200" Type="http://schemas.openxmlformats.org/officeDocument/2006/relationships/customXml" Target="../ink/ink3875.xml"/><Relationship Id="rId16" Type="http://schemas.openxmlformats.org/officeDocument/2006/relationships/customXml" Target="../ink/ink3783.xml"/><Relationship Id="rId221" Type="http://schemas.openxmlformats.org/officeDocument/2006/relationships/image" Target="../media/image2520.png"/><Relationship Id="rId242" Type="http://schemas.openxmlformats.org/officeDocument/2006/relationships/image" Target="../media/image2620.png"/><Relationship Id="rId37" Type="http://schemas.openxmlformats.org/officeDocument/2006/relationships/image" Target="../media/image8510.png"/><Relationship Id="rId58" Type="http://schemas.openxmlformats.org/officeDocument/2006/relationships/customXml" Target="../ink/ink3804.xml"/><Relationship Id="rId79" Type="http://schemas.openxmlformats.org/officeDocument/2006/relationships/image" Target="../media/image10410.png"/><Relationship Id="rId102" Type="http://schemas.openxmlformats.org/officeDocument/2006/relationships/customXml" Target="../ink/ink3826.xml"/><Relationship Id="rId123" Type="http://schemas.openxmlformats.org/officeDocument/2006/relationships/image" Target="../media/image1710.png"/><Relationship Id="rId144" Type="http://schemas.openxmlformats.org/officeDocument/2006/relationships/customXml" Target="../ink/ink3847.xml"/><Relationship Id="rId90" Type="http://schemas.openxmlformats.org/officeDocument/2006/relationships/customXml" Target="../ink/ink3820.xml"/><Relationship Id="rId165" Type="http://schemas.openxmlformats.org/officeDocument/2006/relationships/image" Target="../media/image1910.png"/><Relationship Id="rId186" Type="http://schemas.openxmlformats.org/officeDocument/2006/relationships/customXml" Target="../ink/ink3868.xml"/><Relationship Id="rId211" Type="http://schemas.openxmlformats.org/officeDocument/2006/relationships/image" Target="../media/image2470.png"/><Relationship Id="rId232" Type="http://schemas.openxmlformats.org/officeDocument/2006/relationships/image" Target="../media/image2570.png"/><Relationship Id="rId27" Type="http://schemas.openxmlformats.org/officeDocument/2006/relationships/image" Target="../media/image8010.png"/><Relationship Id="rId48" Type="http://schemas.openxmlformats.org/officeDocument/2006/relationships/customXml" Target="../ink/ink3799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3842.xml"/><Relationship Id="rId80" Type="http://schemas.openxmlformats.org/officeDocument/2006/relationships/customXml" Target="../ink/ink3815.xml"/><Relationship Id="rId155" Type="http://schemas.openxmlformats.org/officeDocument/2006/relationships/image" Target="../media/image1860.png"/><Relationship Id="rId176" Type="http://schemas.openxmlformats.org/officeDocument/2006/relationships/customXml" Target="../ink/ink3863.xml"/><Relationship Id="rId197" Type="http://schemas.openxmlformats.org/officeDocument/2006/relationships/image" Target="../media/image1611.png"/><Relationship Id="rId201" Type="http://schemas.openxmlformats.org/officeDocument/2006/relationships/image" Target="../media/image1811.png"/><Relationship Id="rId222" Type="http://schemas.openxmlformats.org/officeDocument/2006/relationships/customXml" Target="../ink/ink3886.xml"/><Relationship Id="rId243" Type="http://schemas.openxmlformats.org/officeDocument/2006/relationships/customXml" Target="../ink/ink3897.xml"/><Relationship Id="rId17" Type="http://schemas.openxmlformats.org/officeDocument/2006/relationships/image" Target="../media/image7510.png"/><Relationship Id="rId38" Type="http://schemas.openxmlformats.org/officeDocument/2006/relationships/customXml" Target="../ink/ink3794.xml"/><Relationship Id="rId59" Type="http://schemas.openxmlformats.org/officeDocument/2006/relationships/image" Target="../media/image5310.png"/><Relationship Id="rId103" Type="http://schemas.openxmlformats.org/officeDocument/2006/relationships/image" Target="../media/image1610.png"/><Relationship Id="rId124" Type="http://schemas.openxmlformats.org/officeDocument/2006/relationships/customXml" Target="../ink/ink3837.xml"/><Relationship Id="rId70" Type="http://schemas.openxmlformats.org/officeDocument/2006/relationships/customXml" Target="../ink/ink3810.xml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66" Type="http://schemas.openxmlformats.org/officeDocument/2006/relationships/customXml" Target="../ink/ink3858.xml"/><Relationship Id="rId187" Type="http://schemas.openxmlformats.org/officeDocument/2006/relationships/image" Target="../media/image1310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881.xml"/><Relationship Id="rId233" Type="http://schemas.openxmlformats.org/officeDocument/2006/relationships/customXml" Target="../ink/ink3892.xml"/><Relationship Id="rId28" Type="http://schemas.openxmlformats.org/officeDocument/2006/relationships/customXml" Target="../ink/ink3789.xml"/><Relationship Id="rId49" Type="http://schemas.openxmlformats.org/officeDocument/2006/relationships/image" Target="../media/image9110.png"/><Relationship Id="rId114" Type="http://schemas.openxmlformats.org/officeDocument/2006/relationships/customXml" Target="../ink/ink3832.xml"/><Relationship Id="rId60" Type="http://schemas.openxmlformats.org/officeDocument/2006/relationships/customXml" Target="../ink/ink3805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3853.xml"/><Relationship Id="rId177" Type="http://schemas.openxmlformats.org/officeDocument/2006/relationships/image" Target="../media/image1970.png"/><Relationship Id="rId198" Type="http://schemas.openxmlformats.org/officeDocument/2006/relationships/customXml" Target="../ink/ink3874.xml"/><Relationship Id="rId202" Type="http://schemas.openxmlformats.org/officeDocument/2006/relationships/customXml" Target="../ink/ink3876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3784.xml"/><Relationship Id="rId39" Type="http://schemas.openxmlformats.org/officeDocument/2006/relationships/image" Target="../media/image8610.png"/><Relationship Id="rId50" Type="http://schemas.openxmlformats.org/officeDocument/2006/relationships/customXml" Target="../ink/ink3800.xml"/><Relationship Id="rId104" Type="http://schemas.openxmlformats.org/officeDocument/2006/relationships/customXml" Target="../ink/ink3827.xml"/><Relationship Id="rId125" Type="http://schemas.openxmlformats.org/officeDocument/2006/relationships/image" Target="../media/image1720.png"/><Relationship Id="rId146" Type="http://schemas.openxmlformats.org/officeDocument/2006/relationships/customXml" Target="../ink/ink3848.xml"/><Relationship Id="rId167" Type="http://schemas.openxmlformats.org/officeDocument/2006/relationships/image" Target="../media/image1920.png"/><Relationship Id="rId188" Type="http://schemas.openxmlformats.org/officeDocument/2006/relationships/customXml" Target="../ink/ink3869.xml"/><Relationship Id="rId71" Type="http://schemas.openxmlformats.org/officeDocument/2006/relationships/image" Target="../media/image5910.png"/><Relationship Id="rId92" Type="http://schemas.openxmlformats.org/officeDocument/2006/relationships/customXml" Target="../ink/ink3821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3776.xml"/><Relationship Id="rId29" Type="http://schemas.openxmlformats.org/officeDocument/2006/relationships/image" Target="../media/image8110.png"/><Relationship Id="rId40" Type="http://schemas.openxmlformats.org/officeDocument/2006/relationships/customXml" Target="../ink/ink3795.xml"/><Relationship Id="rId115" Type="http://schemas.openxmlformats.org/officeDocument/2006/relationships/image" Target="../media/image1670.png"/><Relationship Id="rId136" Type="http://schemas.openxmlformats.org/officeDocument/2006/relationships/customXml" Target="../ink/ink3843.xml"/><Relationship Id="rId157" Type="http://schemas.openxmlformats.org/officeDocument/2006/relationships/image" Target="../media/image1870.png"/><Relationship Id="rId178" Type="http://schemas.openxmlformats.org/officeDocument/2006/relationships/customXml" Target="../ink/ink3864.xml"/><Relationship Id="rId61" Type="http://schemas.openxmlformats.org/officeDocument/2006/relationships/image" Target="../media/image9610.png"/><Relationship Id="rId82" Type="http://schemas.openxmlformats.org/officeDocument/2006/relationships/customXml" Target="../ink/ink3816.xml"/><Relationship Id="rId199" Type="http://schemas.openxmlformats.org/officeDocument/2006/relationships/image" Target="../media/image1711.png"/><Relationship Id="rId203" Type="http://schemas.openxmlformats.org/officeDocument/2006/relationships/image" Target="../media/image1911.png"/><Relationship Id="rId19" Type="http://schemas.openxmlformats.org/officeDocument/2006/relationships/image" Target="../media/image7610.png"/><Relationship Id="rId224" Type="http://schemas.openxmlformats.org/officeDocument/2006/relationships/customXml" Target="../ink/ink3887.xml"/><Relationship Id="rId245" Type="http://schemas.openxmlformats.org/officeDocument/2006/relationships/customXml" Target="../ink/ink3898.xml"/><Relationship Id="rId30" Type="http://schemas.openxmlformats.org/officeDocument/2006/relationships/customXml" Target="../ink/ink3790.xml"/><Relationship Id="rId105" Type="http://schemas.openxmlformats.org/officeDocument/2006/relationships/image" Target="../media/image1620.png"/><Relationship Id="rId126" Type="http://schemas.openxmlformats.org/officeDocument/2006/relationships/customXml" Target="../ink/ink3838.xml"/><Relationship Id="rId147" Type="http://schemas.openxmlformats.org/officeDocument/2006/relationships/image" Target="../media/image1820.png"/><Relationship Id="rId168" Type="http://schemas.openxmlformats.org/officeDocument/2006/relationships/customXml" Target="../ink/ink3859.xml"/><Relationship Id="rId51" Type="http://schemas.openxmlformats.org/officeDocument/2006/relationships/image" Target="../media/image9210.png"/><Relationship Id="rId72" Type="http://schemas.openxmlformats.org/officeDocument/2006/relationships/customXml" Target="../ink/ink3811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" Type="http://schemas.openxmlformats.org/officeDocument/2006/relationships/image" Target="../media/image11100.png"/><Relationship Id="rId214" Type="http://schemas.openxmlformats.org/officeDocument/2006/relationships/customXml" Target="../ink/ink3882.xml"/><Relationship Id="rId235" Type="http://schemas.openxmlformats.org/officeDocument/2006/relationships/customXml" Target="../ink/ink3893.xml"/><Relationship Id="rId116" Type="http://schemas.openxmlformats.org/officeDocument/2006/relationships/customXml" Target="../ink/ink3833.xml"/><Relationship Id="rId137" Type="http://schemas.openxmlformats.org/officeDocument/2006/relationships/image" Target="../media/image1770.png"/><Relationship Id="rId158" Type="http://schemas.openxmlformats.org/officeDocument/2006/relationships/customXml" Target="../ink/ink3854.xml"/><Relationship Id="rId20" Type="http://schemas.openxmlformats.org/officeDocument/2006/relationships/customXml" Target="../ink/ink3785.xml"/><Relationship Id="rId41" Type="http://schemas.openxmlformats.org/officeDocument/2006/relationships/image" Target="../media/image8710.png"/><Relationship Id="rId62" Type="http://schemas.openxmlformats.org/officeDocument/2006/relationships/customXml" Target="../ink/ink3806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3870.xml"/><Relationship Id="rId204" Type="http://schemas.openxmlformats.org/officeDocument/2006/relationships/customXml" Target="../ink/ink3877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106" Type="http://schemas.openxmlformats.org/officeDocument/2006/relationships/customXml" Target="../ink/ink3828.xml"/><Relationship Id="rId127" Type="http://schemas.openxmlformats.org/officeDocument/2006/relationships/image" Target="../media/image12100.png"/><Relationship Id="rId10" Type="http://schemas.openxmlformats.org/officeDocument/2006/relationships/customXml" Target="../ink/ink3780.xml"/><Relationship Id="rId31" Type="http://schemas.openxmlformats.org/officeDocument/2006/relationships/image" Target="../media/image8210.png"/><Relationship Id="rId52" Type="http://schemas.openxmlformats.org/officeDocument/2006/relationships/customXml" Target="../ink/ink3801.xml"/><Relationship Id="rId73" Type="http://schemas.openxmlformats.org/officeDocument/2006/relationships/image" Target="../media/image10110.png"/><Relationship Id="rId94" Type="http://schemas.openxmlformats.org/officeDocument/2006/relationships/customXml" Target="../ink/ink3822.xml"/><Relationship Id="rId148" Type="http://schemas.openxmlformats.org/officeDocument/2006/relationships/customXml" Target="../ink/ink3849.xml"/><Relationship Id="rId169" Type="http://schemas.openxmlformats.org/officeDocument/2006/relationships/image" Target="../media/image1930.png"/></Relationships>
</file>

<file path=ppt/slides/_rels/slide3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0.png"/><Relationship Id="rId21" Type="http://schemas.openxmlformats.org/officeDocument/2006/relationships/image" Target="../media/image4760.png"/><Relationship Id="rId42" Type="http://schemas.openxmlformats.org/officeDocument/2006/relationships/customXml" Target="../ink/ink3921.xml"/><Relationship Id="rId63" Type="http://schemas.openxmlformats.org/officeDocument/2006/relationships/image" Target="../media/image4970.png"/><Relationship Id="rId84" Type="http://schemas.openxmlformats.org/officeDocument/2006/relationships/customXml" Target="../ink/ink3942.xml"/><Relationship Id="rId138" Type="http://schemas.openxmlformats.org/officeDocument/2006/relationships/customXml" Target="../ink/ink3969.xml"/><Relationship Id="rId159" Type="http://schemas.openxmlformats.org/officeDocument/2006/relationships/image" Target="../media/image5440.png"/><Relationship Id="rId170" Type="http://schemas.openxmlformats.org/officeDocument/2006/relationships/customXml" Target="../ink/ink3985.xml"/><Relationship Id="rId191" Type="http://schemas.openxmlformats.org/officeDocument/2006/relationships/image" Target="../media/image5590.png"/><Relationship Id="rId205" Type="http://schemas.openxmlformats.org/officeDocument/2006/relationships/image" Target="../media/image5600.png"/><Relationship Id="rId226" Type="http://schemas.openxmlformats.org/officeDocument/2006/relationships/customXml" Target="../ink/ink4013.xml"/><Relationship Id="rId247" Type="http://schemas.openxmlformats.org/officeDocument/2006/relationships/customXml" Target="../ink/ink4024.xml"/><Relationship Id="rId107" Type="http://schemas.openxmlformats.org/officeDocument/2006/relationships/image" Target="../media/image5190.png"/><Relationship Id="rId11" Type="http://schemas.openxmlformats.org/officeDocument/2006/relationships/image" Target="../media/image2411.png"/><Relationship Id="rId32" Type="http://schemas.openxmlformats.org/officeDocument/2006/relationships/customXml" Target="../ink/ink3916.xml"/><Relationship Id="rId53" Type="http://schemas.openxmlformats.org/officeDocument/2006/relationships/image" Target="../media/image4920.png"/><Relationship Id="rId74" Type="http://schemas.openxmlformats.org/officeDocument/2006/relationships/customXml" Target="../ink/ink3937.xml"/><Relationship Id="rId128" Type="http://schemas.openxmlformats.org/officeDocument/2006/relationships/customXml" Target="../ink/ink3964.xml"/><Relationship Id="rId149" Type="http://schemas.openxmlformats.org/officeDocument/2006/relationships/image" Target="../media/image5390.png"/><Relationship Id="rId5" Type="http://schemas.openxmlformats.org/officeDocument/2006/relationships/image" Target="../media/image2111.png"/><Relationship Id="rId95" Type="http://schemas.openxmlformats.org/officeDocument/2006/relationships/image" Target="../media/image5130.png"/><Relationship Id="rId160" Type="http://schemas.openxmlformats.org/officeDocument/2006/relationships/customXml" Target="../ink/ink3980.xml"/><Relationship Id="rId181" Type="http://schemas.openxmlformats.org/officeDocument/2006/relationships/image" Target="../media/image5550.png"/><Relationship Id="rId216" Type="http://schemas.openxmlformats.org/officeDocument/2006/relationships/customXml" Target="../ink/ink4008.xml"/><Relationship Id="rId237" Type="http://schemas.openxmlformats.org/officeDocument/2006/relationships/customXml" Target="../ink/ink4019.xml"/><Relationship Id="rId22" Type="http://schemas.openxmlformats.org/officeDocument/2006/relationships/customXml" Target="../ink/ink3911.xml"/><Relationship Id="rId43" Type="http://schemas.openxmlformats.org/officeDocument/2006/relationships/image" Target="../media/image4870.png"/><Relationship Id="rId64" Type="http://schemas.openxmlformats.org/officeDocument/2006/relationships/customXml" Target="../ink/ink3932.xml"/><Relationship Id="rId118" Type="http://schemas.openxmlformats.org/officeDocument/2006/relationships/customXml" Target="../ink/ink3959.xml"/><Relationship Id="rId139" Type="http://schemas.openxmlformats.org/officeDocument/2006/relationships/image" Target="../media/image5340.png"/><Relationship Id="rId85" Type="http://schemas.openxmlformats.org/officeDocument/2006/relationships/image" Target="../media/image5080.png"/><Relationship Id="rId150" Type="http://schemas.openxmlformats.org/officeDocument/2006/relationships/customXml" Target="../ink/ink3975.xml"/><Relationship Id="rId171" Type="http://schemas.openxmlformats.org/officeDocument/2006/relationships/image" Target="../media/image5500.png"/><Relationship Id="rId192" Type="http://schemas.openxmlformats.org/officeDocument/2006/relationships/customXml" Target="../ink/ink3996.xml"/><Relationship Id="rId206" Type="http://schemas.openxmlformats.org/officeDocument/2006/relationships/customXml" Target="../ink/ink4003.xml"/><Relationship Id="rId227" Type="http://schemas.openxmlformats.org/officeDocument/2006/relationships/customXml" Target="../ink/ink4014.xml"/><Relationship Id="rId248" Type="http://schemas.openxmlformats.org/officeDocument/2006/relationships/image" Target="../media/image5811.png"/><Relationship Id="rId12" Type="http://schemas.openxmlformats.org/officeDocument/2006/relationships/customXml" Target="../ink/ink3906.xml"/><Relationship Id="rId33" Type="http://schemas.openxmlformats.org/officeDocument/2006/relationships/image" Target="../media/image4820.png"/><Relationship Id="rId108" Type="http://schemas.openxmlformats.org/officeDocument/2006/relationships/customXml" Target="../ink/ink3954.xml"/><Relationship Id="rId129" Type="http://schemas.openxmlformats.org/officeDocument/2006/relationships/image" Target="../media/image5290.png"/><Relationship Id="rId54" Type="http://schemas.openxmlformats.org/officeDocument/2006/relationships/customXml" Target="../ink/ink3927.xml"/><Relationship Id="rId75" Type="http://schemas.openxmlformats.org/officeDocument/2006/relationships/image" Target="../media/image5030.png"/><Relationship Id="rId96" Type="http://schemas.openxmlformats.org/officeDocument/2006/relationships/customXml" Target="../ink/ink3948.xml"/><Relationship Id="rId140" Type="http://schemas.openxmlformats.org/officeDocument/2006/relationships/customXml" Target="../ink/ink3970.xml"/><Relationship Id="rId161" Type="http://schemas.openxmlformats.org/officeDocument/2006/relationships/image" Target="../media/image5450.png"/><Relationship Id="rId182" Type="http://schemas.openxmlformats.org/officeDocument/2006/relationships/customXml" Target="../ink/ink3991.xml"/><Relationship Id="rId217" Type="http://schemas.openxmlformats.org/officeDocument/2006/relationships/image" Target="../media/image5660.png"/><Relationship Id="rId6" Type="http://schemas.openxmlformats.org/officeDocument/2006/relationships/customXml" Target="../ink/ink3903.xml"/><Relationship Id="rId238" Type="http://schemas.openxmlformats.org/officeDocument/2006/relationships/image" Target="../media/image5760.png"/><Relationship Id="rId23" Type="http://schemas.openxmlformats.org/officeDocument/2006/relationships/image" Target="../media/image4770.png"/><Relationship Id="rId119" Type="http://schemas.openxmlformats.org/officeDocument/2006/relationships/image" Target="../media/image5250.png"/><Relationship Id="rId44" Type="http://schemas.openxmlformats.org/officeDocument/2006/relationships/customXml" Target="../ink/ink3922.xml"/><Relationship Id="rId65" Type="http://schemas.openxmlformats.org/officeDocument/2006/relationships/image" Target="../media/image4980.png"/><Relationship Id="rId86" Type="http://schemas.openxmlformats.org/officeDocument/2006/relationships/customXml" Target="../ink/ink3943.xml"/><Relationship Id="rId130" Type="http://schemas.openxmlformats.org/officeDocument/2006/relationships/customXml" Target="../ink/ink3965.xml"/><Relationship Id="rId151" Type="http://schemas.openxmlformats.org/officeDocument/2006/relationships/image" Target="../media/image5400.png"/><Relationship Id="rId172" Type="http://schemas.openxmlformats.org/officeDocument/2006/relationships/customXml" Target="../ink/ink3986.xml"/><Relationship Id="rId193" Type="http://schemas.openxmlformats.org/officeDocument/2006/relationships/image" Target="../media/image14100.png"/><Relationship Id="rId207" Type="http://schemas.openxmlformats.org/officeDocument/2006/relationships/image" Target="../media/image5611.png"/><Relationship Id="rId228" Type="http://schemas.openxmlformats.org/officeDocument/2006/relationships/image" Target="../media/image5711.png"/><Relationship Id="rId249" Type="http://schemas.openxmlformats.org/officeDocument/2006/relationships/customXml" Target="../ink/ink4025.xml"/><Relationship Id="rId13" Type="http://schemas.openxmlformats.org/officeDocument/2006/relationships/image" Target="../media/image4720.png"/><Relationship Id="rId109" Type="http://schemas.openxmlformats.org/officeDocument/2006/relationships/image" Target="../media/image5200.png"/><Relationship Id="rId34" Type="http://schemas.openxmlformats.org/officeDocument/2006/relationships/customXml" Target="../ink/ink3917.xml"/><Relationship Id="rId55" Type="http://schemas.openxmlformats.org/officeDocument/2006/relationships/image" Target="../media/image4930.png"/><Relationship Id="rId76" Type="http://schemas.openxmlformats.org/officeDocument/2006/relationships/customXml" Target="../ink/ink3938.xml"/><Relationship Id="rId97" Type="http://schemas.openxmlformats.org/officeDocument/2006/relationships/image" Target="../media/image5140.png"/><Relationship Id="rId120" Type="http://schemas.openxmlformats.org/officeDocument/2006/relationships/customXml" Target="../ink/ink3960.xml"/><Relationship Id="rId141" Type="http://schemas.openxmlformats.org/officeDocument/2006/relationships/image" Target="../media/image5350.png"/><Relationship Id="rId7" Type="http://schemas.openxmlformats.org/officeDocument/2006/relationships/image" Target="../media/image2211.png"/><Relationship Id="rId162" Type="http://schemas.openxmlformats.org/officeDocument/2006/relationships/customXml" Target="../ink/ink3981.xml"/><Relationship Id="rId183" Type="http://schemas.openxmlformats.org/officeDocument/2006/relationships/image" Target="../media/image5560.png"/><Relationship Id="rId218" Type="http://schemas.openxmlformats.org/officeDocument/2006/relationships/customXml" Target="../ink/ink4009.xml"/><Relationship Id="rId239" Type="http://schemas.openxmlformats.org/officeDocument/2006/relationships/customXml" Target="../ink/ink4020.xml"/><Relationship Id="rId250" Type="http://schemas.openxmlformats.org/officeDocument/2006/relationships/image" Target="../media/image5820.png"/><Relationship Id="rId24" Type="http://schemas.openxmlformats.org/officeDocument/2006/relationships/customXml" Target="../ink/ink3912.xml"/><Relationship Id="rId45" Type="http://schemas.openxmlformats.org/officeDocument/2006/relationships/image" Target="../media/image4880.png"/><Relationship Id="rId66" Type="http://schemas.openxmlformats.org/officeDocument/2006/relationships/customXml" Target="../ink/ink3933.xml"/><Relationship Id="rId87" Type="http://schemas.openxmlformats.org/officeDocument/2006/relationships/image" Target="../media/image5090.png"/><Relationship Id="rId110" Type="http://schemas.openxmlformats.org/officeDocument/2006/relationships/customXml" Target="../ink/ink3955.xml"/><Relationship Id="rId131" Type="http://schemas.openxmlformats.org/officeDocument/2006/relationships/image" Target="../media/image5300.png"/><Relationship Id="rId152" Type="http://schemas.openxmlformats.org/officeDocument/2006/relationships/customXml" Target="../ink/ink3976.xml"/><Relationship Id="rId173" Type="http://schemas.openxmlformats.org/officeDocument/2006/relationships/image" Target="../media/image5511.png"/><Relationship Id="rId194" Type="http://schemas.openxmlformats.org/officeDocument/2006/relationships/customXml" Target="../ink/ink3997.xml"/><Relationship Id="rId208" Type="http://schemas.openxmlformats.org/officeDocument/2006/relationships/customXml" Target="../ink/ink4004.xml"/><Relationship Id="rId229" Type="http://schemas.openxmlformats.org/officeDocument/2006/relationships/customXml" Target="../ink/ink4015.xml"/><Relationship Id="rId240" Type="http://schemas.openxmlformats.org/officeDocument/2006/relationships/image" Target="../media/image5770.png"/><Relationship Id="rId14" Type="http://schemas.openxmlformats.org/officeDocument/2006/relationships/customXml" Target="../ink/ink3907.xml"/><Relationship Id="rId35" Type="http://schemas.openxmlformats.org/officeDocument/2006/relationships/image" Target="../media/image4830.png"/><Relationship Id="rId56" Type="http://schemas.openxmlformats.org/officeDocument/2006/relationships/customXml" Target="../ink/ink3928.xml"/><Relationship Id="rId77" Type="http://schemas.openxmlformats.org/officeDocument/2006/relationships/image" Target="../media/image5040.png"/><Relationship Id="rId100" Type="http://schemas.openxmlformats.org/officeDocument/2006/relationships/customXml" Target="../ink/ink3950.xml"/><Relationship Id="rId8" Type="http://schemas.openxmlformats.org/officeDocument/2006/relationships/customXml" Target="../ink/ink3904.xml"/><Relationship Id="rId98" Type="http://schemas.openxmlformats.org/officeDocument/2006/relationships/customXml" Target="../ink/ink3949.xml"/><Relationship Id="rId121" Type="http://schemas.openxmlformats.org/officeDocument/2006/relationships/image" Target="../media/image5260.png"/><Relationship Id="rId142" Type="http://schemas.openxmlformats.org/officeDocument/2006/relationships/customXml" Target="../ink/ink3971.xml"/><Relationship Id="rId163" Type="http://schemas.openxmlformats.org/officeDocument/2006/relationships/image" Target="../media/image5460.png"/><Relationship Id="rId184" Type="http://schemas.openxmlformats.org/officeDocument/2006/relationships/customXml" Target="../ink/ink3992.xml"/><Relationship Id="rId219" Type="http://schemas.openxmlformats.org/officeDocument/2006/relationships/image" Target="../media/image5670.png"/><Relationship Id="rId230" Type="http://schemas.openxmlformats.org/officeDocument/2006/relationships/image" Target="../media/image5720.png"/><Relationship Id="rId251" Type="http://schemas.openxmlformats.org/officeDocument/2006/relationships/image" Target="../media/image1461.jpeg"/><Relationship Id="rId25" Type="http://schemas.openxmlformats.org/officeDocument/2006/relationships/image" Target="../media/image4780.png"/><Relationship Id="rId46" Type="http://schemas.openxmlformats.org/officeDocument/2006/relationships/customXml" Target="../ink/ink3923.xml"/><Relationship Id="rId67" Type="http://schemas.openxmlformats.org/officeDocument/2006/relationships/image" Target="../media/image4990.png"/><Relationship Id="rId88" Type="http://schemas.openxmlformats.org/officeDocument/2006/relationships/customXml" Target="../ink/ink3944.xml"/><Relationship Id="rId111" Type="http://schemas.openxmlformats.org/officeDocument/2006/relationships/image" Target="../media/image5211.png"/><Relationship Id="rId132" Type="http://schemas.openxmlformats.org/officeDocument/2006/relationships/customXml" Target="../ink/ink3966.xml"/><Relationship Id="rId153" Type="http://schemas.openxmlformats.org/officeDocument/2006/relationships/image" Target="../media/image5411.png"/><Relationship Id="rId174" Type="http://schemas.openxmlformats.org/officeDocument/2006/relationships/customXml" Target="../ink/ink3987.xml"/><Relationship Id="rId195" Type="http://schemas.openxmlformats.org/officeDocument/2006/relationships/image" Target="../media/image1511.png"/><Relationship Id="rId209" Type="http://schemas.openxmlformats.org/officeDocument/2006/relationships/image" Target="../media/image5620.png"/><Relationship Id="rId220" Type="http://schemas.openxmlformats.org/officeDocument/2006/relationships/customXml" Target="../ink/ink4010.xml"/><Relationship Id="rId241" Type="http://schemas.openxmlformats.org/officeDocument/2006/relationships/customXml" Target="../ink/ink4021.xml"/><Relationship Id="rId15" Type="http://schemas.openxmlformats.org/officeDocument/2006/relationships/image" Target="../media/image4730.png"/><Relationship Id="rId36" Type="http://schemas.openxmlformats.org/officeDocument/2006/relationships/customXml" Target="../ink/ink3918.xml"/><Relationship Id="rId57" Type="http://schemas.openxmlformats.org/officeDocument/2006/relationships/image" Target="../media/image4940.png"/><Relationship Id="rId78" Type="http://schemas.openxmlformats.org/officeDocument/2006/relationships/customXml" Target="../ink/ink3939.xml"/><Relationship Id="rId99" Type="http://schemas.openxmlformats.org/officeDocument/2006/relationships/image" Target="../media/image5150.png"/><Relationship Id="rId101" Type="http://schemas.openxmlformats.org/officeDocument/2006/relationships/image" Target="../media/image5160.png"/><Relationship Id="rId122" Type="http://schemas.openxmlformats.org/officeDocument/2006/relationships/customXml" Target="../ink/ink3961.xml"/><Relationship Id="rId143" Type="http://schemas.openxmlformats.org/officeDocument/2006/relationships/image" Target="../media/image5360.png"/><Relationship Id="rId164" Type="http://schemas.openxmlformats.org/officeDocument/2006/relationships/customXml" Target="../ink/ink3982.xml"/><Relationship Id="rId185" Type="http://schemas.openxmlformats.org/officeDocument/2006/relationships/image" Target="../media/image5570.png"/><Relationship Id="rId4" Type="http://schemas.openxmlformats.org/officeDocument/2006/relationships/customXml" Target="../ink/ink3902.xml"/><Relationship Id="rId9" Type="http://schemas.openxmlformats.org/officeDocument/2006/relationships/image" Target="../media/image2311.png"/><Relationship Id="rId180" Type="http://schemas.openxmlformats.org/officeDocument/2006/relationships/customXml" Target="../ink/ink3990.xml"/><Relationship Id="rId210" Type="http://schemas.openxmlformats.org/officeDocument/2006/relationships/customXml" Target="../ink/ink4005.xml"/><Relationship Id="rId215" Type="http://schemas.openxmlformats.org/officeDocument/2006/relationships/image" Target="../media/image5650.png"/><Relationship Id="rId236" Type="http://schemas.openxmlformats.org/officeDocument/2006/relationships/image" Target="../media/image5750.png"/><Relationship Id="rId26" Type="http://schemas.openxmlformats.org/officeDocument/2006/relationships/customXml" Target="../ink/ink3913.xml"/><Relationship Id="rId231" Type="http://schemas.openxmlformats.org/officeDocument/2006/relationships/customXml" Target="../ink/ink4016.xml"/><Relationship Id="rId47" Type="http://schemas.openxmlformats.org/officeDocument/2006/relationships/image" Target="../media/image4890.png"/><Relationship Id="rId68" Type="http://schemas.openxmlformats.org/officeDocument/2006/relationships/customXml" Target="../ink/ink3934.xml"/><Relationship Id="rId89" Type="http://schemas.openxmlformats.org/officeDocument/2006/relationships/image" Target="../media/image5100.png"/><Relationship Id="rId112" Type="http://schemas.openxmlformats.org/officeDocument/2006/relationships/customXml" Target="../ink/ink3956.xml"/><Relationship Id="rId133" Type="http://schemas.openxmlformats.org/officeDocument/2006/relationships/image" Target="../media/image5311.png"/><Relationship Id="rId154" Type="http://schemas.openxmlformats.org/officeDocument/2006/relationships/customXml" Target="../ink/ink3977.xml"/><Relationship Id="rId175" Type="http://schemas.openxmlformats.org/officeDocument/2006/relationships/image" Target="../media/image5520.png"/><Relationship Id="rId196" Type="http://schemas.openxmlformats.org/officeDocument/2006/relationships/customXml" Target="../ink/ink3998.xml"/><Relationship Id="rId200" Type="http://schemas.openxmlformats.org/officeDocument/2006/relationships/customXml" Target="../ink/ink4000.xml"/><Relationship Id="rId16" Type="http://schemas.openxmlformats.org/officeDocument/2006/relationships/customXml" Target="../ink/ink3908.xml"/><Relationship Id="rId221" Type="http://schemas.openxmlformats.org/officeDocument/2006/relationships/image" Target="../media/image5680.png"/><Relationship Id="rId242" Type="http://schemas.openxmlformats.org/officeDocument/2006/relationships/image" Target="../media/image5780.png"/><Relationship Id="rId37" Type="http://schemas.openxmlformats.org/officeDocument/2006/relationships/image" Target="../media/image4840.png"/><Relationship Id="rId58" Type="http://schemas.openxmlformats.org/officeDocument/2006/relationships/customXml" Target="../ink/ink3929.xml"/><Relationship Id="rId79" Type="http://schemas.openxmlformats.org/officeDocument/2006/relationships/image" Target="../media/image5050.png"/><Relationship Id="rId102" Type="http://schemas.openxmlformats.org/officeDocument/2006/relationships/customXml" Target="../ink/ink3951.xml"/><Relationship Id="rId123" Type="http://schemas.openxmlformats.org/officeDocument/2006/relationships/image" Target="../media/image5270.png"/><Relationship Id="rId144" Type="http://schemas.openxmlformats.org/officeDocument/2006/relationships/customXml" Target="../ink/ink3972.xml"/><Relationship Id="rId90" Type="http://schemas.openxmlformats.org/officeDocument/2006/relationships/customXml" Target="../ink/ink3945.xml"/><Relationship Id="rId165" Type="http://schemas.openxmlformats.org/officeDocument/2006/relationships/image" Target="../media/image5470.png"/><Relationship Id="rId186" Type="http://schemas.openxmlformats.org/officeDocument/2006/relationships/customXml" Target="../ink/ink3993.xml"/><Relationship Id="rId211" Type="http://schemas.openxmlformats.org/officeDocument/2006/relationships/image" Target="../media/image5630.png"/><Relationship Id="rId232" Type="http://schemas.openxmlformats.org/officeDocument/2006/relationships/image" Target="../media/image5730.png"/><Relationship Id="rId27" Type="http://schemas.openxmlformats.org/officeDocument/2006/relationships/image" Target="../media/image4790.png"/><Relationship Id="rId48" Type="http://schemas.openxmlformats.org/officeDocument/2006/relationships/customXml" Target="../ink/ink3924.xml"/><Relationship Id="rId69" Type="http://schemas.openxmlformats.org/officeDocument/2006/relationships/image" Target="../media/image5000.png"/><Relationship Id="rId113" Type="http://schemas.openxmlformats.org/officeDocument/2006/relationships/image" Target="../media/image5220.png"/><Relationship Id="rId134" Type="http://schemas.openxmlformats.org/officeDocument/2006/relationships/customXml" Target="../ink/ink3967.xml"/><Relationship Id="rId80" Type="http://schemas.openxmlformats.org/officeDocument/2006/relationships/customXml" Target="../ink/ink3940.xml"/><Relationship Id="rId155" Type="http://schemas.openxmlformats.org/officeDocument/2006/relationships/image" Target="../media/image5420.png"/><Relationship Id="rId176" Type="http://schemas.openxmlformats.org/officeDocument/2006/relationships/customXml" Target="../ink/ink3988.xml"/><Relationship Id="rId197" Type="http://schemas.openxmlformats.org/officeDocument/2006/relationships/image" Target="../media/image1611.png"/><Relationship Id="rId201" Type="http://schemas.openxmlformats.org/officeDocument/2006/relationships/image" Target="../media/image1811.png"/><Relationship Id="rId222" Type="http://schemas.openxmlformats.org/officeDocument/2006/relationships/customXml" Target="../ink/ink4011.xml"/><Relationship Id="rId243" Type="http://schemas.openxmlformats.org/officeDocument/2006/relationships/customXml" Target="../ink/ink4022.xml"/><Relationship Id="rId17" Type="http://schemas.openxmlformats.org/officeDocument/2006/relationships/image" Target="../media/image4740.png"/><Relationship Id="rId38" Type="http://schemas.openxmlformats.org/officeDocument/2006/relationships/customXml" Target="../ink/ink3919.xml"/><Relationship Id="rId59" Type="http://schemas.openxmlformats.org/officeDocument/2006/relationships/image" Target="../media/image4950.png"/><Relationship Id="rId103" Type="http://schemas.openxmlformats.org/officeDocument/2006/relationships/image" Target="../media/image5170.png"/><Relationship Id="rId124" Type="http://schemas.openxmlformats.org/officeDocument/2006/relationships/customXml" Target="../ink/ink3962.xml"/><Relationship Id="rId70" Type="http://schemas.openxmlformats.org/officeDocument/2006/relationships/customXml" Target="../ink/ink3935.xml"/><Relationship Id="rId91" Type="http://schemas.openxmlformats.org/officeDocument/2006/relationships/image" Target="../media/image5111.png"/><Relationship Id="rId145" Type="http://schemas.openxmlformats.org/officeDocument/2006/relationships/image" Target="../media/image5370.png"/><Relationship Id="rId166" Type="http://schemas.openxmlformats.org/officeDocument/2006/relationships/customXml" Target="../ink/ink3983.xml"/><Relationship Id="rId187" Type="http://schemas.openxmlformats.org/officeDocument/2006/relationships/image" Target="../media/image1310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006.xml"/><Relationship Id="rId233" Type="http://schemas.openxmlformats.org/officeDocument/2006/relationships/customXml" Target="../ink/ink4017.xml"/><Relationship Id="rId28" Type="http://schemas.openxmlformats.org/officeDocument/2006/relationships/customXml" Target="../ink/ink3914.xml"/><Relationship Id="rId49" Type="http://schemas.openxmlformats.org/officeDocument/2006/relationships/image" Target="../media/image4900.png"/><Relationship Id="rId114" Type="http://schemas.openxmlformats.org/officeDocument/2006/relationships/customXml" Target="../ink/ink3957.xml"/><Relationship Id="rId60" Type="http://schemas.openxmlformats.org/officeDocument/2006/relationships/customXml" Target="../ink/ink3930.xml"/><Relationship Id="rId81" Type="http://schemas.openxmlformats.org/officeDocument/2006/relationships/image" Target="../media/image5060.png"/><Relationship Id="rId135" Type="http://schemas.openxmlformats.org/officeDocument/2006/relationships/image" Target="../media/image5320.png"/><Relationship Id="rId156" Type="http://schemas.openxmlformats.org/officeDocument/2006/relationships/customXml" Target="../ink/ink3978.xml"/><Relationship Id="rId177" Type="http://schemas.openxmlformats.org/officeDocument/2006/relationships/image" Target="../media/image5530.png"/><Relationship Id="rId198" Type="http://schemas.openxmlformats.org/officeDocument/2006/relationships/customXml" Target="../ink/ink3999.xml"/><Relationship Id="rId202" Type="http://schemas.openxmlformats.org/officeDocument/2006/relationships/customXml" Target="../ink/ink4001.xml"/><Relationship Id="rId223" Type="http://schemas.openxmlformats.org/officeDocument/2006/relationships/image" Target="../media/image5690.png"/><Relationship Id="rId244" Type="http://schemas.openxmlformats.org/officeDocument/2006/relationships/image" Target="../media/image5790.png"/><Relationship Id="rId18" Type="http://schemas.openxmlformats.org/officeDocument/2006/relationships/customXml" Target="../ink/ink3909.xml"/><Relationship Id="rId39" Type="http://schemas.openxmlformats.org/officeDocument/2006/relationships/image" Target="../media/image4850.png"/><Relationship Id="rId50" Type="http://schemas.openxmlformats.org/officeDocument/2006/relationships/customXml" Target="../ink/ink3925.xml"/><Relationship Id="rId104" Type="http://schemas.openxmlformats.org/officeDocument/2006/relationships/customXml" Target="../ink/ink3952.xml"/><Relationship Id="rId125" Type="http://schemas.openxmlformats.org/officeDocument/2006/relationships/image" Target="../media/image5280.png"/><Relationship Id="rId146" Type="http://schemas.openxmlformats.org/officeDocument/2006/relationships/customXml" Target="../ink/ink3973.xml"/><Relationship Id="rId167" Type="http://schemas.openxmlformats.org/officeDocument/2006/relationships/image" Target="../media/image5480.png"/><Relationship Id="rId188" Type="http://schemas.openxmlformats.org/officeDocument/2006/relationships/customXml" Target="../ink/ink3994.xml"/><Relationship Id="rId71" Type="http://schemas.openxmlformats.org/officeDocument/2006/relationships/image" Target="../media/image5011.png"/><Relationship Id="rId92" Type="http://schemas.openxmlformats.org/officeDocument/2006/relationships/customXml" Target="../ink/ink3946.xml"/><Relationship Id="rId213" Type="http://schemas.openxmlformats.org/officeDocument/2006/relationships/image" Target="../media/image5640.png"/><Relationship Id="rId234" Type="http://schemas.openxmlformats.org/officeDocument/2006/relationships/image" Target="../media/image5740.png"/><Relationship Id="rId2" Type="http://schemas.openxmlformats.org/officeDocument/2006/relationships/customXml" Target="../ink/ink3901.xml"/><Relationship Id="rId29" Type="http://schemas.openxmlformats.org/officeDocument/2006/relationships/image" Target="../media/image4800.png"/><Relationship Id="rId40" Type="http://schemas.openxmlformats.org/officeDocument/2006/relationships/customXml" Target="../ink/ink3920.xml"/><Relationship Id="rId115" Type="http://schemas.openxmlformats.org/officeDocument/2006/relationships/image" Target="../media/image5230.png"/><Relationship Id="rId136" Type="http://schemas.openxmlformats.org/officeDocument/2006/relationships/customXml" Target="../ink/ink3968.xml"/><Relationship Id="rId157" Type="http://schemas.openxmlformats.org/officeDocument/2006/relationships/image" Target="../media/image5430.png"/><Relationship Id="rId178" Type="http://schemas.openxmlformats.org/officeDocument/2006/relationships/customXml" Target="../ink/ink3989.xml"/><Relationship Id="rId61" Type="http://schemas.openxmlformats.org/officeDocument/2006/relationships/image" Target="../media/image4960.png"/><Relationship Id="rId82" Type="http://schemas.openxmlformats.org/officeDocument/2006/relationships/customXml" Target="../ink/ink3941.xml"/><Relationship Id="rId199" Type="http://schemas.openxmlformats.org/officeDocument/2006/relationships/image" Target="../media/image1711.png"/><Relationship Id="rId203" Type="http://schemas.openxmlformats.org/officeDocument/2006/relationships/image" Target="../media/image1911.png"/><Relationship Id="rId19" Type="http://schemas.openxmlformats.org/officeDocument/2006/relationships/image" Target="../media/image4750.png"/><Relationship Id="rId224" Type="http://schemas.openxmlformats.org/officeDocument/2006/relationships/customXml" Target="../ink/ink4012.xml"/><Relationship Id="rId245" Type="http://schemas.openxmlformats.org/officeDocument/2006/relationships/customXml" Target="../ink/ink4023.xml"/><Relationship Id="rId30" Type="http://schemas.openxmlformats.org/officeDocument/2006/relationships/customXml" Target="../ink/ink3915.xml"/><Relationship Id="rId105" Type="http://schemas.openxmlformats.org/officeDocument/2006/relationships/image" Target="../media/image5180.png"/><Relationship Id="rId126" Type="http://schemas.openxmlformats.org/officeDocument/2006/relationships/customXml" Target="../ink/ink3963.xml"/><Relationship Id="rId147" Type="http://schemas.openxmlformats.org/officeDocument/2006/relationships/image" Target="../media/image5380.png"/><Relationship Id="rId168" Type="http://schemas.openxmlformats.org/officeDocument/2006/relationships/customXml" Target="../ink/ink3984.xml"/><Relationship Id="rId51" Type="http://schemas.openxmlformats.org/officeDocument/2006/relationships/image" Target="../media/image4911.png"/><Relationship Id="rId72" Type="http://schemas.openxmlformats.org/officeDocument/2006/relationships/customXml" Target="../ink/ink3936.xml"/><Relationship Id="rId93" Type="http://schemas.openxmlformats.org/officeDocument/2006/relationships/image" Target="../media/image5120.png"/><Relationship Id="rId189" Type="http://schemas.openxmlformats.org/officeDocument/2006/relationships/image" Target="../media/image5580.png"/><Relationship Id="rId3" Type="http://schemas.openxmlformats.org/officeDocument/2006/relationships/image" Target="../media/image11100.png"/><Relationship Id="rId214" Type="http://schemas.openxmlformats.org/officeDocument/2006/relationships/customXml" Target="../ink/ink4007.xml"/><Relationship Id="rId235" Type="http://schemas.openxmlformats.org/officeDocument/2006/relationships/customXml" Target="../ink/ink4018.xml"/><Relationship Id="rId116" Type="http://schemas.openxmlformats.org/officeDocument/2006/relationships/customXml" Target="../ink/ink3958.xml"/><Relationship Id="rId137" Type="http://schemas.openxmlformats.org/officeDocument/2006/relationships/image" Target="../media/image5330.png"/><Relationship Id="rId158" Type="http://schemas.openxmlformats.org/officeDocument/2006/relationships/customXml" Target="../ink/ink3979.xml"/><Relationship Id="rId20" Type="http://schemas.openxmlformats.org/officeDocument/2006/relationships/customXml" Target="../ink/ink3910.xml"/><Relationship Id="rId41" Type="http://schemas.openxmlformats.org/officeDocument/2006/relationships/image" Target="../media/image4860.png"/><Relationship Id="rId62" Type="http://schemas.openxmlformats.org/officeDocument/2006/relationships/customXml" Target="../ink/ink3931.xml"/><Relationship Id="rId83" Type="http://schemas.openxmlformats.org/officeDocument/2006/relationships/image" Target="../media/image5070.png"/><Relationship Id="rId179" Type="http://schemas.openxmlformats.org/officeDocument/2006/relationships/image" Target="../media/image5540.png"/><Relationship Id="rId190" Type="http://schemas.openxmlformats.org/officeDocument/2006/relationships/customXml" Target="../ink/ink3995.xml"/><Relationship Id="rId204" Type="http://schemas.openxmlformats.org/officeDocument/2006/relationships/customXml" Target="../ink/ink4002.xml"/><Relationship Id="rId225" Type="http://schemas.openxmlformats.org/officeDocument/2006/relationships/image" Target="../media/image5700.png"/><Relationship Id="rId246" Type="http://schemas.openxmlformats.org/officeDocument/2006/relationships/image" Target="../media/image5800.png"/><Relationship Id="rId106" Type="http://schemas.openxmlformats.org/officeDocument/2006/relationships/customXml" Target="../ink/ink3953.xml"/><Relationship Id="rId127" Type="http://schemas.openxmlformats.org/officeDocument/2006/relationships/image" Target="../media/image12100.png"/><Relationship Id="rId10" Type="http://schemas.openxmlformats.org/officeDocument/2006/relationships/customXml" Target="../ink/ink3905.xml"/><Relationship Id="rId31" Type="http://schemas.openxmlformats.org/officeDocument/2006/relationships/image" Target="../media/image4811.png"/><Relationship Id="rId52" Type="http://schemas.openxmlformats.org/officeDocument/2006/relationships/customXml" Target="../ink/ink3926.xml"/><Relationship Id="rId73" Type="http://schemas.openxmlformats.org/officeDocument/2006/relationships/image" Target="../media/image5020.png"/><Relationship Id="rId94" Type="http://schemas.openxmlformats.org/officeDocument/2006/relationships/customXml" Target="../ink/ink3947.xml"/><Relationship Id="rId148" Type="http://schemas.openxmlformats.org/officeDocument/2006/relationships/customXml" Target="../ink/ink3974.xml"/><Relationship Id="rId169" Type="http://schemas.openxmlformats.org/officeDocument/2006/relationships/image" Target="../media/image5490.png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0.png"/><Relationship Id="rId21" Type="http://schemas.openxmlformats.org/officeDocument/2006/relationships/image" Target="../media/image4760.png"/><Relationship Id="rId42" Type="http://schemas.openxmlformats.org/officeDocument/2006/relationships/customXml" Target="../ink/ink4046.xml"/><Relationship Id="rId63" Type="http://schemas.openxmlformats.org/officeDocument/2006/relationships/image" Target="../media/image4970.png"/><Relationship Id="rId84" Type="http://schemas.openxmlformats.org/officeDocument/2006/relationships/customXml" Target="../ink/ink4067.xml"/><Relationship Id="rId138" Type="http://schemas.openxmlformats.org/officeDocument/2006/relationships/customXml" Target="../ink/ink4094.xml"/><Relationship Id="rId159" Type="http://schemas.openxmlformats.org/officeDocument/2006/relationships/image" Target="../media/image5440.png"/><Relationship Id="rId170" Type="http://schemas.openxmlformats.org/officeDocument/2006/relationships/customXml" Target="../ink/ink4110.xml"/><Relationship Id="rId191" Type="http://schemas.openxmlformats.org/officeDocument/2006/relationships/image" Target="../media/image5590.png"/><Relationship Id="rId205" Type="http://schemas.openxmlformats.org/officeDocument/2006/relationships/image" Target="../media/image5600.png"/><Relationship Id="rId226" Type="http://schemas.openxmlformats.org/officeDocument/2006/relationships/customXml" Target="../ink/ink4138.xml"/><Relationship Id="rId247" Type="http://schemas.openxmlformats.org/officeDocument/2006/relationships/customXml" Target="../ink/ink4149.xml"/><Relationship Id="rId107" Type="http://schemas.openxmlformats.org/officeDocument/2006/relationships/image" Target="../media/image5190.png"/><Relationship Id="rId11" Type="http://schemas.openxmlformats.org/officeDocument/2006/relationships/image" Target="../media/image2411.png"/><Relationship Id="rId32" Type="http://schemas.openxmlformats.org/officeDocument/2006/relationships/customXml" Target="../ink/ink4041.xml"/><Relationship Id="rId53" Type="http://schemas.openxmlformats.org/officeDocument/2006/relationships/image" Target="../media/image4920.png"/><Relationship Id="rId74" Type="http://schemas.openxmlformats.org/officeDocument/2006/relationships/customXml" Target="../ink/ink4062.xml"/><Relationship Id="rId128" Type="http://schemas.openxmlformats.org/officeDocument/2006/relationships/customXml" Target="../ink/ink4089.xml"/><Relationship Id="rId149" Type="http://schemas.openxmlformats.org/officeDocument/2006/relationships/image" Target="../media/image5390.png"/><Relationship Id="rId5" Type="http://schemas.openxmlformats.org/officeDocument/2006/relationships/image" Target="../media/image2111.png"/><Relationship Id="rId95" Type="http://schemas.openxmlformats.org/officeDocument/2006/relationships/image" Target="../media/image5130.png"/><Relationship Id="rId160" Type="http://schemas.openxmlformats.org/officeDocument/2006/relationships/customXml" Target="../ink/ink4105.xml"/><Relationship Id="rId181" Type="http://schemas.openxmlformats.org/officeDocument/2006/relationships/image" Target="../media/image5550.png"/><Relationship Id="rId216" Type="http://schemas.openxmlformats.org/officeDocument/2006/relationships/customXml" Target="../ink/ink4133.xml"/><Relationship Id="rId237" Type="http://schemas.openxmlformats.org/officeDocument/2006/relationships/customXml" Target="../ink/ink4144.xml"/><Relationship Id="rId22" Type="http://schemas.openxmlformats.org/officeDocument/2006/relationships/customXml" Target="../ink/ink4036.xml"/><Relationship Id="rId43" Type="http://schemas.openxmlformats.org/officeDocument/2006/relationships/image" Target="../media/image4870.png"/><Relationship Id="rId64" Type="http://schemas.openxmlformats.org/officeDocument/2006/relationships/customXml" Target="../ink/ink4057.xml"/><Relationship Id="rId118" Type="http://schemas.openxmlformats.org/officeDocument/2006/relationships/customXml" Target="../ink/ink4084.xml"/><Relationship Id="rId139" Type="http://schemas.openxmlformats.org/officeDocument/2006/relationships/image" Target="../media/image5340.png"/><Relationship Id="rId85" Type="http://schemas.openxmlformats.org/officeDocument/2006/relationships/image" Target="../media/image5080.png"/><Relationship Id="rId150" Type="http://schemas.openxmlformats.org/officeDocument/2006/relationships/customXml" Target="../ink/ink4100.xml"/><Relationship Id="rId171" Type="http://schemas.openxmlformats.org/officeDocument/2006/relationships/image" Target="../media/image5500.png"/><Relationship Id="rId192" Type="http://schemas.openxmlformats.org/officeDocument/2006/relationships/customXml" Target="../ink/ink4121.xml"/><Relationship Id="rId206" Type="http://schemas.openxmlformats.org/officeDocument/2006/relationships/customXml" Target="../ink/ink4128.xml"/><Relationship Id="rId227" Type="http://schemas.openxmlformats.org/officeDocument/2006/relationships/customXml" Target="../ink/ink4139.xml"/><Relationship Id="rId248" Type="http://schemas.openxmlformats.org/officeDocument/2006/relationships/image" Target="../media/image5811.png"/><Relationship Id="rId12" Type="http://schemas.openxmlformats.org/officeDocument/2006/relationships/customXml" Target="../ink/ink4031.xml"/><Relationship Id="rId33" Type="http://schemas.openxmlformats.org/officeDocument/2006/relationships/image" Target="../media/image4820.png"/><Relationship Id="rId108" Type="http://schemas.openxmlformats.org/officeDocument/2006/relationships/customXml" Target="../ink/ink4079.xml"/><Relationship Id="rId129" Type="http://schemas.openxmlformats.org/officeDocument/2006/relationships/image" Target="../media/image5290.png"/><Relationship Id="rId54" Type="http://schemas.openxmlformats.org/officeDocument/2006/relationships/customXml" Target="../ink/ink4052.xml"/><Relationship Id="rId75" Type="http://schemas.openxmlformats.org/officeDocument/2006/relationships/image" Target="../media/image5030.png"/><Relationship Id="rId96" Type="http://schemas.openxmlformats.org/officeDocument/2006/relationships/customXml" Target="../ink/ink4073.xml"/><Relationship Id="rId140" Type="http://schemas.openxmlformats.org/officeDocument/2006/relationships/customXml" Target="../ink/ink4095.xml"/><Relationship Id="rId161" Type="http://schemas.openxmlformats.org/officeDocument/2006/relationships/image" Target="../media/image5450.png"/><Relationship Id="rId182" Type="http://schemas.openxmlformats.org/officeDocument/2006/relationships/customXml" Target="../ink/ink4116.xml"/><Relationship Id="rId217" Type="http://schemas.openxmlformats.org/officeDocument/2006/relationships/image" Target="../media/image5660.png"/><Relationship Id="rId6" Type="http://schemas.openxmlformats.org/officeDocument/2006/relationships/customXml" Target="../ink/ink4028.xml"/><Relationship Id="rId238" Type="http://schemas.openxmlformats.org/officeDocument/2006/relationships/image" Target="../media/image5760.png"/><Relationship Id="rId23" Type="http://schemas.openxmlformats.org/officeDocument/2006/relationships/image" Target="../media/image4770.png"/><Relationship Id="rId119" Type="http://schemas.openxmlformats.org/officeDocument/2006/relationships/image" Target="../media/image5250.png"/><Relationship Id="rId44" Type="http://schemas.openxmlformats.org/officeDocument/2006/relationships/customXml" Target="../ink/ink4047.xml"/><Relationship Id="rId65" Type="http://schemas.openxmlformats.org/officeDocument/2006/relationships/image" Target="../media/image4980.png"/><Relationship Id="rId86" Type="http://schemas.openxmlformats.org/officeDocument/2006/relationships/customXml" Target="../ink/ink4068.xml"/><Relationship Id="rId130" Type="http://schemas.openxmlformats.org/officeDocument/2006/relationships/customXml" Target="../ink/ink4090.xml"/><Relationship Id="rId151" Type="http://schemas.openxmlformats.org/officeDocument/2006/relationships/image" Target="../media/image5400.png"/><Relationship Id="rId172" Type="http://schemas.openxmlformats.org/officeDocument/2006/relationships/customXml" Target="../ink/ink4111.xml"/><Relationship Id="rId193" Type="http://schemas.openxmlformats.org/officeDocument/2006/relationships/image" Target="../media/image14100.png"/><Relationship Id="rId207" Type="http://schemas.openxmlformats.org/officeDocument/2006/relationships/image" Target="../media/image5611.png"/><Relationship Id="rId228" Type="http://schemas.openxmlformats.org/officeDocument/2006/relationships/image" Target="../media/image5711.png"/><Relationship Id="rId249" Type="http://schemas.openxmlformats.org/officeDocument/2006/relationships/customXml" Target="../ink/ink4150.xml"/><Relationship Id="rId13" Type="http://schemas.openxmlformats.org/officeDocument/2006/relationships/image" Target="../media/image4720.png"/><Relationship Id="rId109" Type="http://schemas.openxmlformats.org/officeDocument/2006/relationships/image" Target="../media/image5200.png"/><Relationship Id="rId34" Type="http://schemas.openxmlformats.org/officeDocument/2006/relationships/customXml" Target="../ink/ink4042.xml"/><Relationship Id="rId55" Type="http://schemas.openxmlformats.org/officeDocument/2006/relationships/image" Target="../media/image4930.png"/><Relationship Id="rId76" Type="http://schemas.openxmlformats.org/officeDocument/2006/relationships/customXml" Target="../ink/ink4063.xml"/><Relationship Id="rId97" Type="http://schemas.openxmlformats.org/officeDocument/2006/relationships/image" Target="../media/image5140.png"/><Relationship Id="rId120" Type="http://schemas.openxmlformats.org/officeDocument/2006/relationships/customXml" Target="../ink/ink4085.xml"/><Relationship Id="rId141" Type="http://schemas.openxmlformats.org/officeDocument/2006/relationships/image" Target="../media/image5350.png"/><Relationship Id="rId7" Type="http://schemas.openxmlformats.org/officeDocument/2006/relationships/image" Target="../media/image2211.png"/><Relationship Id="rId162" Type="http://schemas.openxmlformats.org/officeDocument/2006/relationships/customXml" Target="../ink/ink4106.xml"/><Relationship Id="rId183" Type="http://schemas.openxmlformats.org/officeDocument/2006/relationships/image" Target="../media/image5560.png"/><Relationship Id="rId218" Type="http://schemas.openxmlformats.org/officeDocument/2006/relationships/customXml" Target="../ink/ink4134.xml"/><Relationship Id="rId239" Type="http://schemas.openxmlformats.org/officeDocument/2006/relationships/customXml" Target="../ink/ink4145.xml"/><Relationship Id="rId250" Type="http://schemas.openxmlformats.org/officeDocument/2006/relationships/image" Target="../media/image5820.png"/><Relationship Id="rId24" Type="http://schemas.openxmlformats.org/officeDocument/2006/relationships/customXml" Target="../ink/ink4037.xml"/><Relationship Id="rId45" Type="http://schemas.openxmlformats.org/officeDocument/2006/relationships/image" Target="../media/image4880.png"/><Relationship Id="rId66" Type="http://schemas.openxmlformats.org/officeDocument/2006/relationships/customXml" Target="../ink/ink4058.xml"/><Relationship Id="rId87" Type="http://schemas.openxmlformats.org/officeDocument/2006/relationships/image" Target="../media/image5090.png"/><Relationship Id="rId110" Type="http://schemas.openxmlformats.org/officeDocument/2006/relationships/customXml" Target="../ink/ink4080.xml"/><Relationship Id="rId131" Type="http://schemas.openxmlformats.org/officeDocument/2006/relationships/image" Target="../media/image5300.png"/><Relationship Id="rId152" Type="http://schemas.openxmlformats.org/officeDocument/2006/relationships/customXml" Target="../ink/ink4101.xml"/><Relationship Id="rId173" Type="http://schemas.openxmlformats.org/officeDocument/2006/relationships/image" Target="../media/image5511.png"/><Relationship Id="rId194" Type="http://schemas.openxmlformats.org/officeDocument/2006/relationships/customXml" Target="../ink/ink4122.xml"/><Relationship Id="rId208" Type="http://schemas.openxmlformats.org/officeDocument/2006/relationships/customXml" Target="../ink/ink4129.xml"/><Relationship Id="rId229" Type="http://schemas.openxmlformats.org/officeDocument/2006/relationships/customXml" Target="../ink/ink4140.xml"/><Relationship Id="rId240" Type="http://schemas.openxmlformats.org/officeDocument/2006/relationships/image" Target="../media/image5770.png"/><Relationship Id="rId14" Type="http://schemas.openxmlformats.org/officeDocument/2006/relationships/customXml" Target="../ink/ink4032.xml"/><Relationship Id="rId35" Type="http://schemas.openxmlformats.org/officeDocument/2006/relationships/image" Target="../media/image4830.png"/><Relationship Id="rId56" Type="http://schemas.openxmlformats.org/officeDocument/2006/relationships/customXml" Target="../ink/ink4053.xml"/><Relationship Id="rId77" Type="http://schemas.openxmlformats.org/officeDocument/2006/relationships/image" Target="../media/image5040.png"/><Relationship Id="rId100" Type="http://schemas.openxmlformats.org/officeDocument/2006/relationships/customXml" Target="../ink/ink4075.xml"/><Relationship Id="rId8" Type="http://schemas.openxmlformats.org/officeDocument/2006/relationships/customXml" Target="../ink/ink4029.xml"/><Relationship Id="rId98" Type="http://schemas.openxmlformats.org/officeDocument/2006/relationships/customXml" Target="../ink/ink4074.xml"/><Relationship Id="rId121" Type="http://schemas.openxmlformats.org/officeDocument/2006/relationships/image" Target="../media/image5260.png"/><Relationship Id="rId142" Type="http://schemas.openxmlformats.org/officeDocument/2006/relationships/customXml" Target="../ink/ink4096.xml"/><Relationship Id="rId163" Type="http://schemas.openxmlformats.org/officeDocument/2006/relationships/image" Target="../media/image5460.png"/><Relationship Id="rId184" Type="http://schemas.openxmlformats.org/officeDocument/2006/relationships/customXml" Target="../ink/ink4117.xml"/><Relationship Id="rId219" Type="http://schemas.openxmlformats.org/officeDocument/2006/relationships/image" Target="../media/image5670.png"/><Relationship Id="rId230" Type="http://schemas.openxmlformats.org/officeDocument/2006/relationships/image" Target="../media/image5720.png"/><Relationship Id="rId251" Type="http://schemas.openxmlformats.org/officeDocument/2006/relationships/image" Target="../media/image1501.png"/><Relationship Id="rId25" Type="http://schemas.openxmlformats.org/officeDocument/2006/relationships/image" Target="../media/image4780.png"/><Relationship Id="rId46" Type="http://schemas.openxmlformats.org/officeDocument/2006/relationships/customXml" Target="../ink/ink4048.xml"/><Relationship Id="rId67" Type="http://schemas.openxmlformats.org/officeDocument/2006/relationships/image" Target="../media/image4990.png"/><Relationship Id="rId88" Type="http://schemas.openxmlformats.org/officeDocument/2006/relationships/customXml" Target="../ink/ink4069.xml"/><Relationship Id="rId111" Type="http://schemas.openxmlformats.org/officeDocument/2006/relationships/image" Target="../media/image5211.png"/><Relationship Id="rId132" Type="http://schemas.openxmlformats.org/officeDocument/2006/relationships/customXml" Target="../ink/ink4091.xml"/><Relationship Id="rId153" Type="http://schemas.openxmlformats.org/officeDocument/2006/relationships/image" Target="../media/image5411.png"/><Relationship Id="rId174" Type="http://schemas.openxmlformats.org/officeDocument/2006/relationships/customXml" Target="../ink/ink4112.xml"/><Relationship Id="rId195" Type="http://schemas.openxmlformats.org/officeDocument/2006/relationships/image" Target="../media/image1511.png"/><Relationship Id="rId209" Type="http://schemas.openxmlformats.org/officeDocument/2006/relationships/image" Target="../media/image5620.png"/><Relationship Id="rId220" Type="http://schemas.openxmlformats.org/officeDocument/2006/relationships/customXml" Target="../ink/ink4135.xml"/><Relationship Id="rId241" Type="http://schemas.openxmlformats.org/officeDocument/2006/relationships/customXml" Target="../ink/ink4146.xml"/><Relationship Id="rId15" Type="http://schemas.openxmlformats.org/officeDocument/2006/relationships/image" Target="../media/image4730.png"/><Relationship Id="rId36" Type="http://schemas.openxmlformats.org/officeDocument/2006/relationships/customXml" Target="../ink/ink4043.xml"/><Relationship Id="rId57" Type="http://schemas.openxmlformats.org/officeDocument/2006/relationships/image" Target="../media/image4940.png"/><Relationship Id="rId78" Type="http://schemas.openxmlformats.org/officeDocument/2006/relationships/customXml" Target="../ink/ink4064.xml"/><Relationship Id="rId99" Type="http://schemas.openxmlformats.org/officeDocument/2006/relationships/image" Target="../media/image5150.png"/><Relationship Id="rId101" Type="http://schemas.openxmlformats.org/officeDocument/2006/relationships/image" Target="../media/image5160.png"/><Relationship Id="rId122" Type="http://schemas.openxmlformats.org/officeDocument/2006/relationships/customXml" Target="../ink/ink4086.xml"/><Relationship Id="rId143" Type="http://schemas.openxmlformats.org/officeDocument/2006/relationships/image" Target="../media/image5360.png"/><Relationship Id="rId164" Type="http://schemas.openxmlformats.org/officeDocument/2006/relationships/customXml" Target="../ink/ink4107.xml"/><Relationship Id="rId185" Type="http://schemas.openxmlformats.org/officeDocument/2006/relationships/image" Target="../media/image5570.png"/><Relationship Id="rId4" Type="http://schemas.openxmlformats.org/officeDocument/2006/relationships/customXml" Target="../ink/ink4027.xml"/><Relationship Id="rId9" Type="http://schemas.openxmlformats.org/officeDocument/2006/relationships/image" Target="../media/image2311.png"/><Relationship Id="rId180" Type="http://schemas.openxmlformats.org/officeDocument/2006/relationships/customXml" Target="../ink/ink4115.xml"/><Relationship Id="rId210" Type="http://schemas.openxmlformats.org/officeDocument/2006/relationships/customXml" Target="../ink/ink4130.xml"/><Relationship Id="rId215" Type="http://schemas.openxmlformats.org/officeDocument/2006/relationships/image" Target="../media/image5650.png"/><Relationship Id="rId236" Type="http://schemas.openxmlformats.org/officeDocument/2006/relationships/image" Target="../media/image5750.png"/><Relationship Id="rId26" Type="http://schemas.openxmlformats.org/officeDocument/2006/relationships/customXml" Target="../ink/ink4038.xml"/><Relationship Id="rId231" Type="http://schemas.openxmlformats.org/officeDocument/2006/relationships/customXml" Target="../ink/ink4141.xml"/><Relationship Id="rId47" Type="http://schemas.openxmlformats.org/officeDocument/2006/relationships/image" Target="../media/image4890.png"/><Relationship Id="rId68" Type="http://schemas.openxmlformats.org/officeDocument/2006/relationships/customXml" Target="../ink/ink4059.xml"/><Relationship Id="rId89" Type="http://schemas.openxmlformats.org/officeDocument/2006/relationships/image" Target="../media/image5100.png"/><Relationship Id="rId112" Type="http://schemas.openxmlformats.org/officeDocument/2006/relationships/customXml" Target="../ink/ink4081.xml"/><Relationship Id="rId133" Type="http://schemas.openxmlformats.org/officeDocument/2006/relationships/image" Target="../media/image5311.png"/><Relationship Id="rId154" Type="http://schemas.openxmlformats.org/officeDocument/2006/relationships/customXml" Target="../ink/ink4102.xml"/><Relationship Id="rId175" Type="http://schemas.openxmlformats.org/officeDocument/2006/relationships/image" Target="../media/image5520.png"/><Relationship Id="rId196" Type="http://schemas.openxmlformats.org/officeDocument/2006/relationships/customXml" Target="../ink/ink4123.xml"/><Relationship Id="rId200" Type="http://schemas.openxmlformats.org/officeDocument/2006/relationships/customXml" Target="../ink/ink4125.xml"/><Relationship Id="rId16" Type="http://schemas.openxmlformats.org/officeDocument/2006/relationships/customXml" Target="../ink/ink4033.xml"/><Relationship Id="rId221" Type="http://schemas.openxmlformats.org/officeDocument/2006/relationships/image" Target="../media/image5680.png"/><Relationship Id="rId242" Type="http://schemas.openxmlformats.org/officeDocument/2006/relationships/image" Target="../media/image5780.png"/><Relationship Id="rId37" Type="http://schemas.openxmlformats.org/officeDocument/2006/relationships/image" Target="../media/image4840.png"/><Relationship Id="rId58" Type="http://schemas.openxmlformats.org/officeDocument/2006/relationships/customXml" Target="../ink/ink4054.xml"/><Relationship Id="rId79" Type="http://schemas.openxmlformats.org/officeDocument/2006/relationships/image" Target="../media/image5050.png"/><Relationship Id="rId102" Type="http://schemas.openxmlformats.org/officeDocument/2006/relationships/customXml" Target="../ink/ink4076.xml"/><Relationship Id="rId123" Type="http://schemas.openxmlformats.org/officeDocument/2006/relationships/image" Target="../media/image5270.png"/><Relationship Id="rId144" Type="http://schemas.openxmlformats.org/officeDocument/2006/relationships/customXml" Target="../ink/ink4097.xml"/><Relationship Id="rId90" Type="http://schemas.openxmlformats.org/officeDocument/2006/relationships/customXml" Target="../ink/ink4070.xml"/><Relationship Id="rId165" Type="http://schemas.openxmlformats.org/officeDocument/2006/relationships/image" Target="../media/image5470.png"/><Relationship Id="rId186" Type="http://schemas.openxmlformats.org/officeDocument/2006/relationships/customXml" Target="../ink/ink4118.xml"/><Relationship Id="rId211" Type="http://schemas.openxmlformats.org/officeDocument/2006/relationships/image" Target="../media/image5630.png"/><Relationship Id="rId232" Type="http://schemas.openxmlformats.org/officeDocument/2006/relationships/image" Target="../media/image5730.png"/><Relationship Id="rId27" Type="http://schemas.openxmlformats.org/officeDocument/2006/relationships/image" Target="../media/image4790.png"/><Relationship Id="rId48" Type="http://schemas.openxmlformats.org/officeDocument/2006/relationships/customXml" Target="../ink/ink4049.xml"/><Relationship Id="rId69" Type="http://schemas.openxmlformats.org/officeDocument/2006/relationships/image" Target="../media/image5000.png"/><Relationship Id="rId113" Type="http://schemas.openxmlformats.org/officeDocument/2006/relationships/image" Target="../media/image5220.png"/><Relationship Id="rId134" Type="http://schemas.openxmlformats.org/officeDocument/2006/relationships/customXml" Target="../ink/ink4092.xml"/><Relationship Id="rId80" Type="http://schemas.openxmlformats.org/officeDocument/2006/relationships/customXml" Target="../ink/ink4065.xml"/><Relationship Id="rId155" Type="http://schemas.openxmlformats.org/officeDocument/2006/relationships/image" Target="../media/image5420.png"/><Relationship Id="rId176" Type="http://schemas.openxmlformats.org/officeDocument/2006/relationships/customXml" Target="../ink/ink4113.xml"/><Relationship Id="rId197" Type="http://schemas.openxmlformats.org/officeDocument/2006/relationships/image" Target="../media/image1611.png"/><Relationship Id="rId201" Type="http://schemas.openxmlformats.org/officeDocument/2006/relationships/image" Target="../media/image1811.png"/><Relationship Id="rId222" Type="http://schemas.openxmlformats.org/officeDocument/2006/relationships/customXml" Target="../ink/ink4136.xml"/><Relationship Id="rId243" Type="http://schemas.openxmlformats.org/officeDocument/2006/relationships/customXml" Target="../ink/ink4147.xml"/><Relationship Id="rId17" Type="http://schemas.openxmlformats.org/officeDocument/2006/relationships/image" Target="../media/image4740.png"/><Relationship Id="rId38" Type="http://schemas.openxmlformats.org/officeDocument/2006/relationships/customXml" Target="../ink/ink4044.xml"/><Relationship Id="rId59" Type="http://schemas.openxmlformats.org/officeDocument/2006/relationships/image" Target="../media/image4950.png"/><Relationship Id="rId103" Type="http://schemas.openxmlformats.org/officeDocument/2006/relationships/image" Target="../media/image5170.png"/><Relationship Id="rId124" Type="http://schemas.openxmlformats.org/officeDocument/2006/relationships/customXml" Target="../ink/ink4087.xml"/><Relationship Id="rId70" Type="http://schemas.openxmlformats.org/officeDocument/2006/relationships/customXml" Target="../ink/ink4060.xml"/><Relationship Id="rId91" Type="http://schemas.openxmlformats.org/officeDocument/2006/relationships/image" Target="../media/image5111.png"/><Relationship Id="rId145" Type="http://schemas.openxmlformats.org/officeDocument/2006/relationships/image" Target="../media/image5370.png"/><Relationship Id="rId166" Type="http://schemas.openxmlformats.org/officeDocument/2006/relationships/customXml" Target="../ink/ink4108.xml"/><Relationship Id="rId187" Type="http://schemas.openxmlformats.org/officeDocument/2006/relationships/image" Target="../media/image1310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131.xml"/><Relationship Id="rId233" Type="http://schemas.openxmlformats.org/officeDocument/2006/relationships/customXml" Target="../ink/ink4142.xml"/><Relationship Id="rId28" Type="http://schemas.openxmlformats.org/officeDocument/2006/relationships/customXml" Target="../ink/ink4039.xml"/><Relationship Id="rId49" Type="http://schemas.openxmlformats.org/officeDocument/2006/relationships/image" Target="../media/image4900.png"/><Relationship Id="rId114" Type="http://schemas.openxmlformats.org/officeDocument/2006/relationships/customXml" Target="../ink/ink4082.xml"/><Relationship Id="rId60" Type="http://schemas.openxmlformats.org/officeDocument/2006/relationships/customXml" Target="../ink/ink4055.xml"/><Relationship Id="rId81" Type="http://schemas.openxmlformats.org/officeDocument/2006/relationships/image" Target="../media/image5060.png"/><Relationship Id="rId135" Type="http://schemas.openxmlformats.org/officeDocument/2006/relationships/image" Target="../media/image5320.png"/><Relationship Id="rId156" Type="http://schemas.openxmlformats.org/officeDocument/2006/relationships/customXml" Target="../ink/ink4103.xml"/><Relationship Id="rId177" Type="http://schemas.openxmlformats.org/officeDocument/2006/relationships/image" Target="../media/image5530.png"/><Relationship Id="rId198" Type="http://schemas.openxmlformats.org/officeDocument/2006/relationships/customXml" Target="../ink/ink4124.xml"/><Relationship Id="rId202" Type="http://schemas.openxmlformats.org/officeDocument/2006/relationships/customXml" Target="../ink/ink4126.xml"/><Relationship Id="rId223" Type="http://schemas.openxmlformats.org/officeDocument/2006/relationships/image" Target="../media/image5690.png"/><Relationship Id="rId244" Type="http://schemas.openxmlformats.org/officeDocument/2006/relationships/image" Target="../media/image5790.png"/><Relationship Id="rId18" Type="http://schemas.openxmlformats.org/officeDocument/2006/relationships/customXml" Target="../ink/ink4034.xml"/><Relationship Id="rId39" Type="http://schemas.openxmlformats.org/officeDocument/2006/relationships/image" Target="../media/image4850.png"/><Relationship Id="rId50" Type="http://schemas.openxmlformats.org/officeDocument/2006/relationships/customXml" Target="../ink/ink4050.xml"/><Relationship Id="rId104" Type="http://schemas.openxmlformats.org/officeDocument/2006/relationships/customXml" Target="../ink/ink4077.xml"/><Relationship Id="rId125" Type="http://schemas.openxmlformats.org/officeDocument/2006/relationships/image" Target="../media/image5280.png"/><Relationship Id="rId146" Type="http://schemas.openxmlformats.org/officeDocument/2006/relationships/customXml" Target="../ink/ink4098.xml"/><Relationship Id="rId167" Type="http://schemas.openxmlformats.org/officeDocument/2006/relationships/image" Target="../media/image5480.png"/><Relationship Id="rId188" Type="http://schemas.openxmlformats.org/officeDocument/2006/relationships/customXml" Target="../ink/ink4119.xml"/><Relationship Id="rId71" Type="http://schemas.openxmlformats.org/officeDocument/2006/relationships/image" Target="../media/image5011.png"/><Relationship Id="rId92" Type="http://schemas.openxmlformats.org/officeDocument/2006/relationships/customXml" Target="../ink/ink4071.xml"/><Relationship Id="rId213" Type="http://schemas.openxmlformats.org/officeDocument/2006/relationships/image" Target="../media/image5640.png"/><Relationship Id="rId234" Type="http://schemas.openxmlformats.org/officeDocument/2006/relationships/image" Target="../media/image5740.png"/><Relationship Id="rId2" Type="http://schemas.openxmlformats.org/officeDocument/2006/relationships/customXml" Target="../ink/ink4026.xml"/><Relationship Id="rId29" Type="http://schemas.openxmlformats.org/officeDocument/2006/relationships/image" Target="../media/image4800.png"/><Relationship Id="rId40" Type="http://schemas.openxmlformats.org/officeDocument/2006/relationships/customXml" Target="../ink/ink4045.xml"/><Relationship Id="rId115" Type="http://schemas.openxmlformats.org/officeDocument/2006/relationships/image" Target="../media/image5230.png"/><Relationship Id="rId136" Type="http://schemas.openxmlformats.org/officeDocument/2006/relationships/customXml" Target="../ink/ink4093.xml"/><Relationship Id="rId157" Type="http://schemas.openxmlformats.org/officeDocument/2006/relationships/image" Target="../media/image5430.png"/><Relationship Id="rId178" Type="http://schemas.openxmlformats.org/officeDocument/2006/relationships/customXml" Target="../ink/ink4114.xml"/><Relationship Id="rId61" Type="http://schemas.openxmlformats.org/officeDocument/2006/relationships/image" Target="../media/image4960.png"/><Relationship Id="rId82" Type="http://schemas.openxmlformats.org/officeDocument/2006/relationships/customXml" Target="../ink/ink4066.xml"/><Relationship Id="rId199" Type="http://schemas.openxmlformats.org/officeDocument/2006/relationships/image" Target="../media/image1711.png"/><Relationship Id="rId203" Type="http://schemas.openxmlformats.org/officeDocument/2006/relationships/image" Target="../media/image1911.png"/><Relationship Id="rId19" Type="http://schemas.openxmlformats.org/officeDocument/2006/relationships/image" Target="../media/image4750.png"/><Relationship Id="rId224" Type="http://schemas.openxmlformats.org/officeDocument/2006/relationships/customXml" Target="../ink/ink4137.xml"/><Relationship Id="rId245" Type="http://schemas.openxmlformats.org/officeDocument/2006/relationships/customXml" Target="../ink/ink4148.xml"/><Relationship Id="rId30" Type="http://schemas.openxmlformats.org/officeDocument/2006/relationships/customXml" Target="../ink/ink4040.xml"/><Relationship Id="rId105" Type="http://schemas.openxmlformats.org/officeDocument/2006/relationships/image" Target="../media/image5180.png"/><Relationship Id="rId126" Type="http://schemas.openxmlformats.org/officeDocument/2006/relationships/customXml" Target="../ink/ink4088.xml"/><Relationship Id="rId147" Type="http://schemas.openxmlformats.org/officeDocument/2006/relationships/image" Target="../media/image5380.png"/><Relationship Id="rId168" Type="http://schemas.openxmlformats.org/officeDocument/2006/relationships/customXml" Target="../ink/ink4109.xml"/><Relationship Id="rId51" Type="http://schemas.openxmlformats.org/officeDocument/2006/relationships/image" Target="../media/image4911.png"/><Relationship Id="rId72" Type="http://schemas.openxmlformats.org/officeDocument/2006/relationships/customXml" Target="../ink/ink4061.xml"/><Relationship Id="rId93" Type="http://schemas.openxmlformats.org/officeDocument/2006/relationships/image" Target="../media/image5120.png"/><Relationship Id="rId189" Type="http://schemas.openxmlformats.org/officeDocument/2006/relationships/image" Target="../media/image5580.png"/><Relationship Id="rId3" Type="http://schemas.openxmlformats.org/officeDocument/2006/relationships/image" Target="../media/image11100.png"/><Relationship Id="rId214" Type="http://schemas.openxmlformats.org/officeDocument/2006/relationships/customXml" Target="../ink/ink4132.xml"/><Relationship Id="rId235" Type="http://schemas.openxmlformats.org/officeDocument/2006/relationships/customXml" Target="../ink/ink4143.xml"/><Relationship Id="rId116" Type="http://schemas.openxmlformats.org/officeDocument/2006/relationships/customXml" Target="../ink/ink4083.xml"/><Relationship Id="rId137" Type="http://schemas.openxmlformats.org/officeDocument/2006/relationships/image" Target="../media/image5330.png"/><Relationship Id="rId158" Type="http://schemas.openxmlformats.org/officeDocument/2006/relationships/customXml" Target="../ink/ink4104.xml"/><Relationship Id="rId20" Type="http://schemas.openxmlformats.org/officeDocument/2006/relationships/customXml" Target="../ink/ink4035.xml"/><Relationship Id="rId41" Type="http://schemas.openxmlformats.org/officeDocument/2006/relationships/image" Target="../media/image4860.png"/><Relationship Id="rId62" Type="http://schemas.openxmlformats.org/officeDocument/2006/relationships/customXml" Target="../ink/ink4056.xml"/><Relationship Id="rId83" Type="http://schemas.openxmlformats.org/officeDocument/2006/relationships/image" Target="../media/image5070.png"/><Relationship Id="rId179" Type="http://schemas.openxmlformats.org/officeDocument/2006/relationships/image" Target="../media/image5540.png"/><Relationship Id="rId190" Type="http://schemas.openxmlformats.org/officeDocument/2006/relationships/customXml" Target="../ink/ink4120.xml"/><Relationship Id="rId204" Type="http://schemas.openxmlformats.org/officeDocument/2006/relationships/customXml" Target="../ink/ink4127.xml"/><Relationship Id="rId225" Type="http://schemas.openxmlformats.org/officeDocument/2006/relationships/image" Target="../media/image5700.png"/><Relationship Id="rId246" Type="http://schemas.openxmlformats.org/officeDocument/2006/relationships/image" Target="../media/image5800.png"/><Relationship Id="rId106" Type="http://schemas.openxmlformats.org/officeDocument/2006/relationships/customXml" Target="../ink/ink4078.xml"/><Relationship Id="rId127" Type="http://schemas.openxmlformats.org/officeDocument/2006/relationships/image" Target="../media/image12100.png"/><Relationship Id="rId10" Type="http://schemas.openxmlformats.org/officeDocument/2006/relationships/customXml" Target="../ink/ink4030.xml"/><Relationship Id="rId31" Type="http://schemas.openxmlformats.org/officeDocument/2006/relationships/image" Target="../media/image4811.png"/><Relationship Id="rId52" Type="http://schemas.openxmlformats.org/officeDocument/2006/relationships/customXml" Target="../ink/ink4051.xml"/><Relationship Id="rId73" Type="http://schemas.openxmlformats.org/officeDocument/2006/relationships/image" Target="../media/image5020.png"/><Relationship Id="rId94" Type="http://schemas.openxmlformats.org/officeDocument/2006/relationships/customXml" Target="../ink/ink4072.xml"/><Relationship Id="rId148" Type="http://schemas.openxmlformats.org/officeDocument/2006/relationships/customXml" Target="../ink/ink4099.xml"/><Relationship Id="rId169" Type="http://schemas.openxmlformats.org/officeDocument/2006/relationships/image" Target="../media/image5490.png"/></Relationships>
</file>

<file path=ppt/slides/_rels/slide4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4171.xml"/><Relationship Id="rId63" Type="http://schemas.openxmlformats.org/officeDocument/2006/relationships/image" Target="../media/image9710.png"/><Relationship Id="rId84" Type="http://schemas.openxmlformats.org/officeDocument/2006/relationships/customXml" Target="../ink/ink4192.xml"/><Relationship Id="rId138" Type="http://schemas.openxmlformats.org/officeDocument/2006/relationships/customXml" Target="../ink/ink4219.xml"/><Relationship Id="rId159" Type="http://schemas.openxmlformats.org/officeDocument/2006/relationships/image" Target="../media/image1880.png"/><Relationship Id="rId170" Type="http://schemas.openxmlformats.org/officeDocument/2006/relationships/customXml" Target="../ink/ink4235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26" Type="http://schemas.openxmlformats.org/officeDocument/2006/relationships/customXml" Target="../ink/ink4263.xml"/><Relationship Id="rId247" Type="http://schemas.openxmlformats.org/officeDocument/2006/relationships/customXml" Target="../ink/ink4274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4166.xml"/><Relationship Id="rId53" Type="http://schemas.openxmlformats.org/officeDocument/2006/relationships/image" Target="../media/image9310.png"/><Relationship Id="rId74" Type="http://schemas.openxmlformats.org/officeDocument/2006/relationships/customXml" Target="../ink/ink4187.xml"/><Relationship Id="rId128" Type="http://schemas.openxmlformats.org/officeDocument/2006/relationships/customXml" Target="../ink/ink4214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4230.xml"/><Relationship Id="rId181" Type="http://schemas.openxmlformats.org/officeDocument/2006/relationships/image" Target="../media/image1990.png"/><Relationship Id="rId216" Type="http://schemas.openxmlformats.org/officeDocument/2006/relationships/customXml" Target="../ink/ink4258.xml"/><Relationship Id="rId237" Type="http://schemas.openxmlformats.org/officeDocument/2006/relationships/customXml" Target="../ink/ink4269.xml"/><Relationship Id="rId22" Type="http://schemas.openxmlformats.org/officeDocument/2006/relationships/customXml" Target="../ink/ink4161.xml"/><Relationship Id="rId43" Type="http://schemas.openxmlformats.org/officeDocument/2006/relationships/image" Target="../media/image8810.png"/><Relationship Id="rId64" Type="http://schemas.openxmlformats.org/officeDocument/2006/relationships/customXml" Target="../ink/ink4182.xml"/><Relationship Id="rId118" Type="http://schemas.openxmlformats.org/officeDocument/2006/relationships/customXml" Target="../ink/ink4209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4225.xml"/><Relationship Id="rId171" Type="http://schemas.openxmlformats.org/officeDocument/2006/relationships/image" Target="../media/image1940.png"/><Relationship Id="rId192" Type="http://schemas.openxmlformats.org/officeDocument/2006/relationships/customXml" Target="../ink/ink4246.xml"/><Relationship Id="rId206" Type="http://schemas.openxmlformats.org/officeDocument/2006/relationships/customXml" Target="../ink/ink4253.xml"/><Relationship Id="rId227" Type="http://schemas.openxmlformats.org/officeDocument/2006/relationships/customXml" Target="../ink/ink4264.xml"/><Relationship Id="rId248" Type="http://schemas.openxmlformats.org/officeDocument/2006/relationships/image" Target="../media/image2650.png"/><Relationship Id="rId12" Type="http://schemas.openxmlformats.org/officeDocument/2006/relationships/customXml" Target="../ink/ink4156.xml"/><Relationship Id="rId33" Type="http://schemas.openxmlformats.org/officeDocument/2006/relationships/image" Target="../media/image8310.png"/><Relationship Id="rId108" Type="http://schemas.openxmlformats.org/officeDocument/2006/relationships/customXml" Target="../ink/ink4204.xml"/><Relationship Id="rId129" Type="http://schemas.openxmlformats.org/officeDocument/2006/relationships/image" Target="../media/image12910.png"/><Relationship Id="rId54" Type="http://schemas.openxmlformats.org/officeDocument/2006/relationships/customXml" Target="../ink/ink4177.xml"/><Relationship Id="rId75" Type="http://schemas.openxmlformats.org/officeDocument/2006/relationships/image" Target="../media/image10210.png"/><Relationship Id="rId96" Type="http://schemas.openxmlformats.org/officeDocument/2006/relationships/customXml" Target="../ink/ink4198.xml"/><Relationship Id="rId140" Type="http://schemas.openxmlformats.org/officeDocument/2006/relationships/customXml" Target="../ink/ink4220.xml"/><Relationship Id="rId161" Type="http://schemas.openxmlformats.org/officeDocument/2006/relationships/image" Target="../media/image1890.png"/><Relationship Id="rId182" Type="http://schemas.openxmlformats.org/officeDocument/2006/relationships/customXml" Target="../ink/ink4241.xml"/><Relationship Id="rId217" Type="http://schemas.openxmlformats.org/officeDocument/2006/relationships/image" Target="../media/image2500.png"/><Relationship Id="rId6" Type="http://schemas.openxmlformats.org/officeDocument/2006/relationships/customXml" Target="../ink/ink4153.xml"/><Relationship Id="rId238" Type="http://schemas.openxmlformats.org/officeDocument/2006/relationships/image" Target="../media/image260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4172.xml"/><Relationship Id="rId65" Type="http://schemas.openxmlformats.org/officeDocument/2006/relationships/image" Target="../media/image9810.png"/><Relationship Id="rId86" Type="http://schemas.openxmlformats.org/officeDocument/2006/relationships/customXml" Target="../ink/ink4193.xml"/><Relationship Id="rId130" Type="http://schemas.openxmlformats.org/officeDocument/2006/relationships/customXml" Target="../ink/ink4215.xml"/><Relationship Id="rId151" Type="http://schemas.openxmlformats.org/officeDocument/2006/relationships/image" Target="../media/image1840.png"/><Relationship Id="rId172" Type="http://schemas.openxmlformats.org/officeDocument/2006/relationships/customXml" Target="../ink/ink4236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28" Type="http://schemas.openxmlformats.org/officeDocument/2006/relationships/image" Target="../media/image2550.png"/><Relationship Id="rId249" Type="http://schemas.openxmlformats.org/officeDocument/2006/relationships/customXml" Target="../ink/ink4275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4167.xml"/><Relationship Id="rId55" Type="http://schemas.openxmlformats.org/officeDocument/2006/relationships/image" Target="../media/image9410.png"/><Relationship Id="rId76" Type="http://schemas.openxmlformats.org/officeDocument/2006/relationships/customXml" Target="../ink/ink4188.xml"/><Relationship Id="rId97" Type="http://schemas.openxmlformats.org/officeDocument/2006/relationships/image" Target="../media/image1580.png"/><Relationship Id="rId120" Type="http://schemas.openxmlformats.org/officeDocument/2006/relationships/customXml" Target="../ink/ink4210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4231.xml"/><Relationship Id="rId183" Type="http://schemas.openxmlformats.org/officeDocument/2006/relationships/image" Target="../media/image2000.png"/><Relationship Id="rId218" Type="http://schemas.openxmlformats.org/officeDocument/2006/relationships/customXml" Target="../ink/ink4259.xml"/><Relationship Id="rId239" Type="http://schemas.openxmlformats.org/officeDocument/2006/relationships/customXml" Target="../ink/ink4270.xml"/><Relationship Id="rId250" Type="http://schemas.openxmlformats.org/officeDocument/2006/relationships/image" Target="../media/image2660.png"/><Relationship Id="rId24" Type="http://schemas.openxmlformats.org/officeDocument/2006/relationships/customXml" Target="../ink/ink4162.xml"/><Relationship Id="rId45" Type="http://schemas.openxmlformats.org/officeDocument/2006/relationships/image" Target="../media/image8910.png"/><Relationship Id="rId66" Type="http://schemas.openxmlformats.org/officeDocument/2006/relationships/customXml" Target="../ink/ink4183.xml"/><Relationship Id="rId87" Type="http://schemas.openxmlformats.org/officeDocument/2006/relationships/image" Target="../media/image10810.png"/><Relationship Id="rId110" Type="http://schemas.openxmlformats.org/officeDocument/2006/relationships/customXml" Target="../ink/ink4205.xml"/><Relationship Id="rId131" Type="http://schemas.openxmlformats.org/officeDocument/2006/relationships/image" Target="../media/image1740.png"/><Relationship Id="rId152" Type="http://schemas.openxmlformats.org/officeDocument/2006/relationships/customXml" Target="../ink/ink4226.xml"/><Relationship Id="rId173" Type="http://schemas.openxmlformats.org/officeDocument/2006/relationships/image" Target="../media/image1950.png"/><Relationship Id="rId194" Type="http://schemas.openxmlformats.org/officeDocument/2006/relationships/customXml" Target="../ink/ink4247.xml"/><Relationship Id="rId208" Type="http://schemas.openxmlformats.org/officeDocument/2006/relationships/customXml" Target="../ink/ink4254.xml"/><Relationship Id="rId229" Type="http://schemas.openxmlformats.org/officeDocument/2006/relationships/customXml" Target="../ink/ink4265.xml"/><Relationship Id="rId240" Type="http://schemas.openxmlformats.org/officeDocument/2006/relationships/image" Target="../media/image2611.png"/><Relationship Id="rId14" Type="http://schemas.openxmlformats.org/officeDocument/2006/relationships/customXml" Target="../ink/ink4157.xml"/><Relationship Id="rId35" Type="http://schemas.openxmlformats.org/officeDocument/2006/relationships/image" Target="../media/image8410.png"/><Relationship Id="rId56" Type="http://schemas.openxmlformats.org/officeDocument/2006/relationships/customXml" Target="../ink/ink4178.xml"/><Relationship Id="rId77" Type="http://schemas.openxmlformats.org/officeDocument/2006/relationships/image" Target="../media/image10310.png"/><Relationship Id="rId100" Type="http://schemas.openxmlformats.org/officeDocument/2006/relationships/customXml" Target="../ink/ink4200.xml"/><Relationship Id="rId8" Type="http://schemas.openxmlformats.org/officeDocument/2006/relationships/customXml" Target="../ink/ink4154.xml"/><Relationship Id="rId98" Type="http://schemas.openxmlformats.org/officeDocument/2006/relationships/customXml" Target="../ink/ink4199.xml"/><Relationship Id="rId121" Type="http://schemas.openxmlformats.org/officeDocument/2006/relationships/image" Target="../media/image1700.png"/><Relationship Id="rId142" Type="http://schemas.openxmlformats.org/officeDocument/2006/relationships/customXml" Target="../ink/ink4221.xml"/><Relationship Id="rId163" Type="http://schemas.openxmlformats.org/officeDocument/2006/relationships/image" Target="../media/image1900.png"/><Relationship Id="rId184" Type="http://schemas.openxmlformats.org/officeDocument/2006/relationships/customXml" Target="../ink/ink4242.xml"/><Relationship Id="rId219" Type="http://schemas.openxmlformats.org/officeDocument/2006/relationships/image" Target="../media/image2511.png"/><Relationship Id="rId230" Type="http://schemas.openxmlformats.org/officeDocument/2006/relationships/image" Target="../media/image2560.png"/><Relationship Id="rId251" Type="http://schemas.openxmlformats.org/officeDocument/2006/relationships/image" Target="../media/image1502.png"/><Relationship Id="rId25" Type="http://schemas.openxmlformats.org/officeDocument/2006/relationships/image" Target="../media/image7910.png"/><Relationship Id="rId46" Type="http://schemas.openxmlformats.org/officeDocument/2006/relationships/customXml" Target="../ink/ink4173.xml"/><Relationship Id="rId67" Type="http://schemas.openxmlformats.org/officeDocument/2006/relationships/image" Target="../media/image9910.png"/><Relationship Id="rId88" Type="http://schemas.openxmlformats.org/officeDocument/2006/relationships/customXml" Target="../ink/ink4194.xml"/><Relationship Id="rId111" Type="http://schemas.openxmlformats.org/officeDocument/2006/relationships/image" Target="../media/image1650.png"/><Relationship Id="rId132" Type="http://schemas.openxmlformats.org/officeDocument/2006/relationships/customXml" Target="../ink/ink4216.xml"/><Relationship Id="rId153" Type="http://schemas.openxmlformats.org/officeDocument/2006/relationships/image" Target="../media/image1850.png"/><Relationship Id="rId174" Type="http://schemas.openxmlformats.org/officeDocument/2006/relationships/customXml" Target="../ink/ink4237.xml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220" Type="http://schemas.openxmlformats.org/officeDocument/2006/relationships/customXml" Target="../ink/ink4260.xml"/><Relationship Id="rId241" Type="http://schemas.openxmlformats.org/officeDocument/2006/relationships/customXml" Target="../ink/ink4271.xml"/><Relationship Id="rId15" Type="http://schemas.openxmlformats.org/officeDocument/2006/relationships/image" Target="../media/image7410.png"/><Relationship Id="rId36" Type="http://schemas.openxmlformats.org/officeDocument/2006/relationships/customXml" Target="../ink/ink4168.xml"/><Relationship Id="rId57" Type="http://schemas.openxmlformats.org/officeDocument/2006/relationships/image" Target="../media/image9510.png"/><Relationship Id="rId78" Type="http://schemas.openxmlformats.org/officeDocument/2006/relationships/customXml" Target="../ink/ink4189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4211.xml"/><Relationship Id="rId143" Type="http://schemas.openxmlformats.org/officeDocument/2006/relationships/image" Target="../media/image1800.png"/><Relationship Id="rId164" Type="http://schemas.openxmlformats.org/officeDocument/2006/relationships/customXml" Target="../ink/ink4232.xml"/><Relationship Id="rId185" Type="http://schemas.openxmlformats.org/officeDocument/2006/relationships/image" Target="../media/image2340.png"/><Relationship Id="rId4" Type="http://schemas.openxmlformats.org/officeDocument/2006/relationships/customXml" Target="../ink/ink4152.xml"/><Relationship Id="rId9" Type="http://schemas.openxmlformats.org/officeDocument/2006/relationships/image" Target="../media/image2810.png"/><Relationship Id="rId180" Type="http://schemas.openxmlformats.org/officeDocument/2006/relationships/customXml" Target="../ink/ink4240.xml"/><Relationship Id="rId210" Type="http://schemas.openxmlformats.org/officeDocument/2006/relationships/customXml" Target="../ink/ink4255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6" Type="http://schemas.openxmlformats.org/officeDocument/2006/relationships/customXml" Target="../ink/ink4163.xml"/><Relationship Id="rId231" Type="http://schemas.openxmlformats.org/officeDocument/2006/relationships/customXml" Target="../ink/ink4266.xml"/><Relationship Id="rId47" Type="http://schemas.openxmlformats.org/officeDocument/2006/relationships/image" Target="../media/image9010.png"/><Relationship Id="rId68" Type="http://schemas.openxmlformats.org/officeDocument/2006/relationships/customXml" Target="../ink/ink4184.xml"/><Relationship Id="rId89" Type="http://schemas.openxmlformats.org/officeDocument/2006/relationships/image" Target="../media/image10910.png"/><Relationship Id="rId112" Type="http://schemas.openxmlformats.org/officeDocument/2006/relationships/customXml" Target="../ink/ink4206.xml"/><Relationship Id="rId133" Type="http://schemas.openxmlformats.org/officeDocument/2006/relationships/image" Target="../media/image1750.png"/><Relationship Id="rId154" Type="http://schemas.openxmlformats.org/officeDocument/2006/relationships/customXml" Target="../ink/ink4227.xml"/><Relationship Id="rId175" Type="http://schemas.openxmlformats.org/officeDocument/2006/relationships/image" Target="../media/image1960.png"/><Relationship Id="rId196" Type="http://schemas.openxmlformats.org/officeDocument/2006/relationships/customXml" Target="../ink/ink4248.xml"/><Relationship Id="rId200" Type="http://schemas.openxmlformats.org/officeDocument/2006/relationships/customXml" Target="../ink/ink4250.xml"/><Relationship Id="rId16" Type="http://schemas.openxmlformats.org/officeDocument/2006/relationships/customXml" Target="../ink/ink4158.xml"/><Relationship Id="rId221" Type="http://schemas.openxmlformats.org/officeDocument/2006/relationships/image" Target="../media/image2520.png"/><Relationship Id="rId242" Type="http://schemas.openxmlformats.org/officeDocument/2006/relationships/image" Target="../media/image2620.png"/><Relationship Id="rId37" Type="http://schemas.openxmlformats.org/officeDocument/2006/relationships/image" Target="../media/image8510.png"/><Relationship Id="rId58" Type="http://schemas.openxmlformats.org/officeDocument/2006/relationships/customXml" Target="../ink/ink4179.xml"/><Relationship Id="rId79" Type="http://schemas.openxmlformats.org/officeDocument/2006/relationships/image" Target="../media/image10410.png"/><Relationship Id="rId102" Type="http://schemas.openxmlformats.org/officeDocument/2006/relationships/customXml" Target="../ink/ink4201.xml"/><Relationship Id="rId123" Type="http://schemas.openxmlformats.org/officeDocument/2006/relationships/image" Target="../media/image1710.png"/><Relationship Id="rId144" Type="http://schemas.openxmlformats.org/officeDocument/2006/relationships/customXml" Target="../ink/ink4222.xml"/><Relationship Id="rId90" Type="http://schemas.openxmlformats.org/officeDocument/2006/relationships/customXml" Target="../ink/ink4195.xml"/><Relationship Id="rId165" Type="http://schemas.openxmlformats.org/officeDocument/2006/relationships/image" Target="../media/image1910.png"/><Relationship Id="rId186" Type="http://schemas.openxmlformats.org/officeDocument/2006/relationships/customXml" Target="../ink/ink4243.xml"/><Relationship Id="rId211" Type="http://schemas.openxmlformats.org/officeDocument/2006/relationships/image" Target="../media/image2470.png"/><Relationship Id="rId232" Type="http://schemas.openxmlformats.org/officeDocument/2006/relationships/image" Target="../media/image2570.png"/><Relationship Id="rId27" Type="http://schemas.openxmlformats.org/officeDocument/2006/relationships/image" Target="../media/image8010.png"/><Relationship Id="rId48" Type="http://schemas.openxmlformats.org/officeDocument/2006/relationships/customXml" Target="../ink/ink4174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4217.xml"/><Relationship Id="rId80" Type="http://schemas.openxmlformats.org/officeDocument/2006/relationships/customXml" Target="../ink/ink4190.xml"/><Relationship Id="rId155" Type="http://schemas.openxmlformats.org/officeDocument/2006/relationships/image" Target="../media/image1860.png"/><Relationship Id="rId176" Type="http://schemas.openxmlformats.org/officeDocument/2006/relationships/customXml" Target="../ink/ink4238.xml"/><Relationship Id="rId197" Type="http://schemas.openxmlformats.org/officeDocument/2006/relationships/image" Target="../media/image2400.png"/><Relationship Id="rId201" Type="http://schemas.openxmlformats.org/officeDocument/2006/relationships/image" Target="../media/image2420.png"/><Relationship Id="rId222" Type="http://schemas.openxmlformats.org/officeDocument/2006/relationships/customXml" Target="../ink/ink4261.xml"/><Relationship Id="rId243" Type="http://schemas.openxmlformats.org/officeDocument/2006/relationships/customXml" Target="../ink/ink4272.xml"/><Relationship Id="rId17" Type="http://schemas.openxmlformats.org/officeDocument/2006/relationships/image" Target="../media/image7510.png"/><Relationship Id="rId38" Type="http://schemas.openxmlformats.org/officeDocument/2006/relationships/customXml" Target="../ink/ink4169.xml"/><Relationship Id="rId59" Type="http://schemas.openxmlformats.org/officeDocument/2006/relationships/image" Target="../media/image5310.png"/><Relationship Id="rId103" Type="http://schemas.openxmlformats.org/officeDocument/2006/relationships/image" Target="../media/image1610.png"/><Relationship Id="rId124" Type="http://schemas.openxmlformats.org/officeDocument/2006/relationships/customXml" Target="../ink/ink4212.xml"/><Relationship Id="rId70" Type="http://schemas.openxmlformats.org/officeDocument/2006/relationships/customXml" Target="../ink/ink4185.xml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66" Type="http://schemas.openxmlformats.org/officeDocument/2006/relationships/customXml" Target="../ink/ink4233.xml"/><Relationship Id="rId187" Type="http://schemas.openxmlformats.org/officeDocument/2006/relationships/image" Target="../media/image235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256.xml"/><Relationship Id="rId233" Type="http://schemas.openxmlformats.org/officeDocument/2006/relationships/customXml" Target="../ink/ink4267.xml"/><Relationship Id="rId28" Type="http://schemas.openxmlformats.org/officeDocument/2006/relationships/customXml" Target="../ink/ink4164.xml"/><Relationship Id="rId49" Type="http://schemas.openxmlformats.org/officeDocument/2006/relationships/image" Target="../media/image9110.png"/><Relationship Id="rId114" Type="http://schemas.openxmlformats.org/officeDocument/2006/relationships/customXml" Target="../ink/ink4207.xml"/><Relationship Id="rId60" Type="http://schemas.openxmlformats.org/officeDocument/2006/relationships/customXml" Target="../ink/ink4180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4228.xml"/><Relationship Id="rId177" Type="http://schemas.openxmlformats.org/officeDocument/2006/relationships/image" Target="../media/image1970.png"/><Relationship Id="rId198" Type="http://schemas.openxmlformats.org/officeDocument/2006/relationships/customXml" Target="../ink/ink4249.xml"/><Relationship Id="rId202" Type="http://schemas.openxmlformats.org/officeDocument/2006/relationships/customXml" Target="../ink/ink4251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4159.xml"/><Relationship Id="rId39" Type="http://schemas.openxmlformats.org/officeDocument/2006/relationships/image" Target="../media/image8610.png"/><Relationship Id="rId50" Type="http://schemas.openxmlformats.org/officeDocument/2006/relationships/customXml" Target="../ink/ink4175.xml"/><Relationship Id="rId104" Type="http://schemas.openxmlformats.org/officeDocument/2006/relationships/customXml" Target="../ink/ink4202.xml"/><Relationship Id="rId125" Type="http://schemas.openxmlformats.org/officeDocument/2006/relationships/image" Target="../media/image1720.png"/><Relationship Id="rId146" Type="http://schemas.openxmlformats.org/officeDocument/2006/relationships/customXml" Target="../ink/ink4223.xml"/><Relationship Id="rId167" Type="http://schemas.openxmlformats.org/officeDocument/2006/relationships/image" Target="../media/image1920.png"/><Relationship Id="rId188" Type="http://schemas.openxmlformats.org/officeDocument/2006/relationships/customXml" Target="../ink/ink4244.xml"/><Relationship Id="rId71" Type="http://schemas.openxmlformats.org/officeDocument/2006/relationships/image" Target="../media/image5910.png"/><Relationship Id="rId92" Type="http://schemas.openxmlformats.org/officeDocument/2006/relationships/customXml" Target="../ink/ink4196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4151.xml"/><Relationship Id="rId29" Type="http://schemas.openxmlformats.org/officeDocument/2006/relationships/image" Target="../media/image8110.png"/><Relationship Id="rId40" Type="http://schemas.openxmlformats.org/officeDocument/2006/relationships/customXml" Target="../ink/ink4170.xml"/><Relationship Id="rId115" Type="http://schemas.openxmlformats.org/officeDocument/2006/relationships/image" Target="../media/image1670.png"/><Relationship Id="rId136" Type="http://schemas.openxmlformats.org/officeDocument/2006/relationships/customXml" Target="../ink/ink4218.xml"/><Relationship Id="rId157" Type="http://schemas.openxmlformats.org/officeDocument/2006/relationships/image" Target="../media/image1870.png"/><Relationship Id="rId178" Type="http://schemas.openxmlformats.org/officeDocument/2006/relationships/customXml" Target="../ink/ink4239.xml"/><Relationship Id="rId61" Type="http://schemas.openxmlformats.org/officeDocument/2006/relationships/image" Target="../media/image9610.png"/><Relationship Id="rId82" Type="http://schemas.openxmlformats.org/officeDocument/2006/relationships/customXml" Target="../ink/ink4191.xml"/><Relationship Id="rId199" Type="http://schemas.openxmlformats.org/officeDocument/2006/relationships/image" Target="../media/image2410.png"/><Relationship Id="rId203" Type="http://schemas.openxmlformats.org/officeDocument/2006/relationships/image" Target="../media/image2430.png"/><Relationship Id="rId19" Type="http://schemas.openxmlformats.org/officeDocument/2006/relationships/image" Target="../media/image7610.png"/><Relationship Id="rId224" Type="http://schemas.openxmlformats.org/officeDocument/2006/relationships/customXml" Target="../ink/ink4262.xml"/><Relationship Id="rId245" Type="http://schemas.openxmlformats.org/officeDocument/2006/relationships/customXml" Target="../ink/ink4273.xml"/><Relationship Id="rId30" Type="http://schemas.openxmlformats.org/officeDocument/2006/relationships/customXml" Target="../ink/ink4165.xml"/><Relationship Id="rId105" Type="http://schemas.openxmlformats.org/officeDocument/2006/relationships/image" Target="../media/image1620.png"/><Relationship Id="rId126" Type="http://schemas.openxmlformats.org/officeDocument/2006/relationships/customXml" Target="../ink/ink4213.xml"/><Relationship Id="rId147" Type="http://schemas.openxmlformats.org/officeDocument/2006/relationships/image" Target="../media/image1820.png"/><Relationship Id="rId168" Type="http://schemas.openxmlformats.org/officeDocument/2006/relationships/customXml" Target="../ink/ink4234.xml"/><Relationship Id="rId51" Type="http://schemas.openxmlformats.org/officeDocument/2006/relationships/image" Target="../media/image9210.png"/><Relationship Id="rId72" Type="http://schemas.openxmlformats.org/officeDocument/2006/relationships/customXml" Target="../ink/ink4186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" Type="http://schemas.openxmlformats.org/officeDocument/2006/relationships/image" Target="../media/image2510.png"/><Relationship Id="rId214" Type="http://schemas.openxmlformats.org/officeDocument/2006/relationships/customXml" Target="../ink/ink4257.xml"/><Relationship Id="rId235" Type="http://schemas.openxmlformats.org/officeDocument/2006/relationships/customXml" Target="../ink/ink4268.xml"/><Relationship Id="rId116" Type="http://schemas.openxmlformats.org/officeDocument/2006/relationships/customXml" Target="../ink/ink4208.xml"/><Relationship Id="rId137" Type="http://schemas.openxmlformats.org/officeDocument/2006/relationships/image" Target="../media/image1770.png"/><Relationship Id="rId158" Type="http://schemas.openxmlformats.org/officeDocument/2006/relationships/customXml" Target="../ink/ink4229.xml"/><Relationship Id="rId20" Type="http://schemas.openxmlformats.org/officeDocument/2006/relationships/customXml" Target="../ink/ink4160.xml"/><Relationship Id="rId41" Type="http://schemas.openxmlformats.org/officeDocument/2006/relationships/image" Target="../media/image8710.png"/><Relationship Id="rId62" Type="http://schemas.openxmlformats.org/officeDocument/2006/relationships/customXml" Target="../ink/ink4181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4245.xml"/><Relationship Id="rId204" Type="http://schemas.openxmlformats.org/officeDocument/2006/relationships/customXml" Target="../ink/ink4252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106" Type="http://schemas.openxmlformats.org/officeDocument/2006/relationships/customXml" Target="../ink/ink4203.xml"/><Relationship Id="rId127" Type="http://schemas.openxmlformats.org/officeDocument/2006/relationships/image" Target="../media/image1730.png"/><Relationship Id="rId10" Type="http://schemas.openxmlformats.org/officeDocument/2006/relationships/customXml" Target="../ink/ink4155.xml"/><Relationship Id="rId31" Type="http://schemas.openxmlformats.org/officeDocument/2006/relationships/image" Target="../media/image8210.png"/><Relationship Id="rId52" Type="http://schemas.openxmlformats.org/officeDocument/2006/relationships/customXml" Target="../ink/ink4176.xml"/><Relationship Id="rId73" Type="http://schemas.openxmlformats.org/officeDocument/2006/relationships/image" Target="../media/image10110.png"/><Relationship Id="rId94" Type="http://schemas.openxmlformats.org/officeDocument/2006/relationships/customXml" Target="../ink/ink4197.xml"/><Relationship Id="rId148" Type="http://schemas.openxmlformats.org/officeDocument/2006/relationships/customXml" Target="../ink/ink4224.xml"/><Relationship Id="rId169" Type="http://schemas.openxmlformats.org/officeDocument/2006/relationships/image" Target="../media/image19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7</a:t>
            </a:r>
          </a:p>
          <a:p>
            <a:r>
              <a:rPr lang="en-US" sz="2800" dirty="0">
                <a:latin typeface="PT Sans" panose="020B0503020203020204" pitchFamily="34" charset="0"/>
              </a:rPr>
              <a:t>Circuit Analysis - 3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602B-830C-FAE9-EF44-6270B67C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transformation – Voltage &lt;&gt; Current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05A3A-F23E-9CCF-7877-E38395C8C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246D76D-9F2F-444E-4C11-AA4024E47D79}"/>
              </a:ext>
            </a:extLst>
          </p:cNvPr>
          <p:cNvGrpSpPr/>
          <p:nvPr/>
        </p:nvGrpSpPr>
        <p:grpSpPr>
          <a:xfrm>
            <a:off x="1042654" y="1543930"/>
            <a:ext cx="3517920" cy="3296880"/>
            <a:chOff x="1042654" y="1543930"/>
            <a:chExt cx="3517920" cy="32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6B70BF-4464-C165-3AAE-ED85B5030B06}"/>
                    </a:ext>
                  </a:extLst>
                </p14:cNvPr>
                <p14:cNvContentPartPr/>
                <p14:nvPr/>
              </p14:nvContentPartPr>
              <p14:xfrm>
                <a:off x="2080174" y="1546450"/>
                <a:ext cx="85320" cy="1393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6B70BF-4464-C165-3AAE-ED85B5030B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2534" y="1528450"/>
                  <a:ext cx="120960" cy="14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0AC634-F3C9-935B-EC11-72AC8DCE378A}"/>
                    </a:ext>
                  </a:extLst>
                </p14:cNvPr>
                <p14:cNvContentPartPr/>
                <p14:nvPr/>
              </p14:nvContentPartPr>
              <p14:xfrm>
                <a:off x="1746094" y="2927050"/>
                <a:ext cx="815400" cy="93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0AC634-F3C9-935B-EC11-72AC8DCE37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28454" y="2909410"/>
                  <a:ext cx="851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2960F2-93EC-89AC-711D-3EF6F949D6F3}"/>
                    </a:ext>
                  </a:extLst>
                </p14:cNvPr>
                <p14:cNvContentPartPr/>
                <p14:nvPr/>
              </p14:nvContentPartPr>
              <p14:xfrm>
                <a:off x="2045614" y="3122530"/>
                <a:ext cx="237240" cy="68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2960F2-93EC-89AC-711D-3EF6F949D6F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27974" y="3104530"/>
                  <a:ext cx="272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8A4FE5-3EAC-6BAF-2E1B-CDA069EE81EC}"/>
                    </a:ext>
                  </a:extLst>
                </p14:cNvPr>
                <p14:cNvContentPartPr/>
                <p14:nvPr/>
              </p14:nvContentPartPr>
              <p14:xfrm>
                <a:off x="2178094" y="3155290"/>
                <a:ext cx="132840" cy="91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8A4FE5-3EAC-6BAF-2E1B-CDA069EE81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60094" y="3137290"/>
                  <a:ext cx="168480" cy="9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044406-D21E-5F01-BEDE-6F6075DF5E83}"/>
                    </a:ext>
                  </a:extLst>
                </p14:cNvPr>
                <p14:cNvContentPartPr/>
                <p14:nvPr/>
              </p14:nvContentPartPr>
              <p14:xfrm>
                <a:off x="2151094" y="1558690"/>
                <a:ext cx="880200" cy="154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044406-D21E-5F01-BEDE-6F6075DF5E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3454" y="1541050"/>
                  <a:ext cx="915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783840-20E5-FB55-8016-2A34D640B401}"/>
                    </a:ext>
                  </a:extLst>
                </p14:cNvPr>
                <p14:cNvContentPartPr/>
                <p14:nvPr/>
              </p14:nvContentPartPr>
              <p14:xfrm>
                <a:off x="3020134" y="1543930"/>
                <a:ext cx="502920" cy="183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783840-20E5-FB55-8016-2A34D640B4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02494" y="1525930"/>
                  <a:ext cx="538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B63DE8-BEF4-4F41-C0AF-C29454B7AAE3}"/>
                    </a:ext>
                  </a:extLst>
                </p14:cNvPr>
                <p14:cNvContentPartPr/>
                <p14:nvPr/>
              </p14:nvContentPartPr>
              <p14:xfrm>
                <a:off x="3539614" y="1695130"/>
                <a:ext cx="744840" cy="45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B63DE8-BEF4-4F41-C0AF-C29454B7AAE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21974" y="1677490"/>
                  <a:ext cx="780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8EF639-075B-2179-83D8-86C05826E0C4}"/>
                    </a:ext>
                  </a:extLst>
                </p14:cNvPr>
                <p14:cNvContentPartPr/>
                <p14:nvPr/>
              </p14:nvContentPartPr>
              <p14:xfrm>
                <a:off x="4298854" y="1627810"/>
                <a:ext cx="202320" cy="18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8EF639-075B-2179-83D8-86C05826E0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81214" y="1610170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294ED4F-0636-68F0-9CDE-E80C838541FC}"/>
                    </a:ext>
                  </a:extLst>
                </p14:cNvPr>
                <p14:cNvContentPartPr/>
                <p14:nvPr/>
              </p14:nvContentPartPr>
              <p14:xfrm>
                <a:off x="2295454" y="4077610"/>
                <a:ext cx="74160" cy="66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294ED4F-0636-68F0-9CDE-E80C838541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77454" y="4059970"/>
                  <a:ext cx="10980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E4C182-EDF7-3DB0-B6AE-CD9305913A22}"/>
                    </a:ext>
                  </a:extLst>
                </p14:cNvPr>
                <p14:cNvContentPartPr/>
                <p14:nvPr/>
              </p14:nvContentPartPr>
              <p14:xfrm>
                <a:off x="2296174" y="4704370"/>
                <a:ext cx="2168640" cy="105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E4C182-EDF7-3DB0-B6AE-CD9305913A2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8534" y="4686730"/>
                  <a:ext cx="2204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1D71FC-84A2-96CE-D728-7209229CDCFE}"/>
                    </a:ext>
                  </a:extLst>
                </p14:cNvPr>
                <p14:cNvContentPartPr/>
                <p14:nvPr/>
              </p14:nvContentPartPr>
              <p14:xfrm>
                <a:off x="4431334" y="4692130"/>
                <a:ext cx="129240" cy="148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1D71FC-84A2-96CE-D728-7209229CDC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3694" y="4674130"/>
                  <a:ext cx="164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055043B-2907-17A8-B730-22122A918030}"/>
                    </a:ext>
                  </a:extLst>
                </p14:cNvPr>
                <p14:cNvContentPartPr/>
                <p14:nvPr/>
              </p14:nvContentPartPr>
              <p14:xfrm>
                <a:off x="1042654" y="2897530"/>
                <a:ext cx="334440" cy="302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055043B-2907-17A8-B730-22122A91803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5014" y="2879530"/>
                  <a:ext cx="3700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2836FC-349C-C796-3C02-0DE8B94810CD}"/>
                    </a:ext>
                  </a:extLst>
                </p14:cNvPr>
                <p14:cNvContentPartPr/>
                <p14:nvPr/>
              </p14:nvContentPartPr>
              <p14:xfrm>
                <a:off x="1531534" y="3015610"/>
                <a:ext cx="83520" cy="24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2836FC-349C-C796-3C02-0DE8B94810C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3534" y="2997970"/>
                  <a:ext cx="1191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93C5F3-B5CB-3862-121D-2526514A6AF5}"/>
              </a:ext>
            </a:extLst>
          </p:cNvPr>
          <p:cNvGrpSpPr/>
          <p:nvPr/>
        </p:nvGrpSpPr>
        <p:grpSpPr>
          <a:xfrm>
            <a:off x="3100054" y="954250"/>
            <a:ext cx="191160" cy="334440"/>
            <a:chOff x="3100054" y="954250"/>
            <a:chExt cx="19116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1DCA53-9500-704A-3F34-2A6613C2115F}"/>
                    </a:ext>
                  </a:extLst>
                </p14:cNvPr>
                <p14:cNvContentPartPr/>
                <p14:nvPr/>
              </p14:nvContentPartPr>
              <p14:xfrm>
                <a:off x="3136774" y="1057570"/>
                <a:ext cx="110160" cy="231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1DCA53-9500-704A-3F34-2A6613C2115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18774" y="1039570"/>
                  <a:ext cx="145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232C40-57B9-71B4-48CB-4ACA51BC9B05}"/>
                    </a:ext>
                  </a:extLst>
                </p14:cNvPr>
                <p14:cNvContentPartPr/>
                <p14:nvPr/>
              </p14:nvContentPartPr>
              <p14:xfrm>
                <a:off x="3100054" y="954250"/>
                <a:ext cx="191160" cy="15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232C40-57B9-71B4-48CB-4ACA51BC9B0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82054" y="936250"/>
                  <a:ext cx="2268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22AFC1-DA79-6234-F850-2E1F158E47E9}"/>
              </a:ext>
            </a:extLst>
          </p:cNvPr>
          <p:cNvGrpSpPr/>
          <p:nvPr/>
        </p:nvGrpSpPr>
        <p:grpSpPr>
          <a:xfrm>
            <a:off x="5150614" y="1579570"/>
            <a:ext cx="4517280" cy="3375000"/>
            <a:chOff x="5150614" y="1579570"/>
            <a:chExt cx="4517280" cy="337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436C0C-71C1-48DB-13EB-A62361E16DD5}"/>
                    </a:ext>
                  </a:extLst>
                </p14:cNvPr>
                <p14:cNvContentPartPr/>
                <p14:nvPr/>
              </p14:nvContentPartPr>
              <p14:xfrm>
                <a:off x="5165374" y="2997970"/>
                <a:ext cx="1153800" cy="69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436C0C-71C1-48DB-13EB-A62361E16D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7374" y="2980330"/>
                  <a:ext cx="1189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4737A99-997B-1AC1-9DA1-B1FED4E21150}"/>
                    </a:ext>
                  </a:extLst>
                </p14:cNvPr>
                <p14:cNvContentPartPr/>
                <p14:nvPr/>
              </p14:nvContentPartPr>
              <p14:xfrm>
                <a:off x="6134854" y="2793130"/>
                <a:ext cx="246600" cy="380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4737A99-997B-1AC1-9DA1-B1FED4E2115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16854" y="2775490"/>
                  <a:ext cx="2822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E4A60B-62C5-412A-6B62-87C6B219EA88}"/>
                    </a:ext>
                  </a:extLst>
                </p14:cNvPr>
                <p14:cNvContentPartPr/>
                <p14:nvPr/>
              </p14:nvContentPartPr>
              <p14:xfrm>
                <a:off x="5150614" y="2924530"/>
                <a:ext cx="281880" cy="225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E4A60B-62C5-412A-6B62-87C6B219EA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32974" y="2906890"/>
                  <a:ext cx="317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38434C-F22E-44E6-B3CE-0B55006D29E9}"/>
                    </a:ext>
                  </a:extLst>
                </p14:cNvPr>
                <p14:cNvContentPartPr/>
                <p14:nvPr/>
              </p14:nvContentPartPr>
              <p14:xfrm>
                <a:off x="7258414" y="1707370"/>
                <a:ext cx="103680" cy="819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38434C-F22E-44E6-B3CE-0B55006D29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40774" y="1689370"/>
                  <a:ext cx="139320" cy="8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9FE932-03E4-3B5E-3491-A27392D66194}"/>
                    </a:ext>
                  </a:extLst>
                </p14:cNvPr>
                <p14:cNvContentPartPr/>
                <p14:nvPr/>
              </p14:nvContentPartPr>
              <p14:xfrm>
                <a:off x="6997774" y="2537170"/>
                <a:ext cx="713160" cy="69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9FE932-03E4-3B5E-3491-A27392D661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79774" y="2519530"/>
                  <a:ext cx="74880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C3971AF-2F0C-E618-3049-42C3BA4AECF7}"/>
                    </a:ext>
                  </a:extLst>
                </p14:cNvPr>
                <p14:cNvContentPartPr/>
                <p14:nvPr/>
              </p14:nvContentPartPr>
              <p14:xfrm>
                <a:off x="7282174" y="2752090"/>
                <a:ext cx="44640" cy="38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C3971AF-2F0C-E618-3049-42C3BA4AECF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64534" y="2734090"/>
                  <a:ext cx="802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4E46E1F-F14C-80D6-923F-7B54D740F6A0}"/>
                    </a:ext>
                  </a:extLst>
                </p14:cNvPr>
                <p14:cNvContentPartPr/>
                <p14:nvPr/>
              </p14:nvContentPartPr>
              <p14:xfrm>
                <a:off x="7184974" y="2756410"/>
                <a:ext cx="154440" cy="130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4E46E1F-F14C-80D6-923F-7B54D740F6A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66974" y="2738770"/>
                  <a:ext cx="190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7E3D5B3-84AD-B9BF-EA64-2E456573DA32}"/>
                    </a:ext>
                  </a:extLst>
                </p14:cNvPr>
                <p14:cNvContentPartPr/>
                <p14:nvPr/>
              </p14:nvContentPartPr>
              <p14:xfrm>
                <a:off x="7429414" y="3293530"/>
                <a:ext cx="274680" cy="1639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7E3D5B3-84AD-B9BF-EA64-2E456573DA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11414" y="3275530"/>
                  <a:ext cx="310320" cy="16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9704D5-B28A-D8BE-26FE-DBA9B2694DB7}"/>
                    </a:ext>
                  </a:extLst>
                </p14:cNvPr>
                <p14:cNvContentPartPr/>
                <p14:nvPr/>
              </p14:nvContentPartPr>
              <p14:xfrm>
                <a:off x="7284694" y="1673170"/>
                <a:ext cx="1308600" cy="63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9704D5-B28A-D8BE-26FE-DBA9B2694D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6694" y="1655170"/>
                  <a:ext cx="1344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A2638C-0C64-3FC2-63C5-91519248CE0E}"/>
                    </a:ext>
                  </a:extLst>
                </p14:cNvPr>
                <p14:cNvContentPartPr/>
                <p14:nvPr/>
              </p14:nvContentPartPr>
              <p14:xfrm>
                <a:off x="8534974" y="1682170"/>
                <a:ext cx="51120" cy="111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A2638C-0C64-3FC2-63C5-91519248CE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17334" y="1664170"/>
                  <a:ext cx="86760" cy="11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6B8CF05-90D7-BDA1-AAD9-F0BD53BA1C67}"/>
                    </a:ext>
                  </a:extLst>
                </p14:cNvPr>
                <p14:cNvContentPartPr/>
                <p14:nvPr/>
              </p14:nvContentPartPr>
              <p14:xfrm>
                <a:off x="8501854" y="2832730"/>
                <a:ext cx="159120" cy="557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6B8CF05-90D7-BDA1-AAD9-F0BD53BA1C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83854" y="2814730"/>
                  <a:ext cx="19476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B7E301-953A-F70B-8CCA-A36C0206FA40}"/>
                    </a:ext>
                  </a:extLst>
                </p14:cNvPr>
                <p14:cNvContentPartPr/>
                <p14:nvPr/>
              </p14:nvContentPartPr>
              <p14:xfrm>
                <a:off x="8641174" y="3373450"/>
                <a:ext cx="116640" cy="1486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B7E301-953A-F70B-8CCA-A36C0206FA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23174" y="3355810"/>
                  <a:ext cx="152280" cy="15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E6FB162-C528-296B-A6F5-A0F2B7DD4ACE}"/>
                    </a:ext>
                  </a:extLst>
                </p14:cNvPr>
                <p14:cNvContentPartPr/>
                <p14:nvPr/>
              </p14:nvContentPartPr>
              <p14:xfrm>
                <a:off x="7640014" y="4830370"/>
                <a:ext cx="1913760" cy="6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E6FB162-C528-296B-A6F5-A0F2B7DD4A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22374" y="4812730"/>
                  <a:ext cx="1949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4644BAC-D58D-3D11-ABC6-EC2184659D30}"/>
                    </a:ext>
                  </a:extLst>
                </p14:cNvPr>
                <p14:cNvContentPartPr/>
                <p14:nvPr/>
              </p14:nvContentPartPr>
              <p14:xfrm>
                <a:off x="9509494" y="4790050"/>
                <a:ext cx="158400" cy="164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4644BAC-D58D-3D11-ABC6-EC2184659D3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91854" y="4772410"/>
                  <a:ext cx="194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1F227B9-31F5-EF5A-7775-FD4DBB9DB4A9}"/>
                    </a:ext>
                  </a:extLst>
                </p14:cNvPr>
                <p14:cNvContentPartPr/>
                <p14:nvPr/>
              </p14:nvContentPartPr>
              <p14:xfrm>
                <a:off x="8597614" y="1671370"/>
                <a:ext cx="786240" cy="97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1F227B9-31F5-EF5A-7775-FD4DBB9DB4A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79614" y="1653730"/>
                  <a:ext cx="821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EA01855-6ECA-F73C-1E91-47E03E2F9F41}"/>
                    </a:ext>
                  </a:extLst>
                </p14:cNvPr>
                <p14:cNvContentPartPr/>
                <p14:nvPr/>
              </p14:nvContentPartPr>
              <p14:xfrm>
                <a:off x="9411574" y="1579570"/>
                <a:ext cx="19008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EA01855-6ECA-F73C-1E91-47E03E2F9F4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93934" y="1561570"/>
                  <a:ext cx="225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CCA53C-CD96-B1C2-EF54-2251CED59065}"/>
                    </a:ext>
                  </a:extLst>
                </p14:cNvPr>
                <p14:cNvContentPartPr/>
                <p14:nvPr/>
              </p14:nvContentPartPr>
              <p14:xfrm>
                <a:off x="6550294" y="2216410"/>
                <a:ext cx="60840" cy="273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FCCA53C-CD96-B1C2-EF54-2251CED5906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32294" y="2198770"/>
                  <a:ext cx="964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3B5328-FFB6-78C2-65BF-884EA01C87C8}"/>
                    </a:ext>
                  </a:extLst>
                </p14:cNvPr>
                <p14:cNvContentPartPr/>
                <p14:nvPr/>
              </p14:nvContentPartPr>
              <p14:xfrm>
                <a:off x="6472174" y="2202010"/>
                <a:ext cx="177840" cy="78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3B5328-FFB6-78C2-65BF-884EA01C87C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54174" y="2184010"/>
                  <a:ext cx="213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D233D77-E98F-9848-374B-0ED539C83426}"/>
                    </a:ext>
                  </a:extLst>
                </p14:cNvPr>
                <p14:cNvContentPartPr/>
                <p14:nvPr/>
              </p14:nvContentPartPr>
              <p14:xfrm>
                <a:off x="6573694" y="2469850"/>
                <a:ext cx="91440" cy="34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D233D77-E98F-9848-374B-0ED539C8342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55694" y="2452210"/>
                  <a:ext cx="127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C929484-32AF-F917-67D3-3298D0E36999}"/>
                    </a:ext>
                  </a:extLst>
                </p14:cNvPr>
                <p14:cNvContentPartPr/>
                <p14:nvPr/>
              </p14:nvContentPartPr>
              <p14:xfrm>
                <a:off x="6888694" y="2271130"/>
                <a:ext cx="117360" cy="18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C929484-32AF-F917-67D3-3298D0E3699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71054" y="2253130"/>
                  <a:ext cx="15300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250B47-99E6-4AEC-F219-248942C5C2BB}"/>
                  </a:ext>
                </a:extLst>
              </p14:cNvPr>
              <p14:cNvContentPartPr/>
              <p14:nvPr/>
            </p14:nvContentPartPr>
            <p14:xfrm>
              <a:off x="5603347" y="746926"/>
              <a:ext cx="21240" cy="16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250B47-99E6-4AEC-F219-248942C5C2B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585347" y="729286"/>
                <a:ext cx="568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D6B97A-A053-F4BC-98F0-E60225023341}"/>
                  </a:ext>
                </a:extLst>
              </p14:cNvPr>
              <p14:cNvContentPartPr/>
              <p14:nvPr/>
            </p14:nvContentPartPr>
            <p14:xfrm>
              <a:off x="5624947" y="1371886"/>
              <a:ext cx="7560" cy="193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D6B97A-A053-F4BC-98F0-E6022502334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07307" y="1353886"/>
                <a:ext cx="432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A0B6010-FFE7-541F-6653-B4691689A5B8}"/>
                  </a:ext>
                </a:extLst>
              </p14:cNvPr>
              <p14:cNvContentPartPr/>
              <p14:nvPr/>
            </p14:nvContentPartPr>
            <p14:xfrm>
              <a:off x="5620987" y="1737646"/>
              <a:ext cx="7920" cy="1166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A0B6010-FFE7-541F-6653-B4691689A5B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02987" y="1719646"/>
                <a:ext cx="435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04AFE32-1032-D132-1B77-757E895259A3}"/>
                  </a:ext>
                </a:extLst>
              </p14:cNvPr>
              <p14:cNvContentPartPr/>
              <p14:nvPr/>
            </p14:nvContentPartPr>
            <p14:xfrm>
              <a:off x="5639347" y="2109166"/>
              <a:ext cx="2880" cy="1573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04AFE32-1032-D132-1B77-757E895259A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621707" y="2091526"/>
                <a:ext cx="385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4C3EEA4-B955-9A44-EA23-A436CE517A2F}"/>
                  </a:ext>
                </a:extLst>
              </p14:cNvPr>
              <p14:cNvContentPartPr/>
              <p14:nvPr/>
            </p14:nvContentPartPr>
            <p14:xfrm>
              <a:off x="5664907" y="2842486"/>
              <a:ext cx="12600" cy="4161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4C3EEA4-B955-9A44-EA23-A436CE517A2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647267" y="2824846"/>
                <a:ext cx="4824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F924B30-E340-7753-5C4D-849734976FA8}"/>
                  </a:ext>
                </a:extLst>
              </p14:cNvPr>
              <p14:cNvContentPartPr/>
              <p14:nvPr/>
            </p14:nvContentPartPr>
            <p14:xfrm>
              <a:off x="5683627" y="3717646"/>
              <a:ext cx="18720" cy="4039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F924B30-E340-7753-5C4D-849734976FA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665987" y="3700006"/>
                <a:ext cx="5436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7B124F2-506F-3550-E52A-09329ACA1BE2}"/>
                  </a:ext>
                </a:extLst>
              </p14:cNvPr>
              <p14:cNvContentPartPr/>
              <p14:nvPr/>
            </p14:nvContentPartPr>
            <p14:xfrm>
              <a:off x="5746987" y="4543846"/>
              <a:ext cx="50760" cy="356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7B124F2-506F-3550-E52A-09329ACA1BE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728987" y="4526206"/>
                <a:ext cx="8640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DBBF507-7F1A-BFF5-A9CB-52002CA66E8B}"/>
                  </a:ext>
                </a:extLst>
              </p14:cNvPr>
              <p14:cNvContentPartPr/>
              <p14:nvPr/>
            </p14:nvContentPartPr>
            <p14:xfrm>
              <a:off x="5815027" y="5341606"/>
              <a:ext cx="37440" cy="480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DBBF507-7F1A-BFF5-A9CB-52002CA66E8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797027" y="5323606"/>
                <a:ext cx="73080" cy="51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7E9C59F8-A735-A44C-73AD-6BCBE0AA08BD}"/>
              </a:ext>
            </a:extLst>
          </p:cNvPr>
          <p:cNvGrpSpPr/>
          <p:nvPr/>
        </p:nvGrpSpPr>
        <p:grpSpPr>
          <a:xfrm>
            <a:off x="519427" y="985966"/>
            <a:ext cx="1648800" cy="714240"/>
            <a:chOff x="519427" y="985966"/>
            <a:chExt cx="1648800" cy="71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1FB9968-B17D-C820-222F-8B4B4B66FEB6}"/>
                    </a:ext>
                  </a:extLst>
                </p14:cNvPr>
                <p14:cNvContentPartPr/>
                <p14:nvPr/>
              </p14:nvContentPartPr>
              <p14:xfrm>
                <a:off x="519427" y="1412926"/>
                <a:ext cx="253440" cy="287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1FB9968-B17D-C820-222F-8B4B4B66FEB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787" y="1394926"/>
                  <a:ext cx="289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C4784D5-6129-EDBF-FBDA-2B9B5B13B07F}"/>
                    </a:ext>
                  </a:extLst>
                </p14:cNvPr>
                <p14:cNvContentPartPr/>
                <p14:nvPr/>
              </p14:nvContentPartPr>
              <p14:xfrm>
                <a:off x="879067" y="1509046"/>
                <a:ext cx="118440" cy="158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C4784D5-6129-EDBF-FBDA-2B9B5B13B07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1067" y="1491406"/>
                  <a:ext cx="154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CCCC296-DDAD-0966-2420-8D0E0BA8D206}"/>
                    </a:ext>
                  </a:extLst>
                </p14:cNvPr>
                <p14:cNvContentPartPr/>
                <p14:nvPr/>
              </p14:nvContentPartPr>
              <p14:xfrm>
                <a:off x="987787" y="1354966"/>
                <a:ext cx="101520" cy="210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CCCC296-DDAD-0966-2420-8D0E0BA8D2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70147" y="1337326"/>
                  <a:ext cx="1371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8440B7-B612-06B0-E910-DC333BB0D338}"/>
                    </a:ext>
                  </a:extLst>
                </p14:cNvPr>
                <p14:cNvContentPartPr/>
                <p14:nvPr/>
              </p14:nvContentPartPr>
              <p14:xfrm>
                <a:off x="1209187" y="1227166"/>
                <a:ext cx="113760" cy="224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8440B7-B612-06B0-E910-DC333BB0D3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91187" y="1209166"/>
                  <a:ext cx="1494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81A559F-A184-F5A0-3442-F9C090F67A17}"/>
                    </a:ext>
                  </a:extLst>
                </p14:cNvPr>
                <p14:cNvContentPartPr/>
                <p14:nvPr/>
              </p14:nvContentPartPr>
              <p14:xfrm>
                <a:off x="1194067" y="1237966"/>
                <a:ext cx="264240" cy="164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81A559F-A184-F5A0-3442-F9C090F67A1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76427" y="1219966"/>
                  <a:ext cx="299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314926E-6D21-7BCF-6968-BD9D6394CC46}"/>
                    </a:ext>
                  </a:extLst>
                </p14:cNvPr>
                <p14:cNvContentPartPr/>
                <p14:nvPr/>
              </p14:nvContentPartPr>
              <p14:xfrm>
                <a:off x="1358587" y="1193686"/>
                <a:ext cx="273240" cy="251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314926E-6D21-7BCF-6968-BD9D6394CC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340587" y="1176046"/>
                  <a:ext cx="3088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623350-E141-5E3D-9C77-C7A0F61E872A}"/>
                    </a:ext>
                  </a:extLst>
                </p14:cNvPr>
                <p14:cNvContentPartPr/>
                <p14:nvPr/>
              </p14:nvContentPartPr>
              <p14:xfrm>
                <a:off x="1794187" y="1103686"/>
                <a:ext cx="96480" cy="210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623350-E141-5E3D-9C77-C7A0F61E872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776187" y="1086046"/>
                  <a:ext cx="132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EC09242-962F-14F5-7AEE-F86DF709C7FB}"/>
                    </a:ext>
                  </a:extLst>
                </p14:cNvPr>
                <p14:cNvContentPartPr/>
                <p14:nvPr/>
              </p14:nvContentPartPr>
              <p14:xfrm>
                <a:off x="1920547" y="985966"/>
                <a:ext cx="247680" cy="175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EC09242-962F-14F5-7AEE-F86DF709C7F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902907" y="967966"/>
                  <a:ext cx="28332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AA4CC47-CC2A-7DE8-4E85-E8FE994264A5}"/>
              </a:ext>
            </a:extLst>
          </p:cNvPr>
          <p:cNvGrpSpPr/>
          <p:nvPr/>
        </p:nvGrpSpPr>
        <p:grpSpPr>
          <a:xfrm>
            <a:off x="6931027" y="609766"/>
            <a:ext cx="1509840" cy="589680"/>
            <a:chOff x="6931027" y="609766"/>
            <a:chExt cx="1509840" cy="58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9D16CEF-F6DD-40C4-6395-BBDB9CC155CA}"/>
                    </a:ext>
                  </a:extLst>
                </p14:cNvPr>
                <p14:cNvContentPartPr/>
                <p14:nvPr/>
              </p14:nvContentPartPr>
              <p14:xfrm>
                <a:off x="6931027" y="976606"/>
                <a:ext cx="243720" cy="222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9D16CEF-F6DD-40C4-6395-BBDB9CC155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13027" y="958966"/>
                  <a:ext cx="279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ECCB7E-1274-ACCB-9280-63940924C153}"/>
                    </a:ext>
                  </a:extLst>
                </p14:cNvPr>
                <p14:cNvContentPartPr/>
                <p14:nvPr/>
              </p14:nvContentPartPr>
              <p14:xfrm>
                <a:off x="7187347" y="1021246"/>
                <a:ext cx="222480" cy="152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ECCB7E-1274-ACCB-9280-63940924C15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69347" y="1003246"/>
                  <a:ext cx="258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1784A3C-F228-AC96-814C-D21A8A039FC7}"/>
                    </a:ext>
                  </a:extLst>
                </p14:cNvPr>
                <p14:cNvContentPartPr/>
                <p14:nvPr/>
              </p14:nvContentPartPr>
              <p14:xfrm>
                <a:off x="7450867" y="965446"/>
                <a:ext cx="91800" cy="112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1784A3C-F228-AC96-814C-D21A8A039FC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33227" y="947806"/>
                  <a:ext cx="127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17940BE-AB94-BE75-B740-23A5C4CC0357}"/>
                    </a:ext>
                  </a:extLst>
                </p14:cNvPr>
                <p14:cNvContentPartPr/>
                <p14:nvPr/>
              </p14:nvContentPartPr>
              <p14:xfrm>
                <a:off x="7612147" y="822166"/>
                <a:ext cx="149400" cy="240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17940BE-AB94-BE75-B740-23A5C4CC035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94147" y="804166"/>
                  <a:ext cx="1850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8352CC3-62EB-E4B2-6F80-99E30EDB4EDA}"/>
                    </a:ext>
                  </a:extLst>
                </p14:cNvPr>
                <p14:cNvContentPartPr/>
                <p14:nvPr/>
              </p14:nvContentPartPr>
              <p14:xfrm>
                <a:off x="7858747" y="800206"/>
                <a:ext cx="342360" cy="175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8352CC3-62EB-E4B2-6F80-99E30EDB4E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41107" y="782566"/>
                  <a:ext cx="378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72821E6-58C8-1C14-8B3D-18BE0BF555C9}"/>
                    </a:ext>
                  </a:extLst>
                </p14:cNvPr>
                <p14:cNvContentPartPr/>
                <p14:nvPr/>
              </p14:nvContentPartPr>
              <p14:xfrm>
                <a:off x="8243227" y="609766"/>
                <a:ext cx="95040" cy="287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72821E6-58C8-1C14-8B3D-18BE0BF555C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25227" y="592126"/>
                  <a:ext cx="1306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B6853B8-B1BE-4D92-C35A-AFBE7CC42AC6}"/>
                    </a:ext>
                  </a:extLst>
                </p14:cNvPr>
                <p14:cNvContentPartPr/>
                <p14:nvPr/>
              </p14:nvContentPartPr>
              <p14:xfrm>
                <a:off x="8218747" y="706606"/>
                <a:ext cx="222120" cy="123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B6853B8-B1BE-4D92-C35A-AFBE7CC42AC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01107" y="688966"/>
                  <a:ext cx="25776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C20E292-27BB-9E1F-3B65-700F491A7F30}"/>
              </a:ext>
            </a:extLst>
          </p:cNvPr>
          <p:cNvGrpSpPr/>
          <p:nvPr/>
        </p:nvGrpSpPr>
        <p:grpSpPr>
          <a:xfrm>
            <a:off x="8853787" y="2996206"/>
            <a:ext cx="263880" cy="402120"/>
            <a:chOff x="8853787" y="2996206"/>
            <a:chExt cx="26388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2712972-FAC2-59DC-255B-4389F868759D}"/>
                    </a:ext>
                  </a:extLst>
                </p14:cNvPr>
                <p14:cNvContentPartPr/>
                <p14:nvPr/>
              </p14:nvContentPartPr>
              <p14:xfrm>
                <a:off x="8853787" y="3046606"/>
                <a:ext cx="106560" cy="351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2712972-FAC2-59DC-255B-4389F868759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35787" y="3028966"/>
                  <a:ext cx="1422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55836B5-F7E8-7A37-DEBA-77F8D10D766C}"/>
                    </a:ext>
                  </a:extLst>
                </p14:cNvPr>
                <p14:cNvContentPartPr/>
                <p14:nvPr/>
              </p14:nvContentPartPr>
              <p14:xfrm>
                <a:off x="8875387" y="2996206"/>
                <a:ext cx="242280" cy="139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55836B5-F7E8-7A37-DEBA-77F8D10D766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57747" y="2978566"/>
                  <a:ext cx="27792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97C710A-CCE8-EA1B-6010-1D83D7FEA417}"/>
              </a:ext>
            </a:extLst>
          </p:cNvPr>
          <p:cNvGrpSpPr/>
          <p:nvPr/>
        </p:nvGrpSpPr>
        <p:grpSpPr>
          <a:xfrm>
            <a:off x="4224907" y="1127806"/>
            <a:ext cx="245520" cy="336240"/>
            <a:chOff x="4224907" y="1127806"/>
            <a:chExt cx="24552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AE84F77-B60E-FD4C-34DD-9243BF333CB1}"/>
                    </a:ext>
                  </a:extLst>
                </p14:cNvPr>
                <p14:cNvContentPartPr/>
                <p14:nvPr/>
              </p14:nvContentPartPr>
              <p14:xfrm>
                <a:off x="4224907" y="1127806"/>
                <a:ext cx="53640" cy="336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AE84F77-B60E-FD4C-34DD-9243BF333CB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07267" y="1109806"/>
                  <a:ext cx="892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0632B11-9267-D3F9-F191-372EED49133F}"/>
                    </a:ext>
                  </a:extLst>
                </p14:cNvPr>
                <p14:cNvContentPartPr/>
                <p14:nvPr/>
              </p14:nvContentPartPr>
              <p14:xfrm>
                <a:off x="4247947" y="1141486"/>
                <a:ext cx="222480" cy="225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0632B11-9267-D3F9-F191-372EED49133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29947" y="1123486"/>
                  <a:ext cx="2581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A2D90ED-3E41-656B-6799-191D4C033C14}"/>
                    </a:ext>
                  </a:extLst>
                </p14:cNvPr>
                <p14:cNvContentPartPr/>
                <p14:nvPr/>
              </p14:nvContentPartPr>
              <p14:xfrm>
                <a:off x="4290427" y="1195846"/>
                <a:ext cx="106560" cy="56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A2D90ED-3E41-656B-6799-191D4C033C1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72787" y="1177846"/>
                  <a:ext cx="142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DE0308D-58AA-EED6-DBC0-51FE052586E7}"/>
                    </a:ext>
                  </a:extLst>
                </p14:cNvPr>
                <p14:cNvContentPartPr/>
                <p14:nvPr/>
              </p14:nvContentPartPr>
              <p14:xfrm>
                <a:off x="4246147" y="1252726"/>
                <a:ext cx="64080" cy="32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DE0308D-58AA-EED6-DBC0-51FE052586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228507" y="1234726"/>
                  <a:ext cx="9972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FF2B3CE-CFBE-D5A4-FE80-64CCD7C57BBA}"/>
              </a:ext>
            </a:extLst>
          </p:cNvPr>
          <p:cNvGrpSpPr/>
          <p:nvPr/>
        </p:nvGrpSpPr>
        <p:grpSpPr>
          <a:xfrm>
            <a:off x="3968227" y="2869486"/>
            <a:ext cx="430200" cy="284760"/>
            <a:chOff x="3968227" y="2869486"/>
            <a:chExt cx="43020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FC0325E-066F-8D18-9B7C-CE73A8050473}"/>
                    </a:ext>
                  </a:extLst>
                </p14:cNvPr>
                <p14:cNvContentPartPr/>
                <p14:nvPr/>
              </p14:nvContentPartPr>
              <p14:xfrm>
                <a:off x="3968227" y="2869486"/>
                <a:ext cx="234720" cy="284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FC0325E-066F-8D18-9B7C-CE73A805047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50587" y="2851486"/>
                  <a:ext cx="2703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7E6F6B-A594-2347-0116-20F8B5C5D4DD}"/>
                    </a:ext>
                  </a:extLst>
                </p14:cNvPr>
                <p14:cNvContentPartPr/>
                <p14:nvPr/>
              </p14:nvContentPartPr>
              <p14:xfrm>
                <a:off x="4307707" y="2954086"/>
                <a:ext cx="90720" cy="160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7E6F6B-A594-2347-0116-20F8B5C5D4D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89707" y="2936446"/>
                  <a:ext cx="12636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8AA418D-9EEA-6F3A-4AD3-791AED132A81}"/>
              </a:ext>
            </a:extLst>
          </p:cNvPr>
          <p:cNvGrpSpPr/>
          <p:nvPr/>
        </p:nvGrpSpPr>
        <p:grpSpPr>
          <a:xfrm>
            <a:off x="4164427" y="1880926"/>
            <a:ext cx="153360" cy="788040"/>
            <a:chOff x="4164427" y="1880926"/>
            <a:chExt cx="153360" cy="78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A21740B-0CA7-391D-D156-1B7BCB09EEEF}"/>
                    </a:ext>
                  </a:extLst>
                </p14:cNvPr>
                <p14:cNvContentPartPr/>
                <p14:nvPr/>
              </p14:nvContentPartPr>
              <p14:xfrm>
                <a:off x="4222387" y="1935646"/>
                <a:ext cx="47520" cy="733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A21740B-0CA7-391D-D156-1B7BCB09EEE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04747" y="1918006"/>
                  <a:ext cx="83160" cy="76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0F5459D-2598-37D3-06C0-3E0BB87055DC}"/>
                    </a:ext>
                  </a:extLst>
                </p14:cNvPr>
                <p14:cNvContentPartPr/>
                <p14:nvPr/>
              </p14:nvContentPartPr>
              <p14:xfrm>
                <a:off x="4164427" y="1880926"/>
                <a:ext cx="153360" cy="173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0F5459D-2598-37D3-06C0-3E0BB87055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46787" y="1862926"/>
                  <a:ext cx="18900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EB19432-7FE2-28D0-5D66-248486FCFF11}"/>
              </a:ext>
            </a:extLst>
          </p:cNvPr>
          <p:cNvGrpSpPr/>
          <p:nvPr/>
        </p:nvGrpSpPr>
        <p:grpSpPr>
          <a:xfrm>
            <a:off x="4131307" y="3409846"/>
            <a:ext cx="480960" cy="1179000"/>
            <a:chOff x="4131307" y="3409846"/>
            <a:chExt cx="480960" cy="11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E2961D9-E67A-6860-ABB9-5DDC4E726728}"/>
                    </a:ext>
                  </a:extLst>
                </p14:cNvPr>
                <p14:cNvContentPartPr/>
                <p14:nvPr/>
              </p14:nvContentPartPr>
              <p14:xfrm>
                <a:off x="4380427" y="4306966"/>
                <a:ext cx="102240" cy="281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E2961D9-E67A-6860-ABB9-5DDC4E7267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62427" y="4288966"/>
                  <a:ext cx="137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A05D334-20B0-EB45-3046-916B3543F90E}"/>
                    </a:ext>
                  </a:extLst>
                </p14:cNvPr>
                <p14:cNvContentPartPr/>
                <p14:nvPr/>
              </p14:nvContentPartPr>
              <p14:xfrm>
                <a:off x="4371427" y="4264486"/>
                <a:ext cx="240840" cy="298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A05D334-20B0-EB45-3046-916B3543F90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53787" y="4246846"/>
                  <a:ext cx="2764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92DAAB5-995E-A740-4A25-94591B8C195E}"/>
                    </a:ext>
                  </a:extLst>
                </p14:cNvPr>
                <p14:cNvContentPartPr/>
                <p14:nvPr/>
              </p14:nvContentPartPr>
              <p14:xfrm>
                <a:off x="4192147" y="3409846"/>
                <a:ext cx="42120" cy="862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92DAAB5-995E-A740-4A25-94591B8C195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74507" y="3391846"/>
                  <a:ext cx="77760" cy="89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54CBC77-D2D2-0155-8AA1-903083B0BB5C}"/>
                    </a:ext>
                  </a:extLst>
                </p14:cNvPr>
                <p14:cNvContentPartPr/>
                <p14:nvPr/>
              </p14:nvContentPartPr>
              <p14:xfrm>
                <a:off x="4131307" y="4159726"/>
                <a:ext cx="149040" cy="141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54CBC77-D2D2-0155-8AA1-903083B0BB5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13307" y="4141726"/>
                  <a:ext cx="18468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00448C3-97BC-A3E7-4EF7-723A60E2790E}"/>
                  </a:ext>
                </a:extLst>
              </p14:cNvPr>
              <p14:cNvContentPartPr/>
              <p14:nvPr/>
            </p14:nvContentPartPr>
            <p14:xfrm>
              <a:off x="9689707" y="1263166"/>
              <a:ext cx="106560" cy="1710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00448C3-97BC-A3E7-4EF7-723A60E2790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671707" y="1245526"/>
                <a:ext cx="142200" cy="20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45D2163-378F-47BB-019A-D371512AF544}"/>
              </a:ext>
            </a:extLst>
          </p:cNvPr>
          <p:cNvGrpSpPr/>
          <p:nvPr/>
        </p:nvGrpSpPr>
        <p:grpSpPr>
          <a:xfrm>
            <a:off x="9827587" y="4453486"/>
            <a:ext cx="203400" cy="288360"/>
            <a:chOff x="9827587" y="4453486"/>
            <a:chExt cx="20340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575E50A-3583-0E13-D585-75AE81D24617}"/>
                    </a:ext>
                  </a:extLst>
                </p14:cNvPr>
                <p14:cNvContentPartPr/>
                <p14:nvPr/>
              </p14:nvContentPartPr>
              <p14:xfrm>
                <a:off x="9832267" y="4453486"/>
                <a:ext cx="75600" cy="288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575E50A-3583-0E13-D585-75AE81D2461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14267" y="4435486"/>
                  <a:ext cx="1112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9B6C16-E4B5-70A4-9610-3F1EA86AB98D}"/>
                    </a:ext>
                  </a:extLst>
                </p14:cNvPr>
                <p14:cNvContentPartPr/>
                <p14:nvPr/>
              </p14:nvContentPartPr>
              <p14:xfrm>
                <a:off x="9827587" y="4508566"/>
                <a:ext cx="203400" cy="189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9B6C16-E4B5-70A4-9610-3F1EA86AB98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809947" y="4490926"/>
                  <a:ext cx="23904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8A7A62C-0C5B-54A7-05E3-E7D9BCADE92C}"/>
              </a:ext>
            </a:extLst>
          </p:cNvPr>
          <p:cNvGrpSpPr/>
          <p:nvPr/>
        </p:nvGrpSpPr>
        <p:grpSpPr>
          <a:xfrm>
            <a:off x="9495667" y="1954726"/>
            <a:ext cx="447840" cy="1317600"/>
            <a:chOff x="9495667" y="1954726"/>
            <a:chExt cx="447840" cy="13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4C2D94D-597A-F679-2B08-ECF7FE7AE547}"/>
                    </a:ext>
                  </a:extLst>
                </p14:cNvPr>
                <p14:cNvContentPartPr/>
                <p14:nvPr/>
              </p14:nvContentPartPr>
              <p14:xfrm>
                <a:off x="9495667" y="2912326"/>
                <a:ext cx="231480" cy="278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4C2D94D-597A-F679-2B08-ECF7FE7AE54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77667" y="2894326"/>
                  <a:ext cx="267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8A3E2E6-508B-AD37-E959-733145131D70}"/>
                    </a:ext>
                  </a:extLst>
                </p14:cNvPr>
                <p14:cNvContentPartPr/>
                <p14:nvPr/>
              </p14:nvContentPartPr>
              <p14:xfrm>
                <a:off x="9807067" y="3097726"/>
                <a:ext cx="136440" cy="174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8A3E2E6-508B-AD37-E959-733145131D7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789427" y="3079726"/>
                  <a:ext cx="172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F08138C-1F5D-44E3-E529-E7633C62C33F}"/>
                    </a:ext>
                  </a:extLst>
                </p14:cNvPr>
                <p14:cNvContentPartPr/>
                <p14:nvPr/>
              </p14:nvContentPartPr>
              <p14:xfrm>
                <a:off x="9668467" y="2038606"/>
                <a:ext cx="41040" cy="739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F08138C-1F5D-44E3-E529-E7633C62C33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650467" y="2020966"/>
                  <a:ext cx="7668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E834F4D-2A2F-F96D-A26B-3ACB50AE8A49}"/>
                    </a:ext>
                  </a:extLst>
                </p14:cNvPr>
                <p14:cNvContentPartPr/>
                <p14:nvPr/>
              </p14:nvContentPartPr>
              <p14:xfrm>
                <a:off x="9573787" y="1954726"/>
                <a:ext cx="219240" cy="224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E834F4D-2A2F-F96D-A26B-3ACB50AE8A4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56147" y="1936726"/>
                  <a:ext cx="25488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0091170-F56D-54CE-9B2B-7C6AF3CF8888}"/>
              </a:ext>
            </a:extLst>
          </p:cNvPr>
          <p:cNvGrpSpPr/>
          <p:nvPr/>
        </p:nvGrpSpPr>
        <p:grpSpPr>
          <a:xfrm>
            <a:off x="9762067" y="3515326"/>
            <a:ext cx="126000" cy="753840"/>
            <a:chOff x="9762067" y="3515326"/>
            <a:chExt cx="126000" cy="75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3C5A38F-63C5-4901-6074-B75BDCEDAE47}"/>
                    </a:ext>
                  </a:extLst>
                </p14:cNvPr>
                <p14:cNvContentPartPr/>
                <p14:nvPr/>
              </p14:nvContentPartPr>
              <p14:xfrm>
                <a:off x="9774667" y="3515326"/>
                <a:ext cx="65880" cy="753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3C5A38F-63C5-4901-6074-B75BDCEDAE4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756667" y="3497326"/>
                  <a:ext cx="10152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B9FCCC-794A-237D-DECB-98A4E90E8827}"/>
                    </a:ext>
                  </a:extLst>
                </p14:cNvPr>
                <p14:cNvContentPartPr/>
                <p14:nvPr/>
              </p14:nvContentPartPr>
              <p14:xfrm>
                <a:off x="9762067" y="4141006"/>
                <a:ext cx="126000" cy="102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B9FCCC-794A-237D-DECB-98A4E90E882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44427" y="4123006"/>
                  <a:ext cx="1616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FF16125-56DD-DD16-95E2-A019DB4AA414}"/>
              </a:ext>
            </a:extLst>
          </p:cNvPr>
          <p:cNvGrpSpPr/>
          <p:nvPr/>
        </p:nvGrpSpPr>
        <p:grpSpPr>
          <a:xfrm>
            <a:off x="6308587" y="1824046"/>
            <a:ext cx="2678400" cy="4170240"/>
            <a:chOff x="6308587" y="1824046"/>
            <a:chExt cx="2678400" cy="417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88A946E-7E68-048A-6914-AC4555EE0512}"/>
                    </a:ext>
                  </a:extLst>
                </p14:cNvPr>
                <p14:cNvContentPartPr/>
                <p14:nvPr/>
              </p14:nvContentPartPr>
              <p14:xfrm>
                <a:off x="7638427" y="1921606"/>
                <a:ext cx="677880" cy="495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88A946E-7E68-048A-6914-AC4555EE051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20787" y="1903966"/>
                  <a:ext cx="71352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A44884-1F3F-E754-7EE1-1EAA24D8D199}"/>
                    </a:ext>
                  </a:extLst>
                </p14:cNvPr>
                <p14:cNvContentPartPr/>
                <p14:nvPr/>
              </p14:nvContentPartPr>
              <p14:xfrm>
                <a:off x="8242867" y="1977406"/>
                <a:ext cx="150120" cy="2413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A44884-1F3F-E754-7EE1-1EAA24D8D19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25227" y="1959766"/>
                  <a:ext cx="185760" cy="24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64CF111-F70E-F760-513D-D78DB795D735}"/>
                    </a:ext>
                  </a:extLst>
                </p14:cNvPr>
                <p14:cNvContentPartPr/>
                <p14:nvPr/>
              </p14:nvContentPartPr>
              <p14:xfrm>
                <a:off x="8285347" y="4262326"/>
                <a:ext cx="169200" cy="148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64CF111-F70E-F760-513D-D78DB795D73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67707" y="4244686"/>
                  <a:ext cx="204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09A3AC1-EE86-F81D-75E4-4B7D6AA46BE3}"/>
                    </a:ext>
                  </a:extLst>
                </p14:cNvPr>
                <p14:cNvContentPartPr/>
                <p14:nvPr/>
              </p14:nvContentPartPr>
              <p14:xfrm>
                <a:off x="7540507" y="3391486"/>
                <a:ext cx="672120" cy="1077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09A3AC1-EE86-F81D-75E4-4B7D6AA46BE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22507" y="3373486"/>
                  <a:ext cx="707760" cy="11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69DA89B-8697-12BD-18C4-1C64871ED1F0}"/>
                    </a:ext>
                  </a:extLst>
                </p14:cNvPr>
                <p14:cNvContentPartPr/>
                <p14:nvPr/>
              </p14:nvContentPartPr>
              <p14:xfrm>
                <a:off x="7544827" y="3384286"/>
                <a:ext cx="184680" cy="129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69DA89B-8697-12BD-18C4-1C64871ED1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26827" y="3366646"/>
                  <a:ext cx="2203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81C8118-5968-171F-66BC-F8CD123B918F}"/>
                    </a:ext>
                  </a:extLst>
                </p14:cNvPr>
                <p14:cNvContentPartPr/>
                <p14:nvPr/>
              </p14:nvContentPartPr>
              <p14:xfrm>
                <a:off x="7744267" y="5293006"/>
                <a:ext cx="276120" cy="447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81C8118-5968-171F-66BC-F8CD123B91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26267" y="5275366"/>
                  <a:ext cx="31176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6C1F159-B809-FDD6-7466-474B300D1B40}"/>
                    </a:ext>
                  </a:extLst>
                </p14:cNvPr>
                <p14:cNvContentPartPr/>
                <p14:nvPr/>
              </p14:nvContentPartPr>
              <p14:xfrm>
                <a:off x="8136307" y="5501806"/>
                <a:ext cx="59040" cy="98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6C1F159-B809-FDD6-7466-474B300D1B4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18307" y="5483806"/>
                  <a:ext cx="94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763B499-CBC7-F08D-41B8-B01D3BEFE71D}"/>
                    </a:ext>
                  </a:extLst>
                </p14:cNvPr>
                <p14:cNvContentPartPr/>
                <p14:nvPr/>
              </p14:nvContentPartPr>
              <p14:xfrm>
                <a:off x="8196067" y="5570206"/>
                <a:ext cx="165600" cy="76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763B499-CBC7-F08D-41B8-B01D3BEFE71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178067" y="5552566"/>
                  <a:ext cx="201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FD028A1-35DA-2563-89AD-FDAF2C6C564F}"/>
                    </a:ext>
                  </a:extLst>
                </p14:cNvPr>
                <p14:cNvContentPartPr/>
                <p14:nvPr/>
              </p14:nvContentPartPr>
              <p14:xfrm>
                <a:off x="8505307" y="5327566"/>
                <a:ext cx="87120" cy="421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FD028A1-35DA-2563-89AD-FDAF2C6C564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87667" y="5309926"/>
                  <a:ext cx="1227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2714CA0-5BCE-6477-A347-9D29C509442A}"/>
                    </a:ext>
                  </a:extLst>
                </p14:cNvPr>
                <p14:cNvContentPartPr/>
                <p14:nvPr/>
              </p14:nvContentPartPr>
              <p14:xfrm>
                <a:off x="8475067" y="5386606"/>
                <a:ext cx="95760" cy="83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2714CA0-5BCE-6477-A347-9D29C50944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57067" y="5368966"/>
                  <a:ext cx="131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C2C4DF5-AEF9-4767-3D10-1404BCDF4AE3}"/>
                    </a:ext>
                  </a:extLst>
                </p14:cNvPr>
                <p14:cNvContentPartPr/>
                <p14:nvPr/>
              </p14:nvContentPartPr>
              <p14:xfrm>
                <a:off x="8546707" y="5738686"/>
                <a:ext cx="118800" cy="29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C2C4DF5-AEF9-4767-3D10-1404BCDF4AE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529067" y="5721046"/>
                  <a:ext cx="154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18519BC-3DB0-AB49-3E14-7FA9B126AF67}"/>
                    </a:ext>
                  </a:extLst>
                </p14:cNvPr>
                <p14:cNvContentPartPr/>
                <p14:nvPr/>
              </p14:nvContentPartPr>
              <p14:xfrm>
                <a:off x="8822467" y="5428726"/>
                <a:ext cx="66600" cy="2689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18519BC-3DB0-AB49-3E14-7FA9B126AF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804467" y="5411086"/>
                  <a:ext cx="102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F4135BD-48FF-7097-3933-4D4F83295AAC}"/>
                    </a:ext>
                  </a:extLst>
                </p14:cNvPr>
                <p14:cNvContentPartPr/>
                <p14:nvPr/>
              </p14:nvContentPartPr>
              <p14:xfrm>
                <a:off x="8796187" y="5345206"/>
                <a:ext cx="190800" cy="150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F4135BD-48FF-7097-3933-4D4F83295AA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778187" y="5327566"/>
                  <a:ext cx="226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0874848-8134-1F56-4DF1-9084A00AB09C}"/>
                    </a:ext>
                  </a:extLst>
                </p14:cNvPr>
                <p14:cNvContentPartPr/>
                <p14:nvPr/>
              </p14:nvContentPartPr>
              <p14:xfrm>
                <a:off x="6308587" y="1824046"/>
                <a:ext cx="966600" cy="972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0874848-8134-1F56-4DF1-9084A00AB09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90587" y="1806046"/>
                  <a:ext cx="1002240" cy="10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ED0373B-2E78-E81D-FF1D-CF105F7DAD09}"/>
                    </a:ext>
                  </a:extLst>
                </p14:cNvPr>
                <p14:cNvContentPartPr/>
                <p14:nvPr/>
              </p14:nvContentPartPr>
              <p14:xfrm>
                <a:off x="6315787" y="2640886"/>
                <a:ext cx="2106000" cy="2759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ED0373B-2E78-E81D-FF1D-CF105F7DAD0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298147" y="2623246"/>
                  <a:ext cx="2141640" cy="27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0410856-307B-5905-C761-DABD7E0BC1EE}"/>
                    </a:ext>
                  </a:extLst>
                </p14:cNvPr>
                <p14:cNvContentPartPr/>
                <p14:nvPr/>
              </p14:nvContentPartPr>
              <p14:xfrm>
                <a:off x="8331427" y="5164846"/>
                <a:ext cx="218160" cy="151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0410856-307B-5905-C761-DABD7E0BC1E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13787" y="5146846"/>
                  <a:ext cx="253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18F5C92-392D-D01B-5C68-E11A45F4DCD7}"/>
                    </a:ext>
                  </a:extLst>
                </p14:cNvPr>
                <p14:cNvContentPartPr/>
                <p14:nvPr/>
              </p14:nvContentPartPr>
              <p14:xfrm>
                <a:off x="8672707" y="5808886"/>
                <a:ext cx="102240" cy="185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18F5C92-392D-D01B-5C68-E11A45F4DCD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655067" y="5791246"/>
                  <a:ext cx="13788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CD7F976-4415-25DD-05E3-1AEA35BB51EA}"/>
              </a:ext>
            </a:extLst>
          </p:cNvPr>
          <p:cNvGrpSpPr/>
          <p:nvPr/>
        </p:nvGrpSpPr>
        <p:grpSpPr>
          <a:xfrm>
            <a:off x="986707" y="5255566"/>
            <a:ext cx="1804680" cy="643680"/>
            <a:chOff x="986707" y="5255566"/>
            <a:chExt cx="1804680" cy="64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8A64F24-B129-32EB-7F08-C616FCB3CC35}"/>
                    </a:ext>
                  </a:extLst>
                </p14:cNvPr>
                <p14:cNvContentPartPr/>
                <p14:nvPr/>
              </p14:nvContentPartPr>
              <p14:xfrm>
                <a:off x="986707" y="5436286"/>
                <a:ext cx="209160" cy="338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8A64F24-B129-32EB-7F08-C616FCB3CC3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68707" y="5418646"/>
                  <a:ext cx="2448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7219302-FD42-F593-6D13-9CDA2EA40319}"/>
                    </a:ext>
                  </a:extLst>
                </p14:cNvPr>
                <p14:cNvContentPartPr/>
                <p14:nvPr/>
              </p14:nvContentPartPr>
              <p14:xfrm>
                <a:off x="1311427" y="5707726"/>
                <a:ext cx="49320" cy="191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7219302-FD42-F593-6D13-9CDA2EA4031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93427" y="5689726"/>
                  <a:ext cx="84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65687EE-F9F0-449B-19DD-62FF56E6FC24}"/>
                    </a:ext>
                  </a:extLst>
                </p14:cNvPr>
                <p14:cNvContentPartPr/>
                <p14:nvPr/>
              </p14:nvContentPartPr>
              <p14:xfrm>
                <a:off x="1290907" y="5668846"/>
                <a:ext cx="165600" cy="192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65687EE-F9F0-449B-19DD-62FF56E6FC2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72907" y="5651206"/>
                  <a:ext cx="201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AC6A246-DAC3-B632-D9F8-A13B22CB898D}"/>
                    </a:ext>
                  </a:extLst>
                </p14:cNvPr>
                <p14:cNvContentPartPr/>
                <p14:nvPr/>
              </p14:nvContentPartPr>
              <p14:xfrm>
                <a:off x="1405747" y="5708086"/>
                <a:ext cx="41760" cy="997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AC6A246-DAC3-B632-D9F8-A13B22CB898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388107" y="5690086"/>
                  <a:ext cx="77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D333137-3FF2-5671-6580-52FF6E2782C9}"/>
                    </a:ext>
                  </a:extLst>
                </p14:cNvPr>
                <p14:cNvContentPartPr/>
                <p14:nvPr/>
              </p14:nvContentPartPr>
              <p14:xfrm>
                <a:off x="1500427" y="5662366"/>
                <a:ext cx="97560" cy="148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D333137-3FF2-5671-6580-52FF6E2782C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482787" y="5644726"/>
                  <a:ext cx="1332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3DAB439-0FD3-8185-F5B0-BCD779A345A8}"/>
                    </a:ext>
                  </a:extLst>
                </p14:cNvPr>
                <p14:cNvContentPartPr/>
                <p14:nvPr/>
              </p14:nvContentPartPr>
              <p14:xfrm>
                <a:off x="1537147" y="5615206"/>
                <a:ext cx="142920" cy="196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3DAB439-0FD3-8185-F5B0-BCD779A345A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519507" y="5597566"/>
                  <a:ext cx="178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ED09642-283A-8BE1-3539-5AF73C558214}"/>
                    </a:ext>
                  </a:extLst>
                </p14:cNvPr>
                <p14:cNvContentPartPr/>
                <p14:nvPr/>
              </p14:nvContentPartPr>
              <p14:xfrm>
                <a:off x="1828747" y="5575606"/>
                <a:ext cx="80280" cy="47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ED09642-283A-8BE1-3539-5AF73C55821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810747" y="5557606"/>
                  <a:ext cx="115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0029637-1905-4976-007F-882BD0E5738D}"/>
                    </a:ext>
                  </a:extLst>
                </p14:cNvPr>
                <p14:cNvContentPartPr/>
                <p14:nvPr/>
              </p14:nvContentPartPr>
              <p14:xfrm>
                <a:off x="1914787" y="5629606"/>
                <a:ext cx="89640" cy="82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0029637-1905-4976-007F-882BD0E5738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896787" y="5611966"/>
                  <a:ext cx="125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69A84C8-212F-4E3F-880D-E35896CAEC0A}"/>
                    </a:ext>
                  </a:extLst>
                </p14:cNvPr>
                <p14:cNvContentPartPr/>
                <p14:nvPr/>
              </p14:nvContentPartPr>
              <p14:xfrm>
                <a:off x="2139787" y="5255566"/>
                <a:ext cx="201600" cy="336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69A84C8-212F-4E3F-880D-E35896CAEC0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122147" y="5237926"/>
                  <a:ext cx="2372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8050050-E767-AB7B-0F93-613F52B5A9A1}"/>
                    </a:ext>
                  </a:extLst>
                </p14:cNvPr>
                <p14:cNvContentPartPr/>
                <p14:nvPr/>
              </p14:nvContentPartPr>
              <p14:xfrm>
                <a:off x="2475307" y="5491366"/>
                <a:ext cx="114480" cy="158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8050050-E767-AB7B-0F93-613F52B5A9A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57307" y="5473366"/>
                  <a:ext cx="150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92E7ADE-012A-45DF-C301-DCD2DB195636}"/>
                    </a:ext>
                  </a:extLst>
                </p14:cNvPr>
                <p14:cNvContentPartPr/>
                <p14:nvPr/>
              </p14:nvContentPartPr>
              <p14:xfrm>
                <a:off x="2680147" y="5448526"/>
                <a:ext cx="77400" cy="206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92E7ADE-012A-45DF-C301-DCD2DB19563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62147" y="5430526"/>
                  <a:ext cx="113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6E7E18A-0925-759F-9FE0-C1B3CAF8BF32}"/>
                    </a:ext>
                  </a:extLst>
                </p14:cNvPr>
                <p14:cNvContentPartPr/>
                <p14:nvPr/>
              </p14:nvContentPartPr>
              <p14:xfrm>
                <a:off x="2701387" y="5433406"/>
                <a:ext cx="90000" cy="192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6E7E18A-0925-759F-9FE0-C1B3CAF8BF3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83747" y="5415406"/>
                  <a:ext cx="12564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0A2D6C0-E576-8A05-5B39-AD1D674BC923}"/>
              </a:ext>
            </a:extLst>
          </p:cNvPr>
          <p:cNvGrpSpPr/>
          <p:nvPr/>
        </p:nvGrpSpPr>
        <p:grpSpPr>
          <a:xfrm>
            <a:off x="1326187" y="6178246"/>
            <a:ext cx="860040" cy="397080"/>
            <a:chOff x="1326187" y="6178246"/>
            <a:chExt cx="86004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3E5E4A0-3735-C8A7-9DEC-8F85FC88E147}"/>
                    </a:ext>
                  </a:extLst>
                </p14:cNvPr>
                <p14:cNvContentPartPr/>
                <p14:nvPr/>
              </p14:nvContentPartPr>
              <p14:xfrm>
                <a:off x="1326187" y="6178246"/>
                <a:ext cx="294840" cy="323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3E5E4A0-3735-C8A7-9DEC-8F85FC88E14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308187" y="6160246"/>
                  <a:ext cx="3304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19DB5F9-909D-FF4F-412A-61A5DC28A09A}"/>
                    </a:ext>
                  </a:extLst>
                </p14:cNvPr>
                <p14:cNvContentPartPr/>
                <p14:nvPr/>
              </p14:nvContentPartPr>
              <p14:xfrm>
                <a:off x="1795627" y="6341686"/>
                <a:ext cx="120960" cy="2336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19DB5F9-909D-FF4F-412A-61A5DC28A09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777627" y="6323686"/>
                  <a:ext cx="156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5613779-5235-7CC1-3875-547037FDFEC9}"/>
                    </a:ext>
                  </a:extLst>
                </p14:cNvPr>
                <p14:cNvContentPartPr/>
                <p14:nvPr/>
              </p14:nvContentPartPr>
              <p14:xfrm>
                <a:off x="2051587" y="6319726"/>
                <a:ext cx="64800" cy="15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5613779-5235-7CC1-3875-547037FDFEC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33587" y="6302086"/>
                  <a:ext cx="100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5D6B9D9-426F-3AA0-26C3-34A509D204CD}"/>
                    </a:ext>
                  </a:extLst>
                </p14:cNvPr>
                <p14:cNvContentPartPr/>
                <p14:nvPr/>
              </p14:nvContentPartPr>
              <p14:xfrm>
                <a:off x="2145547" y="6384526"/>
                <a:ext cx="40680" cy="29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5D6B9D9-426F-3AA0-26C3-34A509D204C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127547" y="6366886"/>
                  <a:ext cx="7632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6D9FAD77-3295-85C3-672B-08261E356122}"/>
              </a:ext>
            </a:extLst>
          </p:cNvPr>
          <p:cNvGrpSpPr/>
          <p:nvPr/>
        </p:nvGrpSpPr>
        <p:grpSpPr>
          <a:xfrm>
            <a:off x="2480707" y="5877286"/>
            <a:ext cx="777960" cy="560880"/>
            <a:chOff x="2480707" y="5877286"/>
            <a:chExt cx="777960" cy="56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18D6A52-90C1-8F85-22A2-7F92259F6E78}"/>
                    </a:ext>
                  </a:extLst>
                </p14:cNvPr>
                <p14:cNvContentPartPr/>
                <p14:nvPr/>
              </p14:nvContentPartPr>
              <p14:xfrm>
                <a:off x="2522467" y="6063406"/>
                <a:ext cx="175320" cy="351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18D6A52-90C1-8F85-22A2-7F92259F6E7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504827" y="6045406"/>
                  <a:ext cx="2109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7E51C48-85F7-CD2B-990B-39C67011CB6E}"/>
                    </a:ext>
                  </a:extLst>
                </p14:cNvPr>
                <p14:cNvContentPartPr/>
                <p14:nvPr/>
              </p14:nvContentPartPr>
              <p14:xfrm>
                <a:off x="2480707" y="6042526"/>
                <a:ext cx="150840" cy="414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7E51C48-85F7-CD2B-990B-39C67011CB6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462707" y="6024886"/>
                  <a:ext cx="1864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157D6F2-8D0D-A630-2BE0-C106AF6BA5A7}"/>
                    </a:ext>
                  </a:extLst>
                </p14:cNvPr>
                <p14:cNvContentPartPr/>
                <p14:nvPr/>
              </p14:nvContentPartPr>
              <p14:xfrm>
                <a:off x="2663227" y="6320086"/>
                <a:ext cx="92520" cy="118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157D6F2-8D0D-A630-2BE0-C106AF6BA5A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645587" y="6302086"/>
                  <a:ext cx="128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C4A0F40-1B7D-0F68-C67C-0904BB9B30DB}"/>
                    </a:ext>
                  </a:extLst>
                </p14:cNvPr>
                <p14:cNvContentPartPr/>
                <p14:nvPr/>
              </p14:nvContentPartPr>
              <p14:xfrm>
                <a:off x="2894347" y="6194806"/>
                <a:ext cx="145080" cy="2196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C4A0F40-1B7D-0F68-C67C-0904BB9B30D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876707" y="6177166"/>
                  <a:ext cx="180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1238AF9-99C1-A0AC-86A3-17C2E07836A1}"/>
                    </a:ext>
                  </a:extLst>
                </p14:cNvPr>
                <p14:cNvContentPartPr/>
                <p14:nvPr/>
              </p14:nvContentPartPr>
              <p14:xfrm>
                <a:off x="3065707" y="5972686"/>
                <a:ext cx="101520" cy="259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1238AF9-99C1-A0AC-86A3-17C2E07836A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48067" y="5955046"/>
                  <a:ext cx="1371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76988A3-CB3B-2CFA-8574-6D3058354B73}"/>
                    </a:ext>
                  </a:extLst>
                </p14:cNvPr>
                <p14:cNvContentPartPr/>
                <p14:nvPr/>
              </p14:nvContentPartPr>
              <p14:xfrm>
                <a:off x="3056707" y="5877286"/>
                <a:ext cx="201960" cy="221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76988A3-CB3B-2CFA-8574-6D3058354B7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039067" y="5859286"/>
                  <a:ext cx="237600" cy="25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95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6F03F-AE3C-45C9-2661-9E810AEC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A7A6-F5E2-A21C-CF4B-83C28F89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transformation – Voltage &lt;&gt; Current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BF110-8357-29DE-6456-2B39B60E5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88CEEC0-3096-371A-500F-DAF65DC96E05}"/>
              </a:ext>
            </a:extLst>
          </p:cNvPr>
          <p:cNvGrpSpPr/>
          <p:nvPr/>
        </p:nvGrpSpPr>
        <p:grpSpPr>
          <a:xfrm>
            <a:off x="1042654" y="1543930"/>
            <a:ext cx="3517920" cy="3296880"/>
            <a:chOff x="1042654" y="1543930"/>
            <a:chExt cx="3517920" cy="32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F7ECC8F-DF22-B22A-2A05-BAA6CE15B658}"/>
                    </a:ext>
                  </a:extLst>
                </p14:cNvPr>
                <p14:cNvContentPartPr/>
                <p14:nvPr/>
              </p14:nvContentPartPr>
              <p14:xfrm>
                <a:off x="2080174" y="1546450"/>
                <a:ext cx="85320" cy="1393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F7ECC8F-DF22-B22A-2A05-BAA6CE15B65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2098" y="1528450"/>
                  <a:ext cx="121111" cy="14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7641AE3-7C42-0A30-0251-74237D537F55}"/>
                    </a:ext>
                  </a:extLst>
                </p14:cNvPr>
                <p14:cNvContentPartPr/>
                <p14:nvPr/>
              </p14:nvContentPartPr>
              <p14:xfrm>
                <a:off x="1746094" y="2927050"/>
                <a:ext cx="815400" cy="93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7641AE3-7C42-0A30-0251-74237D537F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28094" y="2908980"/>
                  <a:ext cx="851040" cy="1290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39DDBB6-6784-1DBA-44B7-9426E534BEA4}"/>
                    </a:ext>
                  </a:extLst>
                </p14:cNvPr>
                <p14:cNvContentPartPr/>
                <p14:nvPr/>
              </p14:nvContentPartPr>
              <p14:xfrm>
                <a:off x="2045614" y="3122530"/>
                <a:ext cx="237240" cy="68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39DDBB6-6784-1DBA-44B7-9426E534BE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27614" y="3104530"/>
                  <a:ext cx="272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4F98B44-6513-6C62-7709-620BCE83D8FE}"/>
                    </a:ext>
                  </a:extLst>
                </p14:cNvPr>
                <p14:cNvContentPartPr/>
                <p14:nvPr/>
              </p14:nvContentPartPr>
              <p14:xfrm>
                <a:off x="2178094" y="3155290"/>
                <a:ext cx="132840" cy="912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4F98B44-6513-6C62-7709-620BCE83D8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60094" y="3137297"/>
                  <a:ext cx="168480" cy="9482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2BED2A-507D-8D2D-E04C-EC467DB138E8}"/>
                    </a:ext>
                  </a:extLst>
                </p14:cNvPr>
                <p14:cNvContentPartPr/>
                <p14:nvPr/>
              </p14:nvContentPartPr>
              <p14:xfrm>
                <a:off x="2151094" y="1558690"/>
                <a:ext cx="880200" cy="154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2BED2A-507D-8D2D-E04C-EC467DB138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3094" y="1540690"/>
                  <a:ext cx="915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727AD27-5584-69F8-B297-9D31729526D8}"/>
                    </a:ext>
                  </a:extLst>
                </p14:cNvPr>
                <p14:cNvContentPartPr/>
                <p14:nvPr/>
              </p14:nvContentPartPr>
              <p14:xfrm>
                <a:off x="3020134" y="1543930"/>
                <a:ext cx="502920" cy="183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727AD27-5584-69F8-B297-9D31729526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02121" y="1525965"/>
                  <a:ext cx="538586" cy="219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BCB7FB-3901-FF03-C9D1-A8E9CA129BFE}"/>
                    </a:ext>
                  </a:extLst>
                </p14:cNvPr>
                <p14:cNvContentPartPr/>
                <p14:nvPr/>
              </p14:nvContentPartPr>
              <p14:xfrm>
                <a:off x="3539614" y="1695130"/>
                <a:ext cx="744840" cy="45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BCB7FB-3901-FF03-C9D1-A8E9CA129BF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21614" y="1676985"/>
                  <a:ext cx="780480" cy="80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C62027-0B08-93CC-C453-1E11DF569132}"/>
                    </a:ext>
                  </a:extLst>
                </p14:cNvPr>
                <p14:cNvContentPartPr/>
                <p14:nvPr/>
              </p14:nvContentPartPr>
              <p14:xfrm>
                <a:off x="4298854" y="1627810"/>
                <a:ext cx="202320" cy="185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C62027-0B08-93CC-C453-1E11DF56913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80854" y="1609810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4BDDC96-AAA8-5851-555B-D64C7FBAED17}"/>
                    </a:ext>
                  </a:extLst>
                </p14:cNvPr>
                <p14:cNvContentPartPr/>
                <p14:nvPr/>
              </p14:nvContentPartPr>
              <p14:xfrm>
                <a:off x="2295454" y="4077610"/>
                <a:ext cx="74160" cy="666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4BDDC96-AAA8-5851-555B-D64C7FBAED1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77454" y="4059610"/>
                  <a:ext cx="10980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ACB040F-CE09-AB6E-0B67-38CFDFAA45FC}"/>
                    </a:ext>
                  </a:extLst>
                </p14:cNvPr>
                <p14:cNvContentPartPr/>
                <p14:nvPr/>
              </p14:nvContentPartPr>
              <p14:xfrm>
                <a:off x="2296174" y="4704370"/>
                <a:ext cx="2168640" cy="105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CB040F-CE09-AB6E-0B67-38CFDFAA45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8174" y="4686370"/>
                  <a:ext cx="2204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455750F-D31D-7C5D-9A7B-5382279231DF}"/>
                    </a:ext>
                  </a:extLst>
                </p14:cNvPr>
                <p14:cNvContentPartPr/>
                <p14:nvPr/>
              </p14:nvContentPartPr>
              <p14:xfrm>
                <a:off x="4431334" y="4692130"/>
                <a:ext cx="129240" cy="148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455750F-D31D-7C5D-9A7B-5382279231D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3334" y="4674130"/>
                  <a:ext cx="164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70E8940-1AFC-B4B7-A0E6-A4543FDBCBEB}"/>
                    </a:ext>
                  </a:extLst>
                </p14:cNvPr>
                <p14:cNvContentPartPr/>
                <p14:nvPr/>
              </p14:nvContentPartPr>
              <p14:xfrm>
                <a:off x="1042654" y="2897530"/>
                <a:ext cx="334440" cy="302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70E8940-1AFC-B4B7-A0E6-A4543FDBCBE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4654" y="2879530"/>
                  <a:ext cx="3700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42AC6F2-18CE-36DC-E36E-D4E02F579D7B}"/>
                    </a:ext>
                  </a:extLst>
                </p14:cNvPr>
                <p14:cNvContentPartPr/>
                <p14:nvPr/>
              </p14:nvContentPartPr>
              <p14:xfrm>
                <a:off x="1531534" y="3015610"/>
                <a:ext cx="83520" cy="242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42AC6F2-18CE-36DC-E36E-D4E02F579D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3534" y="2997610"/>
                  <a:ext cx="1191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58BB3A-1B12-873F-F1B8-4E60DB464218}"/>
              </a:ext>
            </a:extLst>
          </p:cNvPr>
          <p:cNvGrpSpPr/>
          <p:nvPr/>
        </p:nvGrpSpPr>
        <p:grpSpPr>
          <a:xfrm>
            <a:off x="3100054" y="954250"/>
            <a:ext cx="191160" cy="334440"/>
            <a:chOff x="3100054" y="954250"/>
            <a:chExt cx="19116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14CE704-6A0D-FA2D-C8BD-C9DA767354D7}"/>
                    </a:ext>
                  </a:extLst>
                </p14:cNvPr>
                <p14:cNvContentPartPr/>
                <p14:nvPr/>
              </p14:nvContentPartPr>
              <p14:xfrm>
                <a:off x="3136774" y="1057570"/>
                <a:ext cx="110160" cy="231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14CE704-6A0D-FA2D-C8BD-C9DA767354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18774" y="1039598"/>
                  <a:ext cx="145800" cy="266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BCE4F3-3C8F-7110-8199-3592755165B2}"/>
                    </a:ext>
                  </a:extLst>
                </p14:cNvPr>
                <p14:cNvContentPartPr/>
                <p14:nvPr/>
              </p14:nvContentPartPr>
              <p14:xfrm>
                <a:off x="3100054" y="954250"/>
                <a:ext cx="191160" cy="159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BCE4F3-3C8F-7110-8199-3592755165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82054" y="936290"/>
                  <a:ext cx="226800" cy="1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F8242A5-C6B8-3F7F-007B-81728F271C7F}"/>
              </a:ext>
            </a:extLst>
          </p:cNvPr>
          <p:cNvGrpSpPr/>
          <p:nvPr/>
        </p:nvGrpSpPr>
        <p:grpSpPr>
          <a:xfrm>
            <a:off x="5150614" y="1579570"/>
            <a:ext cx="4517280" cy="3375000"/>
            <a:chOff x="5150614" y="1579570"/>
            <a:chExt cx="4517280" cy="337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0AD086-7D44-443C-820F-E2765871C78E}"/>
                    </a:ext>
                  </a:extLst>
                </p14:cNvPr>
                <p14:cNvContentPartPr/>
                <p14:nvPr/>
              </p14:nvContentPartPr>
              <p14:xfrm>
                <a:off x="5165374" y="2997970"/>
                <a:ext cx="1153800" cy="69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0AD086-7D44-443C-820F-E2765871C7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7374" y="2979970"/>
                  <a:ext cx="1189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E8526E6-3167-EF8D-8D47-ECABFA48098C}"/>
                    </a:ext>
                  </a:extLst>
                </p14:cNvPr>
                <p14:cNvContentPartPr/>
                <p14:nvPr/>
              </p14:nvContentPartPr>
              <p14:xfrm>
                <a:off x="6134854" y="2793130"/>
                <a:ext cx="246600" cy="380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E8526E6-3167-EF8D-8D47-ECABFA48098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16880" y="2775130"/>
                  <a:ext cx="282188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E75DD5-DC39-C26A-5F43-5B880CFA8ED6}"/>
                    </a:ext>
                  </a:extLst>
                </p14:cNvPr>
                <p14:cNvContentPartPr/>
                <p14:nvPr/>
              </p14:nvContentPartPr>
              <p14:xfrm>
                <a:off x="5150614" y="2924530"/>
                <a:ext cx="281880" cy="225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E75DD5-DC39-C26A-5F43-5B880CFA8ED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32614" y="2906530"/>
                  <a:ext cx="317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C3A3868-B8E9-E3AB-A05D-3F0AE02A7028}"/>
                    </a:ext>
                  </a:extLst>
                </p14:cNvPr>
                <p14:cNvContentPartPr/>
                <p14:nvPr/>
              </p14:nvContentPartPr>
              <p14:xfrm>
                <a:off x="7258414" y="1707370"/>
                <a:ext cx="103680" cy="819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C3A3868-B8E9-E3AB-A05D-3F0AE02A70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40351" y="1689370"/>
                  <a:ext cx="139444" cy="8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46595E1-8D2E-4024-8E6E-B567D6478D30}"/>
                    </a:ext>
                  </a:extLst>
                </p14:cNvPr>
                <p14:cNvContentPartPr/>
                <p14:nvPr/>
              </p14:nvContentPartPr>
              <p14:xfrm>
                <a:off x="6997774" y="2537170"/>
                <a:ext cx="713160" cy="692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46595E1-8D2E-4024-8E6E-B567D6478D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79783" y="2519170"/>
                  <a:ext cx="748782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6A6B1F-4CD3-1577-A9DD-A31E55048B90}"/>
                    </a:ext>
                  </a:extLst>
                </p14:cNvPr>
                <p14:cNvContentPartPr/>
                <p14:nvPr/>
              </p14:nvContentPartPr>
              <p14:xfrm>
                <a:off x="7282174" y="2752090"/>
                <a:ext cx="44640" cy="383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6A6B1F-4CD3-1577-A9DD-A31E55048B9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64028" y="2734090"/>
                  <a:ext cx="8057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7C169B4-071B-3018-BE54-9C007C66C7BA}"/>
                    </a:ext>
                  </a:extLst>
                </p14:cNvPr>
                <p14:cNvContentPartPr/>
                <p14:nvPr/>
              </p14:nvContentPartPr>
              <p14:xfrm>
                <a:off x="7184974" y="2756410"/>
                <a:ext cx="154440" cy="130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7C169B4-071B-3018-BE54-9C007C66C7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66974" y="2738410"/>
                  <a:ext cx="190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356385-ECE0-6A69-F84C-C1B4855FA071}"/>
                    </a:ext>
                  </a:extLst>
                </p14:cNvPr>
                <p14:cNvContentPartPr/>
                <p14:nvPr/>
              </p14:nvContentPartPr>
              <p14:xfrm>
                <a:off x="7429414" y="3293530"/>
                <a:ext cx="274680" cy="1639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356385-ECE0-6A69-F84C-C1B4855FA07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11414" y="3275534"/>
                  <a:ext cx="310320" cy="16750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2C5D37D-FC4D-4EE2-CD51-D6100B72A87C}"/>
                    </a:ext>
                  </a:extLst>
                </p14:cNvPr>
                <p14:cNvContentPartPr/>
                <p14:nvPr/>
              </p14:nvContentPartPr>
              <p14:xfrm>
                <a:off x="7284694" y="1673170"/>
                <a:ext cx="1308600" cy="63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2C5D37D-FC4D-4EE2-CD51-D6100B72A87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6694" y="1655271"/>
                  <a:ext cx="1344240" cy="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81C44D-A55C-E5AF-5434-0759BEB31649}"/>
                    </a:ext>
                  </a:extLst>
                </p14:cNvPr>
                <p14:cNvContentPartPr/>
                <p14:nvPr/>
              </p14:nvContentPartPr>
              <p14:xfrm>
                <a:off x="8534974" y="1682170"/>
                <a:ext cx="51120" cy="1117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81C44D-A55C-E5AF-5434-0759BEB316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16846" y="1664170"/>
                  <a:ext cx="87013" cy="11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3B5FD8-768C-D675-30A1-60EE8CB35D51}"/>
                    </a:ext>
                  </a:extLst>
                </p14:cNvPr>
                <p14:cNvContentPartPr/>
                <p14:nvPr/>
              </p14:nvContentPartPr>
              <p14:xfrm>
                <a:off x="8501854" y="2832730"/>
                <a:ext cx="159120" cy="557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3B5FD8-768C-D675-30A1-60EE8CB35D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83854" y="2814730"/>
                  <a:ext cx="19476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012F463-AD64-40E8-B866-B848527E360F}"/>
                    </a:ext>
                  </a:extLst>
                </p14:cNvPr>
                <p14:cNvContentPartPr/>
                <p14:nvPr/>
              </p14:nvContentPartPr>
              <p14:xfrm>
                <a:off x="8641174" y="3373450"/>
                <a:ext cx="116640" cy="1486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012F463-AD64-40E8-B866-B848527E36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23229" y="3355446"/>
                  <a:ext cx="152170" cy="1521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9A2B4C2-AE8B-2CAA-B053-192F70E90DD2}"/>
                    </a:ext>
                  </a:extLst>
                </p14:cNvPr>
                <p14:cNvContentPartPr/>
                <p14:nvPr/>
              </p14:nvContentPartPr>
              <p14:xfrm>
                <a:off x="7640014" y="4830370"/>
                <a:ext cx="1913760" cy="69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9A2B4C2-AE8B-2CAA-B053-192F70E90D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22014" y="4812370"/>
                  <a:ext cx="1949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ED64A8-6979-4AA2-2691-86BD8385FCE4}"/>
                    </a:ext>
                  </a:extLst>
                </p14:cNvPr>
                <p14:cNvContentPartPr/>
                <p14:nvPr/>
              </p14:nvContentPartPr>
              <p14:xfrm>
                <a:off x="9509494" y="4790050"/>
                <a:ext cx="158400" cy="164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ED64A8-6979-4AA2-2691-86BD8385FC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91494" y="4772050"/>
                  <a:ext cx="194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ABF9F5-2447-2468-BD20-143360F36A29}"/>
                    </a:ext>
                  </a:extLst>
                </p14:cNvPr>
                <p14:cNvContentPartPr/>
                <p14:nvPr/>
              </p14:nvContentPartPr>
              <p14:xfrm>
                <a:off x="8597614" y="1671370"/>
                <a:ext cx="786240" cy="97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ABF9F5-2447-2468-BD20-143360F36A2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79614" y="1653370"/>
                  <a:ext cx="821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95BB3E-2D19-E341-0200-5482A0E28D03}"/>
                    </a:ext>
                  </a:extLst>
                </p14:cNvPr>
                <p14:cNvContentPartPr/>
                <p14:nvPr/>
              </p14:nvContentPartPr>
              <p14:xfrm>
                <a:off x="9411574" y="1579570"/>
                <a:ext cx="190080" cy="137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95BB3E-2D19-E341-0200-5482A0E28D0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93574" y="1561570"/>
                  <a:ext cx="225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CF1FAD-0F42-7A67-4E03-C886AA534646}"/>
                    </a:ext>
                  </a:extLst>
                </p14:cNvPr>
                <p14:cNvContentPartPr/>
                <p14:nvPr/>
              </p14:nvContentPartPr>
              <p14:xfrm>
                <a:off x="6550294" y="2216410"/>
                <a:ext cx="60840" cy="27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CF1FAD-0F42-7A67-4E03-C886AA5346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32294" y="2198410"/>
                  <a:ext cx="964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1F1215D-7E5E-5A09-2951-E8DDBFA8C724}"/>
                    </a:ext>
                  </a:extLst>
                </p14:cNvPr>
                <p14:cNvContentPartPr/>
                <p14:nvPr/>
              </p14:nvContentPartPr>
              <p14:xfrm>
                <a:off x="6472174" y="2202010"/>
                <a:ext cx="177840" cy="78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1F1215D-7E5E-5A09-2951-E8DDBFA8C7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54210" y="2184010"/>
                  <a:ext cx="213408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1A1D538-329C-A1C2-79CC-21C736D030BE}"/>
                    </a:ext>
                  </a:extLst>
                </p14:cNvPr>
                <p14:cNvContentPartPr/>
                <p14:nvPr/>
              </p14:nvContentPartPr>
              <p14:xfrm>
                <a:off x="6573694" y="2469850"/>
                <a:ext cx="91440" cy="34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1A1D538-329C-A1C2-79CC-21C736D030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55765" y="2451850"/>
                  <a:ext cx="1269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0CD81B6-2360-B5AE-CCB6-0C1F32749E69}"/>
                    </a:ext>
                  </a:extLst>
                </p14:cNvPr>
                <p14:cNvContentPartPr/>
                <p14:nvPr/>
              </p14:nvContentPartPr>
              <p14:xfrm>
                <a:off x="6888694" y="2271130"/>
                <a:ext cx="117360" cy="187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0CD81B6-2360-B5AE-CCB6-0C1F32749E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70694" y="2253130"/>
                  <a:ext cx="153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9AC1837-CCC7-0453-16ED-517CE2157470}"/>
                    </a:ext>
                  </a:extLst>
                </p14:cNvPr>
                <p14:cNvContentPartPr/>
                <p14:nvPr/>
              </p14:nvContentPartPr>
              <p14:xfrm>
                <a:off x="8923414" y="2987890"/>
                <a:ext cx="114120" cy="289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9AC1837-CCC7-0453-16ED-517CE21574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05414" y="2969890"/>
                  <a:ext cx="1497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E2CEEE0-A394-D3B2-8ADC-94647C6FC93A}"/>
                    </a:ext>
                  </a:extLst>
                </p14:cNvPr>
                <p14:cNvContentPartPr/>
                <p14:nvPr/>
              </p14:nvContentPartPr>
              <p14:xfrm>
                <a:off x="8992174" y="2967730"/>
                <a:ext cx="212760" cy="202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E2CEEE0-A394-D3B2-8ADC-94647C6FC93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74204" y="2949730"/>
                  <a:ext cx="248340" cy="23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82396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C1B1F-FAAD-B50B-71FB-D285981D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B86F3-00E6-2890-3367-27F94A2A3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transformation – Voltage &lt;&gt; Current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8EBC1-F107-91EC-7221-BCEC22D21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463A2E-D417-C976-33C8-6DF6966FE692}"/>
              </a:ext>
            </a:extLst>
          </p:cNvPr>
          <p:cNvGrpSpPr/>
          <p:nvPr/>
        </p:nvGrpSpPr>
        <p:grpSpPr>
          <a:xfrm>
            <a:off x="1042654" y="1543930"/>
            <a:ext cx="3517920" cy="3296880"/>
            <a:chOff x="1042654" y="1543930"/>
            <a:chExt cx="3517920" cy="32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C8C0935-93D2-CD0F-63F5-143A48211885}"/>
                    </a:ext>
                  </a:extLst>
                </p14:cNvPr>
                <p14:cNvContentPartPr/>
                <p14:nvPr/>
              </p14:nvContentPartPr>
              <p14:xfrm>
                <a:off x="2080174" y="1546450"/>
                <a:ext cx="85320" cy="1393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C8C0935-93D2-CD0F-63F5-143A482118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2098" y="1528450"/>
                  <a:ext cx="121111" cy="14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74DC90-7BDF-DEE6-D2A4-EF67BBF9B78F}"/>
                    </a:ext>
                  </a:extLst>
                </p14:cNvPr>
                <p14:cNvContentPartPr/>
                <p14:nvPr/>
              </p14:nvContentPartPr>
              <p14:xfrm>
                <a:off x="1746094" y="2927050"/>
                <a:ext cx="815400" cy="93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74DC90-7BDF-DEE6-D2A4-EF67BBF9B78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28094" y="2908980"/>
                  <a:ext cx="851040" cy="1290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99E9718-F382-ACD0-1540-3E1876E80F0D}"/>
                    </a:ext>
                  </a:extLst>
                </p14:cNvPr>
                <p14:cNvContentPartPr/>
                <p14:nvPr/>
              </p14:nvContentPartPr>
              <p14:xfrm>
                <a:off x="2045614" y="3122530"/>
                <a:ext cx="237240" cy="68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99E9718-F382-ACD0-1540-3E1876E80F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27614" y="3104530"/>
                  <a:ext cx="272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A430BF-57FC-0A4C-E009-6A5E938C36D7}"/>
                    </a:ext>
                  </a:extLst>
                </p14:cNvPr>
                <p14:cNvContentPartPr/>
                <p14:nvPr/>
              </p14:nvContentPartPr>
              <p14:xfrm>
                <a:off x="2178094" y="3155290"/>
                <a:ext cx="132840" cy="91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A430BF-57FC-0A4C-E009-6A5E938C36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60094" y="3137297"/>
                  <a:ext cx="168480" cy="9482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F4660C-E686-A754-8448-625551F8D349}"/>
                    </a:ext>
                  </a:extLst>
                </p14:cNvPr>
                <p14:cNvContentPartPr/>
                <p14:nvPr/>
              </p14:nvContentPartPr>
              <p14:xfrm>
                <a:off x="2151094" y="1558690"/>
                <a:ext cx="880200" cy="154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F4660C-E686-A754-8448-625551F8D3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3094" y="1540690"/>
                  <a:ext cx="915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4DF6AC5-AF6B-BC9D-B5B9-FB25BA8797F4}"/>
                    </a:ext>
                  </a:extLst>
                </p14:cNvPr>
                <p14:cNvContentPartPr/>
                <p14:nvPr/>
              </p14:nvContentPartPr>
              <p14:xfrm>
                <a:off x="3020134" y="1543930"/>
                <a:ext cx="502920" cy="183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4DF6AC5-AF6B-BC9D-B5B9-FB25BA8797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02121" y="1525965"/>
                  <a:ext cx="538586" cy="219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8904435-7924-D0B1-2F86-03ADBF8DE451}"/>
                    </a:ext>
                  </a:extLst>
                </p14:cNvPr>
                <p14:cNvContentPartPr/>
                <p14:nvPr/>
              </p14:nvContentPartPr>
              <p14:xfrm>
                <a:off x="3539614" y="1695130"/>
                <a:ext cx="744840" cy="45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8904435-7924-D0B1-2F86-03ADBF8DE45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21614" y="1676985"/>
                  <a:ext cx="780480" cy="80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081CA68-830D-0175-94DB-5500D482FE9F}"/>
                    </a:ext>
                  </a:extLst>
                </p14:cNvPr>
                <p14:cNvContentPartPr/>
                <p14:nvPr/>
              </p14:nvContentPartPr>
              <p14:xfrm>
                <a:off x="4298854" y="1627810"/>
                <a:ext cx="202320" cy="18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081CA68-830D-0175-94DB-5500D482FE9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80854" y="1609810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DF35CD4-1930-97B4-6FBC-E4A0D3F07643}"/>
                    </a:ext>
                  </a:extLst>
                </p14:cNvPr>
                <p14:cNvContentPartPr/>
                <p14:nvPr/>
              </p14:nvContentPartPr>
              <p14:xfrm>
                <a:off x="2295454" y="4077610"/>
                <a:ext cx="74160" cy="66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DF35CD4-1930-97B4-6FBC-E4A0D3F076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77454" y="4059610"/>
                  <a:ext cx="10980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94CC64-3F5B-0A26-E7F4-9887CCC0A149}"/>
                    </a:ext>
                  </a:extLst>
                </p14:cNvPr>
                <p14:cNvContentPartPr/>
                <p14:nvPr/>
              </p14:nvContentPartPr>
              <p14:xfrm>
                <a:off x="2296174" y="4704370"/>
                <a:ext cx="2168640" cy="105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94CC64-3F5B-0A26-E7F4-9887CCC0A1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8174" y="4686370"/>
                  <a:ext cx="2204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6216BB4-C741-D1E3-1C7D-6DC510D8AC70}"/>
                    </a:ext>
                  </a:extLst>
                </p14:cNvPr>
                <p14:cNvContentPartPr/>
                <p14:nvPr/>
              </p14:nvContentPartPr>
              <p14:xfrm>
                <a:off x="4431334" y="4692130"/>
                <a:ext cx="129240" cy="148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6216BB4-C741-D1E3-1C7D-6DC510D8AC7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3334" y="4674130"/>
                  <a:ext cx="164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079E2E9-3E7D-125E-0F1B-C0FA9BF607B4}"/>
                    </a:ext>
                  </a:extLst>
                </p14:cNvPr>
                <p14:cNvContentPartPr/>
                <p14:nvPr/>
              </p14:nvContentPartPr>
              <p14:xfrm>
                <a:off x="1042654" y="2897530"/>
                <a:ext cx="334440" cy="302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079E2E9-3E7D-125E-0F1B-C0FA9BF607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4654" y="2879530"/>
                  <a:ext cx="3700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4CC1BE-F6CA-8A39-7660-BEF082FD174E}"/>
                    </a:ext>
                  </a:extLst>
                </p14:cNvPr>
                <p14:cNvContentPartPr/>
                <p14:nvPr/>
              </p14:nvContentPartPr>
              <p14:xfrm>
                <a:off x="1531534" y="3015610"/>
                <a:ext cx="83520" cy="24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4CC1BE-F6CA-8A39-7660-BEF082FD17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3534" y="2997610"/>
                  <a:ext cx="1191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859861-91B4-1503-0DD9-F7599533D536}"/>
              </a:ext>
            </a:extLst>
          </p:cNvPr>
          <p:cNvGrpSpPr/>
          <p:nvPr/>
        </p:nvGrpSpPr>
        <p:grpSpPr>
          <a:xfrm>
            <a:off x="3100054" y="954250"/>
            <a:ext cx="191160" cy="334440"/>
            <a:chOff x="3100054" y="954250"/>
            <a:chExt cx="19116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684B13A-8FBD-402F-DEA9-96BFBC4D8CA9}"/>
                    </a:ext>
                  </a:extLst>
                </p14:cNvPr>
                <p14:cNvContentPartPr/>
                <p14:nvPr/>
              </p14:nvContentPartPr>
              <p14:xfrm>
                <a:off x="3136774" y="1057570"/>
                <a:ext cx="110160" cy="231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684B13A-8FBD-402F-DEA9-96BFBC4D8CA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18774" y="1039598"/>
                  <a:ext cx="145800" cy="266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75CE1D2-67D6-60BF-DA66-4D9AE8B3696F}"/>
                    </a:ext>
                  </a:extLst>
                </p14:cNvPr>
                <p14:cNvContentPartPr/>
                <p14:nvPr/>
              </p14:nvContentPartPr>
              <p14:xfrm>
                <a:off x="3100054" y="954250"/>
                <a:ext cx="191160" cy="15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75CE1D2-67D6-60BF-DA66-4D9AE8B369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82054" y="936290"/>
                  <a:ext cx="226800" cy="1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85608A0-C4A6-0B7A-16AA-F772EBA79C17}"/>
              </a:ext>
            </a:extLst>
          </p:cNvPr>
          <p:cNvGrpSpPr/>
          <p:nvPr/>
        </p:nvGrpSpPr>
        <p:grpSpPr>
          <a:xfrm>
            <a:off x="5150614" y="1579570"/>
            <a:ext cx="4517280" cy="3375000"/>
            <a:chOff x="5150614" y="1579570"/>
            <a:chExt cx="4517280" cy="337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09E96F-9929-3117-E204-FAB6AD5A605B}"/>
                    </a:ext>
                  </a:extLst>
                </p14:cNvPr>
                <p14:cNvContentPartPr/>
                <p14:nvPr/>
              </p14:nvContentPartPr>
              <p14:xfrm>
                <a:off x="5165374" y="2997970"/>
                <a:ext cx="1153800" cy="69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09E96F-9929-3117-E204-FAB6AD5A605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7374" y="2979970"/>
                  <a:ext cx="1189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0CBB8D-8917-60D0-7F95-4C9684BC4AD6}"/>
                    </a:ext>
                  </a:extLst>
                </p14:cNvPr>
                <p14:cNvContentPartPr/>
                <p14:nvPr/>
              </p14:nvContentPartPr>
              <p14:xfrm>
                <a:off x="6134854" y="2793130"/>
                <a:ext cx="246600" cy="380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0CBB8D-8917-60D0-7F95-4C9684BC4A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16880" y="2775130"/>
                  <a:ext cx="282188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55A111F-C3AC-A0A1-83DF-A29DF9ECE1FF}"/>
                    </a:ext>
                  </a:extLst>
                </p14:cNvPr>
                <p14:cNvContentPartPr/>
                <p14:nvPr/>
              </p14:nvContentPartPr>
              <p14:xfrm>
                <a:off x="5150614" y="2924530"/>
                <a:ext cx="281880" cy="225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55A111F-C3AC-A0A1-83DF-A29DF9ECE1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32614" y="2906530"/>
                  <a:ext cx="317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93607D-8967-BCED-87E6-086FB17E7972}"/>
                    </a:ext>
                  </a:extLst>
                </p14:cNvPr>
                <p14:cNvContentPartPr/>
                <p14:nvPr/>
              </p14:nvContentPartPr>
              <p14:xfrm>
                <a:off x="7258414" y="1707370"/>
                <a:ext cx="103680" cy="819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93607D-8967-BCED-87E6-086FB17E79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40351" y="1689370"/>
                  <a:ext cx="139444" cy="8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A5EA66-2553-B0A7-1814-27062C4B246F}"/>
                    </a:ext>
                  </a:extLst>
                </p14:cNvPr>
                <p14:cNvContentPartPr/>
                <p14:nvPr/>
              </p14:nvContentPartPr>
              <p14:xfrm>
                <a:off x="6997774" y="2537170"/>
                <a:ext cx="713160" cy="69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A5EA66-2553-B0A7-1814-27062C4B246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79783" y="2519170"/>
                  <a:ext cx="748782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1930500-F58F-1334-F254-895FBED7FD53}"/>
                    </a:ext>
                  </a:extLst>
                </p14:cNvPr>
                <p14:cNvContentPartPr/>
                <p14:nvPr/>
              </p14:nvContentPartPr>
              <p14:xfrm>
                <a:off x="7282174" y="2752090"/>
                <a:ext cx="44640" cy="38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1930500-F58F-1334-F254-895FBED7FD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64028" y="2734090"/>
                  <a:ext cx="8057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74B2819-549C-E006-BD8D-2F94161ED881}"/>
                    </a:ext>
                  </a:extLst>
                </p14:cNvPr>
                <p14:cNvContentPartPr/>
                <p14:nvPr/>
              </p14:nvContentPartPr>
              <p14:xfrm>
                <a:off x="7184974" y="2756410"/>
                <a:ext cx="154440" cy="130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74B2819-549C-E006-BD8D-2F94161ED88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66974" y="2738410"/>
                  <a:ext cx="190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C5128C7-F4F1-203C-72E4-F9EF1B255825}"/>
                    </a:ext>
                  </a:extLst>
                </p14:cNvPr>
                <p14:cNvContentPartPr/>
                <p14:nvPr/>
              </p14:nvContentPartPr>
              <p14:xfrm>
                <a:off x="7429414" y="3293530"/>
                <a:ext cx="274680" cy="1639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C5128C7-F4F1-203C-72E4-F9EF1B25582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11414" y="3275534"/>
                  <a:ext cx="310320" cy="16750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41448DC-4E30-0BAF-FD35-3B0C36DE9AD2}"/>
                    </a:ext>
                  </a:extLst>
                </p14:cNvPr>
                <p14:cNvContentPartPr/>
                <p14:nvPr/>
              </p14:nvContentPartPr>
              <p14:xfrm>
                <a:off x="7284694" y="1673170"/>
                <a:ext cx="1308600" cy="63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41448DC-4E30-0BAF-FD35-3B0C36DE9AD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6694" y="1655271"/>
                  <a:ext cx="1344240" cy="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E52F42-4FEF-4030-1B64-9F66A3BAC5CF}"/>
                    </a:ext>
                  </a:extLst>
                </p14:cNvPr>
                <p14:cNvContentPartPr/>
                <p14:nvPr/>
              </p14:nvContentPartPr>
              <p14:xfrm>
                <a:off x="8534974" y="1682170"/>
                <a:ext cx="51120" cy="111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E52F42-4FEF-4030-1B64-9F66A3BAC5C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16846" y="1664170"/>
                  <a:ext cx="87013" cy="11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AC548B-287A-69BD-0F66-B6162BD873A4}"/>
                    </a:ext>
                  </a:extLst>
                </p14:cNvPr>
                <p14:cNvContentPartPr/>
                <p14:nvPr/>
              </p14:nvContentPartPr>
              <p14:xfrm>
                <a:off x="8501854" y="2832730"/>
                <a:ext cx="159120" cy="557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AC548B-287A-69BD-0F66-B6162BD873A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83854" y="2814730"/>
                  <a:ext cx="19476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0D0CDA-1DCB-3156-C420-72B2E6CCCDC6}"/>
                    </a:ext>
                  </a:extLst>
                </p14:cNvPr>
                <p14:cNvContentPartPr/>
                <p14:nvPr/>
              </p14:nvContentPartPr>
              <p14:xfrm>
                <a:off x="8641174" y="3373450"/>
                <a:ext cx="116640" cy="1486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0D0CDA-1DCB-3156-C420-72B2E6CCCD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23229" y="3355446"/>
                  <a:ext cx="152170" cy="1521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FB673C-1C0F-B5EF-6FB5-49C50E5C7B70}"/>
                    </a:ext>
                  </a:extLst>
                </p14:cNvPr>
                <p14:cNvContentPartPr/>
                <p14:nvPr/>
              </p14:nvContentPartPr>
              <p14:xfrm>
                <a:off x="7640014" y="4830370"/>
                <a:ext cx="1913760" cy="6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FB673C-1C0F-B5EF-6FB5-49C50E5C7B7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22014" y="4812370"/>
                  <a:ext cx="1949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6C0C1D9-7676-DE15-52D4-77CDACED4743}"/>
                    </a:ext>
                  </a:extLst>
                </p14:cNvPr>
                <p14:cNvContentPartPr/>
                <p14:nvPr/>
              </p14:nvContentPartPr>
              <p14:xfrm>
                <a:off x="9509494" y="4790050"/>
                <a:ext cx="158400" cy="164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6C0C1D9-7676-DE15-52D4-77CDACED474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91494" y="4772050"/>
                  <a:ext cx="194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218E20-D599-6D59-C863-887C9A4F235D}"/>
                    </a:ext>
                  </a:extLst>
                </p14:cNvPr>
                <p14:cNvContentPartPr/>
                <p14:nvPr/>
              </p14:nvContentPartPr>
              <p14:xfrm>
                <a:off x="8597614" y="1671370"/>
                <a:ext cx="786240" cy="97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218E20-D599-6D59-C863-887C9A4F23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79614" y="1653370"/>
                  <a:ext cx="821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343C38D-6257-05AE-69E9-D9765AB31F01}"/>
                    </a:ext>
                  </a:extLst>
                </p14:cNvPr>
                <p14:cNvContentPartPr/>
                <p14:nvPr/>
              </p14:nvContentPartPr>
              <p14:xfrm>
                <a:off x="9411574" y="1579570"/>
                <a:ext cx="19008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343C38D-6257-05AE-69E9-D9765AB31F0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93574" y="1561570"/>
                  <a:ext cx="225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D6605A4-8935-A5EF-CF9F-53330B122FD1}"/>
                    </a:ext>
                  </a:extLst>
                </p14:cNvPr>
                <p14:cNvContentPartPr/>
                <p14:nvPr/>
              </p14:nvContentPartPr>
              <p14:xfrm>
                <a:off x="6550294" y="2216410"/>
                <a:ext cx="60840" cy="273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D6605A4-8935-A5EF-CF9F-53330B122F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32294" y="2198410"/>
                  <a:ext cx="964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214F48-AE95-3101-7C3C-5DFB2E7FE0AD}"/>
                    </a:ext>
                  </a:extLst>
                </p14:cNvPr>
                <p14:cNvContentPartPr/>
                <p14:nvPr/>
              </p14:nvContentPartPr>
              <p14:xfrm>
                <a:off x="6472174" y="2202010"/>
                <a:ext cx="177840" cy="78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214F48-AE95-3101-7C3C-5DFB2E7FE0A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54210" y="2184010"/>
                  <a:ext cx="213408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875C48A-99EC-526D-D798-891A1E4EB244}"/>
                    </a:ext>
                  </a:extLst>
                </p14:cNvPr>
                <p14:cNvContentPartPr/>
                <p14:nvPr/>
              </p14:nvContentPartPr>
              <p14:xfrm>
                <a:off x="6573694" y="2469850"/>
                <a:ext cx="91440" cy="34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875C48A-99EC-526D-D798-891A1E4EB24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55765" y="2451850"/>
                  <a:ext cx="1269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9AB8A2A-67A8-515E-9891-C784C7BF620A}"/>
                    </a:ext>
                  </a:extLst>
                </p14:cNvPr>
                <p14:cNvContentPartPr/>
                <p14:nvPr/>
              </p14:nvContentPartPr>
              <p14:xfrm>
                <a:off x="6888694" y="2271130"/>
                <a:ext cx="117360" cy="18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9AB8A2A-67A8-515E-9891-C784C7BF620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70694" y="2253130"/>
                  <a:ext cx="153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2F7AE0-854B-ADB5-D29E-6CFFA72B63E1}"/>
                    </a:ext>
                  </a:extLst>
                </p14:cNvPr>
                <p14:cNvContentPartPr/>
                <p14:nvPr/>
              </p14:nvContentPartPr>
              <p14:xfrm>
                <a:off x="8923414" y="2987890"/>
                <a:ext cx="114120" cy="289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2F7AE0-854B-ADB5-D29E-6CFFA72B63E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05414" y="2969890"/>
                  <a:ext cx="1497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DF3C89-9B63-51D6-FD84-AECAA5EA1A3A}"/>
                    </a:ext>
                  </a:extLst>
                </p14:cNvPr>
                <p14:cNvContentPartPr/>
                <p14:nvPr/>
              </p14:nvContentPartPr>
              <p14:xfrm>
                <a:off x="8992174" y="2967730"/>
                <a:ext cx="212760" cy="202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DF3C89-9B63-51D6-FD84-AECAA5EA1A3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74204" y="2949730"/>
                  <a:ext cx="2483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1A53AF3-A3AD-8527-7813-327E036478F5}"/>
              </a:ext>
            </a:extLst>
          </p:cNvPr>
          <p:cNvGrpSpPr/>
          <p:nvPr/>
        </p:nvGrpSpPr>
        <p:grpSpPr>
          <a:xfrm>
            <a:off x="3861814" y="1999330"/>
            <a:ext cx="619200" cy="2676600"/>
            <a:chOff x="3861814" y="1999330"/>
            <a:chExt cx="619200" cy="267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D61B941-6D86-C35D-6696-1000948E7973}"/>
                    </a:ext>
                  </a:extLst>
                </p14:cNvPr>
                <p14:cNvContentPartPr/>
                <p14:nvPr/>
              </p14:nvContentPartPr>
              <p14:xfrm>
                <a:off x="3861814" y="3098410"/>
                <a:ext cx="215640" cy="359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D61B941-6D86-C35D-6696-1000948E79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43814" y="3080410"/>
                  <a:ext cx="2512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DCD24B-6B53-3D2D-2964-7C8BB5573802}"/>
                    </a:ext>
                  </a:extLst>
                </p14:cNvPr>
                <p14:cNvContentPartPr/>
                <p14:nvPr/>
              </p14:nvContentPartPr>
              <p14:xfrm>
                <a:off x="4199854" y="3248890"/>
                <a:ext cx="146880" cy="327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DCD24B-6B53-3D2D-2964-7C8BB55738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1854" y="3231250"/>
                  <a:ext cx="1825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FA646AF-C45A-D156-F600-B7FB3721B9A2}"/>
                    </a:ext>
                  </a:extLst>
                </p14:cNvPr>
                <p14:cNvContentPartPr/>
                <p14:nvPr/>
              </p14:nvContentPartPr>
              <p14:xfrm>
                <a:off x="4145494" y="2038570"/>
                <a:ext cx="100080" cy="835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FA646AF-C45A-D156-F600-B7FB3721B9A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27854" y="2020570"/>
                  <a:ext cx="13572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A2893C-B5F3-5926-6017-93017F724FCE}"/>
                    </a:ext>
                  </a:extLst>
                </p14:cNvPr>
                <p14:cNvContentPartPr/>
                <p14:nvPr/>
              </p14:nvContentPartPr>
              <p14:xfrm>
                <a:off x="4043974" y="1999330"/>
                <a:ext cx="285120" cy="255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A2893C-B5F3-5926-6017-93017F724FC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26334" y="1981690"/>
                  <a:ext cx="3207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1C90FB3-E47C-B0EB-8BA3-14A2B13ABEDF}"/>
                    </a:ext>
                  </a:extLst>
                </p14:cNvPr>
                <p14:cNvContentPartPr/>
                <p14:nvPr/>
              </p14:nvContentPartPr>
              <p14:xfrm>
                <a:off x="4290934" y="3750010"/>
                <a:ext cx="58680" cy="92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1C90FB3-E47C-B0EB-8BA3-14A2B13ABED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73294" y="3732370"/>
                  <a:ext cx="94320" cy="9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FCBC0DD-F50C-7F8B-7A2B-FA1D3E2B70C9}"/>
                    </a:ext>
                  </a:extLst>
                </p14:cNvPr>
                <p14:cNvContentPartPr/>
                <p14:nvPr/>
              </p14:nvContentPartPr>
              <p14:xfrm>
                <a:off x="4242694" y="4502770"/>
                <a:ext cx="238320" cy="101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FCBC0DD-F50C-7F8B-7A2B-FA1D3E2B70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24694" y="4485130"/>
                  <a:ext cx="27396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E8E7020-81FC-3672-046E-B2F145FC4980}"/>
                  </a:ext>
                </a:extLst>
              </p14:cNvPr>
              <p14:cNvContentPartPr/>
              <p14:nvPr/>
            </p14:nvContentPartPr>
            <p14:xfrm>
              <a:off x="9395374" y="3198130"/>
              <a:ext cx="258840" cy="309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E8E7020-81FC-3672-046E-B2F145FC498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377374" y="3180130"/>
                <a:ext cx="294480" cy="34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FB3A179-B4E4-D46D-9471-F067643D0DE3}"/>
              </a:ext>
            </a:extLst>
          </p:cNvPr>
          <p:cNvGrpSpPr/>
          <p:nvPr/>
        </p:nvGrpSpPr>
        <p:grpSpPr>
          <a:xfrm>
            <a:off x="9859774" y="3030010"/>
            <a:ext cx="958680" cy="467640"/>
            <a:chOff x="9859774" y="3030010"/>
            <a:chExt cx="95868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0511C21-7926-558F-7FEF-6F0BD57D8E7B}"/>
                    </a:ext>
                  </a:extLst>
                </p14:cNvPr>
                <p14:cNvContentPartPr/>
                <p14:nvPr/>
              </p14:nvContentPartPr>
              <p14:xfrm>
                <a:off x="9859774" y="3279850"/>
                <a:ext cx="68760" cy="41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0511C21-7926-558F-7FEF-6F0BD57D8E7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42134" y="3261850"/>
                  <a:ext cx="104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DC9F9B-422F-9837-CF00-7B154FCE9E61}"/>
                    </a:ext>
                  </a:extLst>
                </p14:cNvPr>
                <p14:cNvContentPartPr/>
                <p14:nvPr/>
              </p14:nvContentPartPr>
              <p14:xfrm>
                <a:off x="9949054" y="3342130"/>
                <a:ext cx="56880" cy="54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DC9F9B-422F-9837-CF00-7B154FCE9E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31414" y="3324130"/>
                  <a:ext cx="92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C863F9-FD7E-3E06-9526-7ADC41C283F1}"/>
                    </a:ext>
                  </a:extLst>
                </p14:cNvPr>
                <p14:cNvContentPartPr/>
                <p14:nvPr/>
              </p14:nvContentPartPr>
              <p14:xfrm>
                <a:off x="10191334" y="3098770"/>
                <a:ext cx="114120" cy="303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C863F9-FD7E-3E06-9526-7ADC41C283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73334" y="3081130"/>
                  <a:ext cx="1497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62A44E-87D7-01C1-6DD3-9DDA4B95A995}"/>
                    </a:ext>
                  </a:extLst>
                </p14:cNvPr>
                <p14:cNvContentPartPr/>
                <p14:nvPr/>
              </p14:nvContentPartPr>
              <p14:xfrm>
                <a:off x="10160014" y="3064570"/>
                <a:ext cx="88920" cy="70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62A44E-87D7-01C1-6DD3-9DDA4B95A99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2014" y="3046930"/>
                  <a:ext cx="124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F317D5A-32D4-9B22-88AE-313D110190D8}"/>
                    </a:ext>
                  </a:extLst>
                </p14:cNvPr>
                <p14:cNvContentPartPr/>
                <p14:nvPr/>
              </p14:nvContentPartPr>
              <p14:xfrm>
                <a:off x="10259374" y="3372730"/>
                <a:ext cx="68040" cy="5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F317D5A-32D4-9B22-88AE-313D110190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41734" y="3355090"/>
                  <a:ext cx="103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FEE445D-AB0B-EB4C-F0D1-37B654D56A0C}"/>
                    </a:ext>
                  </a:extLst>
                </p14:cNvPr>
                <p14:cNvContentPartPr/>
                <p14:nvPr/>
              </p14:nvContentPartPr>
              <p14:xfrm>
                <a:off x="10478614" y="3247810"/>
                <a:ext cx="84600" cy="249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FEE445D-AB0B-EB4C-F0D1-37B654D56A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60974" y="3230170"/>
                  <a:ext cx="120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31946B9-0BA0-C8C8-5041-54604FCF90E3}"/>
                    </a:ext>
                  </a:extLst>
                </p14:cNvPr>
                <p14:cNvContentPartPr/>
                <p14:nvPr/>
              </p14:nvContentPartPr>
              <p14:xfrm>
                <a:off x="10620454" y="3124330"/>
                <a:ext cx="94320" cy="184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31946B9-0BA0-C8C8-5041-54604FCF90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602454" y="3106690"/>
                  <a:ext cx="1299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1CD3639-4878-669B-F51E-2EACB042D62C}"/>
                    </a:ext>
                  </a:extLst>
                </p14:cNvPr>
                <p14:cNvContentPartPr/>
                <p14:nvPr/>
              </p14:nvContentPartPr>
              <p14:xfrm>
                <a:off x="10612534" y="3030010"/>
                <a:ext cx="205920" cy="160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1CD3639-4878-669B-F51E-2EACB042D6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94894" y="3012010"/>
                  <a:ext cx="2415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B0998E1-837D-3130-E0B0-B9BFADC8F0E8}"/>
              </a:ext>
            </a:extLst>
          </p:cNvPr>
          <p:cNvGrpSpPr/>
          <p:nvPr/>
        </p:nvGrpSpPr>
        <p:grpSpPr>
          <a:xfrm>
            <a:off x="9510934" y="1926610"/>
            <a:ext cx="270720" cy="1010160"/>
            <a:chOff x="9510934" y="1926610"/>
            <a:chExt cx="270720" cy="10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D52CC8-B838-79A8-7EAD-AE8B466B8C3E}"/>
                    </a:ext>
                  </a:extLst>
                </p14:cNvPr>
                <p14:cNvContentPartPr/>
                <p14:nvPr/>
              </p14:nvContentPartPr>
              <p14:xfrm>
                <a:off x="9627214" y="1926610"/>
                <a:ext cx="46080" cy="1010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D52CC8-B838-79A8-7EAD-AE8B466B8C3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09214" y="1908610"/>
                  <a:ext cx="81720" cy="10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B3AB9F-E62B-6BB5-80D6-5CEE7C006E77}"/>
                    </a:ext>
                  </a:extLst>
                </p14:cNvPr>
                <p14:cNvContentPartPr/>
                <p14:nvPr/>
              </p14:nvContentPartPr>
              <p14:xfrm>
                <a:off x="9510934" y="1948210"/>
                <a:ext cx="270720" cy="179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B3AB9F-E62B-6BB5-80D6-5CEE7C006E7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93294" y="1930570"/>
                  <a:ext cx="30636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53122C0-24B1-2420-D167-E0BF0EF2D5BA}"/>
              </a:ext>
            </a:extLst>
          </p:cNvPr>
          <p:cNvGrpSpPr/>
          <p:nvPr/>
        </p:nvGrpSpPr>
        <p:grpSpPr>
          <a:xfrm>
            <a:off x="9600214" y="3799690"/>
            <a:ext cx="204840" cy="889560"/>
            <a:chOff x="9600214" y="3799690"/>
            <a:chExt cx="204840" cy="88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93825C-F672-663D-439A-CA39753D7A1C}"/>
                    </a:ext>
                  </a:extLst>
                </p14:cNvPr>
                <p14:cNvContentPartPr/>
                <p14:nvPr/>
              </p14:nvContentPartPr>
              <p14:xfrm>
                <a:off x="9700294" y="3799690"/>
                <a:ext cx="24120" cy="889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93825C-F672-663D-439A-CA39753D7A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82654" y="3781690"/>
                  <a:ext cx="5976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D4AA2C4-7757-1E84-2114-EE4D38FBFCE8}"/>
                    </a:ext>
                  </a:extLst>
                </p14:cNvPr>
                <p14:cNvContentPartPr/>
                <p14:nvPr/>
              </p14:nvContentPartPr>
              <p14:xfrm>
                <a:off x="9600214" y="4542730"/>
                <a:ext cx="204840" cy="128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D4AA2C4-7757-1E84-2114-EE4D38FBFCE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582214" y="4524730"/>
                  <a:ext cx="24048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A9C83C0-F549-2738-B904-B5CF12B63E55}"/>
              </a:ext>
            </a:extLst>
          </p:cNvPr>
          <p:cNvGrpSpPr/>
          <p:nvPr/>
        </p:nvGrpSpPr>
        <p:grpSpPr>
          <a:xfrm>
            <a:off x="2198614" y="5873290"/>
            <a:ext cx="1711800" cy="500400"/>
            <a:chOff x="2198614" y="5873290"/>
            <a:chExt cx="1711800" cy="50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A60ACB-1926-D049-8A66-5CF4B240E30F}"/>
                    </a:ext>
                  </a:extLst>
                </p14:cNvPr>
                <p14:cNvContentPartPr/>
                <p14:nvPr/>
              </p14:nvContentPartPr>
              <p14:xfrm>
                <a:off x="2198614" y="5874010"/>
                <a:ext cx="207360" cy="36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A60ACB-1926-D049-8A66-5CF4B240E3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80614" y="5856010"/>
                  <a:ext cx="2430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5F58E5F-7A01-AA24-B1BB-934245D53679}"/>
                    </a:ext>
                  </a:extLst>
                </p14:cNvPr>
                <p14:cNvContentPartPr/>
                <p14:nvPr/>
              </p14:nvContentPartPr>
              <p14:xfrm>
                <a:off x="2544214" y="6041410"/>
                <a:ext cx="96120" cy="24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5F58E5F-7A01-AA24-B1BB-934245D536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26574" y="6023770"/>
                  <a:ext cx="131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CFA0158-F604-63C3-78D5-4EEA53B6AA10}"/>
                    </a:ext>
                  </a:extLst>
                </p14:cNvPr>
                <p14:cNvContentPartPr/>
                <p14:nvPr/>
              </p14:nvContentPartPr>
              <p14:xfrm>
                <a:off x="2728894" y="6052210"/>
                <a:ext cx="65880" cy="37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CFA0158-F604-63C3-78D5-4EEA53B6AA1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11254" y="6034210"/>
                  <a:ext cx="101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5693DC5-A184-37F7-DAFC-265F1CF65477}"/>
                    </a:ext>
                  </a:extLst>
                </p14:cNvPr>
                <p14:cNvContentPartPr/>
                <p14:nvPr/>
              </p14:nvContentPartPr>
              <p14:xfrm>
                <a:off x="2816014" y="6147610"/>
                <a:ext cx="78480" cy="72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5693DC5-A184-37F7-DAFC-265F1CF6547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98014" y="6129970"/>
                  <a:ext cx="114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7279A83-8325-0190-E083-1B5AF04B6D05}"/>
                    </a:ext>
                  </a:extLst>
                </p14:cNvPr>
                <p14:cNvContentPartPr/>
                <p14:nvPr/>
              </p14:nvContentPartPr>
              <p14:xfrm>
                <a:off x="3151534" y="5873290"/>
                <a:ext cx="65520" cy="500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7279A83-8325-0190-E083-1B5AF04B6D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133534" y="5855290"/>
                  <a:ext cx="10116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E35469-00E9-F0DC-7BDA-0EE89C2519F7}"/>
                    </a:ext>
                  </a:extLst>
                </p14:cNvPr>
                <p14:cNvContentPartPr/>
                <p14:nvPr/>
              </p14:nvContentPartPr>
              <p14:xfrm>
                <a:off x="3083494" y="5888410"/>
                <a:ext cx="138240" cy="44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9E35469-00E9-F0DC-7BDA-0EE89C2519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65854" y="5870410"/>
                  <a:ext cx="173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AB9D8B1-DD32-12A8-216A-16B3B576B1AD}"/>
                    </a:ext>
                  </a:extLst>
                </p14:cNvPr>
                <p14:cNvContentPartPr/>
                <p14:nvPr/>
              </p14:nvContentPartPr>
              <p14:xfrm>
                <a:off x="3187534" y="6241570"/>
                <a:ext cx="123120" cy="78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AB9D8B1-DD32-12A8-216A-16B3B576B1A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69894" y="6223570"/>
                  <a:ext cx="158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6CCC76-5D01-4F61-56AD-C37E58A16499}"/>
                    </a:ext>
                  </a:extLst>
                </p14:cNvPr>
                <p14:cNvContentPartPr/>
                <p14:nvPr/>
              </p14:nvContentPartPr>
              <p14:xfrm>
                <a:off x="3395614" y="6169570"/>
                <a:ext cx="126720" cy="171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6CCC76-5D01-4F61-56AD-C37E58A1649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77974" y="6151930"/>
                  <a:ext cx="162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7C26345-D608-C637-7D4E-2FDE9FBC5464}"/>
                    </a:ext>
                  </a:extLst>
                </p14:cNvPr>
                <p14:cNvContentPartPr/>
                <p14:nvPr/>
              </p14:nvContentPartPr>
              <p14:xfrm>
                <a:off x="3660934" y="5948530"/>
                <a:ext cx="83520" cy="359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7C26345-D608-C637-7D4E-2FDE9FBC546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643294" y="5930530"/>
                  <a:ext cx="1191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78DDB63-78D9-5E84-5016-BEC59EC1D83B}"/>
                    </a:ext>
                  </a:extLst>
                </p14:cNvPr>
                <p14:cNvContentPartPr/>
                <p14:nvPr/>
              </p14:nvContentPartPr>
              <p14:xfrm>
                <a:off x="3660574" y="5931250"/>
                <a:ext cx="249840" cy="260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78DDB63-78D9-5E84-5016-BEC59EC1D83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42934" y="5913610"/>
                  <a:ext cx="28548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EC34258-022B-ABF4-9E8E-FC960DB215A8}"/>
              </a:ext>
            </a:extLst>
          </p:cNvPr>
          <p:cNvGrpSpPr/>
          <p:nvPr/>
        </p:nvGrpSpPr>
        <p:grpSpPr>
          <a:xfrm>
            <a:off x="4215694" y="6036370"/>
            <a:ext cx="344880" cy="314640"/>
            <a:chOff x="4215694" y="6036370"/>
            <a:chExt cx="34488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BD7A649-E0DD-06A8-C012-280352BBB2B5}"/>
                    </a:ext>
                  </a:extLst>
                </p14:cNvPr>
                <p14:cNvContentPartPr/>
                <p14:nvPr/>
              </p14:nvContentPartPr>
              <p14:xfrm>
                <a:off x="4215694" y="6157330"/>
                <a:ext cx="51840" cy="9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BD7A649-E0DD-06A8-C012-280352BBB2B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198054" y="6139330"/>
                  <a:ext cx="87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F948296-C09B-CE1B-B549-A4408189F0C9}"/>
                    </a:ext>
                  </a:extLst>
                </p14:cNvPr>
                <p14:cNvContentPartPr/>
                <p14:nvPr/>
              </p14:nvContentPartPr>
              <p14:xfrm>
                <a:off x="4280854" y="6214930"/>
                <a:ext cx="56880" cy="40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F948296-C09B-CE1B-B549-A4408189F0C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63214" y="6197290"/>
                  <a:ext cx="925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8D7853B-BB4A-6570-8710-32D2DE6B90A8}"/>
                    </a:ext>
                  </a:extLst>
                </p14:cNvPr>
                <p14:cNvContentPartPr/>
                <p14:nvPr/>
              </p14:nvContentPartPr>
              <p14:xfrm>
                <a:off x="4312894" y="6036370"/>
                <a:ext cx="247680" cy="314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8D7853B-BB4A-6570-8710-32D2DE6B90A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5254" y="6018730"/>
                  <a:ext cx="28332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E63374B-D01C-8890-0734-FEF1B4FCB35C}"/>
              </a:ext>
            </a:extLst>
          </p:cNvPr>
          <p:cNvGrpSpPr/>
          <p:nvPr/>
        </p:nvGrpSpPr>
        <p:grpSpPr>
          <a:xfrm>
            <a:off x="5763694" y="5973010"/>
            <a:ext cx="719280" cy="495360"/>
            <a:chOff x="5763694" y="5973010"/>
            <a:chExt cx="719280" cy="49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BAD23DB-7311-D6E9-E443-81D8EB55534D}"/>
                    </a:ext>
                  </a:extLst>
                </p14:cNvPr>
                <p14:cNvContentPartPr/>
                <p14:nvPr/>
              </p14:nvContentPartPr>
              <p14:xfrm>
                <a:off x="5883934" y="5973010"/>
                <a:ext cx="8640" cy="446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BAD23DB-7311-D6E9-E443-81D8EB55534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65934" y="5955010"/>
                  <a:ext cx="4428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24FF0A-D5EF-86E6-19C9-D0FBA652DA1D}"/>
                    </a:ext>
                  </a:extLst>
                </p14:cNvPr>
                <p14:cNvContentPartPr/>
                <p14:nvPr/>
              </p14:nvContentPartPr>
              <p14:xfrm>
                <a:off x="5780254" y="6001810"/>
                <a:ext cx="132840" cy="34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24FF0A-D5EF-86E6-19C9-D0FBA652DA1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62614" y="5984170"/>
                  <a:ext cx="168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938EFFE-C379-E34A-D630-971BEFE2FE86}"/>
                    </a:ext>
                  </a:extLst>
                </p14:cNvPr>
                <p14:cNvContentPartPr/>
                <p14:nvPr/>
              </p14:nvContentPartPr>
              <p14:xfrm>
                <a:off x="5763694" y="6341290"/>
                <a:ext cx="198360" cy="115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938EFFE-C379-E34A-D630-971BEFE2FE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46054" y="6323290"/>
                  <a:ext cx="234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E920E08-5C85-2763-FE2C-1D2EA7C1FEEF}"/>
                    </a:ext>
                  </a:extLst>
                </p14:cNvPr>
                <p14:cNvContentPartPr/>
                <p14:nvPr/>
              </p14:nvContentPartPr>
              <p14:xfrm>
                <a:off x="6086254" y="6227530"/>
                <a:ext cx="135000" cy="240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E920E08-5C85-2763-FE2C-1D2EA7C1FEE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068614" y="6209890"/>
                  <a:ext cx="170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2C81DF6-5E69-0349-610D-A6AAB019B62A}"/>
                    </a:ext>
                  </a:extLst>
                </p14:cNvPr>
                <p14:cNvContentPartPr/>
                <p14:nvPr/>
              </p14:nvContentPartPr>
              <p14:xfrm>
                <a:off x="6361294" y="6224650"/>
                <a:ext cx="42840" cy="8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2C81DF6-5E69-0349-610D-A6AAB019B62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43654" y="6206650"/>
                  <a:ext cx="78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D84E7E5-A87E-7DED-E8B4-06193A0F2538}"/>
                    </a:ext>
                  </a:extLst>
                </p14:cNvPr>
                <p14:cNvContentPartPr/>
                <p14:nvPr/>
              </p14:nvContentPartPr>
              <p14:xfrm>
                <a:off x="6412774" y="6316450"/>
                <a:ext cx="70200" cy="26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D84E7E5-A87E-7DED-E8B4-06193A0F253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94774" y="6298450"/>
                  <a:ext cx="10584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4538DB0-688E-8174-B85B-276ED72F6633}"/>
              </a:ext>
            </a:extLst>
          </p:cNvPr>
          <p:cNvGrpSpPr/>
          <p:nvPr/>
        </p:nvGrpSpPr>
        <p:grpSpPr>
          <a:xfrm>
            <a:off x="6761974" y="5787610"/>
            <a:ext cx="691920" cy="961200"/>
            <a:chOff x="6761974" y="5787610"/>
            <a:chExt cx="691920" cy="9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6541528-79A5-245C-3A7D-063C5CC62603}"/>
                    </a:ext>
                  </a:extLst>
                </p14:cNvPr>
                <p14:cNvContentPartPr/>
                <p14:nvPr/>
              </p14:nvContentPartPr>
              <p14:xfrm>
                <a:off x="6761974" y="5787610"/>
                <a:ext cx="197280" cy="300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6541528-79A5-245C-3A7D-063C5CC6260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44334" y="5769610"/>
                  <a:ext cx="2329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88D6B68-03DC-279C-343E-0E23322A3396}"/>
                    </a:ext>
                  </a:extLst>
                </p14:cNvPr>
                <p14:cNvContentPartPr/>
                <p14:nvPr/>
              </p14:nvContentPartPr>
              <p14:xfrm>
                <a:off x="7083814" y="5994970"/>
                <a:ext cx="82800" cy="166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88D6B68-03DC-279C-343E-0E23322A33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65814" y="5976970"/>
                  <a:ext cx="118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D178172-1F9D-9B5A-F33D-444031D1C909}"/>
                    </a:ext>
                  </a:extLst>
                </p14:cNvPr>
                <p14:cNvContentPartPr/>
                <p14:nvPr/>
              </p14:nvContentPartPr>
              <p14:xfrm>
                <a:off x="6781414" y="6293050"/>
                <a:ext cx="672480" cy="6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D178172-1F9D-9B5A-F33D-444031D1C90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63774" y="6275050"/>
                  <a:ext cx="708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9D0AB25-F10A-3D23-F768-76A22E150893}"/>
                    </a:ext>
                  </a:extLst>
                </p14:cNvPr>
                <p14:cNvContentPartPr/>
                <p14:nvPr/>
              </p14:nvContentPartPr>
              <p14:xfrm>
                <a:off x="7110814" y="6555130"/>
                <a:ext cx="17640" cy="193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9D0AB25-F10A-3D23-F768-76A22E15089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92814" y="6537490"/>
                  <a:ext cx="53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33EB61-7268-CB1F-3EFF-152E3A84C16C}"/>
                    </a:ext>
                  </a:extLst>
                </p14:cNvPr>
                <p14:cNvContentPartPr/>
                <p14:nvPr/>
              </p14:nvContentPartPr>
              <p14:xfrm>
                <a:off x="7098574" y="6462610"/>
                <a:ext cx="235800" cy="203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33EB61-7268-CB1F-3EFF-152E3A84C16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80934" y="6444610"/>
                  <a:ext cx="271440" cy="23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1704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A7BF-8BC0-EBF9-4A0B-96BFC585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A003D-A571-B4CF-3A2F-DB9663599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92569ED-8A1E-5523-0B7E-AE8B93B30724}"/>
              </a:ext>
            </a:extLst>
          </p:cNvPr>
          <p:cNvGrpSpPr/>
          <p:nvPr/>
        </p:nvGrpSpPr>
        <p:grpSpPr>
          <a:xfrm>
            <a:off x="1363774" y="993130"/>
            <a:ext cx="7800840" cy="3435480"/>
            <a:chOff x="1363774" y="993130"/>
            <a:chExt cx="780084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38A0F3-CEBA-2ED7-D771-D43C09A1EBA5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38A0F3-CEBA-2ED7-D771-D43C09A1EB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4413A8-E2A0-C4D8-1898-9FDA1A8A89EB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4413A8-E2A0-C4D8-1898-9FDA1A8A89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2F9C66-075C-D03F-FDBA-5832BAD46583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2F9C66-075C-D03F-FDBA-5832BAD465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8214" y="1635370"/>
                  <a:ext cx="66240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D03C49-409A-78E0-87EB-65FE5B2FEA44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D03C49-409A-78E0-87EB-65FE5B2FEA4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9ABEEBF-2C1C-68FC-2229-063E175FEF19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9ABEEBF-2C1C-68FC-2229-063E175FEF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894" y="3365890"/>
                  <a:ext cx="99360" cy="9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FF7F1F-50E6-F7A0-E306-F84CCECB0FE4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FF7F1F-50E6-F7A0-E306-F84CCECB0F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454" y="163069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E0E1B4D-B063-230C-8868-8434937BE235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E0E1B4D-B063-230C-8868-8434937BE2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974" y="1674250"/>
                  <a:ext cx="144000" cy="10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53E48D-A63D-0F23-BDE5-41EF07757DB2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53E48D-A63D-0F23-BDE5-41EF07757D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14" y="2652730"/>
                  <a:ext cx="73872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CF021EA-9187-FD82-77B4-A1BB238B8850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CF021EA-9187-FD82-77B4-A1BB238B88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77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4A7175A-1740-DD58-0227-EE2BA085BCCC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4A7175A-1740-DD58-0227-EE2BA085BC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41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EF0A2E-AE9B-52CF-F1EC-DA55598FB47F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EF0A2E-AE9B-52CF-F1EC-DA55598FB4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934" y="331945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CECD8E-2688-8387-3609-EEA68F78CF00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CECD8E-2688-8387-3609-EEA68F78CF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53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0900E4-5E68-DAD0-F533-FDF651B29601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0900E4-5E68-DAD0-F533-FDF651B296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ABC1AB4-33DD-9D15-31BD-9D1F16E9541C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ABC1AB4-33DD-9D15-31BD-9D1F16E954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9334" y="1612330"/>
                  <a:ext cx="922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3A25700-8BE0-A723-C18C-75CD319841B0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3A25700-8BE0-A723-C18C-75CD319841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34" y="1642210"/>
                  <a:ext cx="508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90B294D-628B-056B-6A70-147B2418BAD7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90B294D-628B-056B-6A70-147B2418BA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629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C9D807-3AB4-E834-9A9B-C4B7C8B948BC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C9D807-3AB4-E834-9A9B-C4B7C8B948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774" y="1700170"/>
                  <a:ext cx="185040" cy="10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D06139-AA09-BA6A-8970-6AC2F78792EA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D06139-AA09-BA6A-8970-6AC2F78792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BCE5AA-6B13-200E-1D85-6741C384FFA2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BCE5AA-6B13-200E-1D85-6741C384FF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9210"/>
                  <a:ext cx="2083680" cy="11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61DCA5-1813-87CE-708C-60C854117FB2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61DCA5-1813-87CE-708C-60C854117FB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6134" y="3066010"/>
                  <a:ext cx="286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BB23788-1DAA-4622-1C4D-74B29A08D87A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BB23788-1DAA-4622-1C4D-74B29A08D8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AFA785-483F-1ABA-A48C-A0CAECD90130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AFA785-483F-1ABA-A48C-A0CAECD901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8330"/>
                  <a:ext cx="288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01E0C1C-BD58-4556-0F43-FF16DB260FB7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01E0C1C-BD58-4556-0F43-FF16DB260FB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7ACBC2-7F80-DCF1-19CD-6384F5D4797D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7ACBC2-7F80-DCF1-19CD-6384F5D479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774" y="2753530"/>
                  <a:ext cx="1011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25D408-27D7-0852-0F2E-F8D667200875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25D408-27D7-0852-0F2E-F8D66720087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654" y="2762530"/>
                  <a:ext cx="207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FD300E-FF3F-61F5-4DED-325132CB9E3E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FD300E-FF3F-61F5-4DED-325132CB9E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8214" y="2859370"/>
                  <a:ext cx="124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DB4CCFA-FD1D-9FD6-8329-5826C95081F8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DB4CCFA-FD1D-9FD6-8329-5826C95081F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854" y="2814370"/>
                  <a:ext cx="2480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163B22D-7004-5ADA-AEEC-4CCE781F8D38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163B22D-7004-5ADA-AEEC-4CCE781F8D3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37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DBB613-BA6B-A470-349C-ACB5A7CB98BF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DBB613-BA6B-A470-349C-ACB5A7CB98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805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A895AF-4960-B5FA-6C90-97ADDE103435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A895AF-4960-B5FA-6C90-97ADDE1034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134" y="2119570"/>
                  <a:ext cx="86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A59543-C5DD-6A96-E502-C00C2E23CAA8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A59543-C5DD-6A96-E502-C00C2E23CAA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290"/>
                  <a:ext cx="216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CB2FC6-77CB-D505-4499-0831108BB892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CB2FC6-77CB-D505-4499-0831108BB89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610"/>
                  <a:ext cx="3092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2F6878-0386-2E6F-9410-D254E5B4075A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2F6878-0386-2E6F-9410-D254E5B407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974" y="2878450"/>
                  <a:ext cx="154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BA5E86D-D7BB-D961-F6D1-35EB8FA5DF71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BA5E86D-D7BB-D961-F6D1-35EB8FA5DF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574" y="2788810"/>
                  <a:ext cx="83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2FE92DC-333E-2E97-8CAE-F91C82BEF6E8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2FE92DC-333E-2E97-8CAE-F91C82BEF6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53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9370937-10C7-485E-09B1-24BA9640E51A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9370937-10C7-485E-09B1-24BA9640E5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417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5A47BA5-E900-EE0D-091A-CC36EF81CF4C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5A47BA5-E900-EE0D-091A-CC36EF81CF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854" y="309985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2901F59-CC63-3562-A596-EAEBA7596171}"/>
                    </a:ext>
                  </a:extLst>
                </p14:cNvPr>
                <p14:cNvContentPartPr/>
                <p14:nvPr/>
              </p14:nvContentPartPr>
              <p14:xfrm>
                <a:off x="5823454" y="1554730"/>
                <a:ext cx="179928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2901F59-CC63-3562-A596-EAEBA759617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5814" y="1536730"/>
                  <a:ext cx="183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88BD5EB-41AE-68E4-3294-C128B56F9A39}"/>
                    </a:ext>
                  </a:extLst>
                </p14:cNvPr>
                <p14:cNvContentPartPr/>
                <p14:nvPr/>
              </p14:nvContentPartPr>
              <p14:xfrm>
                <a:off x="7574854" y="1417210"/>
                <a:ext cx="525960" cy="189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88BD5EB-41AE-68E4-3294-C128B56F9A3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56854" y="1399570"/>
                  <a:ext cx="56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6C77D8-5227-9CCD-EBB7-69D7932892DE}"/>
                    </a:ext>
                  </a:extLst>
                </p14:cNvPr>
                <p14:cNvContentPartPr/>
                <p14:nvPr/>
              </p14:nvContentPartPr>
              <p14:xfrm>
                <a:off x="8092894" y="1480930"/>
                <a:ext cx="666360" cy="8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6C77D8-5227-9CCD-EBB7-69D7932892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4894" y="1462930"/>
                  <a:ext cx="702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0267AC-C12B-8B3D-4940-AB8707374823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0267AC-C12B-8B3D-4940-AB870737482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9925474-1EFF-44E6-1C92-AC8DCACD0214}"/>
                    </a:ext>
                  </a:extLst>
                </p14:cNvPr>
                <p14:cNvContentPartPr/>
                <p14:nvPr/>
              </p14:nvContentPartPr>
              <p14:xfrm>
                <a:off x="8804254" y="1460770"/>
                <a:ext cx="100800" cy="90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9925474-1EFF-44E6-1C92-AC8DCACD02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86614" y="1443130"/>
                  <a:ext cx="136440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A640AF7-DC41-E1D7-8FD7-192778F7C852}"/>
                    </a:ext>
                  </a:extLst>
                </p14:cNvPr>
                <p14:cNvContentPartPr/>
                <p14:nvPr/>
              </p14:nvContentPartPr>
              <p14:xfrm>
                <a:off x="8875894" y="2330890"/>
                <a:ext cx="72000" cy="231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A640AF7-DC41-E1D7-8FD7-192778F7C8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7894" y="2313250"/>
                  <a:ext cx="10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BB1A090-16AE-E796-21CB-34A6D969051D}"/>
                    </a:ext>
                  </a:extLst>
                </p14:cNvPr>
                <p14:cNvContentPartPr/>
                <p14:nvPr/>
              </p14:nvContentPartPr>
              <p14:xfrm>
                <a:off x="8570614" y="2567050"/>
                <a:ext cx="59400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BB1A090-16AE-E796-21CB-34A6D96905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2974" y="2549410"/>
                  <a:ext cx="62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5BBCD0-B304-CD3C-FDA1-CE4E581D60B4}"/>
                    </a:ext>
                  </a:extLst>
                </p14:cNvPr>
                <p14:cNvContentPartPr/>
                <p14:nvPr/>
              </p14:nvContentPartPr>
              <p14:xfrm>
                <a:off x="8832334" y="2739130"/>
                <a:ext cx="1317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5BBCD0-B304-CD3C-FDA1-CE4E581D60B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4694" y="2721490"/>
                  <a:ext cx="167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BABD38-AD92-2B1B-6527-82E319B6BD14}"/>
                    </a:ext>
                  </a:extLst>
                </p14:cNvPr>
                <p14:cNvContentPartPr/>
                <p14:nvPr/>
              </p14:nvContentPartPr>
              <p14:xfrm>
                <a:off x="8577094" y="2791330"/>
                <a:ext cx="567360" cy="152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BABD38-AD92-2B1B-6527-82E319B6BD1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9454" y="2773330"/>
                  <a:ext cx="60300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A517CB-CFAC-E34C-F455-EA35D459C39A}"/>
                    </a:ext>
                  </a:extLst>
                </p14:cNvPr>
                <p14:cNvContentPartPr/>
                <p14:nvPr/>
              </p14:nvContentPartPr>
              <p14:xfrm>
                <a:off x="8419054" y="4059970"/>
                <a:ext cx="2890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A517CB-CFAC-E34C-F455-EA35D459C39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1054" y="4042330"/>
                  <a:ext cx="32472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2F36AB8-154E-9696-43F4-DD06BAD36BF5}"/>
              </a:ext>
            </a:extLst>
          </p:cNvPr>
          <p:cNvGrpSpPr/>
          <p:nvPr/>
        </p:nvGrpSpPr>
        <p:grpSpPr>
          <a:xfrm>
            <a:off x="7490254" y="911410"/>
            <a:ext cx="652680" cy="306720"/>
            <a:chOff x="7490254" y="911410"/>
            <a:chExt cx="6526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04CF3E-8B82-F8AC-1FA3-31659BBD9316}"/>
                    </a:ext>
                  </a:extLst>
                </p14:cNvPr>
                <p14:cNvContentPartPr/>
                <p14:nvPr/>
              </p14:nvContentPartPr>
              <p14:xfrm>
                <a:off x="7490254" y="911410"/>
                <a:ext cx="248760" cy="30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04CF3E-8B82-F8AC-1FA3-31659BBD931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2614" y="893770"/>
                  <a:ext cx="2844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2EB74FB-4FA6-1C9E-618A-B5B9B56E2B47}"/>
                    </a:ext>
                  </a:extLst>
                </p14:cNvPr>
                <p14:cNvContentPartPr/>
                <p14:nvPr/>
              </p14:nvContentPartPr>
              <p14:xfrm>
                <a:off x="7796254" y="922210"/>
                <a:ext cx="346680" cy="18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2EB74FB-4FA6-1C9E-618A-B5B9B56E2B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254" y="904210"/>
                  <a:ext cx="3823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FA4D4C6-B1C0-5620-DF99-9D20D93F3932}"/>
              </a:ext>
            </a:extLst>
          </p:cNvPr>
          <p:cNvGrpSpPr/>
          <p:nvPr/>
        </p:nvGrpSpPr>
        <p:grpSpPr>
          <a:xfrm>
            <a:off x="9445054" y="2443570"/>
            <a:ext cx="646560" cy="467280"/>
            <a:chOff x="9445054" y="2443570"/>
            <a:chExt cx="6465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4E79A44-9C37-8F87-BA6C-3BF68B5CFD60}"/>
                    </a:ext>
                  </a:extLst>
                </p14:cNvPr>
                <p14:cNvContentPartPr/>
                <p14:nvPr/>
              </p14:nvContentPartPr>
              <p14:xfrm>
                <a:off x="9445054" y="2508370"/>
                <a:ext cx="92520" cy="40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4E79A44-9C37-8F87-BA6C-3BF68B5CFD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7054" y="2490370"/>
                  <a:ext cx="1281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8CE8116-7F9F-D379-CDFB-8CCE019201F8}"/>
                    </a:ext>
                  </a:extLst>
                </p14:cNvPr>
                <p14:cNvContentPartPr/>
                <p14:nvPr/>
              </p14:nvContentPartPr>
              <p14:xfrm>
                <a:off x="9624334" y="2525650"/>
                <a:ext cx="191880" cy="175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8CE8116-7F9F-D379-CDFB-8CCE019201F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6694" y="2508010"/>
                  <a:ext cx="227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0A19333-D7C6-42C2-63AF-D2F30E01AC88}"/>
                    </a:ext>
                  </a:extLst>
                </p14:cNvPr>
                <p14:cNvContentPartPr/>
                <p14:nvPr/>
              </p14:nvContentPartPr>
              <p14:xfrm>
                <a:off x="9959134" y="2552290"/>
                <a:ext cx="22320" cy="3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0A19333-D7C6-42C2-63AF-D2F30E01AC8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1494" y="2534290"/>
                  <a:ext cx="57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70F3E7-4EEA-235B-7683-5A8CB77C4883}"/>
                    </a:ext>
                  </a:extLst>
                </p14:cNvPr>
                <p14:cNvContentPartPr/>
                <p14:nvPr/>
              </p14:nvContentPartPr>
              <p14:xfrm>
                <a:off x="9897934" y="2443570"/>
                <a:ext cx="193680" cy="174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70F3E7-4EEA-235B-7683-5A8CB77C48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9934" y="2425570"/>
                  <a:ext cx="22932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8BF62A0-CC61-FAF9-8314-060B824CA51C}"/>
              </a:ext>
            </a:extLst>
          </p:cNvPr>
          <p:cNvGrpSpPr/>
          <p:nvPr/>
        </p:nvGrpSpPr>
        <p:grpSpPr>
          <a:xfrm>
            <a:off x="5825107" y="1971286"/>
            <a:ext cx="92520" cy="102240"/>
            <a:chOff x="5825107" y="1971286"/>
            <a:chExt cx="9252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A7E22EB-37E1-FDA7-F0E8-220CE0B4071F}"/>
                    </a:ext>
                  </a:extLst>
                </p14:cNvPr>
                <p14:cNvContentPartPr/>
                <p14:nvPr/>
              </p14:nvContentPartPr>
              <p14:xfrm>
                <a:off x="5825107" y="1971286"/>
                <a:ext cx="92520" cy="102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A7E22EB-37E1-FDA7-F0E8-220CE0B4071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07107" y="1953646"/>
                  <a:ext cx="128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CE2DF1-3411-CCFC-9308-7AEFF0EAC586}"/>
                    </a:ext>
                  </a:extLst>
                </p14:cNvPr>
                <p14:cNvContentPartPr/>
                <p14:nvPr/>
              </p14:nvContentPartPr>
              <p14:xfrm>
                <a:off x="5842747" y="1974526"/>
                <a:ext cx="69480" cy="89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CE2DF1-3411-CCFC-9308-7AEFF0EAC58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25107" y="1956886"/>
                  <a:ext cx="10512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EB4B22-C09F-5F9A-84F3-6BA9FD40F364}"/>
              </a:ext>
            </a:extLst>
          </p:cNvPr>
          <p:cNvGrpSpPr/>
          <p:nvPr/>
        </p:nvGrpSpPr>
        <p:grpSpPr>
          <a:xfrm>
            <a:off x="6213187" y="1827286"/>
            <a:ext cx="159120" cy="293400"/>
            <a:chOff x="6213187" y="1827286"/>
            <a:chExt cx="15912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489C6F-1B9F-64E0-59BB-6A06A6D4E079}"/>
                    </a:ext>
                  </a:extLst>
                </p14:cNvPr>
                <p14:cNvContentPartPr/>
                <p14:nvPr/>
              </p14:nvContentPartPr>
              <p14:xfrm>
                <a:off x="6217867" y="1827286"/>
                <a:ext cx="15120" cy="293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489C6F-1B9F-64E0-59BB-6A06A6D4E07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00227" y="1809646"/>
                  <a:ext cx="50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58CF7B-EA9F-87BE-4E0D-4C28CB5524B8}"/>
                    </a:ext>
                  </a:extLst>
                </p14:cNvPr>
                <p14:cNvContentPartPr/>
                <p14:nvPr/>
              </p14:nvContentPartPr>
              <p14:xfrm>
                <a:off x="6213187" y="1862926"/>
                <a:ext cx="159120" cy="155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58CF7B-EA9F-87BE-4E0D-4C28CB5524B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95187" y="1844926"/>
                  <a:ext cx="1947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62A3DE-A678-902C-F474-E3A11C9ECDE8}"/>
                    </a:ext>
                  </a:extLst>
                </p14:cNvPr>
                <p14:cNvContentPartPr/>
                <p14:nvPr/>
              </p14:nvContentPartPr>
              <p14:xfrm>
                <a:off x="6265027" y="1940686"/>
                <a:ext cx="82440" cy="5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62A3DE-A678-902C-F474-E3A11C9ECDE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47027" y="1923046"/>
                  <a:ext cx="1180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F0A09F1-3CA9-8511-6AB3-86DB5F9F9359}"/>
              </a:ext>
            </a:extLst>
          </p:cNvPr>
          <p:cNvGrpSpPr/>
          <p:nvPr/>
        </p:nvGrpSpPr>
        <p:grpSpPr>
          <a:xfrm>
            <a:off x="5981707" y="3860926"/>
            <a:ext cx="95040" cy="129600"/>
            <a:chOff x="5981707" y="3860926"/>
            <a:chExt cx="95040" cy="12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92D4A18-14E4-A4F3-DF45-A81EEECE1764}"/>
                    </a:ext>
                  </a:extLst>
                </p14:cNvPr>
                <p14:cNvContentPartPr/>
                <p14:nvPr/>
              </p14:nvContentPartPr>
              <p14:xfrm>
                <a:off x="5996107" y="3878926"/>
                <a:ext cx="80640" cy="111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92D4A18-14E4-A4F3-DF45-A81EEECE176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78107" y="3860926"/>
                  <a:ext cx="116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BD1F0CE-7FB1-438A-53FC-ACF553544FD3}"/>
                    </a:ext>
                  </a:extLst>
                </p14:cNvPr>
                <p14:cNvContentPartPr/>
                <p14:nvPr/>
              </p14:nvContentPartPr>
              <p14:xfrm>
                <a:off x="5981707" y="3860926"/>
                <a:ext cx="76680" cy="82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BD1F0CE-7FB1-438A-53FC-ACF553544FD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63707" y="3842926"/>
                  <a:ext cx="1123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E6F12DD-E161-697A-76B3-20CBCE974D02}"/>
              </a:ext>
            </a:extLst>
          </p:cNvPr>
          <p:cNvGrpSpPr/>
          <p:nvPr/>
        </p:nvGrpSpPr>
        <p:grpSpPr>
          <a:xfrm>
            <a:off x="6505507" y="3897286"/>
            <a:ext cx="200160" cy="239400"/>
            <a:chOff x="6505507" y="3897286"/>
            <a:chExt cx="20016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FDC4F8-A79F-D00F-5764-5F1F92C00BD0}"/>
                    </a:ext>
                  </a:extLst>
                </p14:cNvPr>
                <p14:cNvContentPartPr/>
                <p14:nvPr/>
              </p14:nvContentPartPr>
              <p14:xfrm>
                <a:off x="6516667" y="3935086"/>
                <a:ext cx="86040" cy="201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FDC4F8-A79F-D00F-5764-5F1F92C00BD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99027" y="3917446"/>
                  <a:ext cx="121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FE24D7-021E-BDB8-085B-312D72A19419}"/>
                    </a:ext>
                  </a:extLst>
                </p14:cNvPr>
                <p14:cNvContentPartPr/>
                <p14:nvPr/>
              </p14:nvContentPartPr>
              <p14:xfrm>
                <a:off x="6505507" y="3897286"/>
                <a:ext cx="200160" cy="217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FE24D7-021E-BDB8-085B-312D72A1941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87507" y="3879286"/>
                  <a:ext cx="23580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EC82BFF-A30A-8094-CC43-D609FC51B100}"/>
              </a:ext>
            </a:extLst>
          </p:cNvPr>
          <p:cNvGrpSpPr/>
          <p:nvPr/>
        </p:nvGrpSpPr>
        <p:grpSpPr>
          <a:xfrm>
            <a:off x="5895307" y="5105446"/>
            <a:ext cx="1272240" cy="563040"/>
            <a:chOff x="5895307" y="5105446"/>
            <a:chExt cx="1272240" cy="56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E1EF404-025D-94E2-E8DE-78403587B802}"/>
                    </a:ext>
                  </a:extLst>
                </p14:cNvPr>
                <p14:cNvContentPartPr/>
                <p14:nvPr/>
              </p14:nvContentPartPr>
              <p14:xfrm>
                <a:off x="5895307" y="5105446"/>
                <a:ext cx="315360" cy="396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E1EF404-025D-94E2-E8DE-78403587B80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77667" y="5087446"/>
                  <a:ext cx="3510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4D66724-88E2-2EC0-8D01-84BAC9E99429}"/>
                    </a:ext>
                  </a:extLst>
                </p14:cNvPr>
                <p14:cNvContentPartPr/>
                <p14:nvPr/>
              </p14:nvContentPartPr>
              <p14:xfrm>
                <a:off x="6289147" y="5420446"/>
                <a:ext cx="12600" cy="248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4D66724-88E2-2EC0-8D01-84BAC9E9942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71147" y="5402446"/>
                  <a:ext cx="482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FB32AD2-F827-A043-99A4-FBA25FBFC474}"/>
                    </a:ext>
                  </a:extLst>
                </p14:cNvPr>
                <p14:cNvContentPartPr/>
                <p14:nvPr/>
              </p14:nvContentPartPr>
              <p14:xfrm>
                <a:off x="6297787" y="5447806"/>
                <a:ext cx="131040" cy="138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FB32AD2-F827-A043-99A4-FBA25FBFC47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79787" y="5429806"/>
                  <a:ext cx="166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8B38C1C-549D-983A-2C1C-BD851A7015DC}"/>
                    </a:ext>
                  </a:extLst>
                </p14:cNvPr>
                <p14:cNvContentPartPr/>
                <p14:nvPr/>
              </p14:nvContentPartPr>
              <p14:xfrm>
                <a:off x="6297427" y="5507206"/>
                <a:ext cx="63720" cy="36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8B38C1C-549D-983A-2C1C-BD851A7015D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79787" y="5489566"/>
                  <a:ext cx="99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ADE4684-8B9D-0551-BC46-C732A32E7DF6}"/>
                    </a:ext>
                  </a:extLst>
                </p14:cNvPr>
                <p14:cNvContentPartPr/>
                <p14:nvPr/>
              </p14:nvContentPartPr>
              <p14:xfrm>
                <a:off x="6482107" y="5427646"/>
                <a:ext cx="60120" cy="152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ADE4684-8B9D-0551-BC46-C732A32E7D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64467" y="5410006"/>
                  <a:ext cx="95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ED1702-0221-34F8-3D3B-4AB1DC5717C3}"/>
                    </a:ext>
                  </a:extLst>
                </p14:cNvPr>
                <p14:cNvContentPartPr/>
                <p14:nvPr/>
              </p14:nvContentPartPr>
              <p14:xfrm>
                <a:off x="6495067" y="5361766"/>
                <a:ext cx="157680" cy="225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ED1702-0221-34F8-3D3B-4AB1DC5717C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77067" y="5343766"/>
                  <a:ext cx="1933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200D982-29F0-AB61-CF55-CCD61FFAEEC8}"/>
                    </a:ext>
                  </a:extLst>
                </p14:cNvPr>
                <p14:cNvContentPartPr/>
                <p14:nvPr/>
              </p14:nvContentPartPr>
              <p14:xfrm>
                <a:off x="6752827" y="5277526"/>
                <a:ext cx="101160" cy="51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200D982-29F0-AB61-CF55-CCD61FFAEEC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35187" y="5259526"/>
                  <a:ext cx="136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D8A103C-F35D-206F-A4B1-8FF7605F91F3}"/>
                    </a:ext>
                  </a:extLst>
                </p14:cNvPr>
                <p14:cNvContentPartPr/>
                <p14:nvPr/>
              </p14:nvContentPartPr>
              <p14:xfrm>
                <a:off x="6811507" y="5366086"/>
                <a:ext cx="58680" cy="38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D8A103C-F35D-206F-A4B1-8FF7605F91F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93507" y="5348086"/>
                  <a:ext cx="943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0F2253A-43A1-5EA0-8BF7-C8010809684D}"/>
                    </a:ext>
                  </a:extLst>
                </p14:cNvPr>
                <p14:cNvContentPartPr/>
                <p14:nvPr/>
              </p14:nvContentPartPr>
              <p14:xfrm>
                <a:off x="6978187" y="5160886"/>
                <a:ext cx="144000" cy="261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0F2253A-43A1-5EA0-8BF7-C8010809684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960187" y="5142886"/>
                  <a:ext cx="1796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14C1A62-830F-BDF9-55FF-95052F01BBE1}"/>
                    </a:ext>
                  </a:extLst>
                </p14:cNvPr>
                <p14:cNvContentPartPr/>
                <p14:nvPr/>
              </p14:nvContentPartPr>
              <p14:xfrm>
                <a:off x="7158547" y="5574526"/>
                <a:ext cx="9000" cy="11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14C1A62-830F-BDF9-55FF-95052F01BBE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40547" y="5556526"/>
                  <a:ext cx="44640" cy="4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2403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7AC1-520C-2E69-ECF9-25000564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E825-9125-A648-FD88-36B7B6B5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E82C6-A732-BD78-F451-43DD065BB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67C2723-8844-70DC-F66B-C9993EA95D62}"/>
              </a:ext>
            </a:extLst>
          </p:cNvPr>
          <p:cNvGrpSpPr/>
          <p:nvPr/>
        </p:nvGrpSpPr>
        <p:grpSpPr>
          <a:xfrm>
            <a:off x="1363774" y="993130"/>
            <a:ext cx="7800840" cy="3435480"/>
            <a:chOff x="1363774" y="993130"/>
            <a:chExt cx="7800840" cy="34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9AFF10-3BCC-646B-C4A4-8AD38B81A71F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9AFF10-3BCC-646B-C4A4-8AD38B81A71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B98FDF-8290-4A77-27C4-0A9037AE599E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B98FDF-8290-4A77-27C4-0A9037AE59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55F302B-801D-FCD6-F89C-AC6DA0A07C92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55F302B-801D-FCD6-F89C-AC6DA0A07C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2AF7909-E9E5-DF9D-AA5D-703C95F63E38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2AF7909-E9E5-DF9D-AA5D-703C95F63E3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55E6F9-4B91-E093-E67F-585F5D92E746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55E6F9-4B91-E093-E67F-585F5D92E7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DDDAAA-AD6D-636A-84D2-A278CB6E7C82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DDDAAA-AD6D-636A-84D2-A278CB6E7C8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D4B397-7707-C3C8-18E3-E8A9D54F65D6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D4B397-7707-C3C8-18E3-E8A9D54F65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244D33-5975-DAD8-497A-EE31D8F3A7DB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244D33-5975-DAD8-497A-EE31D8F3A7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448FC3C-9899-1B01-0BAE-347B5372742A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448FC3C-9899-1B01-0BAE-347B5372742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C9A741-F161-5669-050F-AE09F59CC870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C9A741-F161-5669-050F-AE09F59CC8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530298-B548-B751-35EF-31F94B8F873A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530298-B548-B751-35EF-31F94B8F873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4F13941-9FF0-D45A-74E9-A8AAE35F0766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4F13941-9FF0-D45A-74E9-A8AAE35F07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CD295F-15DB-9466-BC33-5B862079A67D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CD295F-15DB-9466-BC33-5B862079A6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4A0574-0933-A87E-E216-6713EE38F25B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4A0574-0933-A87E-E216-6713EE38F2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4BC19A-F4A8-0C8B-B1A4-96CAB9F8D9DF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4BC19A-F4A8-0C8B-B1A4-96CAB9F8D9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607379-3A78-060C-A182-9BFE48A08812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607379-3A78-060C-A182-9BFE48A088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BAAEFFC-3A08-19CB-9D04-8870111F3164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BAAEFFC-3A08-19CB-9D04-8870111F31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446D58-42A8-6FD1-92DF-AFC6645F4F54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446D58-42A8-6FD1-92DF-AFC6645F4F5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29BE240-8ADC-7188-8C1A-DC7643F7D992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29BE240-8ADC-7188-8C1A-DC7643F7D9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09D5942-11FE-7B2B-0C08-4B972156CA1B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09D5942-11FE-7B2B-0C08-4B972156CA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24F4B14-94AB-B453-D525-332E3C920A25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24F4B14-94AB-B453-D525-332E3C920A2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8124AA-8C44-1060-E0AB-F708C1CAB729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8124AA-8C44-1060-E0AB-F708C1CAB72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AEF0C50-A289-44A4-DAA5-780CF7E20A5F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AEF0C50-A289-44A4-DAA5-780CF7E20A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F76E65B-0691-1794-3A11-FE6D17DC5FE2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F76E65B-0691-1794-3A11-FE6D17DC5FE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E76030-D8C5-23C5-E241-8A106FE914C8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E76030-D8C5-23C5-E241-8A106FE914C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BFA44DE-CE1E-F75A-35C0-F0B17923B124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BFA44DE-CE1E-F75A-35C0-F0B17923B1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9D92B4-69FF-A1D4-85A4-BCBC1E0CE9E7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9D92B4-69FF-A1D4-85A4-BCBC1E0CE9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82C84D6-7DEB-35A9-A21B-6DA653563507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82C84D6-7DEB-35A9-A21B-6DA65356350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D9BF92-8942-9FAD-C505-4A7C1E1F4ABD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D9BF92-8942-9FAD-C505-4A7C1E1F4AB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42986DD-5DAF-5B6C-F8E3-5F7A63BE8226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42986DD-5DAF-5B6C-F8E3-5F7A63BE822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8C44631-AA35-DD1A-C4B7-C3731BF82680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8C44631-AA35-DD1A-C4B7-C3731BF826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7889CC-1325-142E-B7E5-500B21C7471D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37889CC-1325-142E-B7E5-500B21C7471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A2C1532-FD87-9C83-211C-574DEDB5B6E2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A2C1532-FD87-9C83-211C-574DEDB5B6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AED458-52A1-944B-8144-544739B6AD4D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AED458-52A1-944B-8144-544739B6AD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4E1E511-2A51-2F44-723B-AEEB1F52A0BD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4E1E511-2A51-2F44-723B-AEEB1F52A0B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60B790B-7FB1-B0BE-9D30-204DE04BC2EB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60B790B-7FB1-B0BE-9D30-204DE04BC2E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94F1E6-2B1A-8B09-8F25-FC72A8B39FB1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94F1E6-2B1A-8B09-8F25-FC72A8B39F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E6FB49-D2B1-13F0-6146-8765BC06427E}"/>
                    </a:ext>
                  </a:extLst>
                </p14:cNvPr>
                <p14:cNvContentPartPr/>
                <p14:nvPr/>
              </p14:nvContentPartPr>
              <p14:xfrm>
                <a:off x="5823454" y="1554730"/>
                <a:ext cx="1799280" cy="176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E6FB49-D2B1-13F0-6146-8765BC06427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5454" y="1536730"/>
                  <a:ext cx="183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5E5B58-5604-3389-3C89-AA2397A21176}"/>
                    </a:ext>
                  </a:extLst>
                </p14:cNvPr>
                <p14:cNvContentPartPr/>
                <p14:nvPr/>
              </p14:nvContentPartPr>
              <p14:xfrm>
                <a:off x="7574854" y="1417210"/>
                <a:ext cx="525960" cy="189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5E5B58-5604-3389-3C89-AA2397A2117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56854" y="1399210"/>
                  <a:ext cx="56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077CA5-BB44-6C8F-17B4-1137434CBA3A}"/>
                    </a:ext>
                  </a:extLst>
                </p14:cNvPr>
                <p14:cNvContentPartPr/>
                <p14:nvPr/>
              </p14:nvContentPartPr>
              <p14:xfrm>
                <a:off x="8092894" y="1480930"/>
                <a:ext cx="666360" cy="84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077CA5-BB44-6C8F-17B4-1137434CBA3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4894" y="1462930"/>
                  <a:ext cx="702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E934EC6-98E7-FDF7-E33D-A5FF0CD04097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E934EC6-98E7-FDF7-E33D-A5FF0CD0409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ACAE01F-3CCE-AEE1-8470-FE3D9121171A}"/>
                    </a:ext>
                  </a:extLst>
                </p14:cNvPr>
                <p14:cNvContentPartPr/>
                <p14:nvPr/>
              </p14:nvContentPartPr>
              <p14:xfrm>
                <a:off x="8804254" y="1460770"/>
                <a:ext cx="100800" cy="905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ACAE01F-3CCE-AEE1-8470-FE3D9121171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86189" y="1442770"/>
                  <a:ext cx="136568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AE7A51-8E30-6295-8AC2-B17BC7ED354F}"/>
                    </a:ext>
                  </a:extLst>
                </p14:cNvPr>
                <p14:cNvContentPartPr/>
                <p14:nvPr/>
              </p14:nvContentPartPr>
              <p14:xfrm>
                <a:off x="8875894" y="2330890"/>
                <a:ext cx="72000" cy="231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AE7A51-8E30-6295-8AC2-B17BC7ED354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7894" y="2312890"/>
                  <a:ext cx="10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4A06E12-A152-7A06-1B38-A475D314223C}"/>
                    </a:ext>
                  </a:extLst>
                </p14:cNvPr>
                <p14:cNvContentPartPr/>
                <p14:nvPr/>
              </p14:nvContentPartPr>
              <p14:xfrm>
                <a:off x="8570614" y="2567050"/>
                <a:ext cx="594000" cy="65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4A06E12-A152-7A06-1B38-A475D314223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2614" y="2549050"/>
                  <a:ext cx="62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C959B13-AB6A-3AB8-3AFC-7CDB29414556}"/>
                    </a:ext>
                  </a:extLst>
                </p14:cNvPr>
                <p14:cNvContentPartPr/>
                <p14:nvPr/>
              </p14:nvContentPartPr>
              <p14:xfrm>
                <a:off x="8832334" y="2739130"/>
                <a:ext cx="131760" cy="15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C959B13-AB6A-3AB8-3AFC-7CDB294145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4334" y="2721130"/>
                  <a:ext cx="167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6EED66B-008B-E5AC-D967-BE07E352EAFE}"/>
                    </a:ext>
                  </a:extLst>
                </p14:cNvPr>
                <p14:cNvContentPartPr/>
                <p14:nvPr/>
              </p14:nvContentPartPr>
              <p14:xfrm>
                <a:off x="8577094" y="2791330"/>
                <a:ext cx="567360" cy="1527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6EED66B-008B-E5AC-D967-BE07E352EAF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9094" y="2773330"/>
                  <a:ext cx="60300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2BB6BF-F5E8-1BEB-DB21-C87A10A26B26}"/>
                    </a:ext>
                  </a:extLst>
                </p14:cNvPr>
                <p14:cNvContentPartPr/>
                <p14:nvPr/>
              </p14:nvContentPartPr>
              <p14:xfrm>
                <a:off x="8419054" y="4059970"/>
                <a:ext cx="289080" cy="121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2BB6BF-F5E8-1BEB-DB21-C87A10A26B2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1076" y="4041916"/>
                  <a:ext cx="324676" cy="1570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77BDF6D-8A39-C8E6-5B61-425B64E33300}"/>
              </a:ext>
            </a:extLst>
          </p:cNvPr>
          <p:cNvGrpSpPr/>
          <p:nvPr/>
        </p:nvGrpSpPr>
        <p:grpSpPr>
          <a:xfrm>
            <a:off x="7490254" y="911410"/>
            <a:ext cx="652680" cy="306720"/>
            <a:chOff x="7490254" y="911410"/>
            <a:chExt cx="65268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6737B3E-BBDA-2B2D-778A-EC55A6914F40}"/>
                    </a:ext>
                  </a:extLst>
                </p14:cNvPr>
                <p14:cNvContentPartPr/>
                <p14:nvPr/>
              </p14:nvContentPartPr>
              <p14:xfrm>
                <a:off x="7490254" y="911410"/>
                <a:ext cx="248760" cy="306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6737B3E-BBDA-2B2D-778A-EC55A6914F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2254" y="893389"/>
                  <a:ext cx="284400" cy="342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4C083F4-EDA9-4254-3166-65D4D8FBA858}"/>
                    </a:ext>
                  </a:extLst>
                </p14:cNvPr>
                <p14:cNvContentPartPr/>
                <p14:nvPr/>
              </p14:nvContentPartPr>
              <p14:xfrm>
                <a:off x="7796254" y="922210"/>
                <a:ext cx="346680" cy="181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4C083F4-EDA9-4254-3166-65D4D8FBA85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254" y="904210"/>
                  <a:ext cx="3823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CF3C36A-040D-FD21-D215-B92FDFEFF696}"/>
              </a:ext>
            </a:extLst>
          </p:cNvPr>
          <p:cNvGrpSpPr/>
          <p:nvPr/>
        </p:nvGrpSpPr>
        <p:grpSpPr>
          <a:xfrm>
            <a:off x="9445054" y="2443570"/>
            <a:ext cx="646560" cy="467280"/>
            <a:chOff x="9445054" y="2443570"/>
            <a:chExt cx="64656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959B488-D240-E29D-98E3-987258A9000C}"/>
                    </a:ext>
                  </a:extLst>
                </p14:cNvPr>
                <p14:cNvContentPartPr/>
                <p14:nvPr/>
              </p14:nvContentPartPr>
              <p14:xfrm>
                <a:off x="9445054" y="2508370"/>
                <a:ext cx="92520" cy="402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959B488-D240-E29D-98E3-987258A900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7124" y="2490370"/>
                  <a:ext cx="128022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887A529-42D2-6823-AC80-BACD22025647}"/>
                    </a:ext>
                  </a:extLst>
                </p14:cNvPr>
                <p14:cNvContentPartPr/>
                <p14:nvPr/>
              </p14:nvContentPartPr>
              <p14:xfrm>
                <a:off x="9624334" y="2525650"/>
                <a:ext cx="191880" cy="175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887A529-42D2-6823-AC80-BACD2202564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6300" y="2507650"/>
                  <a:ext cx="227587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E0626F3-D163-D728-F436-55C7F32E13FF}"/>
                    </a:ext>
                  </a:extLst>
                </p14:cNvPr>
                <p14:cNvContentPartPr/>
                <p14:nvPr/>
              </p14:nvContentPartPr>
              <p14:xfrm>
                <a:off x="9959134" y="2552290"/>
                <a:ext cx="22320" cy="3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E0626F3-D163-D728-F436-55C7F32E13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1134" y="2535790"/>
                  <a:ext cx="5796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CD07AF3-A38A-D159-0C94-9717D53D077C}"/>
                    </a:ext>
                  </a:extLst>
                </p14:cNvPr>
                <p14:cNvContentPartPr/>
                <p14:nvPr/>
              </p14:nvContentPartPr>
              <p14:xfrm>
                <a:off x="9897934" y="2443570"/>
                <a:ext cx="193680" cy="174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CD07AF3-A38A-D159-0C94-9717D53D077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9934" y="2425570"/>
                  <a:ext cx="22932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6CE6376-0B8A-5F6F-5E5B-59DB9996C73A}"/>
              </a:ext>
            </a:extLst>
          </p:cNvPr>
          <p:cNvGrpSpPr/>
          <p:nvPr/>
        </p:nvGrpSpPr>
        <p:grpSpPr>
          <a:xfrm>
            <a:off x="5825107" y="1971286"/>
            <a:ext cx="92520" cy="102240"/>
            <a:chOff x="5825107" y="1971286"/>
            <a:chExt cx="9252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08A6FC0-5DCB-032F-6CF8-9837D1E9D488}"/>
                    </a:ext>
                  </a:extLst>
                </p14:cNvPr>
                <p14:cNvContentPartPr/>
                <p14:nvPr/>
              </p14:nvContentPartPr>
              <p14:xfrm>
                <a:off x="5825107" y="1971286"/>
                <a:ext cx="92520" cy="102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08A6FC0-5DCB-032F-6CF8-9837D1E9D4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07177" y="1953286"/>
                  <a:ext cx="128022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903CF7-CB9A-6221-9BA0-BE6EF87405A2}"/>
                    </a:ext>
                  </a:extLst>
                </p14:cNvPr>
                <p14:cNvContentPartPr/>
                <p14:nvPr/>
              </p14:nvContentPartPr>
              <p14:xfrm>
                <a:off x="5842747" y="1974526"/>
                <a:ext cx="69480" cy="89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903CF7-CB9A-6221-9BA0-BE6EF87405A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24747" y="1956526"/>
                  <a:ext cx="10512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2B24EC-5AE0-5F1E-05C2-93C9629F3152}"/>
              </a:ext>
            </a:extLst>
          </p:cNvPr>
          <p:cNvGrpSpPr/>
          <p:nvPr/>
        </p:nvGrpSpPr>
        <p:grpSpPr>
          <a:xfrm>
            <a:off x="6213187" y="1827286"/>
            <a:ext cx="159120" cy="293400"/>
            <a:chOff x="6213187" y="1827286"/>
            <a:chExt cx="15912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43F300B-0832-8012-8F78-5887E6456098}"/>
                    </a:ext>
                  </a:extLst>
                </p14:cNvPr>
                <p14:cNvContentPartPr/>
                <p14:nvPr/>
              </p14:nvContentPartPr>
              <p14:xfrm>
                <a:off x="6217867" y="1827286"/>
                <a:ext cx="15120" cy="293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43F300B-0832-8012-8F78-5887E645609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99867" y="1809286"/>
                  <a:ext cx="50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9D7633-EFC8-0E81-7BBE-3C1CE2E728C9}"/>
                    </a:ext>
                  </a:extLst>
                </p14:cNvPr>
                <p14:cNvContentPartPr/>
                <p14:nvPr/>
              </p14:nvContentPartPr>
              <p14:xfrm>
                <a:off x="6213187" y="1862926"/>
                <a:ext cx="159120" cy="155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9D7633-EFC8-0E81-7BBE-3C1CE2E728C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95228" y="1844968"/>
                  <a:ext cx="194680" cy="1907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4FD0181-6800-85EE-32FC-CA94C7C8382A}"/>
                    </a:ext>
                  </a:extLst>
                </p14:cNvPr>
                <p14:cNvContentPartPr/>
                <p14:nvPr/>
              </p14:nvContentPartPr>
              <p14:xfrm>
                <a:off x="6265027" y="1940686"/>
                <a:ext cx="82440" cy="5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4FD0181-6800-85EE-32FC-CA94C7C8382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47105" y="1922686"/>
                  <a:ext cx="117925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4B29054-B42F-CEE2-ED06-F9FBC98FD46A}"/>
              </a:ext>
            </a:extLst>
          </p:cNvPr>
          <p:cNvGrpSpPr/>
          <p:nvPr/>
        </p:nvGrpSpPr>
        <p:grpSpPr>
          <a:xfrm>
            <a:off x="5981707" y="3860926"/>
            <a:ext cx="95040" cy="129600"/>
            <a:chOff x="5981707" y="3860926"/>
            <a:chExt cx="95040" cy="12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8552339-72F2-0991-4C9F-98F78A535067}"/>
                    </a:ext>
                  </a:extLst>
                </p14:cNvPr>
                <p14:cNvContentPartPr/>
                <p14:nvPr/>
              </p14:nvContentPartPr>
              <p14:xfrm>
                <a:off x="5996107" y="3878926"/>
                <a:ext cx="80640" cy="111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8552339-72F2-0991-4C9F-98F78A5350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78107" y="3860926"/>
                  <a:ext cx="116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4FD3F5D-F90B-E4A8-E89C-5D3CC3F3CF2D}"/>
                    </a:ext>
                  </a:extLst>
                </p14:cNvPr>
                <p14:cNvContentPartPr/>
                <p14:nvPr/>
              </p14:nvContentPartPr>
              <p14:xfrm>
                <a:off x="5981707" y="3860926"/>
                <a:ext cx="76680" cy="82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4FD3F5D-F90B-E4A8-E89C-5D3CC3F3CF2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63707" y="3842926"/>
                  <a:ext cx="1123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108843A-2669-F759-5E1B-287264E8CEBD}"/>
              </a:ext>
            </a:extLst>
          </p:cNvPr>
          <p:cNvGrpSpPr/>
          <p:nvPr/>
        </p:nvGrpSpPr>
        <p:grpSpPr>
          <a:xfrm>
            <a:off x="6505507" y="3897286"/>
            <a:ext cx="200160" cy="239400"/>
            <a:chOff x="6505507" y="3897286"/>
            <a:chExt cx="20016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A4DD71F-B8F5-23B2-E078-3E84315CE272}"/>
                    </a:ext>
                  </a:extLst>
                </p14:cNvPr>
                <p14:cNvContentPartPr/>
                <p14:nvPr/>
              </p14:nvContentPartPr>
              <p14:xfrm>
                <a:off x="6516667" y="3935086"/>
                <a:ext cx="86040" cy="201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A4DD71F-B8F5-23B2-E078-3E84315CE2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98667" y="3917086"/>
                  <a:ext cx="121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3A650F-0DAC-2713-13FC-19B7103011A9}"/>
                    </a:ext>
                  </a:extLst>
                </p14:cNvPr>
                <p14:cNvContentPartPr/>
                <p14:nvPr/>
              </p14:nvContentPartPr>
              <p14:xfrm>
                <a:off x="6505507" y="3897286"/>
                <a:ext cx="200160" cy="217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3A650F-0DAC-2713-13FC-19B7103011A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87539" y="3879316"/>
                  <a:ext cx="235736" cy="25302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0736FEF-E71B-BD61-4032-6BDD6A0CC599}"/>
              </a:ext>
            </a:extLst>
          </p:cNvPr>
          <p:cNvGrpSpPr/>
          <p:nvPr/>
        </p:nvGrpSpPr>
        <p:grpSpPr>
          <a:xfrm>
            <a:off x="5895307" y="5105446"/>
            <a:ext cx="1272240" cy="563040"/>
            <a:chOff x="5895307" y="5105446"/>
            <a:chExt cx="1272240" cy="56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324B2E-008A-543C-C489-3BD924DFEC04}"/>
                    </a:ext>
                  </a:extLst>
                </p14:cNvPr>
                <p14:cNvContentPartPr/>
                <p14:nvPr/>
              </p14:nvContentPartPr>
              <p14:xfrm>
                <a:off x="5895307" y="5105446"/>
                <a:ext cx="315360" cy="396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324B2E-008A-543C-C489-3BD924DFEC0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77307" y="5087446"/>
                  <a:ext cx="3510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83F8915-9498-2C5A-16DF-3B9D943A27FD}"/>
                    </a:ext>
                  </a:extLst>
                </p14:cNvPr>
                <p14:cNvContentPartPr/>
                <p14:nvPr/>
              </p14:nvContentPartPr>
              <p14:xfrm>
                <a:off x="6289147" y="5420446"/>
                <a:ext cx="12600" cy="248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83F8915-9498-2C5A-16DF-3B9D943A27F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71147" y="5402446"/>
                  <a:ext cx="482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F7E993A-E320-B22A-6E6B-D463E2E84FF8}"/>
                    </a:ext>
                  </a:extLst>
                </p14:cNvPr>
                <p14:cNvContentPartPr/>
                <p14:nvPr/>
              </p14:nvContentPartPr>
              <p14:xfrm>
                <a:off x="6297787" y="5447806"/>
                <a:ext cx="131040" cy="138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F7E993A-E320-B22A-6E6B-D463E2E84FF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79787" y="5429806"/>
                  <a:ext cx="166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94D91AE-88C4-99BE-FB86-AD0CE9B2A2EC}"/>
                    </a:ext>
                  </a:extLst>
                </p14:cNvPr>
                <p14:cNvContentPartPr/>
                <p14:nvPr/>
              </p14:nvContentPartPr>
              <p14:xfrm>
                <a:off x="6297427" y="5507206"/>
                <a:ext cx="63720" cy="36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94D91AE-88C4-99BE-FB86-AD0CE9B2A2E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79427" y="5489026"/>
                  <a:ext cx="99360" cy="72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77FAA91-D182-B155-6F50-F9809E72F289}"/>
                    </a:ext>
                  </a:extLst>
                </p14:cNvPr>
                <p14:cNvContentPartPr/>
                <p14:nvPr/>
              </p14:nvContentPartPr>
              <p14:xfrm>
                <a:off x="6482107" y="5427646"/>
                <a:ext cx="60120" cy="152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77FAA91-D182-B155-6F50-F9809E72F28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64107" y="5409603"/>
                  <a:ext cx="95760" cy="1880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E74C1E-54FA-933F-6FE0-A4A0C6768102}"/>
                    </a:ext>
                  </a:extLst>
                </p14:cNvPr>
                <p14:cNvContentPartPr/>
                <p14:nvPr/>
              </p14:nvContentPartPr>
              <p14:xfrm>
                <a:off x="6495067" y="5361766"/>
                <a:ext cx="157680" cy="225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E74C1E-54FA-933F-6FE0-A4A0C676810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77067" y="5343795"/>
                  <a:ext cx="193320" cy="2613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36B861-EDD0-AE0E-BF53-877303DA5942}"/>
                    </a:ext>
                  </a:extLst>
                </p14:cNvPr>
                <p14:cNvContentPartPr/>
                <p14:nvPr/>
              </p14:nvContentPartPr>
              <p14:xfrm>
                <a:off x="6752827" y="5277526"/>
                <a:ext cx="101160" cy="51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36B861-EDD0-AE0E-BF53-877303DA594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34827" y="5259526"/>
                  <a:ext cx="136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68E8D45-DB23-8A00-A3D4-A29C3D8A0F10}"/>
                    </a:ext>
                  </a:extLst>
                </p14:cNvPr>
                <p14:cNvContentPartPr/>
                <p14:nvPr/>
              </p14:nvContentPartPr>
              <p14:xfrm>
                <a:off x="6811507" y="5366086"/>
                <a:ext cx="58680" cy="38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68E8D45-DB23-8A00-A3D4-A29C3D8A0F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93507" y="5348253"/>
                  <a:ext cx="94320" cy="738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3031448-F588-7270-037F-0BA2AAF8B231}"/>
                    </a:ext>
                  </a:extLst>
                </p14:cNvPr>
                <p14:cNvContentPartPr/>
                <p14:nvPr/>
              </p14:nvContentPartPr>
              <p14:xfrm>
                <a:off x="6978187" y="5160886"/>
                <a:ext cx="144000" cy="261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3031448-F588-7270-037F-0BA2AAF8B23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960232" y="5142886"/>
                  <a:ext cx="179551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60482C2-A76B-A1E3-5F10-7FD0D530116F}"/>
                    </a:ext>
                  </a:extLst>
                </p14:cNvPr>
                <p14:cNvContentPartPr/>
                <p14:nvPr/>
              </p14:nvContentPartPr>
              <p14:xfrm>
                <a:off x="7158547" y="5574526"/>
                <a:ext cx="9000" cy="11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60482C2-A76B-A1E3-5F10-7FD0D53011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40547" y="5557055"/>
                  <a:ext cx="44640" cy="4647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5830702-2303-4684-F399-962EA6169161}"/>
                  </a:ext>
                </a:extLst>
              </p14:cNvPr>
              <p14:cNvContentPartPr/>
              <p14:nvPr/>
            </p14:nvContentPartPr>
            <p14:xfrm>
              <a:off x="7338187" y="746566"/>
              <a:ext cx="953280" cy="10321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5830702-2303-4684-F399-962EA616916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284187" y="638926"/>
                <a:ext cx="1060920" cy="12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1FCFA86-F190-6AEA-BAE6-495FC25A3FDE}"/>
                  </a:ext>
                </a:extLst>
              </p14:cNvPr>
              <p14:cNvContentPartPr/>
              <p14:nvPr/>
            </p14:nvContentPartPr>
            <p14:xfrm>
              <a:off x="8445907" y="2241646"/>
              <a:ext cx="977400" cy="9950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1FCFA86-F190-6AEA-BAE6-495FC25A3FD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391907" y="2134006"/>
                <a:ext cx="1085040" cy="12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DE74CDB-E937-63C5-50B2-2578E834DAD7}"/>
                  </a:ext>
                </a:extLst>
              </p14:cNvPr>
              <p14:cNvContentPartPr/>
              <p14:nvPr/>
            </p14:nvContentPartPr>
            <p14:xfrm>
              <a:off x="7217587" y="1132126"/>
              <a:ext cx="39240" cy="333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DE74CDB-E937-63C5-50B2-2578E834DAD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199587" y="1114126"/>
                <a:ext cx="74880" cy="36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D6CC02A-FBB2-6B97-FC5E-3D6D87DC0CDD}"/>
              </a:ext>
            </a:extLst>
          </p:cNvPr>
          <p:cNvGrpSpPr/>
          <p:nvPr/>
        </p:nvGrpSpPr>
        <p:grpSpPr>
          <a:xfrm>
            <a:off x="7270147" y="2201686"/>
            <a:ext cx="102960" cy="1119600"/>
            <a:chOff x="7270147" y="2201686"/>
            <a:chExt cx="102960" cy="11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A721680-1AD2-6305-C075-A9CC249E7E6E}"/>
                    </a:ext>
                  </a:extLst>
                </p14:cNvPr>
                <p14:cNvContentPartPr/>
                <p14:nvPr/>
              </p14:nvContentPartPr>
              <p14:xfrm>
                <a:off x="7270147" y="2201686"/>
                <a:ext cx="10440" cy="16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A721680-1AD2-6305-C075-A9CC249E7E6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52507" y="2184046"/>
                  <a:ext cx="46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F8ECFED-FAA5-5967-4FF7-21EB4D853ECA}"/>
                    </a:ext>
                  </a:extLst>
                </p14:cNvPr>
                <p14:cNvContentPartPr/>
                <p14:nvPr/>
              </p14:nvContentPartPr>
              <p14:xfrm>
                <a:off x="7313707" y="2515966"/>
                <a:ext cx="59400" cy="805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F8ECFED-FAA5-5967-4FF7-21EB4D853EC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96067" y="2498326"/>
                  <a:ext cx="95040" cy="84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351E719-E9D8-D31D-61DC-795B6CE55BB9}"/>
                  </a:ext>
                </a:extLst>
              </p14:cNvPr>
              <p14:cNvContentPartPr/>
              <p14:nvPr/>
            </p14:nvContentPartPr>
            <p14:xfrm>
              <a:off x="7406227" y="3512446"/>
              <a:ext cx="14760" cy="3402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351E719-E9D8-D31D-61DC-795B6CE55BB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388587" y="3494806"/>
                <a:ext cx="50400" cy="37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ED8101C-1EFA-6730-4A91-422D2EDC9BFA}"/>
              </a:ext>
            </a:extLst>
          </p:cNvPr>
          <p:cNvGrpSpPr/>
          <p:nvPr/>
        </p:nvGrpSpPr>
        <p:grpSpPr>
          <a:xfrm>
            <a:off x="7474267" y="4203286"/>
            <a:ext cx="118080" cy="786600"/>
            <a:chOff x="7474267" y="4203286"/>
            <a:chExt cx="118080" cy="78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BFD77F5-E64E-B999-DE39-4E0E8167072E}"/>
                    </a:ext>
                  </a:extLst>
                </p14:cNvPr>
                <p14:cNvContentPartPr/>
                <p14:nvPr/>
              </p14:nvContentPartPr>
              <p14:xfrm>
                <a:off x="7474267" y="4203286"/>
                <a:ext cx="42480" cy="453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BFD77F5-E64E-B999-DE39-4E0E8167072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56627" y="4185286"/>
                  <a:ext cx="781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71175F9-BCFB-042C-C2E1-ACC37C8B3E0D}"/>
                    </a:ext>
                  </a:extLst>
                </p14:cNvPr>
                <p14:cNvContentPartPr/>
                <p14:nvPr/>
              </p14:nvContentPartPr>
              <p14:xfrm>
                <a:off x="7553107" y="4764526"/>
                <a:ext cx="39240" cy="225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71175F9-BCFB-042C-C2E1-ACC37C8B3E0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35107" y="4746886"/>
                  <a:ext cx="7488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3AB3F9D-1780-F1D4-2203-E5A9BA8FACD6}"/>
              </a:ext>
            </a:extLst>
          </p:cNvPr>
          <p:cNvGrpSpPr/>
          <p:nvPr/>
        </p:nvGrpSpPr>
        <p:grpSpPr>
          <a:xfrm>
            <a:off x="7048027" y="564766"/>
            <a:ext cx="435240" cy="297360"/>
            <a:chOff x="7048027" y="564766"/>
            <a:chExt cx="4352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7CEDDE7-10F0-86D8-326F-CC4FB2A81DDA}"/>
                    </a:ext>
                  </a:extLst>
                </p14:cNvPr>
                <p14:cNvContentPartPr/>
                <p14:nvPr/>
              </p14:nvContentPartPr>
              <p14:xfrm>
                <a:off x="7175107" y="664126"/>
                <a:ext cx="15840" cy="198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7CEDDE7-10F0-86D8-326F-CC4FB2A81DD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57107" y="646126"/>
                  <a:ext cx="51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210E4E-D077-9E16-D26F-20F8526E282F}"/>
                    </a:ext>
                  </a:extLst>
                </p14:cNvPr>
                <p14:cNvContentPartPr/>
                <p14:nvPr/>
              </p14:nvContentPartPr>
              <p14:xfrm>
                <a:off x="7048027" y="564766"/>
                <a:ext cx="435240" cy="63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210E4E-D077-9E16-D26F-20F8526E282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30027" y="546766"/>
                  <a:ext cx="4708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A43B01B-F197-0E72-CADA-4C19FF427480}"/>
              </a:ext>
            </a:extLst>
          </p:cNvPr>
          <p:cNvGrpSpPr/>
          <p:nvPr/>
        </p:nvGrpSpPr>
        <p:grpSpPr>
          <a:xfrm>
            <a:off x="7896187" y="490966"/>
            <a:ext cx="1547640" cy="1324080"/>
            <a:chOff x="7896187" y="490966"/>
            <a:chExt cx="1547640" cy="132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0153602-A0EF-1731-B551-5C5697244472}"/>
                    </a:ext>
                  </a:extLst>
                </p14:cNvPr>
                <p14:cNvContentPartPr/>
                <p14:nvPr/>
              </p14:nvContentPartPr>
              <p14:xfrm>
                <a:off x="7896187" y="490966"/>
                <a:ext cx="687240" cy="59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0153602-A0EF-1731-B551-5C569724447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78187" y="473326"/>
                  <a:ext cx="722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2138463-C22D-9AA3-946F-E6FEB2C5237A}"/>
                    </a:ext>
                  </a:extLst>
                </p14:cNvPr>
                <p14:cNvContentPartPr/>
                <p14:nvPr/>
              </p14:nvContentPartPr>
              <p14:xfrm>
                <a:off x="8737147" y="559366"/>
                <a:ext cx="191160" cy="3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2138463-C22D-9AA3-946F-E6FEB2C5237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19507" y="541366"/>
                  <a:ext cx="226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2DAB0F4-2613-D8BC-B128-6F5B136C3D45}"/>
                    </a:ext>
                  </a:extLst>
                </p14:cNvPr>
                <p14:cNvContentPartPr/>
                <p14:nvPr/>
              </p14:nvContentPartPr>
              <p14:xfrm>
                <a:off x="9063667" y="587086"/>
                <a:ext cx="104400" cy="12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2DAB0F4-2613-D8BC-B128-6F5B136C3D4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046027" y="569086"/>
                  <a:ext cx="1400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ED660FF-6EC7-C95D-6510-80EB8A050EB8}"/>
                    </a:ext>
                  </a:extLst>
                </p14:cNvPr>
                <p14:cNvContentPartPr/>
                <p14:nvPr/>
              </p14:nvContentPartPr>
              <p14:xfrm>
                <a:off x="9286867" y="663046"/>
                <a:ext cx="17280" cy="10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ED660FF-6EC7-C95D-6510-80EB8A050EB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69227" y="645046"/>
                  <a:ext cx="52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F4AC458-04B4-5920-15AF-FFD4096FBC18}"/>
                    </a:ext>
                  </a:extLst>
                </p14:cNvPr>
                <p14:cNvContentPartPr/>
                <p14:nvPr/>
              </p14:nvContentPartPr>
              <p14:xfrm>
                <a:off x="9421507" y="700126"/>
                <a:ext cx="22320" cy="11149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F4AC458-04B4-5920-15AF-FFD4096FBC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403867" y="682486"/>
                  <a:ext cx="57960" cy="11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F8292AF-97E7-C3AE-2212-E072C3ECC73B}"/>
                  </a:ext>
                </a:extLst>
              </p14:cNvPr>
              <p14:cNvContentPartPr/>
              <p14:nvPr/>
            </p14:nvContentPartPr>
            <p14:xfrm>
              <a:off x="9408187" y="2119966"/>
              <a:ext cx="7920" cy="925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F8292AF-97E7-C3AE-2212-E072C3ECC73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390547" y="2101966"/>
                <a:ext cx="43560" cy="12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CD9826E-61C0-44A9-F8FB-B73CB294B0FC}"/>
              </a:ext>
            </a:extLst>
          </p:cNvPr>
          <p:cNvGrpSpPr/>
          <p:nvPr/>
        </p:nvGrpSpPr>
        <p:grpSpPr>
          <a:xfrm>
            <a:off x="9414667" y="2623606"/>
            <a:ext cx="37800" cy="746280"/>
            <a:chOff x="9414667" y="2623606"/>
            <a:chExt cx="37800" cy="74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BC2DE95-2C55-F3E2-092F-B18B66E7013D}"/>
                    </a:ext>
                  </a:extLst>
                </p14:cNvPr>
                <p14:cNvContentPartPr/>
                <p14:nvPr/>
              </p14:nvContentPartPr>
              <p14:xfrm>
                <a:off x="9414667" y="2623606"/>
                <a:ext cx="23400" cy="331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BC2DE95-2C55-F3E2-092F-B18B66E7013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96667" y="2605606"/>
                  <a:ext cx="59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F112C9A-B833-BF42-0BD3-A840D0EAC6AE}"/>
                    </a:ext>
                  </a:extLst>
                </p14:cNvPr>
                <p14:cNvContentPartPr/>
                <p14:nvPr/>
              </p14:nvContentPartPr>
              <p14:xfrm>
                <a:off x="9416107" y="3120766"/>
                <a:ext cx="36360" cy="249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F112C9A-B833-BF42-0BD3-A840D0EAC6A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398467" y="3102766"/>
                  <a:ext cx="7200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86CDD13-FF43-F2AC-108F-BA472B27F511}"/>
              </a:ext>
            </a:extLst>
          </p:cNvPr>
          <p:cNvGrpSpPr/>
          <p:nvPr/>
        </p:nvGrpSpPr>
        <p:grpSpPr>
          <a:xfrm>
            <a:off x="9457147" y="3693886"/>
            <a:ext cx="102240" cy="663120"/>
            <a:chOff x="9457147" y="3693886"/>
            <a:chExt cx="102240" cy="66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E139BC1-BB64-D2D3-3B90-A271AEA6FF44}"/>
                    </a:ext>
                  </a:extLst>
                </p14:cNvPr>
                <p14:cNvContentPartPr/>
                <p14:nvPr/>
              </p14:nvContentPartPr>
              <p14:xfrm>
                <a:off x="9457147" y="3693886"/>
                <a:ext cx="21240" cy="237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E139BC1-BB64-D2D3-3B90-A271AEA6FF4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439147" y="3675886"/>
                  <a:ext cx="568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112F22-DF87-699C-B7E6-24DBF557E0BA}"/>
                    </a:ext>
                  </a:extLst>
                </p14:cNvPr>
                <p14:cNvContentPartPr/>
                <p14:nvPr/>
              </p14:nvContentPartPr>
              <p14:xfrm>
                <a:off x="9509347" y="4087726"/>
                <a:ext cx="50040" cy="269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112F22-DF87-699C-B7E6-24DBF557E0B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491347" y="4070086"/>
                  <a:ext cx="8568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BCB673D-D2A7-E1C1-B291-09ADB99EBF03}"/>
              </a:ext>
            </a:extLst>
          </p:cNvPr>
          <p:cNvGrpSpPr/>
          <p:nvPr/>
        </p:nvGrpSpPr>
        <p:grpSpPr>
          <a:xfrm>
            <a:off x="9521947" y="4749406"/>
            <a:ext cx="74880" cy="262440"/>
            <a:chOff x="9521947" y="4749406"/>
            <a:chExt cx="7488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5A142A3-6866-54BB-387C-959C99825990}"/>
                    </a:ext>
                  </a:extLst>
                </p14:cNvPr>
                <p14:cNvContentPartPr/>
                <p14:nvPr/>
              </p14:nvContentPartPr>
              <p14:xfrm>
                <a:off x="9565507" y="4749406"/>
                <a:ext cx="8280" cy="100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5A142A3-6866-54BB-387C-959C9982599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547867" y="4731406"/>
                  <a:ext cx="43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08327DE-9C6C-D6C6-FE08-135866D2D81D}"/>
                    </a:ext>
                  </a:extLst>
                </p14:cNvPr>
                <p14:cNvContentPartPr/>
                <p14:nvPr/>
              </p14:nvContentPartPr>
              <p14:xfrm>
                <a:off x="9521947" y="4970446"/>
                <a:ext cx="74880" cy="41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08327DE-9C6C-D6C6-FE08-135866D2D81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04307" y="4952446"/>
                  <a:ext cx="11052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88E6E37-EF8D-B62E-A796-16EE69998321}"/>
              </a:ext>
            </a:extLst>
          </p:cNvPr>
          <p:cNvGrpSpPr/>
          <p:nvPr/>
        </p:nvGrpSpPr>
        <p:grpSpPr>
          <a:xfrm>
            <a:off x="7921387" y="5008606"/>
            <a:ext cx="1043280" cy="87480"/>
            <a:chOff x="7921387" y="5008606"/>
            <a:chExt cx="104328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30537F4-98D6-12FD-05D7-BB3B31812454}"/>
                    </a:ext>
                  </a:extLst>
                </p14:cNvPr>
                <p14:cNvContentPartPr/>
                <p14:nvPr/>
              </p14:nvContentPartPr>
              <p14:xfrm>
                <a:off x="8237467" y="5008606"/>
                <a:ext cx="727200" cy="87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30537F4-98D6-12FD-05D7-BB3B3181245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19467" y="4990966"/>
                  <a:ext cx="762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50A45DA-67E9-3D63-B784-695FED1A9872}"/>
                    </a:ext>
                  </a:extLst>
                </p14:cNvPr>
                <p14:cNvContentPartPr/>
                <p14:nvPr/>
              </p14:nvContentPartPr>
              <p14:xfrm>
                <a:off x="7948027" y="5056486"/>
                <a:ext cx="135360" cy="30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50A45DA-67E9-3D63-B784-695FED1A987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30387" y="5038846"/>
                  <a:ext cx="171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B7F45EF-5B04-47CB-288A-80B24D1AE8FD}"/>
                    </a:ext>
                  </a:extLst>
                </p14:cNvPr>
                <p14:cNvContentPartPr/>
                <p14:nvPr/>
              </p14:nvContentPartPr>
              <p14:xfrm>
                <a:off x="7921387" y="5040646"/>
                <a:ext cx="11520" cy="29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B7F45EF-5B04-47CB-288A-80B24D1AE8F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03747" y="5022646"/>
                  <a:ext cx="4716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14D3181-4447-4CE9-098A-75359D29F11A}"/>
              </a:ext>
            </a:extLst>
          </p:cNvPr>
          <p:cNvGrpSpPr/>
          <p:nvPr/>
        </p:nvGrpSpPr>
        <p:grpSpPr>
          <a:xfrm>
            <a:off x="10079227" y="1272166"/>
            <a:ext cx="1717200" cy="3133800"/>
            <a:chOff x="10079227" y="1272166"/>
            <a:chExt cx="1717200" cy="313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19A8336-8A27-DDBA-0DC0-8D5E8A9413AB}"/>
                    </a:ext>
                  </a:extLst>
                </p14:cNvPr>
                <p14:cNvContentPartPr/>
                <p14:nvPr/>
              </p14:nvContentPartPr>
              <p14:xfrm>
                <a:off x="10079227" y="1306726"/>
                <a:ext cx="1051560" cy="140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19A8336-8A27-DDBA-0DC0-8D5E8A9413A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061587" y="1288726"/>
                  <a:ext cx="10872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54C7B09-611C-8CF4-1790-1720CB789125}"/>
                    </a:ext>
                  </a:extLst>
                </p14:cNvPr>
                <p14:cNvContentPartPr/>
                <p14:nvPr/>
              </p14:nvContentPartPr>
              <p14:xfrm>
                <a:off x="11165347" y="1272166"/>
                <a:ext cx="295920" cy="912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54C7B09-611C-8CF4-1790-1720CB78912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147347" y="1254166"/>
                  <a:ext cx="331560" cy="9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2070D1-C9D3-D3BC-23BA-F8E014AA74BB}"/>
                    </a:ext>
                  </a:extLst>
                </p14:cNvPr>
                <p14:cNvContentPartPr/>
                <p14:nvPr/>
              </p14:nvContentPartPr>
              <p14:xfrm>
                <a:off x="11194147" y="2141206"/>
                <a:ext cx="548280" cy="632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2070D1-C9D3-D3BC-23BA-F8E014AA74B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176507" y="2123566"/>
                  <a:ext cx="58392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1946AE3-3CEE-AB22-47CB-ABC6D43F6176}"/>
                    </a:ext>
                  </a:extLst>
                </p14:cNvPr>
                <p14:cNvContentPartPr/>
                <p14:nvPr/>
              </p14:nvContentPartPr>
              <p14:xfrm>
                <a:off x="11429227" y="2329126"/>
                <a:ext cx="41760" cy="278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1946AE3-3CEE-AB22-47CB-ABC6D43F617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411587" y="2311126"/>
                  <a:ext cx="774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1F66CCA-B2D3-FF02-1E91-D46C600A40B0}"/>
                    </a:ext>
                  </a:extLst>
                </p14:cNvPr>
                <p14:cNvContentPartPr/>
                <p14:nvPr/>
              </p14:nvContentPartPr>
              <p14:xfrm>
                <a:off x="11333827" y="2312566"/>
                <a:ext cx="218880" cy="144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1F66CCA-B2D3-FF02-1E91-D46C600A40B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315827" y="2294566"/>
                  <a:ext cx="254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21978B4-49F7-41D6-536C-72078C1BE994}"/>
                    </a:ext>
                  </a:extLst>
                </p14:cNvPr>
                <p14:cNvContentPartPr/>
                <p14:nvPr/>
              </p14:nvContentPartPr>
              <p14:xfrm>
                <a:off x="10156267" y="2775526"/>
                <a:ext cx="1380960" cy="1630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21978B4-49F7-41D6-536C-72078C1BE99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138627" y="2757526"/>
                  <a:ext cx="1416600" cy="16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6285474-4F39-20F1-5519-9BF716FE42C4}"/>
                    </a:ext>
                  </a:extLst>
                </p14:cNvPr>
                <p14:cNvContentPartPr/>
                <p14:nvPr/>
              </p14:nvContentPartPr>
              <p14:xfrm>
                <a:off x="10259947" y="1439566"/>
                <a:ext cx="21960" cy="880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6285474-4F39-20F1-5519-9BF716FE42C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242307" y="1421566"/>
                  <a:ext cx="5760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EF77DF5-7DFA-59E7-C296-D0B81A6C5998}"/>
                    </a:ext>
                  </a:extLst>
                </p14:cNvPr>
                <p14:cNvContentPartPr/>
                <p14:nvPr/>
              </p14:nvContentPartPr>
              <p14:xfrm>
                <a:off x="10272547" y="2386726"/>
                <a:ext cx="170640" cy="402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EF77DF5-7DFA-59E7-C296-D0B81A6C599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254907" y="2369086"/>
                  <a:ext cx="2062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68D5008-D932-BB64-EB3B-51BBCD7EF680}"/>
                    </a:ext>
                  </a:extLst>
                </p14:cNvPr>
                <p14:cNvContentPartPr/>
                <p14:nvPr/>
              </p14:nvContentPartPr>
              <p14:xfrm>
                <a:off x="10377307" y="2814766"/>
                <a:ext cx="106200" cy="34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68D5008-D932-BB64-EB3B-51BBCD7EF68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59307" y="2797126"/>
                  <a:ext cx="1418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1799828-285D-1552-B7BD-04FDBAEEFA0B}"/>
                    </a:ext>
                  </a:extLst>
                </p14:cNvPr>
                <p14:cNvContentPartPr/>
                <p14:nvPr/>
              </p14:nvContentPartPr>
              <p14:xfrm>
                <a:off x="10415827" y="2886046"/>
                <a:ext cx="60480" cy="1423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1799828-285D-1552-B7BD-04FDBAEEFA0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397827" y="2868406"/>
                  <a:ext cx="96120" cy="14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4429F45-58C8-FE2A-48CD-B92284A3E8C3}"/>
                    </a:ext>
                  </a:extLst>
                </p14:cNvPr>
                <p14:cNvContentPartPr/>
                <p14:nvPr/>
              </p14:nvContentPartPr>
              <p14:xfrm>
                <a:off x="10369027" y="4250806"/>
                <a:ext cx="110160" cy="118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4429F45-58C8-FE2A-48CD-B92284A3E8C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351387" y="4232806"/>
                  <a:ext cx="145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7A122FD-9229-2F00-C6B9-976043631F08}"/>
                    </a:ext>
                  </a:extLst>
                </p14:cNvPr>
                <p14:cNvContentPartPr/>
                <p14:nvPr/>
              </p14:nvContentPartPr>
              <p14:xfrm>
                <a:off x="10163107" y="1377646"/>
                <a:ext cx="160920" cy="81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7A122FD-9229-2F00-C6B9-976043631F0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45107" y="1360006"/>
                  <a:ext cx="196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230F3C9-96C0-336A-F5D5-D3E0B0412368}"/>
                    </a:ext>
                  </a:extLst>
                </p14:cNvPr>
                <p14:cNvContentPartPr/>
                <p14:nvPr/>
              </p14:nvContentPartPr>
              <p14:xfrm>
                <a:off x="10448947" y="1869406"/>
                <a:ext cx="85680" cy="352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230F3C9-96C0-336A-F5D5-D3E0B041236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30947" y="1851766"/>
                  <a:ext cx="1213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85BCD5D-6E6F-5FEF-E12A-2117DA3F4EF8}"/>
                    </a:ext>
                  </a:extLst>
                </p14:cNvPr>
                <p14:cNvContentPartPr/>
                <p14:nvPr/>
              </p14:nvContentPartPr>
              <p14:xfrm>
                <a:off x="10502947" y="1817566"/>
                <a:ext cx="160200" cy="144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85BCD5D-6E6F-5FEF-E12A-2117DA3F4EF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85307" y="1799566"/>
                  <a:ext cx="1958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10C23AB-37BC-6E74-2190-0A85EF8FEC2A}"/>
                    </a:ext>
                  </a:extLst>
                </p14:cNvPr>
                <p14:cNvContentPartPr/>
                <p14:nvPr/>
              </p14:nvContentPartPr>
              <p14:xfrm>
                <a:off x="11712547" y="1765726"/>
                <a:ext cx="36360" cy="267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10C23AB-37BC-6E74-2190-0A85EF8FEC2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94547" y="1748086"/>
                  <a:ext cx="720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D14B2E2-04D7-E707-CA83-16BB643C7B31}"/>
                    </a:ext>
                  </a:extLst>
                </p14:cNvPr>
                <p14:cNvContentPartPr/>
                <p14:nvPr/>
              </p14:nvContentPartPr>
              <p14:xfrm>
                <a:off x="11631547" y="1777606"/>
                <a:ext cx="132480" cy="66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D14B2E2-04D7-E707-CA83-16BB643C7B3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613907" y="1759606"/>
                  <a:ext cx="168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4E9B835-EB30-E5F7-5A3F-A06D73759AF2}"/>
                    </a:ext>
                  </a:extLst>
                </p14:cNvPr>
                <p14:cNvContentPartPr/>
                <p14:nvPr/>
              </p14:nvContentPartPr>
              <p14:xfrm>
                <a:off x="11720107" y="1955446"/>
                <a:ext cx="76320" cy="25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4E9B835-EB30-E5F7-5A3F-A06D73759AF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702467" y="1937806"/>
                  <a:ext cx="111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007BF86-EA7C-ED1E-4F88-AFD6D43D2ED7}"/>
                    </a:ext>
                  </a:extLst>
                </p14:cNvPr>
                <p14:cNvContentPartPr/>
                <p14:nvPr/>
              </p14:nvContentPartPr>
              <p14:xfrm>
                <a:off x="10441387" y="1830526"/>
                <a:ext cx="284760" cy="162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007BF86-EA7C-ED1E-4F88-AFD6D43D2ED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23747" y="1812526"/>
                  <a:ext cx="32040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66E3290-865E-2B48-18EE-F8208D223E56}"/>
              </a:ext>
            </a:extLst>
          </p:cNvPr>
          <p:cNvGrpSpPr/>
          <p:nvPr/>
        </p:nvGrpSpPr>
        <p:grpSpPr>
          <a:xfrm>
            <a:off x="8781427" y="5584606"/>
            <a:ext cx="1933920" cy="711720"/>
            <a:chOff x="8781427" y="5584606"/>
            <a:chExt cx="1933920" cy="71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52875CA-B472-160D-029D-8E656998A9E6}"/>
                    </a:ext>
                  </a:extLst>
                </p14:cNvPr>
                <p14:cNvContentPartPr/>
                <p14:nvPr/>
              </p14:nvContentPartPr>
              <p14:xfrm>
                <a:off x="8781427" y="5705926"/>
                <a:ext cx="245520" cy="361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52875CA-B472-160D-029D-8E656998A9E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763427" y="5687926"/>
                  <a:ext cx="2811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D8F3F11-8E81-027C-B8F9-A1C8F69A4F22}"/>
                    </a:ext>
                  </a:extLst>
                </p14:cNvPr>
                <p14:cNvContentPartPr/>
                <p14:nvPr/>
              </p14:nvContentPartPr>
              <p14:xfrm>
                <a:off x="9150427" y="5973766"/>
                <a:ext cx="110520" cy="186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D8F3F11-8E81-027C-B8F9-A1C8F69A4F2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32427" y="5955766"/>
                  <a:ext cx="146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615849E-44EA-66C2-A034-E279C3E785B9}"/>
                    </a:ext>
                  </a:extLst>
                </p14:cNvPr>
                <p14:cNvContentPartPr/>
                <p14:nvPr/>
              </p14:nvContentPartPr>
              <p14:xfrm>
                <a:off x="9423307" y="5908966"/>
                <a:ext cx="79200" cy="46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615849E-44EA-66C2-A034-E279C3E785B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405667" y="5890966"/>
                  <a:ext cx="114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D905DC2-99DE-6CA6-9974-9CAE1E74684A}"/>
                    </a:ext>
                  </a:extLst>
                </p14:cNvPr>
                <p14:cNvContentPartPr/>
                <p14:nvPr/>
              </p14:nvContentPartPr>
              <p14:xfrm>
                <a:off x="9445267" y="5973406"/>
                <a:ext cx="123120" cy="38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D905DC2-99DE-6CA6-9974-9CAE1E7468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427627" y="5955406"/>
                  <a:ext cx="1587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F625955-FC54-9361-82A9-484622E9E275}"/>
                    </a:ext>
                  </a:extLst>
                </p14:cNvPr>
                <p14:cNvContentPartPr/>
                <p14:nvPr/>
              </p14:nvContentPartPr>
              <p14:xfrm>
                <a:off x="9770707" y="5708806"/>
                <a:ext cx="43920" cy="354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F625955-FC54-9361-82A9-484622E9E27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753067" y="5691166"/>
                  <a:ext cx="795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CE3BBDC-3AE9-919E-046A-ECED655AF10D}"/>
                    </a:ext>
                  </a:extLst>
                </p14:cNvPr>
                <p14:cNvContentPartPr/>
                <p14:nvPr/>
              </p14:nvContentPartPr>
              <p14:xfrm>
                <a:off x="9699427" y="5748046"/>
                <a:ext cx="139320" cy="61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CE3BBDC-3AE9-919E-046A-ECED655AF10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681427" y="5730046"/>
                  <a:ext cx="174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94A358B-8B6D-8EA6-E306-5539D45960CD}"/>
                    </a:ext>
                  </a:extLst>
                </p14:cNvPr>
                <p14:cNvContentPartPr/>
                <p14:nvPr/>
              </p14:nvContentPartPr>
              <p14:xfrm>
                <a:off x="9730387" y="6022006"/>
                <a:ext cx="150120" cy="71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94A358B-8B6D-8EA6-E306-5539D45960C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712747" y="6004366"/>
                  <a:ext cx="185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8245B4D-D009-1E29-582F-CA139494E3F9}"/>
                    </a:ext>
                  </a:extLst>
                </p14:cNvPr>
                <p14:cNvContentPartPr/>
                <p14:nvPr/>
              </p14:nvContentPartPr>
              <p14:xfrm>
                <a:off x="10011547" y="5947486"/>
                <a:ext cx="108000" cy="182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8245B4D-D009-1E29-582F-CA139494E3F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993547" y="5929486"/>
                  <a:ext cx="143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1130F53-C5D6-B8BC-4FE3-F9B7A115B023}"/>
                    </a:ext>
                  </a:extLst>
                </p14:cNvPr>
                <p14:cNvContentPartPr/>
                <p14:nvPr/>
              </p14:nvContentPartPr>
              <p14:xfrm>
                <a:off x="10266787" y="5841646"/>
                <a:ext cx="43560" cy="270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1130F53-C5D6-B8BC-4FE3-F9B7A115B02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249147" y="5823646"/>
                  <a:ext cx="79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48BB638-F1FB-5197-6E01-04BA646EB0E1}"/>
                    </a:ext>
                  </a:extLst>
                </p14:cNvPr>
                <p14:cNvContentPartPr/>
                <p14:nvPr/>
              </p14:nvContentPartPr>
              <p14:xfrm>
                <a:off x="10250587" y="5799886"/>
                <a:ext cx="198720" cy="191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48BB638-F1FB-5197-6E01-04BA646EB0E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232587" y="5782246"/>
                  <a:ext cx="234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7184FD5-13DA-36A2-241F-0E69ABFED97A}"/>
                    </a:ext>
                  </a:extLst>
                </p14:cNvPr>
                <p14:cNvContentPartPr/>
                <p14:nvPr/>
              </p14:nvContentPartPr>
              <p14:xfrm>
                <a:off x="10134307" y="5584606"/>
                <a:ext cx="581040" cy="711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7184FD5-13DA-36A2-241F-0E69ABFED97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116307" y="5566606"/>
                  <a:ext cx="616680" cy="74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06380DB-C2A1-BA04-4EDF-B1BCBC115546}"/>
              </a:ext>
            </a:extLst>
          </p:cNvPr>
          <p:cNvGrpSpPr/>
          <p:nvPr/>
        </p:nvGrpSpPr>
        <p:grpSpPr>
          <a:xfrm>
            <a:off x="7385707" y="695086"/>
            <a:ext cx="2863080" cy="2350080"/>
            <a:chOff x="7385707" y="695086"/>
            <a:chExt cx="2863080" cy="235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0D7ADFB-76A8-0BC1-9AE7-EFFC73BBEEF9}"/>
                    </a:ext>
                  </a:extLst>
                </p14:cNvPr>
                <p14:cNvContentPartPr/>
                <p14:nvPr/>
              </p14:nvContentPartPr>
              <p14:xfrm>
                <a:off x="7420987" y="695086"/>
                <a:ext cx="1115640" cy="1350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0D7ADFB-76A8-0BC1-9AE7-EFFC73BBEEF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402987" y="677086"/>
                  <a:ext cx="1151280" cy="13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04B887E-C2D5-554D-5732-361A57271EFD}"/>
                    </a:ext>
                  </a:extLst>
                </p14:cNvPr>
                <p14:cNvContentPartPr/>
                <p14:nvPr/>
              </p14:nvContentPartPr>
              <p14:xfrm>
                <a:off x="7385707" y="729286"/>
                <a:ext cx="112680" cy="1284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04B887E-C2D5-554D-5732-361A57271EF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368067" y="711646"/>
                  <a:ext cx="148320" cy="13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FF0E51C-9175-0D8A-4A3B-170D5E53D9CD}"/>
                    </a:ext>
                  </a:extLst>
                </p14:cNvPr>
                <p14:cNvContentPartPr/>
                <p14:nvPr/>
              </p14:nvContentPartPr>
              <p14:xfrm>
                <a:off x="8403787" y="1229686"/>
                <a:ext cx="1773000" cy="1696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FF0E51C-9175-0D8A-4A3B-170D5E53D9C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386147" y="1212046"/>
                  <a:ext cx="1808640" cy="17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585FD2D-E50F-D7B0-101A-22063CD9FD59}"/>
                    </a:ext>
                  </a:extLst>
                </p14:cNvPr>
                <p14:cNvContentPartPr/>
                <p14:nvPr/>
              </p14:nvContentPartPr>
              <p14:xfrm>
                <a:off x="10113787" y="2827726"/>
                <a:ext cx="135000" cy="217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585FD2D-E50F-D7B0-101A-22063CD9FD5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96147" y="2810086"/>
                  <a:ext cx="17064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8BE9797-4E15-102D-D12F-11B7122F1B57}"/>
              </a:ext>
            </a:extLst>
          </p:cNvPr>
          <p:cNvGrpSpPr/>
          <p:nvPr/>
        </p:nvGrpSpPr>
        <p:grpSpPr>
          <a:xfrm>
            <a:off x="10580347" y="2727646"/>
            <a:ext cx="591480" cy="286920"/>
            <a:chOff x="10580347" y="2727646"/>
            <a:chExt cx="59148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B5162D3-2516-0892-2F13-AAF630F51E69}"/>
                    </a:ext>
                  </a:extLst>
                </p14:cNvPr>
                <p14:cNvContentPartPr/>
                <p14:nvPr/>
              </p14:nvContentPartPr>
              <p14:xfrm>
                <a:off x="10580347" y="2727646"/>
                <a:ext cx="248400" cy="270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B5162D3-2516-0892-2F13-AAF630F51E6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562707" y="2710006"/>
                  <a:ext cx="2840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4D2DF22-E181-5141-94EB-CBFD0BCF4E29}"/>
                    </a:ext>
                  </a:extLst>
                </p14:cNvPr>
                <p14:cNvContentPartPr/>
                <p14:nvPr/>
              </p14:nvContentPartPr>
              <p14:xfrm>
                <a:off x="10899307" y="2811166"/>
                <a:ext cx="272520" cy="203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4D2DF22-E181-5141-94EB-CBFD0BCF4E2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881307" y="2793526"/>
                  <a:ext cx="30816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9FB3DBB-1696-02FA-57DA-526D3B6F157A}"/>
              </a:ext>
            </a:extLst>
          </p:cNvPr>
          <p:cNvGrpSpPr/>
          <p:nvPr/>
        </p:nvGrpSpPr>
        <p:grpSpPr>
          <a:xfrm>
            <a:off x="10834867" y="4382206"/>
            <a:ext cx="1220400" cy="1573920"/>
            <a:chOff x="10834867" y="4382206"/>
            <a:chExt cx="1220400" cy="157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2FDC8A5-DBF5-2E12-71C9-898E6993C158}"/>
                    </a:ext>
                  </a:extLst>
                </p14:cNvPr>
                <p14:cNvContentPartPr/>
                <p14:nvPr/>
              </p14:nvContentPartPr>
              <p14:xfrm>
                <a:off x="10900747" y="4646446"/>
                <a:ext cx="48600" cy="3891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2FDC8A5-DBF5-2E12-71C9-898E6993C15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882747" y="4628446"/>
                  <a:ext cx="842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74E5C7A-2880-A09B-EE69-FB68A06E4877}"/>
                    </a:ext>
                  </a:extLst>
                </p14:cNvPr>
                <p14:cNvContentPartPr/>
                <p14:nvPr/>
              </p14:nvContentPartPr>
              <p14:xfrm>
                <a:off x="10834867" y="4695046"/>
                <a:ext cx="117720" cy="61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74E5C7A-2880-A09B-EE69-FB68A06E487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817227" y="4677046"/>
                  <a:ext cx="153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C97DDBF-86A8-F37A-B12F-3A0BB7B5AAAA}"/>
                    </a:ext>
                  </a:extLst>
                </p14:cNvPr>
                <p14:cNvContentPartPr/>
                <p14:nvPr/>
              </p14:nvContentPartPr>
              <p14:xfrm>
                <a:off x="10850347" y="4995286"/>
                <a:ext cx="113760" cy="514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C97DDBF-86A8-F37A-B12F-3A0BB7B5AAA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832707" y="4977646"/>
                  <a:ext cx="149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195B0C-79C0-B804-8920-6DD69213E016}"/>
                    </a:ext>
                  </a:extLst>
                </p14:cNvPr>
                <p14:cNvContentPartPr/>
                <p14:nvPr/>
              </p14:nvContentPartPr>
              <p14:xfrm>
                <a:off x="11121067" y="4877926"/>
                <a:ext cx="64800" cy="170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195B0C-79C0-B804-8920-6DD69213E01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103067" y="4859926"/>
                  <a:ext cx="1004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B8024BA-C093-7B44-695B-30DFF979AACA}"/>
                    </a:ext>
                  </a:extLst>
                </p14:cNvPr>
                <p14:cNvContentPartPr/>
                <p14:nvPr/>
              </p14:nvContentPartPr>
              <p14:xfrm>
                <a:off x="11310787" y="4786126"/>
                <a:ext cx="47880" cy="34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B8024BA-C093-7B44-695B-30DFF979AAC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292787" y="4768126"/>
                  <a:ext cx="83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62A768C-0A30-7DA5-EEF3-055BA3A02ADE}"/>
                    </a:ext>
                  </a:extLst>
                </p14:cNvPr>
                <p14:cNvContentPartPr/>
                <p14:nvPr/>
              </p14:nvContentPartPr>
              <p14:xfrm>
                <a:off x="11321947" y="4845886"/>
                <a:ext cx="68040" cy="30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62A768C-0A30-7DA5-EEF3-055BA3A02AD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303947" y="4828246"/>
                  <a:ext cx="103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EC455D6-057F-77FD-92DE-FC488A490CB2}"/>
                    </a:ext>
                  </a:extLst>
                </p14:cNvPr>
                <p14:cNvContentPartPr/>
                <p14:nvPr/>
              </p14:nvContentPartPr>
              <p14:xfrm>
                <a:off x="11489707" y="4382206"/>
                <a:ext cx="201600" cy="283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EC455D6-057F-77FD-92DE-FC488A490CB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472067" y="4364206"/>
                  <a:ext cx="2372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BD97EA1-141D-05A2-A44A-3F1AC969140D}"/>
                    </a:ext>
                  </a:extLst>
                </p14:cNvPr>
                <p14:cNvContentPartPr/>
                <p14:nvPr/>
              </p14:nvContentPartPr>
              <p14:xfrm>
                <a:off x="11777707" y="4587766"/>
                <a:ext cx="129600" cy="168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BD97EA1-141D-05A2-A44A-3F1AC969140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760067" y="4570126"/>
                  <a:ext cx="165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67CD579-3FA4-0E49-DD6A-5B7573DAB872}"/>
                    </a:ext>
                  </a:extLst>
                </p14:cNvPr>
                <p14:cNvContentPartPr/>
                <p14:nvPr/>
              </p14:nvContentPartPr>
              <p14:xfrm>
                <a:off x="11622187" y="4879726"/>
                <a:ext cx="433080" cy="77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67CD579-3FA4-0E49-DD6A-5B7573DAB87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604187" y="4861726"/>
                  <a:ext cx="468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630D929-550B-8310-26FB-88159D47B08E}"/>
                    </a:ext>
                  </a:extLst>
                </p14:cNvPr>
                <p14:cNvContentPartPr/>
                <p14:nvPr/>
              </p14:nvContentPartPr>
              <p14:xfrm>
                <a:off x="11727667" y="5174566"/>
                <a:ext cx="56160" cy="240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630D929-550B-8310-26FB-88159D47B08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709667" y="5156566"/>
                  <a:ext cx="91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ED1488F-2802-4C5E-BDB0-3C916156D914}"/>
                    </a:ext>
                  </a:extLst>
                </p14:cNvPr>
                <p14:cNvContentPartPr/>
                <p14:nvPr/>
              </p14:nvContentPartPr>
              <p14:xfrm>
                <a:off x="11704627" y="5130286"/>
                <a:ext cx="208800" cy="1414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ED1488F-2802-4C5E-BDB0-3C916156D91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686987" y="5112286"/>
                  <a:ext cx="244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CFEA442-66C2-15D8-79D5-7833C88D3569}"/>
                    </a:ext>
                  </a:extLst>
                </p14:cNvPr>
                <p14:cNvContentPartPr/>
                <p14:nvPr/>
              </p14:nvContentPartPr>
              <p14:xfrm>
                <a:off x="11104867" y="5802406"/>
                <a:ext cx="64080" cy="42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CFEA442-66C2-15D8-79D5-7833C88D356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087227" y="5784406"/>
                  <a:ext cx="997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9AF0B88-98F4-0ABB-1ED8-CDF1FAD8DD8D}"/>
                    </a:ext>
                  </a:extLst>
                </p14:cNvPr>
                <p14:cNvContentPartPr/>
                <p14:nvPr/>
              </p14:nvContentPartPr>
              <p14:xfrm>
                <a:off x="11085787" y="5891326"/>
                <a:ext cx="113040" cy="44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9AF0B88-98F4-0ABB-1ED8-CDF1FAD8DD8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067787" y="5873686"/>
                  <a:ext cx="148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04BCDCD-0B89-F7A3-035F-2405E7312EFB}"/>
                    </a:ext>
                  </a:extLst>
                </p14:cNvPr>
                <p14:cNvContentPartPr/>
                <p14:nvPr/>
              </p14:nvContentPartPr>
              <p14:xfrm>
                <a:off x="11355427" y="5600806"/>
                <a:ext cx="32400" cy="207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04BCDCD-0B89-F7A3-035F-2405E7312EF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337427" y="5582806"/>
                  <a:ext cx="68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16F5069-280F-32DF-F1B5-DFE310456E03}"/>
                    </a:ext>
                  </a:extLst>
                </p14:cNvPr>
                <p14:cNvContentPartPr/>
                <p14:nvPr/>
              </p14:nvContentPartPr>
              <p14:xfrm>
                <a:off x="11436427" y="5557606"/>
                <a:ext cx="211320" cy="1936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16F5069-280F-32DF-F1B5-DFE310456E0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418427" y="5539966"/>
                  <a:ext cx="246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D2D340F-668B-51FD-5359-7DF17C6E1A49}"/>
                    </a:ext>
                  </a:extLst>
                </p14:cNvPr>
                <p14:cNvContentPartPr/>
                <p14:nvPr/>
              </p14:nvContentPartPr>
              <p14:xfrm>
                <a:off x="11302507" y="5873686"/>
                <a:ext cx="523800" cy="82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D2D340F-668B-51FD-5359-7DF17C6E1A4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284507" y="5855686"/>
                  <a:ext cx="55944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894DBFFE-D5A3-55D8-9E97-4E146CF9A06A}"/>
                  </a:ext>
                </a:extLst>
              </p14:cNvPr>
              <p14:cNvContentPartPr/>
              <p14:nvPr/>
            </p14:nvContentPartPr>
            <p14:xfrm>
              <a:off x="11501227" y="6090766"/>
              <a:ext cx="171720" cy="2210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894DBFFE-D5A3-55D8-9E97-4E146CF9A06A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1483227" y="6072766"/>
                <a:ext cx="207360" cy="25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0160EC20-8A05-5E65-A238-D4E0C593463E}"/>
              </a:ext>
            </a:extLst>
          </p:cNvPr>
          <p:cNvGrpSpPr/>
          <p:nvPr/>
        </p:nvGrpSpPr>
        <p:grpSpPr>
          <a:xfrm>
            <a:off x="11855107" y="2310046"/>
            <a:ext cx="266400" cy="274320"/>
            <a:chOff x="11855107" y="2310046"/>
            <a:chExt cx="26640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C8F1A99-4C36-369A-3E5A-3278F4F9D306}"/>
                    </a:ext>
                  </a:extLst>
                </p14:cNvPr>
                <p14:cNvContentPartPr/>
                <p14:nvPr/>
              </p14:nvContentPartPr>
              <p14:xfrm>
                <a:off x="11901547" y="2335246"/>
                <a:ext cx="3600" cy="2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C8F1A99-4C36-369A-3E5A-3278F4F9D30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883547" y="2317606"/>
                  <a:ext cx="39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007ED4F-E9FB-E79A-9F96-E6AAB5CD3556}"/>
                    </a:ext>
                  </a:extLst>
                </p14:cNvPr>
                <p14:cNvContentPartPr/>
                <p14:nvPr/>
              </p14:nvContentPartPr>
              <p14:xfrm>
                <a:off x="11855107" y="2310046"/>
                <a:ext cx="116640" cy="150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007ED4F-E9FB-E79A-9F96-E6AAB5CD355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837467" y="2292046"/>
                  <a:ext cx="152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29F9D0B-FA2B-D167-7A6B-47704EC3AB86}"/>
                    </a:ext>
                  </a:extLst>
                </p14:cNvPr>
                <p14:cNvContentPartPr/>
                <p14:nvPr/>
              </p14:nvContentPartPr>
              <p14:xfrm>
                <a:off x="11956627" y="2374126"/>
                <a:ext cx="19440" cy="210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29F9D0B-FA2B-D167-7A6B-47704EC3AB8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938987" y="2356126"/>
                  <a:ext cx="550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98922D9-71C5-2B00-0CA1-BFD4D2A96023}"/>
                    </a:ext>
                  </a:extLst>
                </p14:cNvPr>
                <p14:cNvContentPartPr/>
                <p14:nvPr/>
              </p14:nvContentPartPr>
              <p14:xfrm>
                <a:off x="12007747" y="2385286"/>
                <a:ext cx="77040" cy="195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98922D9-71C5-2B00-0CA1-BFD4D2A9602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990107" y="2367646"/>
                  <a:ext cx="1126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0545339-384F-A0B5-6591-2E12787C151B}"/>
                    </a:ext>
                  </a:extLst>
                </p14:cNvPr>
                <p14:cNvContentPartPr/>
                <p14:nvPr/>
              </p14:nvContentPartPr>
              <p14:xfrm>
                <a:off x="12047707" y="2397166"/>
                <a:ext cx="73800" cy="144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0545339-384F-A0B5-6591-2E12787C151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2029707" y="2379526"/>
                  <a:ext cx="109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B6B0CEF-CFCF-44B8-041A-9C5BE67CCB39}"/>
                    </a:ext>
                  </a:extLst>
                </p14:cNvPr>
                <p14:cNvContentPartPr/>
                <p14:nvPr/>
              </p14:nvContentPartPr>
              <p14:xfrm>
                <a:off x="12070387" y="2493286"/>
                <a:ext cx="49680" cy="22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B6B0CEF-CFCF-44B8-041A-9C5BE67CCB3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052747" y="2475286"/>
                  <a:ext cx="85320" cy="5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1643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CF0C-8609-27F7-CEA3-BC83FC39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EEBC-7943-353F-C9DE-CA00AFA3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0D337-4776-F8C8-45DA-9E2FB3829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8423577-2F38-1BF0-71F6-ABA3084586C0}"/>
              </a:ext>
            </a:extLst>
          </p:cNvPr>
          <p:cNvGrpSpPr/>
          <p:nvPr/>
        </p:nvGrpSpPr>
        <p:grpSpPr>
          <a:xfrm>
            <a:off x="1363774" y="993130"/>
            <a:ext cx="7800840" cy="3435480"/>
            <a:chOff x="1363774" y="993130"/>
            <a:chExt cx="780084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76BD62-15D9-6955-18B6-2CB9E5544DAF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76BD62-15D9-6955-18B6-2CB9E5544DA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9794A2-4CC6-5D79-5314-A839AAC98046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9794A2-4CC6-5D79-5314-A839AAC9804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886AC5-3783-4634-7E91-7B172D5C6851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886AC5-3783-4634-7E91-7B172D5C68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B568E5-2F7A-34B5-0141-99688CDB6A2C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B568E5-2F7A-34B5-0141-99688CDB6A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1F8C633-E71C-2881-490C-CBB11E8BC89C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1F8C633-E71C-2881-490C-CBB11E8BC8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F7EFE4-1235-F177-528F-E55E3224C330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F7EFE4-1235-F177-528F-E55E3224C3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722B9B-24E4-745E-09AE-73EA335660F7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722B9B-24E4-745E-09AE-73EA335660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652BF9F-F69E-6893-D380-055657F0A045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652BF9F-F69E-6893-D380-055657F0A04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A01076E-3975-6F8D-A931-432AF38868AD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A01076E-3975-6F8D-A931-432AF38868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85BF12-5C26-8462-CB27-F70B27A003CF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85BF12-5C26-8462-CB27-F70B27A003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AE8489-F0FA-15C7-5767-23C43D7FBD93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AE8489-F0FA-15C7-5767-23C43D7FBD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B487F8D-E718-BC2C-E952-1EA3F91D2FAB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B487F8D-E718-BC2C-E952-1EA3F91D2F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871D894-F4C2-986D-A496-58DB724B39AC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871D894-F4C2-986D-A496-58DB724B39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4587092-1087-42A0-8BB6-D09FF31B3C8E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4587092-1087-42A0-8BB6-D09FF31B3C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75C1A3-6955-82AD-6DA2-B9E93A0DE980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75C1A3-6955-82AD-6DA2-B9E93A0DE9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51F031-C9E0-D13B-CFE1-CE23AD87963F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51F031-C9E0-D13B-CFE1-CE23AD87963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F95389-88A0-1677-CACA-0F562C45E880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F95389-88A0-1677-CACA-0F562C45E88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20B30A9-B044-FD86-3E09-012497391B53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20B30A9-B044-FD86-3E09-012497391B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CD3DB6E-7C0A-C205-30AF-809483BE4967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CD3DB6E-7C0A-C205-30AF-809483BE496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DFD1A78-46AA-81FB-DD76-EA1E02C4A708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DFD1A78-46AA-81FB-DD76-EA1E02C4A7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39F610-AB7B-E872-ED41-FE4AE309C12F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39F610-AB7B-E872-ED41-FE4AE309C1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671C32-9BF1-A02F-ED66-BC0D2E6F89F6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671C32-9BF1-A02F-ED66-BC0D2E6F89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6EC9C2-B674-73EE-A830-BF36EB5FA868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6EC9C2-B674-73EE-A830-BF36EB5FA8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C02F664-CF7C-B376-FF5F-EEE4482B871C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C02F664-CF7C-B376-FF5F-EEE4482B871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E0AB1B-7801-F627-B67C-DAAB423E161F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E0AB1B-7801-F627-B67C-DAAB423E16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1BC155F-2B58-AF36-9A75-184B7D39E5F7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1BC155F-2B58-AF36-9A75-184B7D39E5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6C7434-6040-0E60-8C24-E7A7CCA8BCD9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6C7434-6040-0E60-8C24-E7A7CCA8BCD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A084A1-F34E-AFFF-5A96-F49C01830252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A084A1-F34E-AFFF-5A96-F49C018302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4A2E533-11DC-F679-01C5-F1951B7418F8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4A2E533-11DC-F679-01C5-F1951B7418F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2B88FE-50E5-8DB2-06EF-B3903B62FAE8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2B88FE-50E5-8DB2-06EF-B3903B62FAE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DBE2889-504F-6875-D3DF-1742FEB03B4E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DBE2889-504F-6875-D3DF-1742FEB03B4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2C516CC-46E2-1FCB-1D23-5A67B7B4A2C6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2C516CC-46E2-1FCB-1D23-5A67B7B4A2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3C326F3-6F5D-E43A-9F6E-4B2AA2A38916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3C326F3-6F5D-E43A-9F6E-4B2AA2A3891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68689F-74D3-3B14-B2BB-E00D8A8A91E0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68689F-74D3-3B14-B2BB-E00D8A8A91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A2C272-AE6A-DFBF-3F05-80845E56B730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A2C272-AE6A-DFBF-3F05-80845E56B73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A69379C-881D-4231-97DA-A32FE8BC8C71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A69379C-881D-4231-97DA-A32FE8BC8C7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84D9632-B51D-E67B-D4C6-CF01A7C04FBD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84D9632-B51D-E67B-D4C6-CF01A7C04F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2A53198-FF9A-ED6B-0B69-8C9200AEA86C}"/>
                    </a:ext>
                  </a:extLst>
                </p14:cNvPr>
                <p14:cNvContentPartPr/>
                <p14:nvPr/>
              </p14:nvContentPartPr>
              <p14:xfrm>
                <a:off x="5823454" y="1554730"/>
                <a:ext cx="179928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2A53198-FF9A-ED6B-0B69-8C9200AEA8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5454" y="1536730"/>
                  <a:ext cx="183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E8F3A-788F-1F0F-9035-BC2B90C279B2}"/>
                    </a:ext>
                  </a:extLst>
                </p14:cNvPr>
                <p14:cNvContentPartPr/>
                <p14:nvPr/>
              </p14:nvContentPartPr>
              <p14:xfrm>
                <a:off x="7574854" y="1417210"/>
                <a:ext cx="525960" cy="189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E8F3A-788F-1F0F-9035-BC2B90C279B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56854" y="1399210"/>
                  <a:ext cx="56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58B71F-EBC6-04A4-136E-2207DCB9281E}"/>
                    </a:ext>
                  </a:extLst>
                </p14:cNvPr>
                <p14:cNvContentPartPr/>
                <p14:nvPr/>
              </p14:nvContentPartPr>
              <p14:xfrm>
                <a:off x="8092894" y="1480930"/>
                <a:ext cx="666360" cy="8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58B71F-EBC6-04A4-136E-2207DCB9281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4894" y="1462930"/>
                  <a:ext cx="702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7503B29-0718-ED19-EFDD-2EF3A0CD4FDA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7503B29-0718-ED19-EFDD-2EF3A0CD4FD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991D4F-B02B-E7D1-07D7-2499B1EF6563}"/>
                    </a:ext>
                  </a:extLst>
                </p14:cNvPr>
                <p14:cNvContentPartPr/>
                <p14:nvPr/>
              </p14:nvContentPartPr>
              <p14:xfrm>
                <a:off x="8804254" y="1460770"/>
                <a:ext cx="100800" cy="90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991D4F-B02B-E7D1-07D7-2499B1EF65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86189" y="1442770"/>
                  <a:ext cx="136568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D52CF2-379D-0F3C-6224-932471FD4580}"/>
                    </a:ext>
                  </a:extLst>
                </p14:cNvPr>
                <p14:cNvContentPartPr/>
                <p14:nvPr/>
              </p14:nvContentPartPr>
              <p14:xfrm>
                <a:off x="8875894" y="2330890"/>
                <a:ext cx="72000" cy="231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D52CF2-379D-0F3C-6224-932471FD45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7894" y="2312890"/>
                  <a:ext cx="10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60EA412-10CD-AFDD-C6FA-67D4D4860C31}"/>
                    </a:ext>
                  </a:extLst>
                </p14:cNvPr>
                <p14:cNvContentPartPr/>
                <p14:nvPr/>
              </p14:nvContentPartPr>
              <p14:xfrm>
                <a:off x="8570614" y="2567050"/>
                <a:ext cx="59400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60EA412-10CD-AFDD-C6FA-67D4D4860C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2614" y="2549050"/>
                  <a:ext cx="62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84A3C3-760F-3083-F317-C131E4E79463}"/>
                    </a:ext>
                  </a:extLst>
                </p14:cNvPr>
                <p14:cNvContentPartPr/>
                <p14:nvPr/>
              </p14:nvContentPartPr>
              <p14:xfrm>
                <a:off x="8832334" y="2739130"/>
                <a:ext cx="1317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84A3C3-760F-3083-F317-C131E4E794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4334" y="2721130"/>
                  <a:ext cx="167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BC859A-7C29-2ACA-E7E3-37532B141A5A}"/>
                    </a:ext>
                  </a:extLst>
                </p14:cNvPr>
                <p14:cNvContentPartPr/>
                <p14:nvPr/>
              </p14:nvContentPartPr>
              <p14:xfrm>
                <a:off x="8577094" y="2791330"/>
                <a:ext cx="567360" cy="152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BC859A-7C29-2ACA-E7E3-37532B141A5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9094" y="2773330"/>
                  <a:ext cx="60300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4A56B3C-40BA-500A-D226-E13E09D502AB}"/>
                    </a:ext>
                  </a:extLst>
                </p14:cNvPr>
                <p14:cNvContentPartPr/>
                <p14:nvPr/>
              </p14:nvContentPartPr>
              <p14:xfrm>
                <a:off x="8419054" y="4059970"/>
                <a:ext cx="2890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4A56B3C-40BA-500A-D226-E13E09D502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1076" y="4041916"/>
                  <a:ext cx="324676" cy="1570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DF4638B-766F-CDDB-F87A-2FB1175AE714}"/>
              </a:ext>
            </a:extLst>
          </p:cNvPr>
          <p:cNvGrpSpPr/>
          <p:nvPr/>
        </p:nvGrpSpPr>
        <p:grpSpPr>
          <a:xfrm>
            <a:off x="7490254" y="911410"/>
            <a:ext cx="652680" cy="306720"/>
            <a:chOff x="7490254" y="911410"/>
            <a:chExt cx="6526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07D1606-6704-D7AE-D847-0452D6906BF5}"/>
                    </a:ext>
                  </a:extLst>
                </p14:cNvPr>
                <p14:cNvContentPartPr/>
                <p14:nvPr/>
              </p14:nvContentPartPr>
              <p14:xfrm>
                <a:off x="7490254" y="911410"/>
                <a:ext cx="248760" cy="30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07D1606-6704-D7AE-D847-0452D6906BF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2254" y="893389"/>
                  <a:ext cx="284400" cy="342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CD41DA7-104E-DFE5-257D-B77AD637692B}"/>
                    </a:ext>
                  </a:extLst>
                </p14:cNvPr>
                <p14:cNvContentPartPr/>
                <p14:nvPr/>
              </p14:nvContentPartPr>
              <p14:xfrm>
                <a:off x="7796254" y="922210"/>
                <a:ext cx="346680" cy="18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CD41DA7-104E-DFE5-257D-B77AD637692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254" y="904210"/>
                  <a:ext cx="3823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2BA5A1F-8D9F-A4AE-B47C-1D62C21652DE}"/>
              </a:ext>
            </a:extLst>
          </p:cNvPr>
          <p:cNvGrpSpPr/>
          <p:nvPr/>
        </p:nvGrpSpPr>
        <p:grpSpPr>
          <a:xfrm>
            <a:off x="9445054" y="2443570"/>
            <a:ext cx="646560" cy="467280"/>
            <a:chOff x="9445054" y="2443570"/>
            <a:chExt cx="6465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4C14CC6-4972-D637-F976-BD766F095D56}"/>
                    </a:ext>
                  </a:extLst>
                </p14:cNvPr>
                <p14:cNvContentPartPr/>
                <p14:nvPr/>
              </p14:nvContentPartPr>
              <p14:xfrm>
                <a:off x="9445054" y="2508370"/>
                <a:ext cx="92520" cy="40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4C14CC6-4972-D637-F976-BD766F095D5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7124" y="2490370"/>
                  <a:ext cx="128022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8675ACC-94B7-5964-17D4-3A8C6F039638}"/>
                    </a:ext>
                  </a:extLst>
                </p14:cNvPr>
                <p14:cNvContentPartPr/>
                <p14:nvPr/>
              </p14:nvContentPartPr>
              <p14:xfrm>
                <a:off x="9624334" y="2525650"/>
                <a:ext cx="191880" cy="175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8675ACC-94B7-5964-17D4-3A8C6F03963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6300" y="2507650"/>
                  <a:ext cx="227587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B9AE35E-8AFB-EE29-E0D6-7E4D43859E62}"/>
                    </a:ext>
                  </a:extLst>
                </p14:cNvPr>
                <p14:cNvContentPartPr/>
                <p14:nvPr/>
              </p14:nvContentPartPr>
              <p14:xfrm>
                <a:off x="9959134" y="2552290"/>
                <a:ext cx="22320" cy="3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B9AE35E-8AFB-EE29-E0D6-7E4D43859E6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1134" y="2535790"/>
                  <a:ext cx="5796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CB9260-95D0-5775-A8BE-0314DE0D100C}"/>
                    </a:ext>
                  </a:extLst>
                </p14:cNvPr>
                <p14:cNvContentPartPr/>
                <p14:nvPr/>
              </p14:nvContentPartPr>
              <p14:xfrm>
                <a:off x="9897934" y="2443570"/>
                <a:ext cx="193680" cy="174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CB9260-95D0-5775-A8BE-0314DE0D100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9934" y="2425570"/>
                  <a:ext cx="2293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75E861-C690-F4F8-CDB9-372EA8AC62B4}"/>
                  </a:ext>
                </a:extLst>
              </p14:cNvPr>
              <p14:cNvContentPartPr/>
              <p14:nvPr/>
            </p14:nvContentPartPr>
            <p14:xfrm>
              <a:off x="7396294" y="760210"/>
              <a:ext cx="844920" cy="91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75E861-C690-F4F8-CDB9-372EA8AC62B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42294" y="652210"/>
                <a:ext cx="952560" cy="11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666DFC9-2221-1675-9737-E6844E57AD79}"/>
                  </a:ext>
                </a:extLst>
              </p14:cNvPr>
              <p14:cNvContentPartPr/>
              <p14:nvPr/>
            </p14:nvContentPartPr>
            <p14:xfrm>
              <a:off x="8064094" y="1453570"/>
              <a:ext cx="1130400" cy="2993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666DFC9-2221-1675-9737-E6844E57AD7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10094" y="1345570"/>
                <a:ext cx="1238040" cy="320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5AAA8EEC-3AC3-9F39-8ADD-F36AF86D47E8}"/>
              </a:ext>
            </a:extLst>
          </p:cNvPr>
          <p:cNvGrpSpPr/>
          <p:nvPr/>
        </p:nvGrpSpPr>
        <p:grpSpPr>
          <a:xfrm>
            <a:off x="9751774" y="1462930"/>
            <a:ext cx="2168280" cy="2855880"/>
            <a:chOff x="9751774" y="1462930"/>
            <a:chExt cx="2168280" cy="28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0AB1E2-B83B-DA45-0B9D-112350695FCD}"/>
                    </a:ext>
                  </a:extLst>
                </p14:cNvPr>
                <p14:cNvContentPartPr/>
                <p14:nvPr/>
              </p14:nvContentPartPr>
              <p14:xfrm>
                <a:off x="10487254" y="1465090"/>
                <a:ext cx="81000" cy="1063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0AB1E2-B83B-DA45-0B9D-112350695FC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69614" y="1447090"/>
                  <a:ext cx="116640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9A95D9-E28D-9DE9-F3A3-338AD734334E}"/>
                    </a:ext>
                  </a:extLst>
                </p14:cNvPr>
                <p14:cNvContentPartPr/>
                <p14:nvPr/>
              </p14:nvContentPartPr>
              <p14:xfrm>
                <a:off x="10498414" y="2502610"/>
                <a:ext cx="191520" cy="36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9A95D9-E28D-9DE9-F3A3-338AD734334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80774" y="2484610"/>
                  <a:ext cx="227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082528-F1E0-7C9D-7CEA-38B32B3210A9}"/>
                    </a:ext>
                  </a:extLst>
                </p14:cNvPr>
                <p14:cNvContentPartPr/>
                <p14:nvPr/>
              </p14:nvContentPartPr>
              <p14:xfrm>
                <a:off x="10571494" y="2887450"/>
                <a:ext cx="87120" cy="111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082528-F1E0-7C9D-7CEA-38B32B3210A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53854" y="2869450"/>
                  <a:ext cx="12276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71DDEC-1724-0285-B678-0603A24F572B}"/>
                    </a:ext>
                  </a:extLst>
                </p14:cNvPr>
                <p14:cNvContentPartPr/>
                <p14:nvPr/>
              </p14:nvContentPartPr>
              <p14:xfrm>
                <a:off x="10537294" y="1462930"/>
                <a:ext cx="1175400" cy="5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71DDEC-1724-0285-B678-0603A24F572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19654" y="1444930"/>
                  <a:ext cx="1211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189B24-1803-955B-48C6-382B83C23F79}"/>
                    </a:ext>
                  </a:extLst>
                </p14:cNvPr>
                <p14:cNvContentPartPr/>
                <p14:nvPr/>
              </p14:nvContentPartPr>
              <p14:xfrm>
                <a:off x="11587054" y="1498210"/>
                <a:ext cx="99720" cy="116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189B24-1803-955B-48C6-382B83C23F7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69414" y="1480570"/>
                  <a:ext cx="135360" cy="12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AFF87E-2027-2E6E-A213-9430676BFEE9}"/>
                    </a:ext>
                  </a:extLst>
                </p14:cNvPr>
                <p14:cNvContentPartPr/>
                <p14:nvPr/>
              </p14:nvContentPartPr>
              <p14:xfrm>
                <a:off x="11337574" y="2563810"/>
                <a:ext cx="582480" cy="52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AFF87E-2027-2E6E-A213-9430676BFE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19934" y="2546170"/>
                  <a:ext cx="6181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7A5408-D8F9-FD7B-62C3-D5AE8CACDE71}"/>
                    </a:ext>
                  </a:extLst>
                </p14:cNvPr>
                <p14:cNvContentPartPr/>
                <p14:nvPr/>
              </p14:nvContentPartPr>
              <p14:xfrm>
                <a:off x="11585254" y="2701330"/>
                <a:ext cx="37440" cy="31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7A5408-D8F9-FD7B-62C3-D5AE8CACDE7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67614" y="2683690"/>
                  <a:ext cx="73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4CD64B8-BBFB-A05A-651B-7E3CD603F770}"/>
                    </a:ext>
                  </a:extLst>
                </p14:cNvPr>
                <p14:cNvContentPartPr/>
                <p14:nvPr/>
              </p14:nvContentPartPr>
              <p14:xfrm>
                <a:off x="11482654" y="2681890"/>
                <a:ext cx="250200" cy="146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4CD64B8-BBFB-A05A-651B-7E3CD603F77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65014" y="2663890"/>
                  <a:ext cx="2858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65397B-0483-FBA2-8838-687D42F74DFD}"/>
                    </a:ext>
                  </a:extLst>
                </p14:cNvPr>
                <p14:cNvContentPartPr/>
                <p14:nvPr/>
              </p14:nvContentPartPr>
              <p14:xfrm>
                <a:off x="11527294" y="3114250"/>
                <a:ext cx="86040" cy="1088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65397B-0483-FBA2-8838-687D42F74DF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509654" y="3096250"/>
                  <a:ext cx="12168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66F05C0-5F7D-3802-BA7C-817D8BE641E7}"/>
                    </a:ext>
                  </a:extLst>
                </p14:cNvPr>
                <p14:cNvContentPartPr/>
                <p14:nvPr/>
              </p14:nvContentPartPr>
              <p14:xfrm>
                <a:off x="10601014" y="3994090"/>
                <a:ext cx="19440" cy="298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66F05C0-5F7D-3802-BA7C-817D8BE641E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83374" y="3976450"/>
                  <a:ext cx="550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83CD314-D0AC-402F-497B-64C26BEB5A99}"/>
                    </a:ext>
                  </a:extLst>
                </p14:cNvPr>
                <p14:cNvContentPartPr/>
                <p14:nvPr/>
              </p14:nvContentPartPr>
              <p14:xfrm>
                <a:off x="10504534" y="4203970"/>
                <a:ext cx="1152000" cy="43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83CD314-D0AC-402F-497B-64C26BEB5A9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86534" y="4186330"/>
                  <a:ext cx="1187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C7588D3-9B3B-A868-3EC7-EADBA6317AD2}"/>
                    </a:ext>
                  </a:extLst>
                </p14:cNvPr>
                <p14:cNvContentPartPr/>
                <p14:nvPr/>
              </p14:nvContentPartPr>
              <p14:xfrm>
                <a:off x="10048414" y="4219090"/>
                <a:ext cx="635040" cy="52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C7588D3-9B3B-A868-3EC7-EADBA6317AD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30414" y="4201450"/>
                  <a:ext cx="670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A7F3485-96C5-76E6-788B-58382FAABFD0}"/>
                    </a:ext>
                  </a:extLst>
                </p14:cNvPr>
                <p14:cNvContentPartPr/>
                <p14:nvPr/>
              </p14:nvContentPartPr>
              <p14:xfrm>
                <a:off x="9964894" y="4134490"/>
                <a:ext cx="160560" cy="18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A7F3485-96C5-76E6-788B-58382FAABFD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47254" y="4116490"/>
                  <a:ext cx="196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E2A9BD6-84BD-D3FE-2AD3-4B230F81CE77}"/>
                    </a:ext>
                  </a:extLst>
                </p14:cNvPr>
                <p14:cNvContentPartPr/>
                <p14:nvPr/>
              </p14:nvContentPartPr>
              <p14:xfrm>
                <a:off x="9751774" y="1487050"/>
                <a:ext cx="77508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E2A9BD6-84BD-D3FE-2AD3-4B230F81CE7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33774" y="1469050"/>
                  <a:ext cx="8107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88F8E8B-1A07-B7C0-584A-436AE8F8914C}"/>
              </a:ext>
            </a:extLst>
          </p:cNvPr>
          <p:cNvGrpSpPr/>
          <p:nvPr/>
        </p:nvGrpSpPr>
        <p:grpSpPr>
          <a:xfrm>
            <a:off x="10035094" y="4939810"/>
            <a:ext cx="758160" cy="578520"/>
            <a:chOff x="10035094" y="4939810"/>
            <a:chExt cx="758160" cy="57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7E3D66B-58E1-6BEF-1396-6AD28DDF810F}"/>
                    </a:ext>
                  </a:extLst>
                </p14:cNvPr>
                <p14:cNvContentPartPr/>
                <p14:nvPr/>
              </p14:nvContentPartPr>
              <p14:xfrm>
                <a:off x="10088014" y="5123410"/>
                <a:ext cx="60120" cy="394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7E3D66B-58E1-6BEF-1396-6AD28DDF810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70374" y="5105770"/>
                  <a:ext cx="957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C063C94-C61A-BEFF-A7CC-3212FE3650CF}"/>
                    </a:ext>
                  </a:extLst>
                </p14:cNvPr>
                <p14:cNvContentPartPr/>
                <p14:nvPr/>
              </p14:nvContentPartPr>
              <p14:xfrm>
                <a:off x="10035094" y="5105410"/>
                <a:ext cx="257760" cy="255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C063C94-C61A-BEFF-A7CC-3212FE3650C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17454" y="5087410"/>
                  <a:ext cx="2934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414AE45-A581-59ED-01B2-2A30795ED7D1}"/>
                    </a:ext>
                  </a:extLst>
                </p14:cNvPr>
                <p14:cNvContentPartPr/>
                <p14:nvPr/>
              </p14:nvContentPartPr>
              <p14:xfrm>
                <a:off x="10453054" y="5028010"/>
                <a:ext cx="67680" cy="63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414AE45-A581-59ED-01B2-2A30795ED7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35414" y="5010010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FABDCA9-699B-C63B-83C1-B3DF2843C56C}"/>
                    </a:ext>
                  </a:extLst>
                </p14:cNvPr>
                <p14:cNvContentPartPr/>
                <p14:nvPr/>
              </p14:nvContentPartPr>
              <p14:xfrm>
                <a:off x="10450174" y="5118370"/>
                <a:ext cx="73800" cy="63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FABDCA9-699B-C63B-83C1-B3DF2843C56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32534" y="5100730"/>
                  <a:ext cx="109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D69B0B0-A9EA-C84F-3FD7-F3C3AA20178B}"/>
                    </a:ext>
                  </a:extLst>
                </p14:cNvPr>
                <p14:cNvContentPartPr/>
                <p14:nvPr/>
              </p14:nvContentPartPr>
              <p14:xfrm>
                <a:off x="10623694" y="4939810"/>
                <a:ext cx="119880" cy="204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D69B0B0-A9EA-C84F-3FD7-F3C3AA20178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06054" y="4922170"/>
                  <a:ext cx="1555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F8CEA97-DBFB-556D-19E6-5936B2AA9161}"/>
                    </a:ext>
                  </a:extLst>
                </p14:cNvPr>
                <p14:cNvContentPartPr/>
                <p14:nvPr/>
              </p14:nvContentPartPr>
              <p14:xfrm>
                <a:off x="10774174" y="5288290"/>
                <a:ext cx="1908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F8CEA97-DBFB-556D-19E6-5936B2AA916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56174" y="5270290"/>
                  <a:ext cx="5472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1665E5A-0617-5101-0206-203C4A9D48E8}"/>
              </a:ext>
            </a:extLst>
          </p:cNvPr>
          <p:cNvGrpSpPr/>
          <p:nvPr/>
        </p:nvGrpSpPr>
        <p:grpSpPr>
          <a:xfrm>
            <a:off x="11374654" y="4777810"/>
            <a:ext cx="648720" cy="461160"/>
            <a:chOff x="11374654" y="4777810"/>
            <a:chExt cx="648720" cy="46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DFA78C-2437-361D-3C26-4F1D6DCD2193}"/>
                    </a:ext>
                  </a:extLst>
                </p14:cNvPr>
                <p14:cNvContentPartPr/>
                <p14:nvPr/>
              </p14:nvContentPartPr>
              <p14:xfrm>
                <a:off x="11455294" y="4869250"/>
                <a:ext cx="106920" cy="293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DFA78C-2437-361D-3C26-4F1D6DCD219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437294" y="4851610"/>
                  <a:ext cx="1425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1E8854B-8040-9DDA-B44B-A7937BA3AC06}"/>
                    </a:ext>
                  </a:extLst>
                </p14:cNvPr>
                <p14:cNvContentPartPr/>
                <p14:nvPr/>
              </p14:nvContentPartPr>
              <p14:xfrm>
                <a:off x="11374654" y="4777810"/>
                <a:ext cx="161280" cy="163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1E8854B-8040-9DDA-B44B-A7937BA3AC0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356654" y="4759810"/>
                  <a:ext cx="196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3904E1E-556B-4BD5-B65E-FD11B0ED2E2B}"/>
                    </a:ext>
                  </a:extLst>
                </p14:cNvPr>
                <p14:cNvContentPartPr/>
                <p14:nvPr/>
              </p14:nvContentPartPr>
              <p14:xfrm>
                <a:off x="11487334" y="5129170"/>
                <a:ext cx="109800" cy="10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3904E1E-556B-4BD5-B65E-FD11B0ED2E2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469334" y="5111170"/>
                  <a:ext cx="145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A53464F-6721-0C18-7C95-1F43F769DA6A}"/>
                    </a:ext>
                  </a:extLst>
                </p14:cNvPr>
                <p14:cNvContentPartPr/>
                <p14:nvPr/>
              </p14:nvContentPartPr>
              <p14:xfrm>
                <a:off x="11703334" y="4973290"/>
                <a:ext cx="136080" cy="20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A53464F-6721-0C18-7C95-1F43F769DA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685694" y="4955290"/>
                  <a:ext cx="171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D802538-05DA-504E-8F8D-0B5576E43031}"/>
                    </a:ext>
                  </a:extLst>
                </p14:cNvPr>
                <p14:cNvContentPartPr/>
                <p14:nvPr/>
              </p14:nvContentPartPr>
              <p14:xfrm>
                <a:off x="11845534" y="4821730"/>
                <a:ext cx="58680" cy="31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D802538-05DA-504E-8F8D-0B5576E4303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827894" y="4803730"/>
                  <a:ext cx="94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961CA7C-F958-948F-3C25-F19F6F5107A9}"/>
                    </a:ext>
                  </a:extLst>
                </p14:cNvPr>
                <p14:cNvContentPartPr/>
                <p14:nvPr/>
              </p14:nvContentPartPr>
              <p14:xfrm>
                <a:off x="11919334" y="4808410"/>
                <a:ext cx="104040" cy="95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961CA7C-F958-948F-3C25-F19F6F5107A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901334" y="4790770"/>
                  <a:ext cx="139680" cy="13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0795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DD6E-1F4D-310C-06B9-A099768B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1051-6A3A-9F44-6EF8-88502EA3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D2155-D650-03A9-A5EB-5E8E4C4C5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E77E483-B6E7-DFAF-FFB0-368999030509}"/>
              </a:ext>
            </a:extLst>
          </p:cNvPr>
          <p:cNvGrpSpPr/>
          <p:nvPr/>
        </p:nvGrpSpPr>
        <p:grpSpPr>
          <a:xfrm>
            <a:off x="1363774" y="993130"/>
            <a:ext cx="7800840" cy="3435480"/>
            <a:chOff x="1363774" y="993130"/>
            <a:chExt cx="780084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924CADF-8152-CE80-574A-0F47DFE92F29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924CADF-8152-CE80-574A-0F47DFE92F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704E83-AF9C-D7E8-82DD-D3D05833C60E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704E83-AF9C-D7E8-82DD-D3D05833C60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5D6F0D-E0D3-2F76-27E1-38E1997A13C0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5D6F0D-E0D3-2F76-27E1-38E1997A13C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18D2CC-BB07-7818-A93C-54822EC8C32D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18D2CC-BB07-7818-A93C-54822EC8C32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117EF7F-C9E7-54E7-9A08-B88D38CB31C4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117EF7F-C9E7-54E7-9A08-B88D38CB31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2D5FEC-08BB-89E1-0E3F-07EAF2057123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2D5FEC-08BB-89E1-0E3F-07EAF20571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49BDD1-B48D-3F01-FE27-9F544A8252A0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49BDD1-B48D-3F01-FE27-9F544A8252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388CF5-208B-8D8F-92BA-B4BEE77AFA6F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388CF5-208B-8D8F-92BA-B4BEE77AFA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1580E6D-8C05-1965-C1E8-F95F7D7EA12B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1580E6D-8C05-1965-C1E8-F95F7D7EA1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735BB8D-10E8-F71A-CE7B-D93036052C5D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735BB8D-10E8-F71A-CE7B-D93036052C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AC8596-1D6A-D7C3-B6ED-2F670BF40536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AC8596-1D6A-D7C3-B6ED-2F670BF405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FA819D2-0181-FE7A-A057-2D871FAB778C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FA819D2-0181-FE7A-A057-2D871FAB77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3898BD-B4A4-2B78-E017-513686765A2E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3898BD-B4A4-2B78-E017-513686765A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E00628-D492-B591-07B2-FD7B4A2BCA1A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E00628-D492-B591-07B2-FD7B4A2BCA1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243796C-889C-D2DC-D77F-020BC30497F4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243796C-889C-D2DC-D77F-020BC30497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FC570B-0867-BEEA-CA85-1516E1D4999F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FC570B-0867-BEEA-CA85-1516E1D499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436A014-D9CB-B916-A39A-8F9CEFD23F7B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436A014-D9CB-B916-A39A-8F9CEFD23F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ED76B21-7506-3730-F3A0-043E4D0BF819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ED76B21-7506-3730-F3A0-043E4D0BF8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AB0842F-46E7-0DE8-D5A4-FFBF279AC354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AB0842F-46E7-0DE8-D5A4-FFBF279AC35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E73FCF-CE16-B6C8-AFBC-1E68EC85AB9E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E73FCF-CE16-B6C8-AFBC-1E68EC85AB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7D1647-C8EA-F486-A85C-3892E866DFA1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7D1647-C8EA-F486-A85C-3892E866DF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E91F43D-4B59-A3EF-E5C6-B0405C3DE032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E91F43D-4B59-A3EF-E5C6-B0405C3DE0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B2B124-770D-0850-14A9-5C2FAA2501DD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B2B124-770D-0850-14A9-5C2FAA2501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AE1370-C5BC-5818-66F6-BB723D181927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AE1370-C5BC-5818-66F6-BB723D1819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8887AD-CF4E-68C2-29D7-300DA0E32E34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8887AD-CF4E-68C2-29D7-300DA0E32E3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2BC8647-1E30-02CE-EFBC-3B02ECBE01D1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2BC8647-1E30-02CE-EFBC-3B02ECBE01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3420F6-B56D-6EEA-2E2D-9F8C2C8E5956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3420F6-B56D-6EEA-2E2D-9F8C2C8E595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D3850B6-5880-91B0-7B1C-2CD3137D527B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D3850B6-5880-91B0-7B1C-2CD3137D527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4857C0A-788D-9A73-9D95-210F94DCC584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4857C0A-788D-9A73-9D95-210F94DCC5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3DB075-EA48-39AD-7FB9-57762C9711EE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3DB075-EA48-39AD-7FB9-57762C9711E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D055B2-07FD-C580-05BB-00D641CC64F9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D055B2-07FD-C580-05BB-00D641CC64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A56B177-7B1F-95E6-70EE-C2A937EFB8CE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A56B177-7B1F-95E6-70EE-C2A937EFB8C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E20BD25-70E8-5E79-AFC9-1079FB20719D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E20BD25-70E8-5E79-AFC9-1079FB2071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A8E0176-1F26-14E9-388C-093FD3BA3190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A8E0176-1F26-14E9-388C-093FD3BA319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F2C8F4F-11A3-CAE5-FABE-E1B2108F3781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F2C8F4F-11A3-CAE5-FABE-E1B2108F37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EF1271-15AA-9544-446E-717A5C709739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EF1271-15AA-9544-446E-717A5C70973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8350352-C41A-5073-4CE3-88C08BC79757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8350352-C41A-5073-4CE3-88C08BC797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49AE53-5DFB-67B7-52A8-D3FAF43BEE7D}"/>
                    </a:ext>
                  </a:extLst>
                </p14:cNvPr>
                <p14:cNvContentPartPr/>
                <p14:nvPr/>
              </p14:nvContentPartPr>
              <p14:xfrm>
                <a:off x="5823454" y="1554730"/>
                <a:ext cx="179928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49AE53-5DFB-67B7-52A8-D3FAF43BEE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5454" y="1536730"/>
                  <a:ext cx="183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E745845-AFFA-B65F-19C2-89D27A37924D}"/>
                    </a:ext>
                  </a:extLst>
                </p14:cNvPr>
                <p14:cNvContentPartPr/>
                <p14:nvPr/>
              </p14:nvContentPartPr>
              <p14:xfrm>
                <a:off x="7574854" y="1417210"/>
                <a:ext cx="525960" cy="189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E745845-AFFA-B65F-19C2-89D27A37924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56854" y="1399210"/>
                  <a:ext cx="56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BC23271-6697-1DDD-1182-3762D5D532DD}"/>
                    </a:ext>
                  </a:extLst>
                </p14:cNvPr>
                <p14:cNvContentPartPr/>
                <p14:nvPr/>
              </p14:nvContentPartPr>
              <p14:xfrm>
                <a:off x="8092894" y="1480930"/>
                <a:ext cx="666360" cy="8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BC23271-6697-1DDD-1182-3762D5D532D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4894" y="1462930"/>
                  <a:ext cx="702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578E45-DC86-0523-AB6C-3F656122F662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578E45-DC86-0523-AB6C-3F656122F66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7532D2-6265-4F2E-F187-D82650F4231F}"/>
                    </a:ext>
                  </a:extLst>
                </p14:cNvPr>
                <p14:cNvContentPartPr/>
                <p14:nvPr/>
              </p14:nvContentPartPr>
              <p14:xfrm>
                <a:off x="8804254" y="1460770"/>
                <a:ext cx="100800" cy="90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7532D2-6265-4F2E-F187-D82650F423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86189" y="1442770"/>
                  <a:ext cx="136568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C6AA9C3-A6CB-4726-0246-F4898DC05D0F}"/>
                    </a:ext>
                  </a:extLst>
                </p14:cNvPr>
                <p14:cNvContentPartPr/>
                <p14:nvPr/>
              </p14:nvContentPartPr>
              <p14:xfrm>
                <a:off x="8875894" y="2330890"/>
                <a:ext cx="72000" cy="231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C6AA9C3-A6CB-4726-0246-F4898DC05D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7894" y="2312890"/>
                  <a:ext cx="10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D3E817-2EAC-4D10-B124-C8BF7AA25845}"/>
                    </a:ext>
                  </a:extLst>
                </p14:cNvPr>
                <p14:cNvContentPartPr/>
                <p14:nvPr/>
              </p14:nvContentPartPr>
              <p14:xfrm>
                <a:off x="8570614" y="2567050"/>
                <a:ext cx="59400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D3E817-2EAC-4D10-B124-C8BF7AA2584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2614" y="2549050"/>
                  <a:ext cx="62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CC2BFD-DEB0-25C8-F4CD-F6A1D79F9144}"/>
                    </a:ext>
                  </a:extLst>
                </p14:cNvPr>
                <p14:cNvContentPartPr/>
                <p14:nvPr/>
              </p14:nvContentPartPr>
              <p14:xfrm>
                <a:off x="8832334" y="2739130"/>
                <a:ext cx="1317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CC2BFD-DEB0-25C8-F4CD-F6A1D79F914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4334" y="2721130"/>
                  <a:ext cx="167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42F1F64-1743-A3CD-88A7-EA1532683506}"/>
                    </a:ext>
                  </a:extLst>
                </p14:cNvPr>
                <p14:cNvContentPartPr/>
                <p14:nvPr/>
              </p14:nvContentPartPr>
              <p14:xfrm>
                <a:off x="8577094" y="2791330"/>
                <a:ext cx="567360" cy="152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42F1F64-1743-A3CD-88A7-EA15326835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9094" y="2773330"/>
                  <a:ext cx="60300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5BB75AB-782B-2D30-C176-8DD9D7FF69BB}"/>
                    </a:ext>
                  </a:extLst>
                </p14:cNvPr>
                <p14:cNvContentPartPr/>
                <p14:nvPr/>
              </p14:nvContentPartPr>
              <p14:xfrm>
                <a:off x="8419054" y="4059970"/>
                <a:ext cx="2890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5BB75AB-782B-2D30-C176-8DD9D7FF69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1076" y="4041916"/>
                  <a:ext cx="324676" cy="1570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A671A7C-7944-335B-05D0-4F0EB0051421}"/>
              </a:ext>
            </a:extLst>
          </p:cNvPr>
          <p:cNvGrpSpPr/>
          <p:nvPr/>
        </p:nvGrpSpPr>
        <p:grpSpPr>
          <a:xfrm>
            <a:off x="7490254" y="911410"/>
            <a:ext cx="652680" cy="306720"/>
            <a:chOff x="7490254" y="911410"/>
            <a:chExt cx="6526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C222705-D002-A24D-EC7A-0CA8D07F06FA}"/>
                    </a:ext>
                  </a:extLst>
                </p14:cNvPr>
                <p14:cNvContentPartPr/>
                <p14:nvPr/>
              </p14:nvContentPartPr>
              <p14:xfrm>
                <a:off x="7490254" y="911410"/>
                <a:ext cx="248760" cy="30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C222705-D002-A24D-EC7A-0CA8D07F06F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2254" y="893389"/>
                  <a:ext cx="284400" cy="342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759B91E-C6E7-5BCB-C64D-5963FD5BB8A2}"/>
                    </a:ext>
                  </a:extLst>
                </p14:cNvPr>
                <p14:cNvContentPartPr/>
                <p14:nvPr/>
              </p14:nvContentPartPr>
              <p14:xfrm>
                <a:off x="7796254" y="922210"/>
                <a:ext cx="346680" cy="18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759B91E-C6E7-5BCB-C64D-5963FD5BB8A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254" y="904210"/>
                  <a:ext cx="3823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C497E2A-6FF7-BBCC-A767-85DA7D7B6254}"/>
              </a:ext>
            </a:extLst>
          </p:cNvPr>
          <p:cNvGrpSpPr/>
          <p:nvPr/>
        </p:nvGrpSpPr>
        <p:grpSpPr>
          <a:xfrm>
            <a:off x="9445054" y="2443570"/>
            <a:ext cx="646560" cy="467280"/>
            <a:chOff x="9445054" y="2443570"/>
            <a:chExt cx="6465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D95666E-8C3B-3903-CB52-699CE69DCA95}"/>
                    </a:ext>
                  </a:extLst>
                </p14:cNvPr>
                <p14:cNvContentPartPr/>
                <p14:nvPr/>
              </p14:nvContentPartPr>
              <p14:xfrm>
                <a:off x="9445054" y="2508370"/>
                <a:ext cx="92520" cy="40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D95666E-8C3B-3903-CB52-699CE69DCA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7124" y="2490370"/>
                  <a:ext cx="128022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56772D-160B-5C3D-CED3-DA47996A036A}"/>
                    </a:ext>
                  </a:extLst>
                </p14:cNvPr>
                <p14:cNvContentPartPr/>
                <p14:nvPr/>
              </p14:nvContentPartPr>
              <p14:xfrm>
                <a:off x="9624334" y="2525650"/>
                <a:ext cx="191880" cy="175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56772D-160B-5C3D-CED3-DA47996A036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6300" y="2507650"/>
                  <a:ext cx="227587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0D4EA63-2A32-BCAE-F5EB-2949C26D6DAB}"/>
                    </a:ext>
                  </a:extLst>
                </p14:cNvPr>
                <p14:cNvContentPartPr/>
                <p14:nvPr/>
              </p14:nvContentPartPr>
              <p14:xfrm>
                <a:off x="9959134" y="2552290"/>
                <a:ext cx="22320" cy="3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0D4EA63-2A32-BCAE-F5EB-2949C26D6D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1134" y="2535790"/>
                  <a:ext cx="5796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7FB87D6-640F-9619-64F7-68BF310BB9AF}"/>
                    </a:ext>
                  </a:extLst>
                </p14:cNvPr>
                <p14:cNvContentPartPr/>
                <p14:nvPr/>
              </p14:nvContentPartPr>
              <p14:xfrm>
                <a:off x="9897934" y="2443570"/>
                <a:ext cx="193680" cy="174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7FB87D6-640F-9619-64F7-68BF310BB9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9934" y="2425570"/>
                  <a:ext cx="2293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E3F3AB-7457-64D7-6476-EC74D04852B8}"/>
                  </a:ext>
                </a:extLst>
              </p14:cNvPr>
              <p14:cNvContentPartPr/>
              <p14:nvPr/>
            </p14:nvContentPartPr>
            <p14:xfrm>
              <a:off x="7396294" y="760210"/>
              <a:ext cx="844920" cy="91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E3F3AB-7457-64D7-6476-EC74D04852B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42294" y="652210"/>
                <a:ext cx="952560" cy="11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6E3C13-8961-B639-0D6C-646493EAE06E}"/>
                  </a:ext>
                </a:extLst>
              </p14:cNvPr>
              <p14:cNvContentPartPr/>
              <p14:nvPr/>
            </p14:nvContentPartPr>
            <p14:xfrm>
              <a:off x="8064094" y="1453570"/>
              <a:ext cx="1130400" cy="2993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6E3C13-8961-B639-0D6C-646493EAE06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10094" y="1345570"/>
                <a:ext cx="1238040" cy="320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23CE2013-0166-9C74-9CD5-233350C2418C}"/>
              </a:ext>
            </a:extLst>
          </p:cNvPr>
          <p:cNvGrpSpPr/>
          <p:nvPr/>
        </p:nvGrpSpPr>
        <p:grpSpPr>
          <a:xfrm>
            <a:off x="9751774" y="1462930"/>
            <a:ext cx="2168280" cy="2855880"/>
            <a:chOff x="9751774" y="1462930"/>
            <a:chExt cx="2168280" cy="28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92BE18B-5C4A-4B36-FB9C-F924F1C6A64A}"/>
                    </a:ext>
                  </a:extLst>
                </p14:cNvPr>
                <p14:cNvContentPartPr/>
                <p14:nvPr/>
              </p14:nvContentPartPr>
              <p14:xfrm>
                <a:off x="10487254" y="1465090"/>
                <a:ext cx="81000" cy="1063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92BE18B-5C4A-4B36-FB9C-F924F1C6A64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69174" y="1447090"/>
                  <a:ext cx="116799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4816BB3-8D2E-5888-A213-1721C0DD21D5}"/>
                    </a:ext>
                  </a:extLst>
                </p14:cNvPr>
                <p14:cNvContentPartPr/>
                <p14:nvPr/>
              </p14:nvContentPartPr>
              <p14:xfrm>
                <a:off x="10498414" y="2502610"/>
                <a:ext cx="191520" cy="36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4816BB3-8D2E-5888-A213-1721C0DD21D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80414" y="2484610"/>
                  <a:ext cx="227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810881-EADB-570F-2A22-4C11ACDCECCB}"/>
                    </a:ext>
                  </a:extLst>
                </p14:cNvPr>
                <p14:cNvContentPartPr/>
                <p14:nvPr/>
              </p14:nvContentPartPr>
              <p14:xfrm>
                <a:off x="10571494" y="2887450"/>
                <a:ext cx="87120" cy="111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810881-EADB-570F-2A22-4C11ACDCECC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53494" y="2869450"/>
                  <a:ext cx="12276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492A192-26EA-6F2D-F7C7-7E197C4C12B9}"/>
                    </a:ext>
                  </a:extLst>
                </p14:cNvPr>
                <p14:cNvContentPartPr/>
                <p14:nvPr/>
              </p14:nvContentPartPr>
              <p14:xfrm>
                <a:off x="10537294" y="1462930"/>
                <a:ext cx="1175400" cy="5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492A192-26EA-6F2D-F7C7-7E197C4C12B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19288" y="1444930"/>
                  <a:ext cx="1211051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7E6654B-7195-D18E-6313-1950913ED563}"/>
                    </a:ext>
                  </a:extLst>
                </p14:cNvPr>
                <p14:cNvContentPartPr/>
                <p14:nvPr/>
              </p14:nvContentPartPr>
              <p14:xfrm>
                <a:off x="11587054" y="1498210"/>
                <a:ext cx="99720" cy="116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7E6654B-7195-D18E-6313-1950913ED5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69054" y="1480210"/>
                  <a:ext cx="135360" cy="12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332D06-734E-C817-AE03-B5AA7BC8E000}"/>
                    </a:ext>
                  </a:extLst>
                </p14:cNvPr>
                <p14:cNvContentPartPr/>
                <p14:nvPr/>
              </p14:nvContentPartPr>
              <p14:xfrm>
                <a:off x="11337574" y="2563810"/>
                <a:ext cx="582480" cy="52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332D06-734E-C817-AE03-B5AA7BC8E00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19563" y="2545810"/>
                  <a:ext cx="618142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16BD1D3-8588-CBCF-A996-07C43F0BA827}"/>
                    </a:ext>
                  </a:extLst>
                </p14:cNvPr>
                <p14:cNvContentPartPr/>
                <p14:nvPr/>
              </p14:nvContentPartPr>
              <p14:xfrm>
                <a:off x="11585254" y="2701330"/>
                <a:ext cx="37440" cy="31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16BD1D3-8588-CBCF-A996-07C43F0BA8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67254" y="2683330"/>
                  <a:ext cx="73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AE77CA-3BAE-66A6-6918-17F36A2D7E51}"/>
                    </a:ext>
                  </a:extLst>
                </p14:cNvPr>
                <p14:cNvContentPartPr/>
                <p14:nvPr/>
              </p14:nvContentPartPr>
              <p14:xfrm>
                <a:off x="11482654" y="2681890"/>
                <a:ext cx="250200" cy="146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AE77CA-3BAE-66A6-6918-17F36A2D7E5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64628" y="2663890"/>
                  <a:ext cx="285891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30921F-C2E5-4318-C097-E20753987381}"/>
                    </a:ext>
                  </a:extLst>
                </p14:cNvPr>
                <p14:cNvContentPartPr/>
                <p14:nvPr/>
              </p14:nvContentPartPr>
              <p14:xfrm>
                <a:off x="11527294" y="3114250"/>
                <a:ext cx="86040" cy="1088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30921F-C2E5-4318-C097-E2075398738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509218" y="3096250"/>
                  <a:ext cx="12183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B904F2-DFBF-1CD4-58F6-DBD001194E48}"/>
                    </a:ext>
                  </a:extLst>
                </p14:cNvPr>
                <p14:cNvContentPartPr/>
                <p14:nvPr/>
              </p14:nvContentPartPr>
              <p14:xfrm>
                <a:off x="10601014" y="3994090"/>
                <a:ext cx="19440" cy="298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B904F2-DFBF-1CD4-58F6-DBD001194E4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82674" y="3976090"/>
                  <a:ext cx="55752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1A15E0C-5383-C9ED-93BE-A9B3B1BFED4A}"/>
                    </a:ext>
                  </a:extLst>
                </p14:cNvPr>
                <p14:cNvContentPartPr/>
                <p14:nvPr/>
              </p14:nvContentPartPr>
              <p14:xfrm>
                <a:off x="10504534" y="4203970"/>
                <a:ext cx="1152000" cy="43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1A15E0C-5383-C9ED-93BE-A9B3B1BFED4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86534" y="4185821"/>
                  <a:ext cx="118764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E95B50-8FCC-A89C-75F2-6C6557A1D79C}"/>
                    </a:ext>
                  </a:extLst>
                </p14:cNvPr>
                <p14:cNvContentPartPr/>
                <p14:nvPr/>
              </p14:nvContentPartPr>
              <p14:xfrm>
                <a:off x="10048414" y="4219090"/>
                <a:ext cx="635040" cy="52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E95B50-8FCC-A89C-75F2-6C6557A1D79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30424" y="4201090"/>
                  <a:ext cx="6706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42F2C0-AD1E-0B63-B7EC-38C7F929D168}"/>
                    </a:ext>
                  </a:extLst>
                </p14:cNvPr>
                <p14:cNvContentPartPr/>
                <p14:nvPr/>
              </p14:nvContentPartPr>
              <p14:xfrm>
                <a:off x="9964894" y="4134490"/>
                <a:ext cx="160560" cy="18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42F2C0-AD1E-0B63-B7EC-38C7F929D16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46854" y="4116490"/>
                  <a:ext cx="196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4976DB7-8002-D420-A86F-9F25686FD58A}"/>
                    </a:ext>
                  </a:extLst>
                </p14:cNvPr>
                <p14:cNvContentPartPr/>
                <p14:nvPr/>
              </p14:nvContentPartPr>
              <p14:xfrm>
                <a:off x="9751774" y="1487050"/>
                <a:ext cx="77508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4976DB7-8002-D420-A86F-9F25686FD58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33774" y="1469050"/>
                  <a:ext cx="8107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9AF6187-0F7A-2FDB-0330-49697F76D4CD}"/>
              </a:ext>
            </a:extLst>
          </p:cNvPr>
          <p:cNvGrpSpPr/>
          <p:nvPr/>
        </p:nvGrpSpPr>
        <p:grpSpPr>
          <a:xfrm>
            <a:off x="10035094" y="4939810"/>
            <a:ext cx="758160" cy="578520"/>
            <a:chOff x="10035094" y="4939810"/>
            <a:chExt cx="758160" cy="57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D9CEBB-8ADC-4166-19E2-6E69BEA3D52B}"/>
                    </a:ext>
                  </a:extLst>
                </p14:cNvPr>
                <p14:cNvContentPartPr/>
                <p14:nvPr/>
              </p14:nvContentPartPr>
              <p14:xfrm>
                <a:off x="10088014" y="5123410"/>
                <a:ext cx="60120" cy="394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D9CEBB-8ADC-4166-19E2-6E69BEA3D52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70014" y="5105410"/>
                  <a:ext cx="957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F102546-DD6E-C9B2-964E-0BBC865425D0}"/>
                    </a:ext>
                  </a:extLst>
                </p14:cNvPr>
                <p14:cNvContentPartPr/>
                <p14:nvPr/>
              </p14:nvContentPartPr>
              <p14:xfrm>
                <a:off x="10035094" y="5105410"/>
                <a:ext cx="257760" cy="255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F102546-DD6E-C9B2-964E-0BBC865425D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17069" y="5087410"/>
                  <a:ext cx="29345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410FCB1-5B6B-3B56-B710-B95E66B64C4C}"/>
                    </a:ext>
                  </a:extLst>
                </p14:cNvPr>
                <p14:cNvContentPartPr/>
                <p14:nvPr/>
              </p14:nvContentPartPr>
              <p14:xfrm>
                <a:off x="10453054" y="5028010"/>
                <a:ext cx="67680" cy="63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410FCB1-5B6B-3B56-B710-B95E66B64C4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35054" y="5010111"/>
                  <a:ext cx="103320" cy="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BB20064-BB6F-4667-48EC-9B6F7784FADA}"/>
                    </a:ext>
                  </a:extLst>
                </p14:cNvPr>
                <p14:cNvContentPartPr/>
                <p14:nvPr/>
              </p14:nvContentPartPr>
              <p14:xfrm>
                <a:off x="10450174" y="5118370"/>
                <a:ext cx="73800" cy="63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BB20064-BB6F-4667-48EC-9B6F7784FA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32174" y="5100370"/>
                  <a:ext cx="109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A409D5-8A5B-95C5-D6DA-B1448AB4A704}"/>
                    </a:ext>
                  </a:extLst>
                </p14:cNvPr>
                <p14:cNvContentPartPr/>
                <p14:nvPr/>
              </p14:nvContentPartPr>
              <p14:xfrm>
                <a:off x="10623694" y="4939810"/>
                <a:ext cx="119880" cy="204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A409D5-8A5B-95C5-D6DA-B1448AB4A70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05694" y="4921810"/>
                  <a:ext cx="1555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8DE87C3-4DF9-4C38-3794-EBAE5571A966}"/>
                    </a:ext>
                  </a:extLst>
                </p14:cNvPr>
                <p14:cNvContentPartPr/>
                <p14:nvPr/>
              </p14:nvContentPartPr>
              <p14:xfrm>
                <a:off x="10774174" y="5288290"/>
                <a:ext cx="1908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8DE87C3-4DF9-4C38-3794-EBAE5571A96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56507" y="5270290"/>
                  <a:ext cx="540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5F35E90-9FED-B23B-DB7B-A30BDFA6A93F}"/>
              </a:ext>
            </a:extLst>
          </p:cNvPr>
          <p:cNvGrpSpPr/>
          <p:nvPr/>
        </p:nvGrpSpPr>
        <p:grpSpPr>
          <a:xfrm>
            <a:off x="10657894" y="4912450"/>
            <a:ext cx="250920" cy="451080"/>
            <a:chOff x="10657894" y="4912450"/>
            <a:chExt cx="250920" cy="4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55125F-0833-1E8F-CD71-5C149CFC337F}"/>
                    </a:ext>
                  </a:extLst>
                </p14:cNvPr>
                <p14:cNvContentPartPr/>
                <p14:nvPr/>
              </p14:nvContentPartPr>
              <p14:xfrm>
                <a:off x="10657894" y="4958530"/>
                <a:ext cx="147600" cy="405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55125F-0833-1E8F-CD71-5C149CFC337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639894" y="4940890"/>
                  <a:ext cx="1832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426210-6A2A-BE70-7180-EDEAFF20439B}"/>
                    </a:ext>
                  </a:extLst>
                </p14:cNvPr>
                <p14:cNvContentPartPr/>
                <p14:nvPr/>
              </p14:nvContentPartPr>
              <p14:xfrm>
                <a:off x="10706134" y="4912450"/>
                <a:ext cx="202680" cy="271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426210-6A2A-BE70-7180-EDEAFF2043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688494" y="4894810"/>
                  <a:ext cx="23832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3DA235A-7882-C15A-4582-C22F94C717D1}"/>
              </a:ext>
            </a:extLst>
          </p:cNvPr>
          <p:cNvGrpSpPr/>
          <p:nvPr/>
        </p:nvGrpSpPr>
        <p:grpSpPr>
          <a:xfrm>
            <a:off x="11539534" y="4484050"/>
            <a:ext cx="498600" cy="933480"/>
            <a:chOff x="11539534" y="4484050"/>
            <a:chExt cx="498600" cy="93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8F4224F-72E7-0323-646B-75E6D2AAB9FE}"/>
                    </a:ext>
                  </a:extLst>
                </p14:cNvPr>
                <p14:cNvContentPartPr/>
                <p14:nvPr/>
              </p14:nvContentPartPr>
              <p14:xfrm>
                <a:off x="11539534" y="4484050"/>
                <a:ext cx="171360" cy="371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8F4224F-72E7-0323-646B-75E6D2AAB9F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521534" y="4466410"/>
                  <a:ext cx="2070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04EF2E9-2868-4BDD-5133-95CB72267BBD}"/>
                    </a:ext>
                  </a:extLst>
                </p14:cNvPr>
                <p14:cNvContentPartPr/>
                <p14:nvPr/>
              </p14:nvContentPartPr>
              <p14:xfrm>
                <a:off x="11786134" y="4691050"/>
                <a:ext cx="111240" cy="187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04EF2E9-2868-4BDD-5133-95CB72267BB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768134" y="4673050"/>
                  <a:ext cx="146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FEE52D-A8D2-975E-267C-E7DC2D605A1B}"/>
                    </a:ext>
                  </a:extLst>
                </p14:cNvPr>
                <p14:cNvContentPartPr/>
                <p14:nvPr/>
              </p14:nvContentPartPr>
              <p14:xfrm>
                <a:off x="11694694" y="4948090"/>
                <a:ext cx="343440" cy="133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FEE52D-A8D2-975E-267C-E7DC2D605A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677054" y="4930090"/>
                  <a:ext cx="379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949D48E-C670-D910-E52C-157BCFD05F97}"/>
                    </a:ext>
                  </a:extLst>
                </p14:cNvPr>
                <p14:cNvContentPartPr/>
                <p14:nvPr/>
              </p14:nvContentPartPr>
              <p14:xfrm>
                <a:off x="11875054" y="5178130"/>
                <a:ext cx="54000" cy="239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949D48E-C670-D910-E52C-157BCFD05F9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857054" y="5160490"/>
                  <a:ext cx="89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05CBCCB-978B-4716-0DFA-358111F30F31}"/>
                    </a:ext>
                  </a:extLst>
                </p14:cNvPr>
                <p14:cNvContentPartPr/>
                <p14:nvPr/>
              </p14:nvContentPartPr>
              <p14:xfrm>
                <a:off x="11848774" y="5110090"/>
                <a:ext cx="178920" cy="147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05CBCCB-978B-4716-0DFA-358111F30F3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831134" y="5092090"/>
                  <a:ext cx="21456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8252E19-D613-2DE7-ED6D-9C5BF7E32E1E}"/>
              </a:ext>
            </a:extLst>
          </p:cNvPr>
          <p:cNvGrpSpPr/>
          <p:nvPr/>
        </p:nvGrpSpPr>
        <p:grpSpPr>
          <a:xfrm>
            <a:off x="11188534" y="4958530"/>
            <a:ext cx="424440" cy="404640"/>
            <a:chOff x="11188534" y="4958530"/>
            <a:chExt cx="42444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830644F-C138-684A-436F-0F345D108F9E}"/>
                    </a:ext>
                  </a:extLst>
                </p14:cNvPr>
                <p14:cNvContentPartPr/>
                <p14:nvPr/>
              </p14:nvContentPartPr>
              <p14:xfrm>
                <a:off x="11240734" y="4958530"/>
                <a:ext cx="73080" cy="404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830644F-C138-684A-436F-0F345D108F9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222734" y="4940890"/>
                  <a:ext cx="10872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0B2B7BC-65C0-DF09-B1A0-151E80A36492}"/>
                    </a:ext>
                  </a:extLst>
                </p14:cNvPr>
                <p14:cNvContentPartPr/>
                <p14:nvPr/>
              </p14:nvContentPartPr>
              <p14:xfrm>
                <a:off x="11265214" y="5273890"/>
                <a:ext cx="76320" cy="66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0B2B7BC-65C0-DF09-B1A0-151E80A3649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247574" y="5255890"/>
                  <a:ext cx="111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70E8FE6-D2EE-0C86-3805-6DEE122BD44D}"/>
                    </a:ext>
                  </a:extLst>
                </p14:cNvPr>
                <p14:cNvContentPartPr/>
                <p14:nvPr/>
              </p14:nvContentPartPr>
              <p14:xfrm>
                <a:off x="11188534" y="4970410"/>
                <a:ext cx="77040" cy="77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70E8FE6-D2EE-0C86-3805-6DEE122BD4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170534" y="4952410"/>
                  <a:ext cx="112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9737411-88FB-B28B-8503-329FA24BBF68}"/>
                    </a:ext>
                  </a:extLst>
                </p14:cNvPr>
                <p14:cNvContentPartPr/>
                <p14:nvPr/>
              </p14:nvContentPartPr>
              <p14:xfrm>
                <a:off x="11438734" y="5198290"/>
                <a:ext cx="63000" cy="105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9737411-88FB-B28B-8503-329FA24BBF6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421094" y="5180650"/>
                  <a:ext cx="98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CAB8F81-B5B3-208D-7322-F35810D75D04}"/>
                    </a:ext>
                  </a:extLst>
                </p14:cNvPr>
                <p14:cNvContentPartPr/>
                <p14:nvPr/>
              </p14:nvContentPartPr>
              <p14:xfrm>
                <a:off x="11408854" y="5093170"/>
                <a:ext cx="66240" cy="14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CAB8F81-B5B3-208D-7322-F35810D75D0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391214" y="5075530"/>
                  <a:ext cx="101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B89FEE7-6861-7930-6D05-00F09F309A06}"/>
                    </a:ext>
                  </a:extLst>
                </p14:cNvPr>
                <p14:cNvContentPartPr/>
                <p14:nvPr/>
              </p14:nvContentPartPr>
              <p14:xfrm>
                <a:off x="11549614" y="5058610"/>
                <a:ext cx="40680" cy="33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B89FEE7-6861-7930-6D05-00F09F309A0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531614" y="5040610"/>
                  <a:ext cx="76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2DBAAA8-F1D0-C294-14B5-D650FC2A0208}"/>
                    </a:ext>
                  </a:extLst>
                </p14:cNvPr>
                <p14:cNvContentPartPr/>
                <p14:nvPr/>
              </p14:nvContentPartPr>
              <p14:xfrm>
                <a:off x="11571574" y="5127730"/>
                <a:ext cx="41400" cy="15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2DBAAA8-F1D0-C294-14B5-D650FC2A020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553574" y="5110090"/>
                  <a:ext cx="770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3CA5683-4926-DEF5-4415-5C8817843FB9}"/>
              </a:ext>
            </a:extLst>
          </p:cNvPr>
          <p:cNvGrpSpPr/>
          <p:nvPr/>
        </p:nvGrpSpPr>
        <p:grpSpPr>
          <a:xfrm>
            <a:off x="9947974" y="5889850"/>
            <a:ext cx="726120" cy="418680"/>
            <a:chOff x="9947974" y="5889850"/>
            <a:chExt cx="72612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265B615-F627-7385-F82B-22A9A81704A5}"/>
                    </a:ext>
                  </a:extLst>
                </p14:cNvPr>
                <p14:cNvContentPartPr/>
                <p14:nvPr/>
              </p14:nvContentPartPr>
              <p14:xfrm>
                <a:off x="9953374" y="5917210"/>
                <a:ext cx="18720" cy="391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265B615-F627-7385-F82B-22A9A81704A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35734" y="5899570"/>
                  <a:ext cx="543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95668D3-B199-FDF5-3339-41121DD76D6A}"/>
                    </a:ext>
                  </a:extLst>
                </p14:cNvPr>
                <p14:cNvContentPartPr/>
                <p14:nvPr/>
              </p14:nvContentPartPr>
              <p14:xfrm>
                <a:off x="9947974" y="5936290"/>
                <a:ext cx="159480" cy="214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95668D3-B199-FDF5-3339-41121DD76D6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929974" y="5918290"/>
                  <a:ext cx="195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ACF00DC-13A5-C314-99CB-0B338DD17315}"/>
                    </a:ext>
                  </a:extLst>
                </p14:cNvPr>
                <p14:cNvContentPartPr/>
                <p14:nvPr/>
              </p14:nvContentPartPr>
              <p14:xfrm>
                <a:off x="10193854" y="5983090"/>
                <a:ext cx="88560" cy="48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ACF00DC-13A5-C314-99CB-0B338DD1731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75854" y="5965450"/>
                  <a:ext cx="124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F64BF00-CFCB-14F1-F356-B50EC7E8BFC3}"/>
                    </a:ext>
                  </a:extLst>
                </p14:cNvPr>
                <p14:cNvContentPartPr/>
                <p14:nvPr/>
              </p14:nvContentPartPr>
              <p14:xfrm>
                <a:off x="10228774" y="6071650"/>
                <a:ext cx="87120" cy="28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F64BF00-CFCB-14F1-F356-B50EC7E8BFC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211134" y="6054010"/>
                  <a:ext cx="122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69FFDF8-E2B0-98BB-1F65-BDE7597E808E}"/>
                    </a:ext>
                  </a:extLst>
                </p14:cNvPr>
                <p14:cNvContentPartPr/>
                <p14:nvPr/>
              </p14:nvContentPartPr>
              <p14:xfrm>
                <a:off x="10396174" y="5889850"/>
                <a:ext cx="277920" cy="260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69FFDF8-E2B0-98BB-1F65-BDE7597E808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378534" y="5872210"/>
                  <a:ext cx="31356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BE38FC2-ED33-BDA6-809C-BF0FB059B921}"/>
              </a:ext>
            </a:extLst>
          </p:cNvPr>
          <p:cNvGrpSpPr/>
          <p:nvPr/>
        </p:nvGrpSpPr>
        <p:grpSpPr>
          <a:xfrm>
            <a:off x="11105014" y="5828290"/>
            <a:ext cx="664920" cy="359280"/>
            <a:chOff x="11105014" y="5828290"/>
            <a:chExt cx="66492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10CC8E0-A7C6-4759-A655-DA646EF6FD2C}"/>
                    </a:ext>
                  </a:extLst>
                </p14:cNvPr>
                <p14:cNvContentPartPr/>
                <p14:nvPr/>
              </p14:nvContentPartPr>
              <p14:xfrm>
                <a:off x="11155774" y="5828290"/>
                <a:ext cx="39960" cy="279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10CC8E0-A7C6-4759-A655-DA646EF6FD2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138134" y="5810650"/>
                  <a:ext cx="756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1FB313B-6546-1515-DC2F-8CF856E5E5A6}"/>
                    </a:ext>
                  </a:extLst>
                </p14:cNvPr>
                <p14:cNvContentPartPr/>
                <p14:nvPr/>
              </p14:nvContentPartPr>
              <p14:xfrm>
                <a:off x="11105014" y="5832250"/>
                <a:ext cx="112320" cy="55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1FB313B-6546-1515-DC2F-8CF856E5E5A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087014" y="5814610"/>
                  <a:ext cx="147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91145FF-DB9D-277E-674E-FF3878195875}"/>
                    </a:ext>
                  </a:extLst>
                </p14:cNvPr>
                <p14:cNvContentPartPr/>
                <p14:nvPr/>
              </p14:nvContentPartPr>
              <p14:xfrm>
                <a:off x="11192134" y="6058330"/>
                <a:ext cx="87840" cy="28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91145FF-DB9D-277E-674E-FF387819587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174494" y="6040690"/>
                  <a:ext cx="123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B9FEB66-DD6C-34C2-D808-2A3C6497E08C}"/>
                    </a:ext>
                  </a:extLst>
                </p14:cNvPr>
                <p14:cNvContentPartPr/>
                <p14:nvPr/>
              </p14:nvContentPartPr>
              <p14:xfrm>
                <a:off x="11386534" y="5976250"/>
                <a:ext cx="108720" cy="211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B9FEB66-DD6C-34C2-D808-2A3C6497E08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68534" y="5958610"/>
                  <a:ext cx="144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9EEE96D-72B1-0959-6AD3-F3402C8CA886}"/>
                    </a:ext>
                  </a:extLst>
                </p14:cNvPr>
                <p14:cNvContentPartPr/>
                <p14:nvPr/>
              </p14:nvContentPartPr>
              <p14:xfrm>
                <a:off x="11603614" y="5920810"/>
                <a:ext cx="75600" cy="23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9EEE96D-72B1-0959-6AD3-F3402C8CA88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585974" y="5902810"/>
                  <a:ext cx="111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81991A6-11FC-C0B5-8ADB-88839AB160AB}"/>
                    </a:ext>
                  </a:extLst>
                </p14:cNvPr>
                <p14:cNvContentPartPr/>
                <p14:nvPr/>
              </p14:nvContentPartPr>
              <p14:xfrm>
                <a:off x="11653294" y="5971210"/>
                <a:ext cx="116640" cy="24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81991A6-11FC-C0B5-8ADB-88839AB160A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35294" y="5953210"/>
                  <a:ext cx="15228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FBB0E33-12D8-C999-F903-D0E5C682FFCB}"/>
              </a:ext>
            </a:extLst>
          </p:cNvPr>
          <p:cNvGrpSpPr/>
          <p:nvPr/>
        </p:nvGrpSpPr>
        <p:grpSpPr>
          <a:xfrm>
            <a:off x="11913574" y="5714890"/>
            <a:ext cx="169920" cy="408240"/>
            <a:chOff x="11913574" y="5714890"/>
            <a:chExt cx="16992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4649FE1-094F-C342-7734-B12D2EBF6FD3}"/>
                    </a:ext>
                  </a:extLst>
                </p14:cNvPr>
                <p14:cNvContentPartPr/>
                <p14:nvPr/>
              </p14:nvContentPartPr>
              <p14:xfrm>
                <a:off x="11913574" y="5714890"/>
                <a:ext cx="169920" cy="236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4649FE1-094F-C342-7734-B12D2EBF6FD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895934" y="5696890"/>
                  <a:ext cx="205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3A5E4F7-FA69-45D8-63F3-5E3AE7B5601B}"/>
                    </a:ext>
                  </a:extLst>
                </p14:cNvPr>
                <p14:cNvContentPartPr/>
                <p14:nvPr/>
              </p14:nvContentPartPr>
              <p14:xfrm>
                <a:off x="12030574" y="5816410"/>
                <a:ext cx="35640" cy="306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3A5E4F7-FA69-45D8-63F3-5E3AE7B5601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012934" y="5798410"/>
                  <a:ext cx="71280" cy="34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534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7BBB6-649B-A34B-0B84-4CB011CDF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6605-40E1-F382-B596-1E8F9365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6B8B9-0835-8131-2EBF-F9E01E5BC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A1BFECC-6C29-2D79-A364-36E73ED2F135}"/>
              </a:ext>
            </a:extLst>
          </p:cNvPr>
          <p:cNvGrpSpPr/>
          <p:nvPr/>
        </p:nvGrpSpPr>
        <p:grpSpPr>
          <a:xfrm>
            <a:off x="1363774" y="993130"/>
            <a:ext cx="7800840" cy="3435480"/>
            <a:chOff x="1363774" y="993130"/>
            <a:chExt cx="780084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86FBF0-2272-1AE9-4BFF-9207DF196C05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86FBF0-2272-1AE9-4BFF-9207DF196C0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B7832A5-4EAB-D2C2-230E-D73BD21C5A87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B7832A5-4EAB-D2C2-230E-D73BD21C5A8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36E8D9-AA87-1E36-C418-3E009AD5AC27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36E8D9-AA87-1E36-C418-3E009AD5AC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982077-AFC5-6839-9C71-3AADA09BF1BC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982077-AFC5-6839-9C71-3AADA09BF1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CE7AF9-1982-5C37-4805-9A22E263B050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CE7AF9-1982-5C37-4805-9A22E263B0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58DBD3-6233-8B4A-6C9B-9C88BC08332C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58DBD3-6233-8B4A-6C9B-9C88BC0833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626350-0D41-7588-1187-80449FB262E5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626350-0D41-7588-1187-80449FB262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EE9894E-6421-C1E3-8E62-8FA1E33B01BB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EE9894E-6421-C1E3-8E62-8FA1E33B01B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6CADFC-6068-691E-4915-56EA6DCEEAB8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6CADFC-6068-691E-4915-56EA6DCEE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FC8467-53F6-306A-9A82-DDC6B739BE6D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FC8467-53F6-306A-9A82-DDC6B739BE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850E604-7739-F182-77EB-883953BBD26E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850E604-7739-F182-77EB-883953BBD2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B2DFB9-5072-10B3-A404-C3C69610B637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B2DFB9-5072-10B3-A404-C3C69610B63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540BD8-E968-7931-CC17-99BEBC170C47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540BD8-E968-7931-CC17-99BEBC170C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5024CB-3827-382F-3C57-C713BFE6F0D6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5024CB-3827-382F-3C57-C713BFE6F0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4213122-0248-925F-EF1E-986C026435C4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4213122-0248-925F-EF1E-986C026435C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917F282-5263-46D9-2AF0-5A160E816B89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917F282-5263-46D9-2AF0-5A160E816B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A7532C-2E06-F31D-2EE2-B8DDF0E4CBEC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A7532C-2E06-F31D-2EE2-B8DDF0E4CB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6C176AE-6244-70E5-DFB5-9F7B6E0BC911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6C176AE-6244-70E5-DFB5-9F7B6E0BC91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CCA8DC-3DCC-AAB9-879E-3B96EC8EC5E3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CCA8DC-3DCC-AAB9-879E-3B96EC8EC5E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1DB623-D99D-89FE-0685-436187835FA8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1DB623-D99D-89FE-0685-436187835FA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B1087F-4770-B959-BAB4-AE08C346A216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B1087F-4770-B959-BAB4-AE08C346A21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FD9B0BE-A0FF-DDD5-A7C7-6BBC99FBAA3B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FD9B0BE-A0FF-DDD5-A7C7-6BBC99FBAA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84D9086-E820-8163-D4E0-1979D8A63988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84D9086-E820-8163-D4E0-1979D8A6398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FA0160-AAA7-821F-A84B-758557052955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FA0160-AAA7-821F-A84B-7585570529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01247E-82E4-4C99-7856-32DEA4F6FCF7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01247E-82E4-4C99-7856-32DEA4F6FCF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D0E736-2753-6483-DFAC-9C13CF46A1BD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D0E736-2753-6483-DFAC-9C13CF46A1B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8E37159-C022-AEF1-B0C5-7FAFFDF40F90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8E37159-C022-AEF1-B0C5-7FAFFDF40F9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EE327A-EBA4-4803-593D-D0773B20097F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EE327A-EBA4-4803-593D-D0773B20097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AD1C8A8-4ADD-0555-72CF-0A6A3E7CDAFD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AD1C8A8-4ADD-0555-72CF-0A6A3E7CDA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9767B2-879F-CFB1-51E5-33F7A783DBA3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9767B2-879F-CFB1-51E5-33F7A783DBA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7245BC0-2B4F-C21E-7DA5-96DCB36D4413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7245BC0-2B4F-C21E-7DA5-96DCB36D44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AF5F47-1F8C-C505-00AC-E509CC35AC7D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AF5F47-1F8C-C505-00AC-E509CC35AC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D9208A-2855-40F1-4B57-9339BA44BA9B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D9208A-2855-40F1-4B57-9339BA44BA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B135894-6CDD-8E9E-0312-7E48EEB29DBE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B135894-6CDD-8E9E-0312-7E48EEB29D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4B8990E-0FF4-A17F-14E8-C2E990EA4F36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4B8990E-0FF4-A17F-14E8-C2E990EA4F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BFC667-FFED-88B1-C939-1CA6F1EFECB4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BFC667-FFED-88B1-C939-1CA6F1EFECB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A18A962-CBE8-4F33-9551-F36C09DE0052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A18A962-CBE8-4F33-9551-F36C09DE005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0702A09-D8D7-5059-F777-48CE75CC5B1B}"/>
                    </a:ext>
                  </a:extLst>
                </p14:cNvPr>
                <p14:cNvContentPartPr/>
                <p14:nvPr/>
              </p14:nvContentPartPr>
              <p14:xfrm>
                <a:off x="5823454" y="1554730"/>
                <a:ext cx="179928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0702A09-D8D7-5059-F777-48CE75CC5B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5454" y="1536730"/>
                  <a:ext cx="183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24EABCA-1CFB-CE76-8379-A017F8A72422}"/>
                    </a:ext>
                  </a:extLst>
                </p14:cNvPr>
                <p14:cNvContentPartPr/>
                <p14:nvPr/>
              </p14:nvContentPartPr>
              <p14:xfrm>
                <a:off x="7574854" y="1417210"/>
                <a:ext cx="525960" cy="189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24EABCA-1CFB-CE76-8379-A017F8A7242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56854" y="1399210"/>
                  <a:ext cx="56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BE20570-8595-A101-5EFB-3EE1D6AC367E}"/>
                    </a:ext>
                  </a:extLst>
                </p14:cNvPr>
                <p14:cNvContentPartPr/>
                <p14:nvPr/>
              </p14:nvContentPartPr>
              <p14:xfrm>
                <a:off x="8092894" y="1480930"/>
                <a:ext cx="666360" cy="8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BE20570-8595-A101-5EFB-3EE1D6AC36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4894" y="1462930"/>
                  <a:ext cx="702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519054A-2404-BB65-3D41-E49EFF78F76C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519054A-2404-BB65-3D41-E49EFF78F7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E731070-3C3C-E2A8-10B5-89B42780E2A5}"/>
                    </a:ext>
                  </a:extLst>
                </p14:cNvPr>
                <p14:cNvContentPartPr/>
                <p14:nvPr/>
              </p14:nvContentPartPr>
              <p14:xfrm>
                <a:off x="8804254" y="1460770"/>
                <a:ext cx="100800" cy="90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E731070-3C3C-E2A8-10B5-89B42780E2A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86189" y="1442770"/>
                  <a:ext cx="136568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318E005-4754-C5FB-52C6-C81C4D6546FA}"/>
                    </a:ext>
                  </a:extLst>
                </p14:cNvPr>
                <p14:cNvContentPartPr/>
                <p14:nvPr/>
              </p14:nvContentPartPr>
              <p14:xfrm>
                <a:off x="8875894" y="2330890"/>
                <a:ext cx="72000" cy="231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318E005-4754-C5FB-52C6-C81C4D6546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7894" y="2312890"/>
                  <a:ext cx="10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FA0058C-3D99-C395-2E58-7E0689A2CA52}"/>
                    </a:ext>
                  </a:extLst>
                </p14:cNvPr>
                <p14:cNvContentPartPr/>
                <p14:nvPr/>
              </p14:nvContentPartPr>
              <p14:xfrm>
                <a:off x="8570614" y="2567050"/>
                <a:ext cx="59400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FA0058C-3D99-C395-2E58-7E0689A2CA5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2614" y="2549050"/>
                  <a:ext cx="62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9129483-F007-97B6-FE12-0EE0309ED102}"/>
                    </a:ext>
                  </a:extLst>
                </p14:cNvPr>
                <p14:cNvContentPartPr/>
                <p14:nvPr/>
              </p14:nvContentPartPr>
              <p14:xfrm>
                <a:off x="8832334" y="2739130"/>
                <a:ext cx="1317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9129483-F007-97B6-FE12-0EE0309ED10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4334" y="2721130"/>
                  <a:ext cx="167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11BAEE6-45BB-D196-A9A7-7E04AE3C8E4D}"/>
                    </a:ext>
                  </a:extLst>
                </p14:cNvPr>
                <p14:cNvContentPartPr/>
                <p14:nvPr/>
              </p14:nvContentPartPr>
              <p14:xfrm>
                <a:off x="8577094" y="2791330"/>
                <a:ext cx="567360" cy="152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11BAEE6-45BB-D196-A9A7-7E04AE3C8E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9094" y="2773330"/>
                  <a:ext cx="60300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78E2D59-8B8E-244F-20A7-38E6AB84CB12}"/>
                    </a:ext>
                  </a:extLst>
                </p14:cNvPr>
                <p14:cNvContentPartPr/>
                <p14:nvPr/>
              </p14:nvContentPartPr>
              <p14:xfrm>
                <a:off x="8419054" y="4059970"/>
                <a:ext cx="2890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78E2D59-8B8E-244F-20A7-38E6AB84CB1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1076" y="4041916"/>
                  <a:ext cx="324676" cy="1570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DDD2F85-CDA7-80E0-7C31-BC1166979909}"/>
              </a:ext>
            </a:extLst>
          </p:cNvPr>
          <p:cNvGrpSpPr/>
          <p:nvPr/>
        </p:nvGrpSpPr>
        <p:grpSpPr>
          <a:xfrm>
            <a:off x="7490254" y="911410"/>
            <a:ext cx="652680" cy="306720"/>
            <a:chOff x="7490254" y="911410"/>
            <a:chExt cx="6526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70E90A-D133-40F6-392B-8C8299B00803}"/>
                    </a:ext>
                  </a:extLst>
                </p14:cNvPr>
                <p14:cNvContentPartPr/>
                <p14:nvPr/>
              </p14:nvContentPartPr>
              <p14:xfrm>
                <a:off x="7490254" y="911410"/>
                <a:ext cx="248760" cy="30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70E90A-D133-40F6-392B-8C8299B0080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2254" y="893389"/>
                  <a:ext cx="284400" cy="342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67E6D77-365B-E3D5-9FA0-5EFBB1FA4AE2}"/>
                    </a:ext>
                  </a:extLst>
                </p14:cNvPr>
                <p14:cNvContentPartPr/>
                <p14:nvPr/>
              </p14:nvContentPartPr>
              <p14:xfrm>
                <a:off x="7796254" y="922210"/>
                <a:ext cx="346680" cy="18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67E6D77-365B-E3D5-9FA0-5EFBB1FA4A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254" y="904210"/>
                  <a:ext cx="3823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55AFD72-9133-960D-5B6B-07FC3070F840}"/>
              </a:ext>
            </a:extLst>
          </p:cNvPr>
          <p:cNvGrpSpPr/>
          <p:nvPr/>
        </p:nvGrpSpPr>
        <p:grpSpPr>
          <a:xfrm>
            <a:off x="9445054" y="2443570"/>
            <a:ext cx="646560" cy="467280"/>
            <a:chOff x="9445054" y="2443570"/>
            <a:chExt cx="6465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5C2A37E-0017-6568-EF11-5C702D8D37AA}"/>
                    </a:ext>
                  </a:extLst>
                </p14:cNvPr>
                <p14:cNvContentPartPr/>
                <p14:nvPr/>
              </p14:nvContentPartPr>
              <p14:xfrm>
                <a:off x="9445054" y="2508370"/>
                <a:ext cx="92520" cy="40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5C2A37E-0017-6568-EF11-5C702D8D37A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7124" y="2490370"/>
                  <a:ext cx="128022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5E41597-EC17-1824-D09C-24493AC142E3}"/>
                    </a:ext>
                  </a:extLst>
                </p14:cNvPr>
                <p14:cNvContentPartPr/>
                <p14:nvPr/>
              </p14:nvContentPartPr>
              <p14:xfrm>
                <a:off x="9624334" y="2525650"/>
                <a:ext cx="191880" cy="175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5E41597-EC17-1824-D09C-24493AC142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6300" y="2507650"/>
                  <a:ext cx="227587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A50C2C7-36A6-A416-F7A2-519D11835601}"/>
                    </a:ext>
                  </a:extLst>
                </p14:cNvPr>
                <p14:cNvContentPartPr/>
                <p14:nvPr/>
              </p14:nvContentPartPr>
              <p14:xfrm>
                <a:off x="9959134" y="2552290"/>
                <a:ext cx="22320" cy="3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A50C2C7-36A6-A416-F7A2-519D118356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1134" y="2535790"/>
                  <a:ext cx="5796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4CD7898-3DA9-60A9-9618-68EC25472ED4}"/>
                    </a:ext>
                  </a:extLst>
                </p14:cNvPr>
                <p14:cNvContentPartPr/>
                <p14:nvPr/>
              </p14:nvContentPartPr>
              <p14:xfrm>
                <a:off x="9897934" y="2443570"/>
                <a:ext cx="193680" cy="174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4CD7898-3DA9-60A9-9618-68EC25472ED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9934" y="2425570"/>
                  <a:ext cx="2293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9AC8C8-87E1-F8BA-F5DF-1FB5CB44D0D2}"/>
                  </a:ext>
                </a:extLst>
              </p14:cNvPr>
              <p14:cNvContentPartPr/>
              <p14:nvPr/>
            </p14:nvContentPartPr>
            <p14:xfrm>
              <a:off x="7396294" y="760210"/>
              <a:ext cx="844920" cy="91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9AC8C8-87E1-F8BA-F5DF-1FB5CB44D0D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42294" y="652210"/>
                <a:ext cx="952560" cy="11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46C85E-20ED-64D6-41C5-0220C2E1749B}"/>
                  </a:ext>
                </a:extLst>
              </p14:cNvPr>
              <p14:cNvContentPartPr/>
              <p14:nvPr/>
            </p14:nvContentPartPr>
            <p14:xfrm>
              <a:off x="8064094" y="1453570"/>
              <a:ext cx="1130400" cy="2993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46C85E-20ED-64D6-41C5-0220C2E1749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10094" y="1345570"/>
                <a:ext cx="1238040" cy="320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B223B89F-CE71-39CA-7A4D-DAE92456C08B}"/>
              </a:ext>
            </a:extLst>
          </p:cNvPr>
          <p:cNvGrpSpPr/>
          <p:nvPr/>
        </p:nvGrpSpPr>
        <p:grpSpPr>
          <a:xfrm>
            <a:off x="9751774" y="1462930"/>
            <a:ext cx="2168280" cy="2855880"/>
            <a:chOff x="9751774" y="1462930"/>
            <a:chExt cx="2168280" cy="28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81DC57-A83B-CD4C-7E6B-B95C5EFD2056}"/>
                    </a:ext>
                  </a:extLst>
                </p14:cNvPr>
                <p14:cNvContentPartPr/>
                <p14:nvPr/>
              </p14:nvContentPartPr>
              <p14:xfrm>
                <a:off x="10487254" y="1465090"/>
                <a:ext cx="81000" cy="1063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81DC57-A83B-CD4C-7E6B-B95C5EFD205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69174" y="1447090"/>
                  <a:ext cx="116799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EF432E8-BF6A-C0DB-E2C9-2E75E3AC010A}"/>
                    </a:ext>
                  </a:extLst>
                </p14:cNvPr>
                <p14:cNvContentPartPr/>
                <p14:nvPr/>
              </p14:nvContentPartPr>
              <p14:xfrm>
                <a:off x="10498414" y="2502610"/>
                <a:ext cx="191520" cy="36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EF432E8-BF6A-C0DB-E2C9-2E75E3AC010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80414" y="2484610"/>
                  <a:ext cx="227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4EBF21A-A8C5-A427-E38B-A716EE910E20}"/>
                    </a:ext>
                  </a:extLst>
                </p14:cNvPr>
                <p14:cNvContentPartPr/>
                <p14:nvPr/>
              </p14:nvContentPartPr>
              <p14:xfrm>
                <a:off x="10571494" y="2887450"/>
                <a:ext cx="87120" cy="111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4EBF21A-A8C5-A427-E38B-A716EE910E2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53494" y="2869450"/>
                  <a:ext cx="12276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A37816-29F6-3084-7E58-FA89534FB0C3}"/>
                    </a:ext>
                  </a:extLst>
                </p14:cNvPr>
                <p14:cNvContentPartPr/>
                <p14:nvPr/>
              </p14:nvContentPartPr>
              <p14:xfrm>
                <a:off x="10537294" y="1462930"/>
                <a:ext cx="1175400" cy="5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A37816-29F6-3084-7E58-FA89534FB0C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19288" y="1444930"/>
                  <a:ext cx="1211051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BFAEDB-4544-A888-8361-E27004BCCB46}"/>
                    </a:ext>
                  </a:extLst>
                </p14:cNvPr>
                <p14:cNvContentPartPr/>
                <p14:nvPr/>
              </p14:nvContentPartPr>
              <p14:xfrm>
                <a:off x="11587054" y="1498210"/>
                <a:ext cx="99720" cy="116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BFAEDB-4544-A888-8361-E27004BCCB4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69054" y="1480210"/>
                  <a:ext cx="135360" cy="12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DFBA85B-500B-80D0-E14B-0538037E272E}"/>
                    </a:ext>
                  </a:extLst>
                </p14:cNvPr>
                <p14:cNvContentPartPr/>
                <p14:nvPr/>
              </p14:nvContentPartPr>
              <p14:xfrm>
                <a:off x="11337574" y="2563810"/>
                <a:ext cx="582480" cy="52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DFBA85B-500B-80D0-E14B-0538037E272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19563" y="2545810"/>
                  <a:ext cx="618142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178DA1-8F9C-2955-D9F0-4529B61CDE5B}"/>
                    </a:ext>
                  </a:extLst>
                </p14:cNvPr>
                <p14:cNvContentPartPr/>
                <p14:nvPr/>
              </p14:nvContentPartPr>
              <p14:xfrm>
                <a:off x="11585254" y="2701330"/>
                <a:ext cx="37440" cy="31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178DA1-8F9C-2955-D9F0-4529B61CDE5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67254" y="2683330"/>
                  <a:ext cx="73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9E8A927-9023-32F1-7172-27DC948CE479}"/>
                    </a:ext>
                  </a:extLst>
                </p14:cNvPr>
                <p14:cNvContentPartPr/>
                <p14:nvPr/>
              </p14:nvContentPartPr>
              <p14:xfrm>
                <a:off x="11482654" y="2681890"/>
                <a:ext cx="250200" cy="146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9E8A927-9023-32F1-7172-27DC948CE4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64628" y="2663890"/>
                  <a:ext cx="285891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4A3C97-68E9-DA59-EB9D-0F0A1032544F}"/>
                    </a:ext>
                  </a:extLst>
                </p14:cNvPr>
                <p14:cNvContentPartPr/>
                <p14:nvPr/>
              </p14:nvContentPartPr>
              <p14:xfrm>
                <a:off x="11527294" y="3114250"/>
                <a:ext cx="86040" cy="1088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4A3C97-68E9-DA59-EB9D-0F0A1032544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509218" y="3096250"/>
                  <a:ext cx="12183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B8C8CA6-87E1-A11C-948D-CD6FC8F68330}"/>
                    </a:ext>
                  </a:extLst>
                </p14:cNvPr>
                <p14:cNvContentPartPr/>
                <p14:nvPr/>
              </p14:nvContentPartPr>
              <p14:xfrm>
                <a:off x="10601014" y="3994090"/>
                <a:ext cx="19440" cy="298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B8C8CA6-87E1-A11C-948D-CD6FC8F6833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82674" y="3976090"/>
                  <a:ext cx="55752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A21C349-9140-A047-CE04-AECAE56DE64E}"/>
                    </a:ext>
                  </a:extLst>
                </p14:cNvPr>
                <p14:cNvContentPartPr/>
                <p14:nvPr/>
              </p14:nvContentPartPr>
              <p14:xfrm>
                <a:off x="10504534" y="4203970"/>
                <a:ext cx="1152000" cy="43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A21C349-9140-A047-CE04-AECAE56DE64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86534" y="4185821"/>
                  <a:ext cx="118764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80C6AE-6CD1-9177-6118-EAC6E856A89C}"/>
                    </a:ext>
                  </a:extLst>
                </p14:cNvPr>
                <p14:cNvContentPartPr/>
                <p14:nvPr/>
              </p14:nvContentPartPr>
              <p14:xfrm>
                <a:off x="10048414" y="4219090"/>
                <a:ext cx="635040" cy="52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80C6AE-6CD1-9177-6118-EAC6E856A89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30424" y="4201090"/>
                  <a:ext cx="6706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4E1995B-6104-C0CD-132B-DBDDC13A02AA}"/>
                    </a:ext>
                  </a:extLst>
                </p14:cNvPr>
                <p14:cNvContentPartPr/>
                <p14:nvPr/>
              </p14:nvContentPartPr>
              <p14:xfrm>
                <a:off x="9964894" y="4134490"/>
                <a:ext cx="160560" cy="18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4E1995B-6104-C0CD-132B-DBDDC13A02A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46854" y="4116490"/>
                  <a:ext cx="196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EE491CB-9721-22B7-08B8-0EBF2806235E}"/>
                    </a:ext>
                  </a:extLst>
                </p14:cNvPr>
                <p14:cNvContentPartPr/>
                <p14:nvPr/>
              </p14:nvContentPartPr>
              <p14:xfrm>
                <a:off x="9751774" y="1487050"/>
                <a:ext cx="77508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EE491CB-9721-22B7-08B8-0EBF2806235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33774" y="1469050"/>
                  <a:ext cx="8107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77F1114-BB02-2DAE-49F1-CDD6F295AB12}"/>
              </a:ext>
            </a:extLst>
          </p:cNvPr>
          <p:cNvGrpSpPr/>
          <p:nvPr/>
        </p:nvGrpSpPr>
        <p:grpSpPr>
          <a:xfrm>
            <a:off x="10732774" y="2127850"/>
            <a:ext cx="244080" cy="389520"/>
            <a:chOff x="10732774" y="2127850"/>
            <a:chExt cx="24408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819A158-292F-0A26-AD24-41E61846560F}"/>
                    </a:ext>
                  </a:extLst>
                </p14:cNvPr>
                <p14:cNvContentPartPr/>
                <p14:nvPr/>
              </p14:nvContentPartPr>
              <p14:xfrm>
                <a:off x="10732774" y="2127850"/>
                <a:ext cx="244080" cy="244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819A158-292F-0A26-AD24-41E61846560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14774" y="2109850"/>
                  <a:ext cx="279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550087-5B3D-1466-EAF0-C57412013D65}"/>
                    </a:ext>
                  </a:extLst>
                </p14:cNvPr>
                <p14:cNvContentPartPr/>
                <p14:nvPr/>
              </p14:nvContentPartPr>
              <p14:xfrm>
                <a:off x="10912054" y="2204890"/>
                <a:ext cx="12600" cy="312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550087-5B3D-1466-EAF0-C57412013D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94414" y="2187250"/>
                  <a:ext cx="48240" cy="34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BF54D09-95A3-C1FA-B912-378B64D17073}"/>
                  </a:ext>
                </a:extLst>
              </p14:cNvPr>
              <p14:cNvContentPartPr/>
              <p14:nvPr/>
            </p14:nvContentPartPr>
            <p14:xfrm>
              <a:off x="11824654" y="2223970"/>
              <a:ext cx="180000" cy="2649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BF54D09-95A3-C1FA-B912-378B64D1707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807014" y="2206330"/>
                <a:ext cx="215640" cy="30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3385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701E9-11E7-EF10-D9F9-5A32E765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26B0-7BDD-5019-CB7B-91FB1A3C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F4456-0A5B-C3B5-7E31-560ED911C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45D6F03-BFF9-A0A3-B373-647235FE6F3F}"/>
              </a:ext>
            </a:extLst>
          </p:cNvPr>
          <p:cNvGrpSpPr/>
          <p:nvPr/>
        </p:nvGrpSpPr>
        <p:grpSpPr>
          <a:xfrm>
            <a:off x="1363774" y="993130"/>
            <a:ext cx="7090200" cy="3435480"/>
            <a:chOff x="1363774" y="993130"/>
            <a:chExt cx="709020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15E563B-07C8-972F-F5E9-83F0BE3BBE28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15E563B-07C8-972F-F5E9-83F0BE3BBE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7ED9A7-710E-570F-7E0C-D2DB74F8DA3E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7ED9A7-710E-570F-7E0C-D2DB74F8DA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E19E50B-7176-55E1-A518-A4D53D2700BB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E19E50B-7176-55E1-A518-A4D53D2700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DA0FCF-2EBD-9286-F4BA-E38E8EA2F85F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DA0FCF-2EBD-9286-F4BA-E38E8EA2F8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7D8E99-A636-4673-2919-B90B4A1F9DEA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7D8E99-A636-4673-2919-B90B4A1F9D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5367407-2012-1AE0-9D72-0A36B4725276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5367407-2012-1AE0-9D72-0A36B472527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B4E2F5-8F5D-6A2D-FB49-C304FBDB5DD1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B4E2F5-8F5D-6A2D-FB49-C304FBDB5D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7ED7597-3E1A-8E8A-EE86-ED2959706C52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7ED7597-3E1A-8E8A-EE86-ED2959706C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0529C6-013E-6F35-D121-DA46923D5BBB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0529C6-013E-6F35-D121-DA46923D5BB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B7495E0-BD49-63D4-F392-EE37CDF233CB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B7495E0-BD49-63D4-F392-EE37CDF233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EAA72CF-D9FC-CBEA-443F-1C4276256A33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EAA72CF-D9FC-CBEA-443F-1C4276256A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1D8E508-4D8D-EBB5-1372-325201965382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1D8E508-4D8D-EBB5-1372-3252019653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331352C-B3B2-66BE-8A6E-0A2BB8BE131E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331352C-B3B2-66BE-8A6E-0A2BB8BE13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0DE0A9-B6B4-8AF1-F1D0-C16807862166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0DE0A9-B6B4-8AF1-F1D0-C1680786216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1C5CD2-84C1-3236-1996-0BE9B480DAEE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1C5CD2-84C1-3236-1996-0BE9B480DAE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0A71D8-A4A5-E471-FAD6-A747CCDB5F63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0A71D8-A4A5-E471-FAD6-A747CCDB5F6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B4F190-7E1B-9A8C-22E0-1A7905EF2BFE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B4F190-7E1B-9A8C-22E0-1A7905EF2B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F149147-7D5D-DB49-B830-C1D299A59DDE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F149147-7D5D-DB49-B830-C1D299A59DD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6F38EB-89F9-22C0-47EB-B08FA7BC22B6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6F38EB-89F9-22C0-47EB-B08FA7BC22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97F514-4E1A-A6A9-533E-A3C221C6B446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97F514-4E1A-A6A9-533E-A3C221C6B4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F53506-29A8-4787-6796-0E09CF4037DE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F53506-29A8-4787-6796-0E09CF4037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536E071-5FE2-7527-4FE9-0BDAA2511973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536E071-5FE2-7527-4FE9-0BDAA251197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00D7ABE-9CAA-18D4-3094-2EF63D9C079A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00D7ABE-9CAA-18D4-3094-2EF63D9C079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E29F017-D0FB-94CB-A596-0AE967D49762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E29F017-D0FB-94CB-A596-0AE967D4976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9B08D8C-4F12-91B0-4182-29E90C8D430E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9B08D8C-4F12-91B0-4182-29E90C8D43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2F1F409-098F-F898-EBAE-85A0F546146D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2F1F409-098F-F898-EBAE-85A0F546146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87D085E-7B22-5468-C456-C7772EE2F969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87D085E-7B22-5468-C456-C7772EE2F9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A2F836-7E2D-0CB7-A5D2-8ADDC5C9D73B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A2F836-7E2D-0CB7-A5D2-8ADDC5C9D7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42DC297-B882-DFF4-FD47-978573FF7F22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42DC297-B882-DFF4-FD47-978573FF7F2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47EE5F5-95CA-9B2D-F3FC-36E4BCD64A5D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7EE5F5-95CA-9B2D-F3FC-36E4BCD64A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FD9B35-2A10-0A5B-5606-43C63FFCE39C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FD9B35-2A10-0A5B-5606-43C63FFCE3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461B1FA-305C-913C-5E32-D71C69A5FB7C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461B1FA-305C-913C-5E32-D71C69A5FB7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3A79C8-3969-A3F9-D0D5-BD31F0AA2F63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3A79C8-3969-A3F9-D0D5-BD31F0AA2F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E17B9A-3C3F-9694-C5EC-3D248BE1651E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E17B9A-3C3F-9694-C5EC-3D248BE1651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375E85F-EC17-EDDF-78AC-30EEB15222ED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375E85F-EC17-EDDF-78AC-30EEB15222E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02D41A0-C9CA-C208-E330-C40A6C601047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02D41A0-C9CA-C208-E330-C40A6C60104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4EA4631-C170-8839-F43C-12C8C22C412D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4EA4631-C170-8839-F43C-12C8C22C41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939113F-8A60-C679-EE93-E4474D713126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939113F-8A60-C679-EE93-E4474D7131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FE00C1E-7687-0ABF-2BC1-2C75F3AEDB63}"/>
              </a:ext>
            </a:extLst>
          </p:cNvPr>
          <p:cNvGrpSpPr/>
          <p:nvPr/>
        </p:nvGrpSpPr>
        <p:grpSpPr>
          <a:xfrm>
            <a:off x="5850814" y="1660930"/>
            <a:ext cx="4612320" cy="2647080"/>
            <a:chOff x="5850814" y="1660930"/>
            <a:chExt cx="4612320" cy="264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1C650E2-BAF9-FBA8-B09A-3190E9BE114F}"/>
                    </a:ext>
                  </a:extLst>
                </p14:cNvPr>
                <p14:cNvContentPartPr/>
                <p14:nvPr/>
              </p14:nvContentPartPr>
              <p14:xfrm>
                <a:off x="5850814" y="1660930"/>
                <a:ext cx="1758240" cy="9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1C650E2-BAF9-FBA8-B09A-3190E9BE114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32814" y="1643290"/>
                  <a:ext cx="17938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B12DB18-2FDB-5B40-0E3B-DD2DF31429AC}"/>
                    </a:ext>
                  </a:extLst>
                </p14:cNvPr>
                <p14:cNvContentPartPr/>
                <p14:nvPr/>
              </p14:nvContentPartPr>
              <p14:xfrm>
                <a:off x="7766734" y="1704850"/>
                <a:ext cx="74880" cy="938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B12DB18-2FDB-5B40-0E3B-DD2DF31429A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49094" y="1686850"/>
                  <a:ext cx="11052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1EFE8B8-2182-C4A0-E680-0E55397A7130}"/>
                    </a:ext>
                  </a:extLst>
                </p14:cNvPr>
                <p14:cNvContentPartPr/>
                <p14:nvPr/>
              </p14:nvContentPartPr>
              <p14:xfrm>
                <a:off x="7807054" y="2737690"/>
                <a:ext cx="186840" cy="521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1EFE8B8-2182-C4A0-E680-0E55397A713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89054" y="2720050"/>
                  <a:ext cx="222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57542C8-A765-EF79-3D78-5947CB27D32F}"/>
                    </a:ext>
                  </a:extLst>
                </p14:cNvPr>
                <p14:cNvContentPartPr/>
                <p14:nvPr/>
              </p14:nvContentPartPr>
              <p14:xfrm>
                <a:off x="7975534" y="3283450"/>
                <a:ext cx="25920" cy="1024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57542C8-A765-EF79-3D78-5947CB27D3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57894" y="3265810"/>
                  <a:ext cx="61560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E3F3C6C-826B-08BA-AC3C-F01697F8C559}"/>
                    </a:ext>
                  </a:extLst>
                </p14:cNvPr>
                <p14:cNvContentPartPr/>
                <p14:nvPr/>
              </p14:nvContentPartPr>
              <p14:xfrm>
                <a:off x="7682854" y="1664530"/>
                <a:ext cx="1401480" cy="84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E3F3C6C-826B-08BA-AC3C-F01697F8C5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65214" y="1646890"/>
                  <a:ext cx="1437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9385B2C-77D0-0A5A-F429-16CCCF38DBE2}"/>
                    </a:ext>
                  </a:extLst>
                </p14:cNvPr>
                <p14:cNvContentPartPr/>
                <p14:nvPr/>
              </p14:nvContentPartPr>
              <p14:xfrm>
                <a:off x="9167134" y="1773610"/>
                <a:ext cx="52200" cy="1035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9385B2C-77D0-0A5A-F429-16CCCF38DBE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49494" y="1755610"/>
                  <a:ext cx="87840" cy="10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AAA2DDF-0F06-8381-0618-792BBC932006}"/>
                    </a:ext>
                  </a:extLst>
                </p14:cNvPr>
                <p14:cNvContentPartPr/>
                <p14:nvPr/>
              </p14:nvContentPartPr>
              <p14:xfrm>
                <a:off x="8992894" y="2497930"/>
                <a:ext cx="579960" cy="793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AAA2DDF-0F06-8381-0618-792BBC93200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4894" y="2479930"/>
                  <a:ext cx="61560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A08446A-FFFD-08EA-D765-3B201222D7F6}"/>
                    </a:ext>
                  </a:extLst>
                </p14:cNvPr>
                <p14:cNvContentPartPr/>
                <p14:nvPr/>
              </p14:nvContentPartPr>
              <p14:xfrm>
                <a:off x="9213214" y="2805010"/>
                <a:ext cx="35280" cy="255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A08446A-FFFD-08EA-D765-3B201222D7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95574" y="2787370"/>
                  <a:ext cx="709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AD63BF-ACD5-8530-16A5-55F1C04E4EC3}"/>
                    </a:ext>
                  </a:extLst>
                </p14:cNvPr>
                <p14:cNvContentPartPr/>
                <p14:nvPr/>
              </p14:nvContentPartPr>
              <p14:xfrm>
                <a:off x="9088654" y="2775490"/>
                <a:ext cx="291240" cy="172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AD63BF-ACD5-8530-16A5-55F1C04E4EC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70654" y="2757490"/>
                  <a:ext cx="326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FEC8540-0029-7182-5ED2-846EEC5BC583}"/>
                    </a:ext>
                  </a:extLst>
                </p14:cNvPr>
                <p14:cNvContentPartPr/>
                <p14:nvPr/>
              </p14:nvContentPartPr>
              <p14:xfrm>
                <a:off x="8390254" y="3264010"/>
                <a:ext cx="901440" cy="928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FEC8540-0029-7182-5ED2-846EEC5BC5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72614" y="3246370"/>
                  <a:ext cx="93708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DB0D4E-D30D-A004-347F-1CFEF095D7EF}"/>
                    </a:ext>
                  </a:extLst>
                </p14:cNvPr>
                <p14:cNvContentPartPr/>
                <p14:nvPr/>
              </p14:nvContentPartPr>
              <p14:xfrm>
                <a:off x="8117734" y="2622130"/>
                <a:ext cx="212400" cy="344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DB0D4E-D30D-A004-347F-1CFEF095D7E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99734" y="2604490"/>
                  <a:ext cx="2480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5EA8E8-B7E4-D685-D074-18350BF55B4D}"/>
                    </a:ext>
                  </a:extLst>
                </p14:cNvPr>
                <p14:cNvContentPartPr/>
                <p14:nvPr/>
              </p14:nvContentPartPr>
              <p14:xfrm>
                <a:off x="9848974" y="2742010"/>
                <a:ext cx="190440" cy="216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5EA8E8-B7E4-D685-D074-18350BF55B4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31334" y="2724370"/>
                  <a:ext cx="226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77B8FC3-BA0C-C599-4E9E-649DD82A1223}"/>
                    </a:ext>
                  </a:extLst>
                </p14:cNvPr>
                <p14:cNvContentPartPr/>
                <p14:nvPr/>
              </p14:nvContentPartPr>
              <p14:xfrm>
                <a:off x="9989374" y="2878090"/>
                <a:ext cx="39240" cy="222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77B8FC3-BA0C-C599-4E9E-649DD82A12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71734" y="2860090"/>
                  <a:ext cx="748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24ADA30-B913-7A6A-C06B-773D9D0D2F68}"/>
                    </a:ext>
                  </a:extLst>
                </p14:cNvPr>
                <p14:cNvContentPartPr/>
                <p14:nvPr/>
              </p14:nvContentPartPr>
              <p14:xfrm>
                <a:off x="10302214" y="2797810"/>
                <a:ext cx="27360" cy="344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24ADA30-B913-7A6A-C06B-773D9D0D2F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4214" y="2780170"/>
                  <a:ext cx="630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DDBBB05-CD96-74A9-5454-EFB26092BA73}"/>
                    </a:ext>
                  </a:extLst>
                </p14:cNvPr>
                <p14:cNvContentPartPr/>
                <p14:nvPr/>
              </p14:nvContentPartPr>
              <p14:xfrm>
                <a:off x="10311214" y="2870530"/>
                <a:ext cx="151920" cy="22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DDBBB05-CD96-74A9-5454-EFB26092BA7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93574" y="2852530"/>
                  <a:ext cx="187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1E46B4D-2039-8214-751C-536EB7C2C23B}"/>
                    </a:ext>
                  </a:extLst>
                </p14:cNvPr>
                <p14:cNvContentPartPr/>
                <p14:nvPr/>
              </p14:nvContentPartPr>
              <p14:xfrm>
                <a:off x="10271614" y="3028930"/>
                <a:ext cx="146520" cy="84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1E46B4D-2039-8214-751C-536EB7C2C23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53614" y="3010930"/>
                  <a:ext cx="182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CD38144-3F77-B724-CDC8-B955AF730B3A}"/>
                    </a:ext>
                  </a:extLst>
                </p14:cNvPr>
                <p14:cNvContentPartPr/>
                <p14:nvPr/>
              </p14:nvContentPartPr>
              <p14:xfrm>
                <a:off x="8348134" y="2564890"/>
                <a:ext cx="259560" cy="208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CD38144-3F77-B724-CDC8-B955AF730B3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30494" y="2546890"/>
                  <a:ext cx="295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00DBBBD-D46D-0C44-9F86-0FAA2C229711}"/>
                    </a:ext>
                  </a:extLst>
                </p14:cNvPr>
                <p14:cNvContentPartPr/>
                <p14:nvPr/>
              </p14:nvContentPartPr>
              <p14:xfrm>
                <a:off x="8729734" y="2565970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00DBBBD-D46D-0C44-9F86-0FAA2C22971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12094" y="25483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B50A336-06E7-190F-036F-6C3EA46F9AFD}"/>
                  </a:ext>
                </a:extLst>
              </p14:cNvPr>
              <p14:cNvContentPartPr/>
              <p14:nvPr/>
            </p14:nvContentPartPr>
            <p14:xfrm>
              <a:off x="1128334" y="2550850"/>
              <a:ext cx="1277280" cy="11174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B50A336-06E7-190F-036F-6C3EA46F9AF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74694" y="2442850"/>
                <a:ext cx="1384920" cy="13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94D359F-342D-8938-04AB-AD36BBF1C580}"/>
                  </a:ext>
                </a:extLst>
              </p14:cNvPr>
              <p14:cNvContentPartPr/>
              <p14:nvPr/>
            </p14:nvContentPartPr>
            <p14:xfrm>
              <a:off x="3842734" y="2838490"/>
              <a:ext cx="360" cy="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94D359F-342D-8938-04AB-AD36BBF1C58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789094" y="27304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0B76C53-D567-CCA1-C6B3-9C20C98D2503}"/>
                  </a:ext>
                </a:extLst>
              </p14:cNvPr>
              <p14:cNvContentPartPr/>
              <p14:nvPr/>
            </p14:nvContentPartPr>
            <p14:xfrm>
              <a:off x="3404254" y="2371930"/>
              <a:ext cx="1202040" cy="10141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0B76C53-D567-CCA1-C6B3-9C20C98D250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350254" y="2263930"/>
                <a:ext cx="1309680" cy="12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BD28AA2-9887-0A34-6CCF-8A530AD410CA}"/>
                  </a:ext>
                </a:extLst>
              </p14:cNvPr>
              <p14:cNvContentPartPr/>
              <p14:nvPr/>
            </p14:nvContentPartPr>
            <p14:xfrm>
              <a:off x="4453147" y="596806"/>
              <a:ext cx="1444680" cy="1546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BD28AA2-9887-0A34-6CCF-8A530AD410C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435507" y="578806"/>
                <a:ext cx="1480320" cy="158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E63C94-59FC-EE4A-56CA-F00B354D0B55}"/>
                  </a:ext>
                </a:extLst>
              </p14:cNvPr>
              <p14:cNvContentPartPr/>
              <p14:nvPr/>
            </p14:nvContentPartPr>
            <p14:xfrm>
              <a:off x="5700547" y="1606246"/>
              <a:ext cx="199440" cy="214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E63C94-59FC-EE4A-56CA-F00B354D0B5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682547" y="1588246"/>
                <a:ext cx="2350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D23C510-118C-D84F-5B7E-87241FECEBE8}"/>
                  </a:ext>
                </a:extLst>
              </p14:cNvPr>
              <p14:cNvContentPartPr/>
              <p14:nvPr/>
            </p14:nvContentPartPr>
            <p14:xfrm>
              <a:off x="6161347" y="1351006"/>
              <a:ext cx="939600" cy="40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D23C510-118C-D84F-5B7E-87241FECEBE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43347" y="1333366"/>
                <a:ext cx="9752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EAB0B77-AC58-3446-B027-37645A597581}"/>
                  </a:ext>
                </a:extLst>
              </p14:cNvPr>
              <p14:cNvContentPartPr/>
              <p14:nvPr/>
            </p14:nvContentPartPr>
            <p14:xfrm>
              <a:off x="6123187" y="1253446"/>
              <a:ext cx="212400" cy="183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EAB0B77-AC58-3446-B027-37645A59758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105187" y="1235446"/>
                <a:ext cx="24804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7249E82E-93C5-323A-FDE4-946BB69EC5B2}"/>
              </a:ext>
            </a:extLst>
          </p:cNvPr>
          <p:cNvGrpSpPr/>
          <p:nvPr/>
        </p:nvGrpSpPr>
        <p:grpSpPr>
          <a:xfrm>
            <a:off x="4861027" y="1357126"/>
            <a:ext cx="731880" cy="140760"/>
            <a:chOff x="4861027" y="1357126"/>
            <a:chExt cx="731880" cy="1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DF4814-58DC-B4A4-F336-00275AF3FE1A}"/>
                    </a:ext>
                  </a:extLst>
                </p14:cNvPr>
                <p14:cNvContentPartPr/>
                <p14:nvPr/>
              </p14:nvContentPartPr>
              <p14:xfrm>
                <a:off x="4975507" y="1434526"/>
                <a:ext cx="617400" cy="36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DF4814-58DC-B4A4-F336-00275AF3FE1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57507" y="1416886"/>
                  <a:ext cx="653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91B483-2DE2-BF0D-954C-4B739963F09D}"/>
                    </a:ext>
                  </a:extLst>
                </p14:cNvPr>
                <p14:cNvContentPartPr/>
                <p14:nvPr/>
              </p14:nvContentPartPr>
              <p14:xfrm>
                <a:off x="4861027" y="1357126"/>
                <a:ext cx="169200" cy="140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91B483-2DE2-BF0D-954C-4B739963F0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43387" y="1339126"/>
                  <a:ext cx="204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A9FAE7-6F18-9B39-0DF3-B689D4A1434C}"/>
                    </a:ext>
                  </a:extLst>
                </p14:cNvPr>
                <p14:cNvContentPartPr/>
                <p14:nvPr/>
              </p14:nvContentPartPr>
              <p14:xfrm>
                <a:off x="4883347" y="1374406"/>
                <a:ext cx="160920" cy="96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A9FAE7-6F18-9B39-0DF3-B689D4A143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65347" y="1356766"/>
                  <a:ext cx="196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2F73C46-EF59-B5AD-F610-B3AF2C59B822}"/>
                    </a:ext>
                  </a:extLst>
                </p14:cNvPr>
                <p14:cNvContentPartPr/>
                <p14:nvPr/>
              </p14:nvContentPartPr>
              <p14:xfrm>
                <a:off x="4892347" y="1462966"/>
                <a:ext cx="138960" cy="16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2F73C46-EF59-B5AD-F610-B3AF2C59B82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874707" y="1445326"/>
                  <a:ext cx="17460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91D273D-9C9A-5230-F2FD-97ED7DC5085C}"/>
                  </a:ext>
                </a:extLst>
              </p14:cNvPr>
              <p14:cNvContentPartPr/>
              <p14:nvPr/>
            </p14:nvContentPartPr>
            <p14:xfrm>
              <a:off x="3729547" y="6108406"/>
              <a:ext cx="20520" cy="273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91D273D-9C9A-5230-F2FD-97ED7DC5085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711547" y="6090406"/>
                <a:ext cx="5616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2" name="Group 301">
            <a:extLst>
              <a:ext uri="{FF2B5EF4-FFF2-40B4-BE49-F238E27FC236}">
                <a16:creationId xmlns:a16="http://schemas.microsoft.com/office/drawing/2014/main" id="{031331FD-8B8F-62A5-7DB9-41D34F7AFA9B}"/>
              </a:ext>
            </a:extLst>
          </p:cNvPr>
          <p:cNvGrpSpPr/>
          <p:nvPr/>
        </p:nvGrpSpPr>
        <p:grpSpPr>
          <a:xfrm>
            <a:off x="951067" y="1988566"/>
            <a:ext cx="8921880" cy="4450680"/>
            <a:chOff x="951067" y="1988566"/>
            <a:chExt cx="8921880" cy="445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D7C8B01-D7D0-EBC1-7D38-960FA0E2BF0A}"/>
                    </a:ext>
                  </a:extLst>
                </p14:cNvPr>
                <p14:cNvContentPartPr/>
                <p14:nvPr/>
              </p14:nvContentPartPr>
              <p14:xfrm>
                <a:off x="5686867" y="1988566"/>
                <a:ext cx="12960" cy="449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D7C8B01-D7D0-EBC1-7D38-960FA0E2BF0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69227" y="1970926"/>
                  <a:ext cx="4860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C943DE9-B408-D82A-D66A-BEE434ED6498}"/>
                    </a:ext>
                  </a:extLst>
                </p14:cNvPr>
                <p14:cNvContentPartPr/>
                <p14:nvPr/>
              </p14:nvContentPartPr>
              <p14:xfrm>
                <a:off x="5596507" y="2338126"/>
                <a:ext cx="194400" cy="132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C943DE9-B408-D82A-D66A-BEE434ED649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78507" y="2320126"/>
                  <a:ext cx="230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E430A9D-A937-1C9C-9617-57A3C8B5D6FA}"/>
                    </a:ext>
                  </a:extLst>
                </p14:cNvPr>
                <p14:cNvContentPartPr/>
                <p14:nvPr/>
              </p14:nvContentPartPr>
              <p14:xfrm>
                <a:off x="2233747" y="5409646"/>
                <a:ext cx="297000" cy="59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E430A9D-A937-1C9C-9617-57A3C8B5D6F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16107" y="5391646"/>
                  <a:ext cx="332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D19D36B-1ABE-4DB9-8F5A-E1ED8DCD0035}"/>
                    </a:ext>
                  </a:extLst>
                </p14:cNvPr>
                <p14:cNvContentPartPr/>
                <p14:nvPr/>
              </p14:nvContentPartPr>
              <p14:xfrm>
                <a:off x="2016307" y="5528446"/>
                <a:ext cx="638640" cy="892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D19D36B-1ABE-4DB9-8F5A-E1ED8DCD003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98667" y="5510446"/>
                  <a:ext cx="674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F16C0D0-E80F-8B7B-32D3-1CC334586814}"/>
                    </a:ext>
                  </a:extLst>
                </p14:cNvPr>
                <p14:cNvContentPartPr/>
                <p14:nvPr/>
              </p14:nvContentPartPr>
              <p14:xfrm>
                <a:off x="2397187" y="5545726"/>
                <a:ext cx="38520" cy="7664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F16C0D0-E80F-8B7B-32D3-1CC33458681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79187" y="5528086"/>
                  <a:ext cx="74160" cy="8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10A723E-7C98-73AC-93EB-0226A022FC7D}"/>
                    </a:ext>
                  </a:extLst>
                </p14:cNvPr>
                <p14:cNvContentPartPr/>
                <p14:nvPr/>
              </p14:nvContentPartPr>
              <p14:xfrm>
                <a:off x="2427787" y="6185446"/>
                <a:ext cx="766080" cy="702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10A723E-7C98-73AC-93EB-0226A022FC7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10147" y="6167446"/>
                  <a:ext cx="801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A2876B2-7878-0391-36C1-1697E644D5D5}"/>
                    </a:ext>
                  </a:extLst>
                </p14:cNvPr>
                <p14:cNvContentPartPr/>
                <p14:nvPr/>
              </p14:nvContentPartPr>
              <p14:xfrm>
                <a:off x="2409427" y="4688926"/>
                <a:ext cx="40680" cy="681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A2876B2-7878-0391-36C1-1697E644D5D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91427" y="4670926"/>
                  <a:ext cx="7632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7661314-4908-BE97-1B18-C904D7287499}"/>
                    </a:ext>
                  </a:extLst>
                </p14:cNvPr>
                <p14:cNvContentPartPr/>
                <p14:nvPr/>
              </p14:nvContentPartPr>
              <p14:xfrm>
                <a:off x="2483587" y="4663366"/>
                <a:ext cx="977040" cy="788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7661314-4908-BE97-1B18-C904D728749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465947" y="4645726"/>
                  <a:ext cx="10126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0139651-FB63-B907-CF8F-86B03D578EEF}"/>
                    </a:ext>
                  </a:extLst>
                </p14:cNvPr>
                <p14:cNvContentPartPr/>
                <p14:nvPr/>
              </p14:nvContentPartPr>
              <p14:xfrm>
                <a:off x="3493387" y="4582006"/>
                <a:ext cx="342720" cy="1605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0139651-FB63-B907-CF8F-86B03D578EE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75747" y="4564366"/>
                  <a:ext cx="378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1F8197D-D2B2-53D9-76F7-F89F42847A19}"/>
                    </a:ext>
                  </a:extLst>
                </p14:cNvPr>
                <p14:cNvContentPartPr/>
                <p14:nvPr/>
              </p14:nvContentPartPr>
              <p14:xfrm>
                <a:off x="3845107" y="4700806"/>
                <a:ext cx="1712160" cy="324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1F8197D-D2B2-53D9-76F7-F89F42847A1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27107" y="4683166"/>
                  <a:ext cx="1747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2C950BE-FC2A-9DD1-1940-998E897DAD62}"/>
                    </a:ext>
                  </a:extLst>
                </p14:cNvPr>
                <p14:cNvContentPartPr/>
                <p14:nvPr/>
              </p14:nvContentPartPr>
              <p14:xfrm>
                <a:off x="4883707" y="4580206"/>
                <a:ext cx="416160" cy="141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2C950BE-FC2A-9DD1-1940-998E897DAD6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66067" y="4562566"/>
                  <a:ext cx="451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E1ACDEC-763F-D810-7026-11A38478EA0D}"/>
                    </a:ext>
                  </a:extLst>
                </p14:cNvPr>
                <p14:cNvContentPartPr/>
                <p14:nvPr/>
              </p14:nvContentPartPr>
              <p14:xfrm>
                <a:off x="5384827" y="4687486"/>
                <a:ext cx="626760" cy="345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E1ACDEC-763F-D810-7026-11A38478EA0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367187" y="4669486"/>
                  <a:ext cx="6624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043CC7F-568E-5C2A-8476-59C6D25BE0BC}"/>
                    </a:ext>
                  </a:extLst>
                </p14:cNvPr>
                <p14:cNvContentPartPr/>
                <p14:nvPr/>
              </p14:nvContentPartPr>
              <p14:xfrm>
                <a:off x="6062347" y="4695046"/>
                <a:ext cx="37800" cy="4924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043CC7F-568E-5C2A-8476-59C6D25BE0B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44707" y="4677406"/>
                  <a:ext cx="7344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8141644-4CF3-254B-774F-881A1D6D6AC6}"/>
                    </a:ext>
                  </a:extLst>
                </p14:cNvPr>
                <p14:cNvContentPartPr/>
                <p14:nvPr/>
              </p14:nvContentPartPr>
              <p14:xfrm>
                <a:off x="5980267" y="5167726"/>
                <a:ext cx="168120" cy="6429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8141644-4CF3-254B-774F-881A1D6D6AC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62627" y="5149726"/>
                  <a:ext cx="20376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5088356-E477-3D9A-B5C1-16B0BDD29B3F}"/>
                    </a:ext>
                  </a:extLst>
                </p14:cNvPr>
                <p14:cNvContentPartPr/>
                <p14:nvPr/>
              </p14:nvContentPartPr>
              <p14:xfrm>
                <a:off x="6068107" y="5827966"/>
                <a:ext cx="37800" cy="6112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5088356-E477-3D9A-B5C1-16B0BDD29B3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50107" y="5810326"/>
                  <a:ext cx="7344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BEE6F3F-0B0D-7139-45C4-B455B14BA508}"/>
                    </a:ext>
                  </a:extLst>
                </p14:cNvPr>
                <p14:cNvContentPartPr/>
                <p14:nvPr/>
              </p14:nvContentPartPr>
              <p14:xfrm>
                <a:off x="3238507" y="6221086"/>
                <a:ext cx="2803320" cy="97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BEE6F3F-0B0D-7139-45C4-B455B14BA50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20867" y="6203086"/>
                  <a:ext cx="2838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8CCEBF2-5AF7-8623-B994-C995C766C01B}"/>
                    </a:ext>
                  </a:extLst>
                </p14:cNvPr>
                <p14:cNvContentPartPr/>
                <p14:nvPr/>
              </p14:nvContentPartPr>
              <p14:xfrm>
                <a:off x="6012307" y="4589566"/>
                <a:ext cx="1576800" cy="84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8CCEBF2-5AF7-8623-B994-C995C766C01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94667" y="4571926"/>
                  <a:ext cx="1612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459E4F8-8382-66EA-9446-C5DDC747AF53}"/>
                    </a:ext>
                  </a:extLst>
                </p14:cNvPr>
                <p14:cNvContentPartPr/>
                <p14:nvPr/>
              </p14:nvContentPartPr>
              <p14:xfrm>
                <a:off x="7593067" y="4572286"/>
                <a:ext cx="60120" cy="5868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459E4F8-8382-66EA-9446-C5DDC747AF5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75427" y="4554286"/>
                  <a:ext cx="9576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5125970-1B9B-E95B-4C16-55F33AC5331E}"/>
                    </a:ext>
                  </a:extLst>
                </p14:cNvPr>
                <p14:cNvContentPartPr/>
                <p14:nvPr/>
              </p14:nvContentPartPr>
              <p14:xfrm>
                <a:off x="7555987" y="5213086"/>
                <a:ext cx="137160" cy="3938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5125970-1B9B-E95B-4C16-55F33AC5331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38347" y="5195086"/>
                  <a:ext cx="1728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8B00D60-0A40-1745-0885-08F7BA82E7BB}"/>
                    </a:ext>
                  </a:extLst>
                </p14:cNvPr>
                <p14:cNvContentPartPr/>
                <p14:nvPr/>
              </p14:nvContentPartPr>
              <p14:xfrm>
                <a:off x="6075307" y="5605846"/>
                <a:ext cx="1658520" cy="6548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8B00D60-0A40-1745-0885-08F7BA82E7B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57667" y="5587846"/>
                  <a:ext cx="169416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9D3CA46-2265-A4F5-F4D1-46C8AFC16881}"/>
                    </a:ext>
                  </a:extLst>
                </p14:cNvPr>
                <p14:cNvContentPartPr/>
                <p14:nvPr/>
              </p14:nvContentPartPr>
              <p14:xfrm>
                <a:off x="7482187" y="4609006"/>
                <a:ext cx="1284480" cy="41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9D3CA46-2265-A4F5-F4D1-46C8AFC1688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64547" y="4591006"/>
                  <a:ext cx="1320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99F7C4E-A2DD-118F-480F-7C17F5479E97}"/>
                    </a:ext>
                  </a:extLst>
                </p14:cNvPr>
                <p14:cNvContentPartPr/>
                <p14:nvPr/>
              </p14:nvContentPartPr>
              <p14:xfrm>
                <a:off x="8755867" y="4620886"/>
                <a:ext cx="37440" cy="5104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99F7C4E-A2DD-118F-480F-7C17F5479E9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738227" y="4602886"/>
                  <a:ext cx="7308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234FC14-2949-6102-FABB-7663676B0459}"/>
                    </a:ext>
                  </a:extLst>
                </p14:cNvPr>
                <p14:cNvContentPartPr/>
                <p14:nvPr/>
              </p14:nvContentPartPr>
              <p14:xfrm>
                <a:off x="8550667" y="5052166"/>
                <a:ext cx="580680" cy="5594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234FC14-2949-6102-FABB-7663676B045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533027" y="5034166"/>
                  <a:ext cx="61632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DBD938C-0986-4354-196C-E6A7E6FF51B7}"/>
                    </a:ext>
                  </a:extLst>
                </p14:cNvPr>
                <p14:cNvContentPartPr/>
                <p14:nvPr/>
              </p14:nvContentPartPr>
              <p14:xfrm>
                <a:off x="8787547" y="5208046"/>
                <a:ext cx="23040" cy="2592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DBD938C-0986-4354-196C-E6A7E6FF51B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69547" y="5190046"/>
                  <a:ext cx="586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F1BD6CB-F18F-9F65-F95D-1321DB04E1F2}"/>
                    </a:ext>
                  </a:extLst>
                </p14:cNvPr>
                <p14:cNvContentPartPr/>
                <p14:nvPr/>
              </p14:nvContentPartPr>
              <p14:xfrm>
                <a:off x="8702947" y="5194726"/>
                <a:ext cx="211680" cy="1674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F1BD6CB-F18F-9F65-F95D-1321DB04E1F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84947" y="5176726"/>
                  <a:ext cx="247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0586882-00B2-21B4-01B6-32BC054525A4}"/>
                    </a:ext>
                  </a:extLst>
                </p14:cNvPr>
                <p14:cNvContentPartPr/>
                <p14:nvPr/>
              </p14:nvContentPartPr>
              <p14:xfrm>
                <a:off x="8858107" y="5557966"/>
                <a:ext cx="42120" cy="6447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0586882-00B2-21B4-01B6-32BC054525A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40107" y="5540326"/>
                  <a:ext cx="7776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D825584-6938-1B06-90AD-E458B5DD2BA7}"/>
                    </a:ext>
                  </a:extLst>
                </p14:cNvPr>
                <p14:cNvContentPartPr/>
                <p14:nvPr/>
              </p14:nvContentPartPr>
              <p14:xfrm>
                <a:off x="7679467" y="6162046"/>
                <a:ext cx="1166760" cy="105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D825584-6938-1B06-90AD-E458B5DD2BA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661467" y="6144046"/>
                  <a:ext cx="1202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51B5D9A-7877-9F3A-8243-D02B9CD6C3D5}"/>
                    </a:ext>
                  </a:extLst>
                </p14:cNvPr>
                <p14:cNvContentPartPr/>
                <p14:nvPr/>
              </p14:nvContentPartPr>
              <p14:xfrm>
                <a:off x="7887907" y="5185726"/>
                <a:ext cx="197280" cy="2646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51B5D9A-7877-9F3A-8243-D02B9CD6C3D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70267" y="5167726"/>
                  <a:ext cx="232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7C31840-F236-B584-3C2C-46E2E985C9A9}"/>
                    </a:ext>
                  </a:extLst>
                </p14:cNvPr>
                <p14:cNvContentPartPr/>
                <p14:nvPr/>
              </p14:nvContentPartPr>
              <p14:xfrm>
                <a:off x="9384427" y="5124526"/>
                <a:ext cx="179640" cy="218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7C31840-F236-B584-3C2C-46E2E985C9A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66427" y="5106886"/>
                  <a:ext cx="215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9513E35-AFB9-A7D2-C1A4-F310686FB92F}"/>
                    </a:ext>
                  </a:extLst>
                </p14:cNvPr>
                <p14:cNvContentPartPr/>
                <p14:nvPr/>
              </p14:nvContentPartPr>
              <p14:xfrm>
                <a:off x="9532027" y="5220286"/>
                <a:ext cx="61200" cy="2678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9513E35-AFB9-A7D2-C1A4-F310686FB92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14387" y="5202646"/>
                  <a:ext cx="96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CC4AD15-0E6F-602B-33EC-2269C0E1547E}"/>
                    </a:ext>
                  </a:extLst>
                </p14:cNvPr>
                <p14:cNvContentPartPr/>
                <p14:nvPr/>
              </p14:nvContentPartPr>
              <p14:xfrm>
                <a:off x="9740467" y="5239366"/>
                <a:ext cx="26280" cy="1994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CC4AD15-0E6F-602B-33EC-2269C0E1547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22827" y="5221726"/>
                  <a:ext cx="61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0BF6F77-BBE6-873B-04A1-CEEC2A903704}"/>
                    </a:ext>
                  </a:extLst>
                </p14:cNvPr>
                <p14:cNvContentPartPr/>
                <p14:nvPr/>
              </p14:nvContentPartPr>
              <p14:xfrm>
                <a:off x="9698347" y="5229646"/>
                <a:ext cx="174600" cy="1450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0BF6F77-BBE6-873B-04A1-CEEC2A90370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80707" y="5211646"/>
                  <a:ext cx="210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CB10DD3-8153-E052-B962-F09CC42FBC59}"/>
                    </a:ext>
                  </a:extLst>
                </p14:cNvPr>
                <p14:cNvContentPartPr/>
                <p14:nvPr/>
              </p14:nvContentPartPr>
              <p14:xfrm>
                <a:off x="9773587" y="5310286"/>
                <a:ext cx="60480" cy="435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CB10DD3-8153-E052-B962-F09CC42FBC5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755947" y="5292286"/>
                  <a:ext cx="961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4C5C2BD-C8A1-F4B3-7AAC-BC315B323B9F}"/>
                    </a:ext>
                  </a:extLst>
                </p14:cNvPr>
                <p14:cNvContentPartPr/>
                <p14:nvPr/>
              </p14:nvContentPartPr>
              <p14:xfrm>
                <a:off x="6286987" y="5501446"/>
                <a:ext cx="170640" cy="1987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4C5C2BD-C8A1-F4B3-7AAC-BC315B323B9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268987" y="5483806"/>
                  <a:ext cx="2062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AF1C7B5-3780-4F93-6E4D-E0C14E737630}"/>
                    </a:ext>
                  </a:extLst>
                </p14:cNvPr>
                <p14:cNvContentPartPr/>
                <p14:nvPr/>
              </p14:nvContentPartPr>
              <p14:xfrm>
                <a:off x="6560227" y="5338366"/>
                <a:ext cx="156240" cy="2476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AF1C7B5-3780-4F93-6E4D-E0C14E73763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42587" y="5320726"/>
                  <a:ext cx="191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60BA15F-472B-086D-88F1-70204BE5A443}"/>
                    </a:ext>
                  </a:extLst>
                </p14:cNvPr>
                <p14:cNvContentPartPr/>
                <p14:nvPr/>
              </p14:nvContentPartPr>
              <p14:xfrm>
                <a:off x="6833107" y="5532766"/>
                <a:ext cx="94680" cy="1026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60BA15F-472B-086D-88F1-70204BE5A44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15467" y="5514766"/>
                  <a:ext cx="130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8CFD4B7-8806-CF60-1E89-2E7EE119D752}"/>
                    </a:ext>
                  </a:extLst>
                </p14:cNvPr>
                <p14:cNvContentPartPr/>
                <p14:nvPr/>
              </p14:nvContentPartPr>
              <p14:xfrm>
                <a:off x="6401467" y="4867126"/>
                <a:ext cx="40680" cy="3463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8CFD4B7-8806-CF60-1E89-2E7EE119D75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83467" y="4849126"/>
                  <a:ext cx="763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E42A047-8EA0-815B-98ED-B508CB4D1395}"/>
                    </a:ext>
                  </a:extLst>
                </p14:cNvPr>
                <p14:cNvContentPartPr/>
                <p14:nvPr/>
              </p14:nvContentPartPr>
              <p14:xfrm>
                <a:off x="6340627" y="4895566"/>
                <a:ext cx="120600" cy="1213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E42A047-8EA0-815B-98ED-B508CB4D139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22987" y="4877926"/>
                  <a:ext cx="156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969641B-0CFB-AB5C-3B98-149F40332658}"/>
                    </a:ext>
                  </a:extLst>
                </p14:cNvPr>
                <p14:cNvContentPartPr/>
                <p14:nvPr/>
              </p14:nvContentPartPr>
              <p14:xfrm>
                <a:off x="6542227" y="5831926"/>
                <a:ext cx="59400" cy="3434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969641B-0CFB-AB5C-3B98-149F4033265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24587" y="5813926"/>
                  <a:ext cx="950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3ED5316-BDAC-947F-B3D7-9AB115A2AE6F}"/>
                    </a:ext>
                  </a:extLst>
                </p14:cNvPr>
                <p14:cNvContentPartPr/>
                <p14:nvPr/>
              </p14:nvContentPartPr>
              <p14:xfrm>
                <a:off x="6510187" y="6063766"/>
                <a:ext cx="133200" cy="846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3ED5316-BDAC-947F-B3D7-9AB115A2AE6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92547" y="6045766"/>
                  <a:ext cx="168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F17F78A-D986-4486-6BFB-14DD5B2E32FD}"/>
                    </a:ext>
                  </a:extLst>
                </p14:cNvPr>
                <p14:cNvContentPartPr/>
                <p14:nvPr/>
              </p14:nvContentPartPr>
              <p14:xfrm>
                <a:off x="5101867" y="4319566"/>
                <a:ext cx="214200" cy="1497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F17F78A-D986-4486-6BFB-14DD5B2E32F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083867" y="4301926"/>
                  <a:ext cx="249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052DB53-DD85-F0D8-C7E6-63A56C6FEA2E}"/>
                    </a:ext>
                  </a:extLst>
                </p14:cNvPr>
                <p14:cNvContentPartPr/>
                <p14:nvPr/>
              </p14:nvContentPartPr>
              <p14:xfrm>
                <a:off x="3676627" y="4926886"/>
                <a:ext cx="174600" cy="1386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052DB53-DD85-F0D8-C7E6-63A56C6FEA2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58627" y="4909246"/>
                  <a:ext cx="210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1B4071A-9B15-3B41-51D9-37BC5E5B142A}"/>
                    </a:ext>
                  </a:extLst>
                </p14:cNvPr>
                <p14:cNvContentPartPr/>
                <p14:nvPr/>
              </p14:nvContentPartPr>
              <p14:xfrm>
                <a:off x="3773107" y="4936606"/>
                <a:ext cx="118080" cy="2041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1B4071A-9B15-3B41-51D9-37BC5E5B142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55467" y="4918966"/>
                  <a:ext cx="1537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2DBE8F5-FCD5-8ECA-8BBB-57CB4BB43AE8}"/>
                    </a:ext>
                  </a:extLst>
                </p14:cNvPr>
                <p14:cNvContentPartPr/>
                <p14:nvPr/>
              </p14:nvContentPartPr>
              <p14:xfrm>
                <a:off x="2807587" y="5725366"/>
                <a:ext cx="181080" cy="2034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2DBE8F5-FCD5-8ECA-8BBB-57CB4BB43A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789947" y="5707366"/>
                  <a:ext cx="2167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62222011-29FD-906F-BD9B-6A964D5EC243}"/>
                    </a:ext>
                  </a:extLst>
                </p14:cNvPr>
                <p14:cNvContentPartPr/>
                <p14:nvPr/>
              </p14:nvContentPartPr>
              <p14:xfrm>
                <a:off x="2967787" y="5613406"/>
                <a:ext cx="234000" cy="1350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62222011-29FD-906F-BD9B-6A964D5EC24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50147" y="5595406"/>
                  <a:ext cx="2696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76453A0-7290-646F-EF77-07FE7DB0E3D0}"/>
                    </a:ext>
                  </a:extLst>
                </p14:cNvPr>
                <p14:cNvContentPartPr/>
                <p14:nvPr/>
              </p14:nvContentPartPr>
              <p14:xfrm>
                <a:off x="3213307" y="5397766"/>
                <a:ext cx="146880" cy="2160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76453A0-7290-646F-EF77-07FE7DB0E3D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195667" y="5380126"/>
                  <a:ext cx="1825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82A322B-6E0D-C520-02F9-572F007D2FA2}"/>
                    </a:ext>
                  </a:extLst>
                </p14:cNvPr>
                <p14:cNvContentPartPr/>
                <p14:nvPr/>
              </p14:nvContentPartPr>
              <p14:xfrm>
                <a:off x="1017307" y="5815726"/>
                <a:ext cx="252360" cy="2469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82A322B-6E0D-C520-02F9-572F007D2F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9307" y="5798086"/>
                  <a:ext cx="288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FADDD47-E9E3-1677-E264-0F2220AF8D7D}"/>
                    </a:ext>
                  </a:extLst>
                </p14:cNvPr>
                <p14:cNvContentPartPr/>
                <p14:nvPr/>
              </p14:nvContentPartPr>
              <p14:xfrm>
                <a:off x="1367947" y="5860726"/>
                <a:ext cx="132120" cy="1519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FADDD47-E9E3-1677-E264-0F2220AF8D7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349947" y="5842726"/>
                  <a:ext cx="1677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D0136B1-9290-6205-414F-DF2582800B8D}"/>
                    </a:ext>
                  </a:extLst>
                </p14:cNvPr>
                <p14:cNvContentPartPr/>
                <p14:nvPr/>
              </p14:nvContentPartPr>
              <p14:xfrm>
                <a:off x="1492147" y="5689726"/>
                <a:ext cx="24120" cy="306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D0136B1-9290-6205-414F-DF2582800B8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474147" y="5672086"/>
                  <a:ext cx="597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CE40CD9-D0E4-7E90-B98A-8B7EB26E79A8}"/>
                    </a:ext>
                  </a:extLst>
                </p14:cNvPr>
                <p14:cNvContentPartPr/>
                <p14:nvPr/>
              </p14:nvContentPartPr>
              <p14:xfrm>
                <a:off x="1580707" y="5699446"/>
                <a:ext cx="45000" cy="788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CE40CD9-D0E4-7E90-B98A-8B7EB26E79A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563067" y="5681446"/>
                  <a:ext cx="806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4CBDF21-52FB-D0D7-F4EF-C912FC691AF6}"/>
                    </a:ext>
                  </a:extLst>
                </p14:cNvPr>
                <p14:cNvContentPartPr/>
                <p14:nvPr/>
              </p14:nvContentPartPr>
              <p14:xfrm>
                <a:off x="1545427" y="5423326"/>
                <a:ext cx="201600" cy="1803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4CBDF21-52FB-D0D7-F4EF-C912FC691AF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527787" y="5405686"/>
                  <a:ext cx="237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A995536-EE3D-A1D9-922A-05662ADD32F9}"/>
                    </a:ext>
                  </a:extLst>
                </p14:cNvPr>
                <p14:cNvContentPartPr/>
                <p14:nvPr/>
              </p14:nvContentPartPr>
              <p14:xfrm>
                <a:off x="1523467" y="5384446"/>
                <a:ext cx="95040" cy="1072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A995536-EE3D-A1D9-922A-05662ADD32F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505467" y="5366806"/>
                  <a:ext cx="130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C38EC53-F9B5-3016-119B-9DB4BAE87652}"/>
                    </a:ext>
                  </a:extLst>
                </p14:cNvPr>
                <p14:cNvContentPartPr/>
                <p14:nvPr/>
              </p14:nvContentPartPr>
              <p14:xfrm>
                <a:off x="1786987" y="5618086"/>
                <a:ext cx="41760" cy="1076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C38EC53-F9B5-3016-119B-9DB4BAE8765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68987" y="5600086"/>
                  <a:ext cx="77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3AF3428-BC28-6BED-E9D2-8E40073E6369}"/>
                    </a:ext>
                  </a:extLst>
                </p14:cNvPr>
                <p14:cNvContentPartPr/>
                <p14:nvPr/>
              </p14:nvContentPartPr>
              <p14:xfrm>
                <a:off x="1842427" y="5385526"/>
                <a:ext cx="74880" cy="126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3AF3428-BC28-6BED-E9D2-8E40073E636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824427" y="5367886"/>
                  <a:ext cx="110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367BADF-C42D-63A8-3EA7-A668659F6D33}"/>
                    </a:ext>
                  </a:extLst>
                </p14:cNvPr>
                <p14:cNvContentPartPr/>
                <p14:nvPr/>
              </p14:nvContentPartPr>
              <p14:xfrm>
                <a:off x="1958347" y="5268886"/>
                <a:ext cx="2520" cy="46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367BADF-C42D-63A8-3EA7-A668659F6D3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40707" y="5250886"/>
                  <a:ext cx="38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43F31180-EB79-FDFC-9B20-33CBD2E570D9}"/>
                    </a:ext>
                  </a:extLst>
                </p14:cNvPr>
                <p14:cNvContentPartPr/>
                <p14:nvPr/>
              </p14:nvContentPartPr>
              <p14:xfrm>
                <a:off x="1954747" y="5023366"/>
                <a:ext cx="146880" cy="1263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43F31180-EB79-FDFC-9B20-33CBD2E570D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937107" y="5005726"/>
                  <a:ext cx="182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EEC0985-1CBB-4232-6F56-09E697F4C4B1}"/>
                    </a:ext>
                  </a:extLst>
                </p14:cNvPr>
                <p14:cNvContentPartPr/>
                <p14:nvPr/>
              </p14:nvContentPartPr>
              <p14:xfrm>
                <a:off x="1994707" y="4893766"/>
                <a:ext cx="108000" cy="1371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EEC0985-1CBB-4232-6F56-09E697F4C4B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976707" y="4876126"/>
                  <a:ext cx="143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4F80F53-5BBC-1144-42A7-480D1BEA1C48}"/>
                    </a:ext>
                  </a:extLst>
                </p14:cNvPr>
                <p14:cNvContentPartPr/>
                <p14:nvPr/>
              </p14:nvContentPartPr>
              <p14:xfrm>
                <a:off x="1071307" y="5029126"/>
                <a:ext cx="213480" cy="2062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4F80F53-5BBC-1144-42A7-480D1BEA1C4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53307" y="5011486"/>
                  <a:ext cx="249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7A46800-2A57-96A7-70E8-6C81DBCE41F2}"/>
                    </a:ext>
                  </a:extLst>
                </p14:cNvPr>
                <p14:cNvContentPartPr/>
                <p14:nvPr/>
              </p14:nvContentPartPr>
              <p14:xfrm>
                <a:off x="1280827" y="4967206"/>
                <a:ext cx="143280" cy="1774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7A46800-2A57-96A7-70E8-6C81DBCE41F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262827" y="4949566"/>
                  <a:ext cx="178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149C8D0-7B7C-265F-2B87-1FE09E8A5410}"/>
                    </a:ext>
                  </a:extLst>
                </p14:cNvPr>
                <p14:cNvContentPartPr/>
                <p14:nvPr/>
              </p14:nvContentPartPr>
              <p14:xfrm>
                <a:off x="1280827" y="4957126"/>
                <a:ext cx="189360" cy="53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149C8D0-7B7C-265F-2B87-1FE09E8A541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263187" y="4939126"/>
                  <a:ext cx="225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3FD4369-0BF5-7E19-B901-9F03D3247C7B}"/>
                    </a:ext>
                  </a:extLst>
                </p14:cNvPr>
                <p14:cNvContentPartPr/>
                <p14:nvPr/>
              </p14:nvContentPartPr>
              <p14:xfrm>
                <a:off x="1400707" y="5012926"/>
                <a:ext cx="9000" cy="270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3FD4369-0BF5-7E19-B901-9F03D3247C7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382707" y="4995286"/>
                  <a:ext cx="446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340A66D-6888-6911-D247-E925C03FB74A}"/>
                    </a:ext>
                  </a:extLst>
                </p14:cNvPr>
                <p14:cNvContentPartPr/>
                <p14:nvPr/>
              </p14:nvContentPartPr>
              <p14:xfrm>
                <a:off x="1658467" y="4855606"/>
                <a:ext cx="5040" cy="14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340A66D-6888-6911-D247-E925C03FB74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640827" y="4837606"/>
                  <a:ext cx="40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807A9D8-AC2B-94C2-FB6D-FCFF4CA9FCD4}"/>
                    </a:ext>
                  </a:extLst>
                </p14:cNvPr>
                <p14:cNvContentPartPr/>
                <p14:nvPr/>
              </p14:nvContentPartPr>
              <p14:xfrm>
                <a:off x="1654147" y="4628446"/>
                <a:ext cx="175320" cy="828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807A9D8-AC2B-94C2-FB6D-FCFF4CA9FCD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636507" y="4610806"/>
                  <a:ext cx="210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EC67056-385D-BDF7-D67D-E529F5FA9E64}"/>
                    </a:ext>
                  </a:extLst>
                </p14:cNvPr>
                <p14:cNvContentPartPr/>
                <p14:nvPr/>
              </p14:nvContentPartPr>
              <p14:xfrm>
                <a:off x="1811107" y="4571206"/>
                <a:ext cx="96120" cy="1573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EC67056-385D-BDF7-D67D-E529F5FA9E6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793107" y="4553206"/>
                  <a:ext cx="131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43116D9-68EA-A0FA-3616-0DBA06F3D0A5}"/>
                    </a:ext>
                  </a:extLst>
                </p14:cNvPr>
                <p14:cNvContentPartPr/>
                <p14:nvPr/>
              </p14:nvContentPartPr>
              <p14:xfrm>
                <a:off x="1123507" y="2592646"/>
                <a:ext cx="972720" cy="12096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43116D9-68EA-A0FA-3616-0DBA06F3D0A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05507" y="2574646"/>
                  <a:ext cx="1008360" cy="12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2D74C18-3A5B-2F94-0E2E-A3A044F69DF5}"/>
                    </a:ext>
                  </a:extLst>
                </p14:cNvPr>
                <p14:cNvContentPartPr/>
                <p14:nvPr/>
              </p14:nvContentPartPr>
              <p14:xfrm>
                <a:off x="1560907" y="3515686"/>
                <a:ext cx="72000" cy="9277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2D74C18-3A5B-2F94-0E2E-A3A044F69DF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42907" y="3497686"/>
                  <a:ext cx="107640" cy="9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7C10008-DD63-1454-4FD3-F5F6311D84EC}"/>
                    </a:ext>
                  </a:extLst>
                </p14:cNvPr>
                <p14:cNvContentPartPr/>
                <p14:nvPr/>
              </p14:nvContentPartPr>
              <p14:xfrm>
                <a:off x="1518067" y="4379686"/>
                <a:ext cx="138240" cy="792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7C10008-DD63-1454-4FD3-F5F6311D84E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500067" y="4362046"/>
                  <a:ext cx="173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E2A5E7A-364C-B9A2-A5A3-0A96CEADEFA5}"/>
                    </a:ext>
                  </a:extLst>
                </p14:cNvPr>
                <p14:cNvContentPartPr/>
                <p14:nvPr/>
              </p14:nvContentPartPr>
              <p14:xfrm>
                <a:off x="3068227" y="2446486"/>
                <a:ext cx="503280" cy="8355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E2A5E7A-364C-B9A2-A5A3-0A96CEADEFA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50227" y="2428846"/>
                  <a:ext cx="53892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A8BC7B8-BB99-0C13-9030-E034CC037515}"/>
                    </a:ext>
                  </a:extLst>
                </p14:cNvPr>
                <p14:cNvContentPartPr/>
                <p14:nvPr/>
              </p14:nvContentPartPr>
              <p14:xfrm>
                <a:off x="1005787" y="3138766"/>
                <a:ext cx="2286000" cy="17064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A8BC7B8-BB99-0C13-9030-E034CC03751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87787" y="3121126"/>
                  <a:ext cx="2321640" cy="174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A1F4BC9-69A5-C893-4B12-6706AD0D90F7}"/>
                    </a:ext>
                  </a:extLst>
                </p14:cNvPr>
                <p14:cNvContentPartPr/>
                <p14:nvPr/>
              </p14:nvContentPartPr>
              <p14:xfrm>
                <a:off x="951067" y="4757326"/>
                <a:ext cx="207720" cy="1008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A1F4BC9-69A5-C893-4B12-6706AD0D90F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3067" y="4739326"/>
                  <a:ext cx="243360" cy="13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C52795BC-026D-77EE-C3E6-3A2EA93CDD82}"/>
                  </a:ext>
                </a:extLst>
              </p14:cNvPr>
              <p14:cNvContentPartPr/>
              <p14:nvPr/>
            </p14:nvContentPartPr>
            <p14:xfrm>
              <a:off x="3387907" y="4324966"/>
              <a:ext cx="667080" cy="92808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C52795BC-026D-77EE-C3E6-3A2EA93CDD82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3334267" y="4216966"/>
                <a:ext cx="774720" cy="11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0D656B22-330A-7F48-83FA-47B4A4817B07}"/>
                  </a:ext>
                </a:extLst>
              </p14:cNvPr>
              <p14:cNvContentPartPr/>
              <p14:nvPr/>
            </p14:nvContentPartPr>
            <p14:xfrm>
              <a:off x="4700827" y="4129846"/>
              <a:ext cx="815040" cy="84132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0D656B22-330A-7F48-83FA-47B4A4817B07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646827" y="4021846"/>
                <a:ext cx="922680" cy="105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2757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2FF1F-47C9-B5BF-AB9F-E5EF2FD0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FE2E-E774-9C83-883C-F6F9B919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16DAD-D5D4-000F-A2BA-87DA527A6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45B92CB-16C5-014F-8933-334850276EC0}"/>
              </a:ext>
            </a:extLst>
          </p:cNvPr>
          <p:cNvGrpSpPr/>
          <p:nvPr/>
        </p:nvGrpSpPr>
        <p:grpSpPr>
          <a:xfrm>
            <a:off x="1363774" y="993130"/>
            <a:ext cx="7090200" cy="3435480"/>
            <a:chOff x="1363774" y="993130"/>
            <a:chExt cx="7090200" cy="34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E1699D1-2844-B6F3-2C38-441ACBEE170C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E1699D1-2844-B6F3-2C38-441ACBEE170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088B003-F733-7E58-604D-88C133C538A4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088B003-F733-7E58-604D-88C133C538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94BB40C-090E-6B0F-2FAF-00DD0152F4DB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94BB40C-090E-6B0F-2FAF-00DD0152F4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870AB9-53A2-BAF1-1E20-DF151D5828A5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870AB9-53A2-BAF1-1E20-DF151D5828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FF2491-1DC4-AC91-DA78-F3DACD9B65D5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FF2491-1DC4-AC91-DA78-F3DACD9B65D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E4B52FC-3360-CBA9-9C41-255995FD5E0D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E4B52FC-3360-CBA9-9C41-255995FD5E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130F37-5A43-3CF6-87FD-015B17E9E43B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0130F37-5A43-3CF6-87FD-015B17E9E4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437958-474F-6ED7-72A6-20BDC2A7B4DC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437958-474F-6ED7-72A6-20BDC2A7B4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8CDEF51-82A1-EEC9-1298-3FC85AC7BD66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8CDEF51-82A1-EEC9-1298-3FC85AC7BD6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0261A5-0DC9-DC01-72D2-C210A9230631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0261A5-0DC9-DC01-72D2-C210A923063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A46F7FE-7074-018F-3683-6AA97F107D01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A46F7FE-7074-018F-3683-6AA97F107D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BB1B63-600B-81C2-B0AF-C102E48D07A5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BB1B63-600B-81C2-B0AF-C102E48D07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5F59A6-2B3B-CAA8-43CE-87ABFE11C0E5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5F59A6-2B3B-CAA8-43CE-87ABFE11C0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670FCC-A1CC-9295-0D6B-24FF4A414ACB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670FCC-A1CC-9295-0D6B-24FF4A414A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54C0DD7-B852-22FD-9D37-60011D23303A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54C0DD7-B852-22FD-9D37-60011D23303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295133B-07A2-0041-4C12-2F5B6752D164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295133B-07A2-0041-4C12-2F5B6752D1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A33688-06BA-E136-811C-F28CB8333810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A33688-06BA-E136-811C-F28CB83338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CBC899-34F7-4111-13DC-0EC1C67F2F9B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CBC899-34F7-4111-13DC-0EC1C67F2F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947DF6-0D22-E313-B6B9-FA7235375AB9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947DF6-0D22-E313-B6B9-FA7235375A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6ABEA8-B18A-393B-9700-A34246AAF964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6ABEA8-B18A-393B-9700-A34246AAF96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6DA2C09-E815-B5AA-C542-F8893BC106DE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6DA2C09-E815-B5AA-C542-F8893BC106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E665A2-33AF-23D6-E661-4E15CF05B364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E665A2-33AF-23D6-E661-4E15CF05B36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C52E778-36E5-56F0-48C6-73F9986FCFAD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C52E778-36E5-56F0-48C6-73F9986FCFA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C87D93E-C89B-4440-0DE4-C1349F7FE06E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C87D93E-C89B-4440-0DE4-C1349F7FE0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CE8F7D-B489-0D72-0B81-3B2A72C1F2A0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CE8F7D-B489-0D72-0B81-3B2A72C1F2A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1ADD916-ED65-75E6-7663-15F232EA907C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1ADD916-ED65-75E6-7663-15F232EA907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977F6C-128F-EDA4-14D3-4BF3D531C4E8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977F6C-128F-EDA4-14D3-4BF3D531C4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126EEC9-F43E-B28E-3192-58832C0899E5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126EEC9-F43E-B28E-3192-58832C0899E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A28B80-045F-FCE3-4D0A-5E67C87EEE0A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A28B80-045F-FCE3-4D0A-5E67C87EEE0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49789CD-944A-955F-05C3-64133D69BC13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49789CD-944A-955F-05C3-64133D69BC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E80D425-03D1-83CE-61E4-A4978563E7B4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E80D425-03D1-83CE-61E4-A4978563E7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034C597-B5A0-005E-18C6-92631E7B96E3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034C597-B5A0-005E-18C6-92631E7B96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5FBE17-52A6-4A3B-30F7-B29948FC717B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5FBE17-52A6-4A3B-30F7-B29948FC717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FB07ED-0AC6-B540-6D97-831CB4E02A5F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FB07ED-0AC6-B540-6D97-831CB4E02A5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D195949-BF4D-EB3F-CE73-7BEF522B662E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D195949-BF4D-EB3F-CE73-7BEF522B66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65A7B29-B0FD-A2F0-3928-A453F3E25908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65A7B29-B0FD-A2F0-3928-A453F3E2590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FB7AE7-44E0-F9D4-8F1F-626C5D070903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FB7AE7-44E0-F9D4-8F1F-626C5D07090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DE412F3-D836-C5FF-D4A2-FA137D533BC4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DE412F3-D836-C5FF-D4A2-FA137D533BC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04F118A-33F8-5D1C-3027-2107673C6292}"/>
              </a:ext>
            </a:extLst>
          </p:cNvPr>
          <p:cNvGrpSpPr/>
          <p:nvPr/>
        </p:nvGrpSpPr>
        <p:grpSpPr>
          <a:xfrm>
            <a:off x="5850814" y="1660930"/>
            <a:ext cx="4612320" cy="2647080"/>
            <a:chOff x="5850814" y="1660930"/>
            <a:chExt cx="4612320" cy="264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7573908-27CF-7276-5A5A-C701C82A1EBD}"/>
                    </a:ext>
                  </a:extLst>
                </p14:cNvPr>
                <p14:cNvContentPartPr/>
                <p14:nvPr/>
              </p14:nvContentPartPr>
              <p14:xfrm>
                <a:off x="5850814" y="1660930"/>
                <a:ext cx="1758240" cy="96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7573908-27CF-7276-5A5A-C701C82A1EB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32818" y="1642930"/>
                  <a:ext cx="1793873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B223D28-ED87-25A2-254B-8CF09C94CE52}"/>
                    </a:ext>
                  </a:extLst>
                </p14:cNvPr>
                <p14:cNvContentPartPr/>
                <p14:nvPr/>
              </p14:nvContentPartPr>
              <p14:xfrm>
                <a:off x="7766734" y="1704850"/>
                <a:ext cx="74880" cy="938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B223D28-ED87-25A2-254B-8CF09C94CE5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48734" y="1686850"/>
                  <a:ext cx="11052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D0E5555-E97C-9169-7328-393596E39EA1}"/>
                    </a:ext>
                  </a:extLst>
                </p14:cNvPr>
                <p14:cNvContentPartPr/>
                <p14:nvPr/>
              </p14:nvContentPartPr>
              <p14:xfrm>
                <a:off x="7807054" y="2737690"/>
                <a:ext cx="186840" cy="521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D0E5555-E97C-9169-7328-393596E39EA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89054" y="2719690"/>
                  <a:ext cx="222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E359873-4BCD-3FE8-E4F6-D2A738671D75}"/>
                    </a:ext>
                  </a:extLst>
                </p14:cNvPr>
                <p14:cNvContentPartPr/>
                <p14:nvPr/>
              </p14:nvContentPartPr>
              <p14:xfrm>
                <a:off x="7975534" y="3283450"/>
                <a:ext cx="25920" cy="1024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E359873-4BCD-3FE8-E4F6-D2A738671D7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57280" y="3265450"/>
                  <a:ext cx="62062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CE40721-7FBD-5007-D4D9-D5837BA66759}"/>
                    </a:ext>
                  </a:extLst>
                </p14:cNvPr>
                <p14:cNvContentPartPr/>
                <p14:nvPr/>
              </p14:nvContentPartPr>
              <p14:xfrm>
                <a:off x="7682854" y="1664530"/>
                <a:ext cx="1401480" cy="84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CE40721-7FBD-5007-D4D9-D5837BA667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64849" y="1646530"/>
                  <a:ext cx="1437129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105A7DC-784F-6690-C8E6-600AF6D4A9A9}"/>
                    </a:ext>
                  </a:extLst>
                </p14:cNvPr>
                <p14:cNvContentPartPr/>
                <p14:nvPr/>
              </p14:nvContentPartPr>
              <p14:xfrm>
                <a:off x="9167134" y="1773610"/>
                <a:ext cx="52200" cy="1035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105A7DC-784F-6690-C8E6-600AF6D4A9A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49134" y="1755610"/>
                  <a:ext cx="87840" cy="10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1C21BE5-7345-5D80-938E-B1E2D7FAAAD5}"/>
                    </a:ext>
                  </a:extLst>
                </p14:cNvPr>
                <p14:cNvContentPartPr/>
                <p14:nvPr/>
              </p14:nvContentPartPr>
              <p14:xfrm>
                <a:off x="8992894" y="2497930"/>
                <a:ext cx="579960" cy="793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1C21BE5-7345-5D80-938E-B1E2D7FAAAD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4894" y="2479930"/>
                  <a:ext cx="61560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B0142F9-164E-ABDC-DD50-3DB28DF4BBA2}"/>
                    </a:ext>
                  </a:extLst>
                </p14:cNvPr>
                <p14:cNvContentPartPr/>
                <p14:nvPr/>
              </p14:nvContentPartPr>
              <p14:xfrm>
                <a:off x="9213214" y="2805010"/>
                <a:ext cx="35280" cy="255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B0142F9-164E-ABDC-DD50-3DB28DF4BBA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95214" y="2786985"/>
                  <a:ext cx="70920" cy="2912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AE26565-9B07-54D5-C0F8-0565D926A592}"/>
                    </a:ext>
                  </a:extLst>
                </p14:cNvPr>
                <p14:cNvContentPartPr/>
                <p14:nvPr/>
              </p14:nvContentPartPr>
              <p14:xfrm>
                <a:off x="9088654" y="2775490"/>
                <a:ext cx="291240" cy="172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AE26565-9B07-54D5-C0F8-0565D926A59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70654" y="2757490"/>
                  <a:ext cx="326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274CA23-D7B2-D296-E590-1D2756039796}"/>
                    </a:ext>
                  </a:extLst>
                </p14:cNvPr>
                <p14:cNvContentPartPr/>
                <p14:nvPr/>
              </p14:nvContentPartPr>
              <p14:xfrm>
                <a:off x="8390254" y="3264010"/>
                <a:ext cx="901440" cy="928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274CA23-D7B2-D296-E590-1D275603979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72254" y="3246010"/>
                  <a:ext cx="93708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24F006B-B969-E7D2-EAF1-1894FBD59C53}"/>
                    </a:ext>
                  </a:extLst>
                </p14:cNvPr>
                <p14:cNvContentPartPr/>
                <p14:nvPr/>
              </p14:nvContentPartPr>
              <p14:xfrm>
                <a:off x="8117734" y="2622130"/>
                <a:ext cx="212400" cy="344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24F006B-B969-E7D2-EAF1-1894FBD59C5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99764" y="2604130"/>
                  <a:ext cx="2479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5C6EBB5-B3AE-A4E4-2BED-841545344154}"/>
                    </a:ext>
                  </a:extLst>
                </p14:cNvPr>
                <p14:cNvContentPartPr/>
                <p14:nvPr/>
              </p14:nvContentPartPr>
              <p14:xfrm>
                <a:off x="9848974" y="2742010"/>
                <a:ext cx="190440" cy="216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5C6EBB5-B3AE-A4E4-2BED-84154534415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30940" y="2724010"/>
                  <a:ext cx="226148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1CBA87F-B38A-03AE-386A-0F5528573C6C}"/>
                    </a:ext>
                  </a:extLst>
                </p14:cNvPr>
                <p14:cNvContentPartPr/>
                <p14:nvPr/>
              </p14:nvContentPartPr>
              <p14:xfrm>
                <a:off x="9989374" y="2878090"/>
                <a:ext cx="39240" cy="222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1CBA87F-B38A-03AE-386A-0F5528573C6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71374" y="2860090"/>
                  <a:ext cx="748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562C206-2FA6-75A8-3E07-EE73B47ABC7D}"/>
                    </a:ext>
                  </a:extLst>
                </p14:cNvPr>
                <p14:cNvContentPartPr/>
                <p14:nvPr/>
              </p14:nvContentPartPr>
              <p14:xfrm>
                <a:off x="10302214" y="2797810"/>
                <a:ext cx="27360" cy="344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562C206-2FA6-75A8-3E07-EE73B47ABC7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4214" y="2779810"/>
                  <a:ext cx="630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8079C91-35A8-0519-386C-0C04C1B24A2B}"/>
                    </a:ext>
                  </a:extLst>
                </p14:cNvPr>
                <p14:cNvContentPartPr/>
                <p14:nvPr/>
              </p14:nvContentPartPr>
              <p14:xfrm>
                <a:off x="10311214" y="2870530"/>
                <a:ext cx="151920" cy="224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8079C91-35A8-0519-386C-0C04C1B24A2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93214" y="2852559"/>
                  <a:ext cx="187560" cy="2602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687F3AA-724B-EAD0-F5E5-0B1E75A3FE2C}"/>
                    </a:ext>
                  </a:extLst>
                </p14:cNvPr>
                <p14:cNvContentPartPr/>
                <p14:nvPr/>
              </p14:nvContentPartPr>
              <p14:xfrm>
                <a:off x="10271614" y="3028930"/>
                <a:ext cx="146520" cy="84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687F3AA-724B-EAD0-F5E5-0B1E75A3FE2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53614" y="3010930"/>
                  <a:ext cx="182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45BD015-36ED-0438-10AD-C7F78B0EB911}"/>
                    </a:ext>
                  </a:extLst>
                </p14:cNvPr>
                <p14:cNvContentPartPr/>
                <p14:nvPr/>
              </p14:nvContentPartPr>
              <p14:xfrm>
                <a:off x="8348134" y="2564890"/>
                <a:ext cx="259560" cy="208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45BD015-36ED-0438-10AD-C7F78B0EB9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30109" y="2546890"/>
                  <a:ext cx="29525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F400BAF-CEFF-4219-F94D-26711BC17BA6}"/>
                    </a:ext>
                  </a:extLst>
                </p14:cNvPr>
                <p14:cNvContentPartPr/>
                <p14:nvPr/>
              </p14:nvContentPartPr>
              <p14:xfrm>
                <a:off x="8729734" y="2565970"/>
                <a:ext cx="36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F400BAF-CEFF-4219-F94D-26711BC17BA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11734" y="2547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14C091D-621E-0387-4F63-DE48FB4E5C0D}"/>
                  </a:ext>
                </a:extLst>
              </p14:cNvPr>
              <p14:cNvContentPartPr/>
              <p14:nvPr/>
            </p14:nvContentPartPr>
            <p14:xfrm>
              <a:off x="1128334" y="2550850"/>
              <a:ext cx="1277280" cy="11174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14C091D-621E-0387-4F63-DE48FB4E5C0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74334" y="2442850"/>
                <a:ext cx="1384920" cy="13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A87AC44-FE05-76B1-62A7-A458A74EF743}"/>
                  </a:ext>
                </a:extLst>
              </p14:cNvPr>
              <p14:cNvContentPartPr/>
              <p14:nvPr/>
            </p14:nvContentPartPr>
            <p14:xfrm>
              <a:off x="3842734" y="2838490"/>
              <a:ext cx="360" cy="3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A87AC44-FE05-76B1-62A7-A458A74EF74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788734" y="27304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DB4D8B0-8A20-D6F4-4710-DB3CE9C7D4A4}"/>
                  </a:ext>
                </a:extLst>
              </p14:cNvPr>
              <p14:cNvContentPartPr/>
              <p14:nvPr/>
            </p14:nvContentPartPr>
            <p14:xfrm>
              <a:off x="3404254" y="2371930"/>
              <a:ext cx="1202040" cy="10141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DB4D8B0-8A20-D6F4-4710-DB3CE9C7D4A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350254" y="2263930"/>
                <a:ext cx="1309680" cy="122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4455E1A-9878-0D19-F115-BE3750BC3CBA}"/>
              </a:ext>
            </a:extLst>
          </p:cNvPr>
          <p:cNvGrpSpPr/>
          <p:nvPr/>
        </p:nvGrpSpPr>
        <p:grpSpPr>
          <a:xfrm>
            <a:off x="9817294" y="5285050"/>
            <a:ext cx="624960" cy="435600"/>
            <a:chOff x="9817294" y="5285050"/>
            <a:chExt cx="62496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BEA17A2-6B95-7BE0-242A-EA9B744DB5B8}"/>
                    </a:ext>
                  </a:extLst>
                </p14:cNvPr>
                <p14:cNvContentPartPr/>
                <p14:nvPr/>
              </p14:nvContentPartPr>
              <p14:xfrm>
                <a:off x="9817294" y="5285050"/>
                <a:ext cx="295200" cy="291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BEA17A2-6B95-7BE0-242A-EA9B744DB5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99294" y="5267028"/>
                  <a:ext cx="330840" cy="3269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18D54FC-1B55-33FF-A098-25EE6423BE02}"/>
                    </a:ext>
                  </a:extLst>
                </p14:cNvPr>
                <p14:cNvContentPartPr/>
                <p14:nvPr/>
              </p14:nvContentPartPr>
              <p14:xfrm>
                <a:off x="9964174" y="5404570"/>
                <a:ext cx="33840" cy="316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18D54FC-1B55-33FF-A098-25EE6423BE0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46174" y="5386570"/>
                  <a:ext cx="69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7CCFD07-2A36-E5A2-71A6-34864D6B6F7D}"/>
                    </a:ext>
                  </a:extLst>
                </p14:cNvPr>
                <p14:cNvContentPartPr/>
                <p14:nvPr/>
              </p14:nvContentPartPr>
              <p14:xfrm>
                <a:off x="10189894" y="5377570"/>
                <a:ext cx="50760" cy="284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7CCFD07-2A36-E5A2-71A6-34864D6B6F7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71894" y="5359570"/>
                  <a:ext cx="864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1612BC4-3FFD-1B29-426E-663D0043D442}"/>
                    </a:ext>
                  </a:extLst>
                </p14:cNvPr>
                <p14:cNvContentPartPr/>
                <p14:nvPr/>
              </p14:nvContentPartPr>
              <p14:xfrm>
                <a:off x="10164334" y="5370730"/>
                <a:ext cx="277920" cy="209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1612BC4-3FFD-1B29-426E-663D0043D4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46334" y="5352730"/>
                  <a:ext cx="3135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FD9CB59-1E82-F9AF-AB6C-DA2D50C93E09}"/>
                    </a:ext>
                  </a:extLst>
                </p14:cNvPr>
                <p14:cNvContentPartPr/>
                <p14:nvPr/>
              </p14:nvContentPartPr>
              <p14:xfrm>
                <a:off x="10220494" y="5511490"/>
                <a:ext cx="145440" cy="60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FD9CB59-1E82-F9AF-AB6C-DA2D50C93E0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2494" y="5493490"/>
                  <a:ext cx="18108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2CFE1FC3-175A-2880-6B43-E9E999EAA237}"/>
                  </a:ext>
                </a:extLst>
              </p14:cNvPr>
              <p14:cNvContentPartPr/>
              <p14:nvPr/>
            </p14:nvContentPartPr>
            <p14:xfrm>
              <a:off x="2516854" y="4889050"/>
              <a:ext cx="835560" cy="777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2CFE1FC3-175A-2880-6B43-E9E999EAA23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98854" y="4871050"/>
                <a:ext cx="871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B1678A4-AFF2-A807-DB99-2984886BF423}"/>
                  </a:ext>
                </a:extLst>
              </p14:cNvPr>
              <p14:cNvContentPartPr/>
              <p14:nvPr/>
            </p14:nvContentPartPr>
            <p14:xfrm>
              <a:off x="3407134" y="4842970"/>
              <a:ext cx="334800" cy="162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B1678A4-AFF2-A807-DB99-2984886BF42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89134" y="4824970"/>
                <a:ext cx="3704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AA376EA-1A8C-A635-542D-D12863C73ED6}"/>
                  </a:ext>
                </a:extLst>
              </p14:cNvPr>
              <p14:cNvContentPartPr/>
              <p14:nvPr/>
            </p14:nvContentPartPr>
            <p14:xfrm>
              <a:off x="3771094" y="4797970"/>
              <a:ext cx="553680" cy="1440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AA376EA-1A8C-A635-542D-D12863C73ED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53106" y="4779970"/>
                <a:ext cx="589297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3EC19DF-4390-89DC-C545-A59C9C38CF7C}"/>
                  </a:ext>
                </a:extLst>
              </p14:cNvPr>
              <p14:cNvContentPartPr/>
              <p14:nvPr/>
            </p14:nvContentPartPr>
            <p14:xfrm>
              <a:off x="4362214" y="4804090"/>
              <a:ext cx="229320" cy="187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3EC19DF-4390-89DC-C545-A59C9C38CF7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344214" y="4786090"/>
                <a:ext cx="2649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6B03CD83-F102-37F3-8AC9-74D7DB70CAFE}"/>
                  </a:ext>
                </a:extLst>
              </p14:cNvPr>
              <p14:cNvContentPartPr/>
              <p14:nvPr/>
            </p14:nvContentPartPr>
            <p14:xfrm>
              <a:off x="4597294" y="4716610"/>
              <a:ext cx="467640" cy="1749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6B03CD83-F102-37F3-8AC9-74D7DB70CAF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579294" y="4698610"/>
                <a:ext cx="503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9168D8D-6D4A-B698-7661-9D79EA882AB7}"/>
                  </a:ext>
                </a:extLst>
              </p14:cNvPr>
              <p14:cNvContentPartPr/>
              <p14:nvPr/>
            </p14:nvContentPartPr>
            <p14:xfrm>
              <a:off x="5085814" y="4805890"/>
              <a:ext cx="952200" cy="550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9168D8D-6D4A-B698-7661-9D79EA882AB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067814" y="4787890"/>
                <a:ext cx="9878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2625A98-788A-3997-AD2A-04DA259F0AA8}"/>
                  </a:ext>
                </a:extLst>
              </p14:cNvPr>
              <p14:cNvContentPartPr/>
              <p14:nvPr/>
            </p14:nvContentPartPr>
            <p14:xfrm>
              <a:off x="5922094" y="4853050"/>
              <a:ext cx="34200" cy="6152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2625A98-788A-3997-AD2A-04DA259F0AA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904094" y="4835050"/>
                <a:ext cx="6984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987D103-847E-0A1A-14F7-702C97B5058B}"/>
                  </a:ext>
                </a:extLst>
              </p14:cNvPr>
              <p14:cNvContentPartPr/>
              <p14:nvPr/>
            </p14:nvContentPartPr>
            <p14:xfrm>
              <a:off x="5854414" y="5439850"/>
              <a:ext cx="192960" cy="4154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987D103-847E-0A1A-14F7-702C97B5058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836380" y="5421850"/>
                <a:ext cx="228667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FF78165-8456-6A92-9CB5-E30FDE325099}"/>
                  </a:ext>
                </a:extLst>
              </p14:cNvPr>
              <p14:cNvContentPartPr/>
              <p14:nvPr/>
            </p14:nvContentPartPr>
            <p14:xfrm>
              <a:off x="5949094" y="5821450"/>
              <a:ext cx="74160" cy="8067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FF78165-8456-6A92-9CB5-E30FDE32509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931094" y="5803458"/>
                <a:ext cx="109800" cy="842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165B8BE-596B-2A7A-6CAE-671C356F4726}"/>
                  </a:ext>
                </a:extLst>
              </p14:cNvPr>
              <p14:cNvContentPartPr/>
              <p14:nvPr/>
            </p14:nvContentPartPr>
            <p14:xfrm>
              <a:off x="2560774" y="5880490"/>
              <a:ext cx="37440" cy="6724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165B8BE-596B-2A7A-6CAE-671C356F472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542774" y="5862500"/>
                <a:ext cx="73080" cy="708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BC93860-51C1-74C5-B3DD-E4EB9E74FA8C}"/>
                  </a:ext>
                </a:extLst>
              </p14:cNvPr>
              <p14:cNvContentPartPr/>
              <p14:nvPr/>
            </p14:nvContentPartPr>
            <p14:xfrm>
              <a:off x="2571574" y="6520570"/>
              <a:ext cx="3419640" cy="2016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BC93860-51C1-74C5-B3DD-E4EB9E74FA8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553572" y="6502570"/>
                <a:ext cx="3455284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F2412DA-79E9-58B5-1E03-833CAA1AE638}"/>
                  </a:ext>
                </a:extLst>
              </p14:cNvPr>
              <p14:cNvContentPartPr/>
              <p14:nvPr/>
            </p14:nvContentPartPr>
            <p14:xfrm>
              <a:off x="5415214" y="5773570"/>
              <a:ext cx="14400" cy="154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F2412DA-79E9-58B5-1E03-833CAA1AE63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396752" y="5755570"/>
                <a:ext cx="50954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E1D73F9-EAEA-4E14-CD99-E7B3E0DA8F9E}"/>
                  </a:ext>
                </a:extLst>
              </p14:cNvPr>
              <p14:cNvContentPartPr/>
              <p14:nvPr/>
            </p14:nvContentPartPr>
            <p14:xfrm>
              <a:off x="5638054" y="5743330"/>
              <a:ext cx="13680" cy="187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E1D73F9-EAEA-4E14-CD99-E7B3E0DA8F9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620054" y="5725330"/>
                <a:ext cx="49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9B921B9-5310-D186-AE42-C0C84DD12C78}"/>
                  </a:ext>
                </a:extLst>
              </p14:cNvPr>
              <p14:cNvContentPartPr/>
              <p14:nvPr/>
            </p14:nvContentPartPr>
            <p14:xfrm>
              <a:off x="5515294" y="5598250"/>
              <a:ext cx="235080" cy="2275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9B921B9-5310-D186-AE42-C0C84DD12C7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97294" y="5580250"/>
                <a:ext cx="2707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A89869A0-ED2F-9107-3407-C66734DF85D0}"/>
                  </a:ext>
                </a:extLst>
              </p14:cNvPr>
              <p14:cNvContentPartPr/>
              <p14:nvPr/>
            </p14:nvContentPartPr>
            <p14:xfrm>
              <a:off x="6184894" y="5481970"/>
              <a:ext cx="140040" cy="2890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A89869A0-ED2F-9107-3407-C66734DF85D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166894" y="5463992"/>
                <a:ext cx="175680" cy="324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ED41629-6AFE-BAFB-7880-57EBBC57DA5A}"/>
                  </a:ext>
                </a:extLst>
              </p14:cNvPr>
              <p14:cNvContentPartPr/>
              <p14:nvPr/>
            </p14:nvContentPartPr>
            <p14:xfrm>
              <a:off x="6460294" y="5666290"/>
              <a:ext cx="83520" cy="1382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ED41629-6AFE-BAFB-7880-57EBBC57DA5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442294" y="5648290"/>
                <a:ext cx="1191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6C98DC5-1A72-56BE-9612-C6077849FCD1}"/>
                  </a:ext>
                </a:extLst>
              </p14:cNvPr>
              <p14:cNvContentPartPr/>
              <p14:nvPr/>
            </p14:nvContentPartPr>
            <p14:xfrm>
              <a:off x="6660454" y="5527330"/>
              <a:ext cx="41400" cy="360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6C98DC5-1A72-56BE-9612-C6077849FCD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642454" y="5509508"/>
                <a:ext cx="77040" cy="71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B2DF82C2-90D6-946F-D931-1DF0DAF2D2E4}"/>
                  </a:ext>
                </a:extLst>
              </p14:cNvPr>
              <p14:cNvContentPartPr/>
              <p14:nvPr/>
            </p14:nvContentPartPr>
            <p14:xfrm>
              <a:off x="6727774" y="5594290"/>
              <a:ext cx="74520" cy="5580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2DF82C2-90D6-946F-D931-1DF0DAF2D2E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709861" y="5576290"/>
                <a:ext cx="109989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D7D661EF-33DD-8DAA-D550-5FFC06898E3D}"/>
                  </a:ext>
                </a:extLst>
              </p14:cNvPr>
              <p14:cNvContentPartPr/>
              <p14:nvPr/>
            </p14:nvContentPartPr>
            <p14:xfrm>
              <a:off x="6910294" y="5425810"/>
              <a:ext cx="143280" cy="2044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D7D661EF-33DD-8DAA-D550-5FFC06898E3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892294" y="5407810"/>
                <a:ext cx="1789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9B5DA3B-AD72-FFEF-9EA4-1830E360ECDE}"/>
                  </a:ext>
                </a:extLst>
              </p14:cNvPr>
              <p14:cNvContentPartPr/>
              <p14:nvPr/>
            </p14:nvContentPartPr>
            <p14:xfrm>
              <a:off x="7089934" y="5715610"/>
              <a:ext cx="3600" cy="198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9B5DA3B-AD72-FFEF-9EA4-1830E360ECD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071934" y="5697610"/>
                <a:ext cx="392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FADC76E-6A0E-D985-720C-1B0795808424}"/>
                  </a:ext>
                </a:extLst>
              </p14:cNvPr>
              <p14:cNvContentPartPr/>
              <p14:nvPr/>
            </p14:nvContentPartPr>
            <p14:xfrm>
              <a:off x="6296494" y="5205130"/>
              <a:ext cx="128160" cy="122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FADC76E-6A0E-D985-720C-1B079580842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278494" y="5187644"/>
                <a:ext cx="163800" cy="46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53406A4-C73C-EC23-C407-C7D295926A84}"/>
                  </a:ext>
                </a:extLst>
              </p14:cNvPr>
              <p14:cNvContentPartPr/>
              <p14:nvPr/>
            </p14:nvContentPartPr>
            <p14:xfrm>
              <a:off x="6366334" y="5120890"/>
              <a:ext cx="15480" cy="2149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53406A4-C73C-EC23-C407-C7D295926A8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348334" y="5102860"/>
                <a:ext cx="51120" cy="250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B2D7F7D-6D7D-BC12-7F1F-E55EC02989A6}"/>
                  </a:ext>
                </a:extLst>
              </p14:cNvPr>
              <p14:cNvContentPartPr/>
              <p14:nvPr/>
            </p14:nvContentPartPr>
            <p14:xfrm>
              <a:off x="6359134" y="6088570"/>
              <a:ext cx="173160" cy="144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B2D7F7D-6D7D-BC12-7F1F-E55EC02989A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41134" y="6070108"/>
                <a:ext cx="208800" cy="50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45878228-AD50-AE41-7A95-F1A8F3135D15}"/>
                  </a:ext>
                </a:extLst>
              </p14:cNvPr>
              <p14:cNvContentPartPr/>
              <p14:nvPr/>
            </p14:nvContentPartPr>
            <p14:xfrm>
              <a:off x="6005974" y="4799050"/>
              <a:ext cx="1984680" cy="730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45878228-AD50-AE41-7A95-F1A8F3135D1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987974" y="4780961"/>
                <a:ext cx="2020320" cy="108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6FEFDB4-BC1A-5054-6724-7C51279EBCDF}"/>
                  </a:ext>
                </a:extLst>
              </p14:cNvPr>
              <p14:cNvContentPartPr/>
              <p14:nvPr/>
            </p14:nvContentPartPr>
            <p14:xfrm>
              <a:off x="7921174" y="4814530"/>
              <a:ext cx="34200" cy="6444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6FEFDB4-BC1A-5054-6724-7C51279EBCD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903174" y="4796530"/>
                <a:ext cx="69840" cy="6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49595DC-FC12-99EE-B35A-E72E7328FCE1}"/>
                  </a:ext>
                </a:extLst>
              </p14:cNvPr>
              <p14:cNvContentPartPr/>
              <p14:nvPr/>
            </p14:nvContentPartPr>
            <p14:xfrm>
              <a:off x="7887694" y="5474410"/>
              <a:ext cx="138240" cy="3218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49595DC-FC12-99EE-B35A-E72E7328FCE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869694" y="5456410"/>
                <a:ext cx="1738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6340832-2BB3-60DD-5C49-4098C6F2CA06}"/>
                  </a:ext>
                </a:extLst>
              </p14:cNvPr>
              <p14:cNvContentPartPr/>
              <p14:nvPr/>
            </p14:nvContentPartPr>
            <p14:xfrm>
              <a:off x="5958454" y="5793010"/>
              <a:ext cx="2109960" cy="82152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6340832-2BB3-60DD-5C49-4098C6F2CA0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940454" y="5775010"/>
                <a:ext cx="214560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D0A02B94-EBFD-B838-7003-A6C033D6744A}"/>
                  </a:ext>
                </a:extLst>
              </p14:cNvPr>
              <p14:cNvContentPartPr/>
              <p14:nvPr/>
            </p14:nvContentPartPr>
            <p14:xfrm>
              <a:off x="7885894" y="4792930"/>
              <a:ext cx="1172160" cy="655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D0A02B94-EBFD-B838-7003-A6C033D6744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867894" y="4774930"/>
                <a:ext cx="12078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D580EEF-233A-FCC0-C5BD-1E19BE60F97C}"/>
                  </a:ext>
                </a:extLst>
              </p14:cNvPr>
              <p14:cNvContentPartPr/>
              <p14:nvPr/>
            </p14:nvContentPartPr>
            <p14:xfrm>
              <a:off x="9070654" y="4855570"/>
              <a:ext cx="124920" cy="4363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BD580EEF-233A-FCC0-C5BD-1E19BE60F97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052654" y="4837570"/>
                <a:ext cx="16056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8EFC10B-4B04-ECDA-1A98-0ED1568C9D3E}"/>
                  </a:ext>
                </a:extLst>
              </p14:cNvPr>
              <p14:cNvContentPartPr/>
              <p14:nvPr/>
            </p14:nvContentPartPr>
            <p14:xfrm>
              <a:off x="8841334" y="5241490"/>
              <a:ext cx="600840" cy="5349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8EFC10B-4B04-ECDA-1A98-0ED1568C9D3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823334" y="5223490"/>
                <a:ext cx="63648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46890F0-B609-547F-97A6-E19A1E12F908}"/>
                  </a:ext>
                </a:extLst>
              </p14:cNvPr>
              <p14:cNvContentPartPr/>
              <p14:nvPr/>
            </p14:nvContentPartPr>
            <p14:xfrm>
              <a:off x="9097654" y="5417890"/>
              <a:ext cx="66960" cy="26100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46890F0-B609-547F-97A6-E19A1E12F90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079654" y="5399890"/>
                <a:ext cx="102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1C17722-246E-5138-4F62-F542381BC865}"/>
                  </a:ext>
                </a:extLst>
              </p14:cNvPr>
              <p14:cNvContentPartPr/>
              <p14:nvPr/>
            </p14:nvContentPartPr>
            <p14:xfrm>
              <a:off x="9012694" y="5390530"/>
              <a:ext cx="232560" cy="1944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1C17722-246E-5138-4F62-F542381BC86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994694" y="5372530"/>
                <a:ext cx="2682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61339EA-03C5-A108-19DF-E1EA07B887BB}"/>
                  </a:ext>
                </a:extLst>
              </p14:cNvPr>
              <p14:cNvContentPartPr/>
              <p14:nvPr/>
            </p14:nvContentPartPr>
            <p14:xfrm>
              <a:off x="8059414" y="5782930"/>
              <a:ext cx="1254960" cy="6955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61339EA-03C5-A108-19DF-E1EA07B887B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041414" y="5764930"/>
                <a:ext cx="129060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A6417313-980E-9490-740C-A269124D2A8C}"/>
                  </a:ext>
                </a:extLst>
              </p14:cNvPr>
              <p14:cNvContentPartPr/>
              <p14:nvPr/>
            </p14:nvContentPartPr>
            <p14:xfrm>
              <a:off x="8317894" y="5452090"/>
              <a:ext cx="190440" cy="2638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A6417313-980E-9490-740C-A269124D2A8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299894" y="5434090"/>
                <a:ext cx="226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CF129F4-7F58-3DEF-33A0-609135D41D57}"/>
                  </a:ext>
                </a:extLst>
              </p14:cNvPr>
              <p14:cNvContentPartPr/>
              <p14:nvPr/>
            </p14:nvContentPartPr>
            <p14:xfrm>
              <a:off x="4975294" y="4428970"/>
              <a:ext cx="238680" cy="1706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CF129F4-7F58-3DEF-33A0-609135D41D5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957294" y="4411008"/>
                <a:ext cx="274320" cy="206205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F236105-F785-7FC2-8179-48FC42E3778A}"/>
              </a:ext>
            </a:extLst>
          </p:cNvPr>
          <p:cNvGrpSpPr/>
          <p:nvPr/>
        </p:nvGrpSpPr>
        <p:grpSpPr>
          <a:xfrm>
            <a:off x="3651574" y="4455970"/>
            <a:ext cx="207000" cy="245160"/>
            <a:chOff x="3651574" y="4455970"/>
            <a:chExt cx="2070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566FDC9-489B-96F6-4501-6FF9CA4F6C0E}"/>
                    </a:ext>
                  </a:extLst>
                </p14:cNvPr>
                <p14:cNvContentPartPr/>
                <p14:nvPr/>
              </p14:nvContentPartPr>
              <p14:xfrm>
                <a:off x="3651574" y="4455970"/>
                <a:ext cx="163080" cy="176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566FDC9-489B-96F6-4501-6FF9CA4F6C0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33574" y="4438007"/>
                  <a:ext cx="198720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0293CEB-81DC-5DF6-7BE0-7260F843D944}"/>
                    </a:ext>
                  </a:extLst>
                </p14:cNvPr>
                <p14:cNvContentPartPr/>
                <p14:nvPr/>
              </p14:nvContentPartPr>
              <p14:xfrm>
                <a:off x="3767494" y="4498450"/>
                <a:ext cx="91080" cy="2026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0293CEB-81DC-5DF6-7BE0-7260F843D94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49494" y="4480482"/>
                  <a:ext cx="126720" cy="2382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379913B-1674-1813-D012-ADFC3D43177F}"/>
              </a:ext>
            </a:extLst>
          </p:cNvPr>
          <p:cNvGrpSpPr/>
          <p:nvPr/>
        </p:nvGrpSpPr>
        <p:grpSpPr>
          <a:xfrm>
            <a:off x="1918534" y="4952050"/>
            <a:ext cx="932400" cy="912960"/>
            <a:chOff x="1918534" y="4952050"/>
            <a:chExt cx="932400" cy="91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E87EA76-FC42-7544-A396-82BB2DC5DF6D}"/>
                    </a:ext>
                  </a:extLst>
                </p14:cNvPr>
                <p14:cNvContentPartPr/>
                <p14:nvPr/>
              </p14:nvContentPartPr>
              <p14:xfrm>
                <a:off x="2206174" y="5788330"/>
                <a:ext cx="644760" cy="76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E87EA76-FC42-7544-A396-82BB2DC5DF6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188174" y="5770330"/>
                  <a:ext cx="68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EC59290-BCE4-C57D-C440-0396CBFDCF22}"/>
                    </a:ext>
                  </a:extLst>
                </p14:cNvPr>
                <p14:cNvContentPartPr/>
                <p14:nvPr/>
              </p14:nvContentPartPr>
              <p14:xfrm>
                <a:off x="2421814" y="5680690"/>
                <a:ext cx="192960" cy="19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EC59290-BCE4-C57D-C440-0396CBFDCF2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03814" y="5663023"/>
                  <a:ext cx="228600" cy="54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6AC0039-5772-6B81-9798-7FE7AEC0A0AE}"/>
                    </a:ext>
                  </a:extLst>
                </p14:cNvPr>
                <p14:cNvContentPartPr/>
                <p14:nvPr/>
              </p14:nvContentPartPr>
              <p14:xfrm>
                <a:off x="2475454" y="5141050"/>
                <a:ext cx="82800" cy="549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6AC0039-5772-6B81-9798-7FE7AEC0A0A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57454" y="5123050"/>
                  <a:ext cx="1184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97B61E-30F1-D482-F838-4CF4EC90ED51}"/>
                    </a:ext>
                  </a:extLst>
                </p14:cNvPr>
                <p14:cNvContentPartPr/>
                <p14:nvPr/>
              </p14:nvContentPartPr>
              <p14:xfrm>
                <a:off x="2487334" y="4952050"/>
                <a:ext cx="54360" cy="216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097B61E-30F1-D482-F838-4CF4EC90ED5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69334" y="4934050"/>
                  <a:ext cx="90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918448A-45A4-10A8-3ADC-8242934B700F}"/>
                    </a:ext>
                  </a:extLst>
                </p14:cNvPr>
                <p14:cNvContentPartPr/>
                <p14:nvPr/>
              </p14:nvContentPartPr>
              <p14:xfrm>
                <a:off x="1918534" y="5424010"/>
                <a:ext cx="157680" cy="280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918448A-45A4-10A8-3ADC-8242934B700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00493" y="5406010"/>
                  <a:ext cx="193402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57C1B84-A78B-FF0E-D2AB-D0DB98A874AC}"/>
                    </a:ext>
                  </a:extLst>
                </p14:cNvPr>
                <p14:cNvContentPartPr/>
                <p14:nvPr/>
              </p14:nvContentPartPr>
              <p14:xfrm>
                <a:off x="2105734" y="5422570"/>
                <a:ext cx="190440" cy="1648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57C1B84-A78B-FF0E-D2AB-D0DB98A874A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87734" y="5404570"/>
                  <a:ext cx="22608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DF45A2D0-415B-A8E7-380A-BBDCA0EB6153}"/>
                  </a:ext>
                </a:extLst>
              </p14:cNvPr>
              <p14:cNvContentPartPr/>
              <p14:nvPr/>
            </p14:nvContentPartPr>
            <p14:xfrm>
              <a:off x="1788574" y="5197570"/>
              <a:ext cx="839160" cy="7761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DF45A2D0-415B-A8E7-380A-BBDCA0EB6153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734574" y="5089570"/>
                <a:ext cx="946800" cy="9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3FBC2D7-5D4D-8CE1-4320-02AAF06B3EEE}"/>
                  </a:ext>
                </a:extLst>
              </p14:cNvPr>
              <p14:cNvContentPartPr/>
              <p14:nvPr/>
            </p14:nvContentPartPr>
            <p14:xfrm>
              <a:off x="3489934" y="4373890"/>
              <a:ext cx="588240" cy="6447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3FBC2D7-5D4D-8CE1-4320-02AAF06B3EEE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435934" y="4265890"/>
                <a:ext cx="695880" cy="86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5882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AEE1-7450-B501-E680-69A6E87B9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FB5D-2DC2-9FB4-A847-59958451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7D818-EB06-E9F8-0186-13DB9659D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0A5FCB2-7867-01CF-0D0D-A222A523881D}"/>
              </a:ext>
            </a:extLst>
          </p:cNvPr>
          <p:cNvGrpSpPr/>
          <p:nvPr/>
        </p:nvGrpSpPr>
        <p:grpSpPr>
          <a:xfrm>
            <a:off x="1363774" y="993130"/>
            <a:ext cx="7090200" cy="3435480"/>
            <a:chOff x="1363774" y="993130"/>
            <a:chExt cx="709020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E6D2F8-ABB1-7F2E-F6A0-565F537CB642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E6D2F8-ABB1-7F2E-F6A0-565F537CB6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7F1115E-2175-37CF-FE46-598D2C54C7BA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7F1115E-2175-37CF-FE46-598D2C54C7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232C9A0-9DD5-4723-FC42-9D026C3F3D0D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232C9A0-9DD5-4723-FC42-9D026C3F3D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E681908-B700-845B-F9B2-961E7DC5527F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E681908-B700-845B-F9B2-961E7DC5527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665DEF3-E2E0-1318-FFF0-A7BE98596D72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665DEF3-E2E0-1318-FFF0-A7BE98596D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8FCDEB-26FE-48B6-0EE3-E75A4A34DCF2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8FCDEB-26FE-48B6-0EE3-E75A4A34DC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7A36B4-D373-B1D6-E6B8-1D8ABC9FEF45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E7A36B4-D373-B1D6-E6B8-1D8ABC9FEF4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9B0E193-371B-3C0F-81D7-02AE98E5AEB3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9B0E193-371B-3C0F-81D7-02AE98E5AE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44F680-0590-FFC0-3A75-84CFF8731D2D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44F680-0590-FFC0-3A75-84CFF8731D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C4870A8-9095-CB11-A85D-96CE758B1FB9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C4870A8-9095-CB11-A85D-96CE758B1F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1665FA-E570-86CB-13F2-7C2FC4FD72D2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1665FA-E570-86CB-13F2-7C2FC4FD72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7AFE6A-8270-E687-CF52-E276B957F6FE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7AFE6A-8270-E687-CF52-E276B957F6F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DC6AA2B-3E4B-1763-5F57-73D280C16FBC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DC6AA2B-3E4B-1763-5F57-73D280C16F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FD689B1-1F60-4A0A-CC02-6FC71CB71EFF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FD689B1-1F60-4A0A-CC02-6FC71CB71E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94D3406-C17C-A87B-B08B-46E85ADC5577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94D3406-C17C-A87B-B08B-46E85ADC55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0F9BCA6-0237-AB34-6435-075F6B0C7FD4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0F9BCA6-0237-AB34-6435-075F6B0C7F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060239C-F8FE-2335-A406-0F272CF3F944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060239C-F8FE-2335-A406-0F272CF3F9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3A3137-8296-E1BB-6E1F-07F005673E1F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3A3137-8296-E1BB-6E1F-07F005673E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5758396-509D-C389-7F29-9F54C9167BE3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5758396-509D-C389-7F29-9F54C9167BE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0E4B9F-8105-8765-03FA-6D8FB37BC59F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0E4B9F-8105-8765-03FA-6D8FB37BC59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9E46086-967C-7251-DE6E-A84AD6424459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9E46086-967C-7251-DE6E-A84AD64244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49F91A0-4C77-079A-6AD0-B6B5AFF7E552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49F91A0-4C77-079A-6AD0-B6B5AFF7E5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C13895-67C8-6FEF-E53E-7C3E3A934FF0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C13895-67C8-6FEF-E53E-7C3E3A934F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E5E5E4-9FCB-03AC-807F-FA3E482FDFB6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E5E5E4-9FCB-03AC-807F-FA3E482FDF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3B39835-1328-D102-1771-47F1B266E3AD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3B39835-1328-D102-1771-47F1B266E3A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3489F0-4666-8921-B132-1AC2BEDD44A2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3489F0-4666-8921-B132-1AC2BEDD44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A05493-552B-0833-74BE-F91CC8927314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A05493-552B-0833-74BE-F91CC89273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4C3AC45-9A20-5A30-F8E4-74007AEDD5AD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4C3AC45-9A20-5A30-F8E4-74007AEDD5A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1738BB-9940-A784-690C-38A8532C505B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1738BB-9940-A784-690C-38A8532C50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CC6BCE-B59A-6D7A-726C-26DA7E85780C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CC6BCE-B59A-6D7A-726C-26DA7E8578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5B39D5-0DB5-C40F-8098-381F61DF1BD3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5B39D5-0DB5-C40F-8098-381F61DF1BD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6F7CEE-BAC9-A19F-C851-2F5CBAE4024D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6F7CEE-BAC9-A19F-C851-2F5CBAE402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9C82AA6-2463-9343-ABCF-E0ADA1122A6A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9C82AA6-2463-9343-ABCF-E0ADA1122A6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8B36EE-008F-B700-E213-36DDF96579E5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8B36EE-008F-B700-E213-36DDF96579E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5C327B-E84B-DC20-4AD3-75A2C80485AC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5C327B-E84B-DC20-4AD3-75A2C80485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2AE11D-CF3F-AF7A-BE91-200182026412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2AE11D-CF3F-AF7A-BE91-2001820264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76BCCB7-C73B-EF37-5121-B92C6598B3C5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76BCCB7-C73B-EF37-5121-B92C6598B3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956285-255A-2E90-CCE1-A095457C16FD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956285-255A-2E90-CCE1-A095457C16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CF9409A-0770-B60C-C658-5793F4F5EF65}"/>
              </a:ext>
            </a:extLst>
          </p:cNvPr>
          <p:cNvGrpSpPr/>
          <p:nvPr/>
        </p:nvGrpSpPr>
        <p:grpSpPr>
          <a:xfrm>
            <a:off x="5850814" y="1660930"/>
            <a:ext cx="4612320" cy="2647080"/>
            <a:chOff x="5850814" y="1660930"/>
            <a:chExt cx="4612320" cy="264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0B7B6B-7844-DFCE-8D8F-F6625D0B09E8}"/>
                    </a:ext>
                  </a:extLst>
                </p14:cNvPr>
                <p14:cNvContentPartPr/>
                <p14:nvPr/>
              </p14:nvContentPartPr>
              <p14:xfrm>
                <a:off x="5850814" y="1660930"/>
                <a:ext cx="1758240" cy="9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0B7B6B-7844-DFCE-8D8F-F6625D0B09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32818" y="1642930"/>
                  <a:ext cx="1793873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4E248D3-CA4F-BC3D-1EF6-F9361C256E47}"/>
                    </a:ext>
                  </a:extLst>
                </p14:cNvPr>
                <p14:cNvContentPartPr/>
                <p14:nvPr/>
              </p14:nvContentPartPr>
              <p14:xfrm>
                <a:off x="7766734" y="1704850"/>
                <a:ext cx="74880" cy="938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4E248D3-CA4F-BC3D-1EF6-F9361C256E4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48734" y="1686850"/>
                  <a:ext cx="11052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8803FD-B9E9-EEFF-EA77-626DA79BFDC9}"/>
                    </a:ext>
                  </a:extLst>
                </p14:cNvPr>
                <p14:cNvContentPartPr/>
                <p14:nvPr/>
              </p14:nvContentPartPr>
              <p14:xfrm>
                <a:off x="7807054" y="2737690"/>
                <a:ext cx="186840" cy="521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8803FD-B9E9-EEFF-EA77-626DA79BFD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89054" y="2719690"/>
                  <a:ext cx="222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8A3CC2-8F9D-2337-ACD6-45D9A582DA8D}"/>
                    </a:ext>
                  </a:extLst>
                </p14:cNvPr>
                <p14:cNvContentPartPr/>
                <p14:nvPr/>
              </p14:nvContentPartPr>
              <p14:xfrm>
                <a:off x="7975534" y="3283450"/>
                <a:ext cx="25920" cy="1024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8A3CC2-8F9D-2337-ACD6-45D9A582DA8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57280" y="3265450"/>
                  <a:ext cx="62062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7776452-688C-0532-9D77-B6297E32A5DE}"/>
                    </a:ext>
                  </a:extLst>
                </p14:cNvPr>
                <p14:cNvContentPartPr/>
                <p14:nvPr/>
              </p14:nvContentPartPr>
              <p14:xfrm>
                <a:off x="7682854" y="1664530"/>
                <a:ext cx="1401480" cy="84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7776452-688C-0532-9D77-B6297E32A5D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64849" y="1646530"/>
                  <a:ext cx="1437129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1D35673-A321-80ED-7A34-766C51F8AD9C}"/>
                    </a:ext>
                  </a:extLst>
                </p14:cNvPr>
                <p14:cNvContentPartPr/>
                <p14:nvPr/>
              </p14:nvContentPartPr>
              <p14:xfrm>
                <a:off x="9167134" y="1773610"/>
                <a:ext cx="52200" cy="1035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1D35673-A321-80ED-7A34-766C51F8AD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49134" y="1755610"/>
                  <a:ext cx="87840" cy="10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7FFBF11-CF2E-5D2D-CE37-CC6F6772839E}"/>
                    </a:ext>
                  </a:extLst>
                </p14:cNvPr>
                <p14:cNvContentPartPr/>
                <p14:nvPr/>
              </p14:nvContentPartPr>
              <p14:xfrm>
                <a:off x="8992894" y="2497930"/>
                <a:ext cx="579960" cy="793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7FFBF11-CF2E-5D2D-CE37-CC6F677283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4894" y="2479930"/>
                  <a:ext cx="61560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A56D004-02A1-1CBC-DE2A-670B4C815111}"/>
                    </a:ext>
                  </a:extLst>
                </p14:cNvPr>
                <p14:cNvContentPartPr/>
                <p14:nvPr/>
              </p14:nvContentPartPr>
              <p14:xfrm>
                <a:off x="9213214" y="2805010"/>
                <a:ext cx="35280" cy="255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A56D004-02A1-1CBC-DE2A-670B4C8151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95214" y="2786985"/>
                  <a:ext cx="70920" cy="2912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4863C8F-71A4-EEC2-6014-AE506FF82A70}"/>
                    </a:ext>
                  </a:extLst>
                </p14:cNvPr>
                <p14:cNvContentPartPr/>
                <p14:nvPr/>
              </p14:nvContentPartPr>
              <p14:xfrm>
                <a:off x="9088654" y="2775490"/>
                <a:ext cx="291240" cy="172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4863C8F-71A4-EEC2-6014-AE506FF82A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70654" y="2757490"/>
                  <a:ext cx="326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751FB4F-9095-A4EF-2613-7950DFA772A9}"/>
                    </a:ext>
                  </a:extLst>
                </p14:cNvPr>
                <p14:cNvContentPartPr/>
                <p14:nvPr/>
              </p14:nvContentPartPr>
              <p14:xfrm>
                <a:off x="8390254" y="3264010"/>
                <a:ext cx="901440" cy="928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751FB4F-9095-A4EF-2613-7950DFA772A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72254" y="3246010"/>
                  <a:ext cx="93708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EFA7E5D-0643-3532-4ED8-95C037F92F7C}"/>
                    </a:ext>
                  </a:extLst>
                </p14:cNvPr>
                <p14:cNvContentPartPr/>
                <p14:nvPr/>
              </p14:nvContentPartPr>
              <p14:xfrm>
                <a:off x="8117734" y="2622130"/>
                <a:ext cx="212400" cy="344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EFA7E5D-0643-3532-4ED8-95C037F92F7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99764" y="2604130"/>
                  <a:ext cx="2479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727A6DA-8A05-D48D-3D43-9D827C39741B}"/>
                    </a:ext>
                  </a:extLst>
                </p14:cNvPr>
                <p14:cNvContentPartPr/>
                <p14:nvPr/>
              </p14:nvContentPartPr>
              <p14:xfrm>
                <a:off x="9848974" y="2742010"/>
                <a:ext cx="190440" cy="216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727A6DA-8A05-D48D-3D43-9D827C39741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30940" y="2724010"/>
                  <a:ext cx="226148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A6BD1C7-A7C8-0DFE-4C8E-CECBF32E42FF}"/>
                    </a:ext>
                  </a:extLst>
                </p14:cNvPr>
                <p14:cNvContentPartPr/>
                <p14:nvPr/>
              </p14:nvContentPartPr>
              <p14:xfrm>
                <a:off x="9989374" y="2878090"/>
                <a:ext cx="39240" cy="222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A6BD1C7-A7C8-0DFE-4C8E-CECBF32E42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71374" y="2860090"/>
                  <a:ext cx="748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3729EEC-FDA1-4E7D-3CFE-84A03CB4D239}"/>
                    </a:ext>
                  </a:extLst>
                </p14:cNvPr>
                <p14:cNvContentPartPr/>
                <p14:nvPr/>
              </p14:nvContentPartPr>
              <p14:xfrm>
                <a:off x="10302214" y="2797810"/>
                <a:ext cx="27360" cy="344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3729EEC-FDA1-4E7D-3CFE-84A03CB4D2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4214" y="2779810"/>
                  <a:ext cx="630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B505F1-77DD-6E00-E15E-13367CA98220}"/>
                    </a:ext>
                  </a:extLst>
                </p14:cNvPr>
                <p14:cNvContentPartPr/>
                <p14:nvPr/>
              </p14:nvContentPartPr>
              <p14:xfrm>
                <a:off x="10311214" y="2870530"/>
                <a:ext cx="151920" cy="22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B505F1-77DD-6E00-E15E-13367CA9822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93214" y="2852559"/>
                  <a:ext cx="187560" cy="2602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09B3756-D0F7-558D-622E-5CB5D01DCBC2}"/>
                    </a:ext>
                  </a:extLst>
                </p14:cNvPr>
                <p14:cNvContentPartPr/>
                <p14:nvPr/>
              </p14:nvContentPartPr>
              <p14:xfrm>
                <a:off x="10271614" y="3028930"/>
                <a:ext cx="146520" cy="84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09B3756-D0F7-558D-622E-5CB5D01DCBC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53614" y="3010930"/>
                  <a:ext cx="182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8F98C09-B40A-427B-0FB7-7B18A5D55CB9}"/>
                    </a:ext>
                  </a:extLst>
                </p14:cNvPr>
                <p14:cNvContentPartPr/>
                <p14:nvPr/>
              </p14:nvContentPartPr>
              <p14:xfrm>
                <a:off x="8348134" y="2564890"/>
                <a:ext cx="259560" cy="208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8F98C09-B40A-427B-0FB7-7B18A5D55CB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30109" y="2546890"/>
                  <a:ext cx="29525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4F2CAB7-6D88-5493-0D9A-B46121609CD8}"/>
                    </a:ext>
                  </a:extLst>
                </p14:cNvPr>
                <p14:cNvContentPartPr/>
                <p14:nvPr/>
              </p14:nvContentPartPr>
              <p14:xfrm>
                <a:off x="8729734" y="2565970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4F2CAB7-6D88-5493-0D9A-B46121609C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11734" y="2547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B495EAF-0EC1-60DD-9D88-7D19E3247387}"/>
                  </a:ext>
                </a:extLst>
              </p14:cNvPr>
              <p14:cNvContentPartPr/>
              <p14:nvPr/>
            </p14:nvContentPartPr>
            <p14:xfrm>
              <a:off x="1128334" y="2550850"/>
              <a:ext cx="1277280" cy="11174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B495EAF-0EC1-60DD-9D88-7D19E324738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74334" y="2442850"/>
                <a:ext cx="1384920" cy="13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BEBB45A-6667-6E9B-7F4F-EDE8FD01681C}"/>
                  </a:ext>
                </a:extLst>
              </p14:cNvPr>
              <p14:cNvContentPartPr/>
              <p14:nvPr/>
            </p14:nvContentPartPr>
            <p14:xfrm>
              <a:off x="3842734" y="2838490"/>
              <a:ext cx="360" cy="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BEBB45A-6667-6E9B-7F4F-EDE8FD01681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788734" y="27304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07E4C68-1A56-B1B0-F820-9D920A82A2F9}"/>
                  </a:ext>
                </a:extLst>
              </p14:cNvPr>
              <p14:cNvContentPartPr/>
              <p14:nvPr/>
            </p14:nvContentPartPr>
            <p14:xfrm>
              <a:off x="3404254" y="2371930"/>
              <a:ext cx="1202040" cy="10141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07E4C68-1A56-B1B0-F820-9D920A82A2F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350254" y="2263930"/>
                <a:ext cx="1309680" cy="122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4BAB396-D9DC-A639-CABD-6803B570A2EF}"/>
              </a:ext>
            </a:extLst>
          </p:cNvPr>
          <p:cNvGrpSpPr/>
          <p:nvPr/>
        </p:nvGrpSpPr>
        <p:grpSpPr>
          <a:xfrm>
            <a:off x="9817294" y="5285050"/>
            <a:ext cx="624960" cy="435600"/>
            <a:chOff x="9817294" y="5285050"/>
            <a:chExt cx="62496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AD8D3E6-2662-51E9-C491-C8E866A63DBA}"/>
                    </a:ext>
                  </a:extLst>
                </p14:cNvPr>
                <p14:cNvContentPartPr/>
                <p14:nvPr/>
              </p14:nvContentPartPr>
              <p14:xfrm>
                <a:off x="9817294" y="5285050"/>
                <a:ext cx="295200" cy="291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AD8D3E6-2662-51E9-C491-C8E866A63DB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99294" y="5267028"/>
                  <a:ext cx="330840" cy="3269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2CBA8E9-5B97-C382-E385-B570E32EF188}"/>
                    </a:ext>
                  </a:extLst>
                </p14:cNvPr>
                <p14:cNvContentPartPr/>
                <p14:nvPr/>
              </p14:nvContentPartPr>
              <p14:xfrm>
                <a:off x="9964174" y="5404570"/>
                <a:ext cx="33840" cy="316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2CBA8E9-5B97-C382-E385-B570E32EF18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46174" y="5386570"/>
                  <a:ext cx="69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2B7CD81-4966-FAF8-4DB2-5D0211C42254}"/>
                    </a:ext>
                  </a:extLst>
                </p14:cNvPr>
                <p14:cNvContentPartPr/>
                <p14:nvPr/>
              </p14:nvContentPartPr>
              <p14:xfrm>
                <a:off x="10189894" y="5377570"/>
                <a:ext cx="50760" cy="284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2B7CD81-4966-FAF8-4DB2-5D0211C422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71894" y="5359570"/>
                  <a:ext cx="864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16328B1-7F9A-324B-E7D7-932BC14EDB47}"/>
                    </a:ext>
                  </a:extLst>
                </p14:cNvPr>
                <p14:cNvContentPartPr/>
                <p14:nvPr/>
              </p14:nvContentPartPr>
              <p14:xfrm>
                <a:off x="10164334" y="5370730"/>
                <a:ext cx="277920" cy="209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16328B1-7F9A-324B-E7D7-932BC14EDB4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46334" y="5352730"/>
                  <a:ext cx="3135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00DEA74-3AB3-5548-BE16-35E9002D75FD}"/>
                    </a:ext>
                  </a:extLst>
                </p14:cNvPr>
                <p14:cNvContentPartPr/>
                <p14:nvPr/>
              </p14:nvContentPartPr>
              <p14:xfrm>
                <a:off x="10220494" y="5511490"/>
                <a:ext cx="145440" cy="60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00DEA74-3AB3-5548-BE16-35E9002D75F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2494" y="5493490"/>
                  <a:ext cx="18108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EFF9D29-3B81-FB90-1FA7-0D2A7D648460}"/>
                  </a:ext>
                </a:extLst>
              </p14:cNvPr>
              <p14:cNvContentPartPr/>
              <p14:nvPr/>
            </p14:nvContentPartPr>
            <p14:xfrm>
              <a:off x="2516854" y="4889050"/>
              <a:ext cx="835560" cy="77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EFF9D29-3B81-FB90-1FA7-0D2A7D64846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98854" y="4871050"/>
                <a:ext cx="871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30D2D3A-EDF3-7AE3-87AF-58E8DD01C961}"/>
                  </a:ext>
                </a:extLst>
              </p14:cNvPr>
              <p14:cNvContentPartPr/>
              <p14:nvPr/>
            </p14:nvContentPartPr>
            <p14:xfrm>
              <a:off x="3407134" y="4842970"/>
              <a:ext cx="334800" cy="1627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30D2D3A-EDF3-7AE3-87AF-58E8DD01C96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89134" y="4824970"/>
                <a:ext cx="3704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D3411BB-35D6-8413-0C44-D5A9AD5BC507}"/>
                  </a:ext>
                </a:extLst>
              </p14:cNvPr>
              <p14:cNvContentPartPr/>
              <p14:nvPr/>
            </p14:nvContentPartPr>
            <p14:xfrm>
              <a:off x="3771094" y="4797970"/>
              <a:ext cx="553680" cy="1440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D3411BB-35D6-8413-0C44-D5A9AD5BC50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53106" y="4779970"/>
                <a:ext cx="589297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500BBA0-F41E-CD66-92FA-32B9DCA9BA86}"/>
                  </a:ext>
                </a:extLst>
              </p14:cNvPr>
              <p14:cNvContentPartPr/>
              <p14:nvPr/>
            </p14:nvContentPartPr>
            <p14:xfrm>
              <a:off x="4362214" y="4804090"/>
              <a:ext cx="229320" cy="18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500BBA0-F41E-CD66-92FA-32B9DCA9BA8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344214" y="4786090"/>
                <a:ext cx="2649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3BDD974-79C4-DD00-EC79-7FF1D5DE685F}"/>
                  </a:ext>
                </a:extLst>
              </p14:cNvPr>
              <p14:cNvContentPartPr/>
              <p14:nvPr/>
            </p14:nvContentPartPr>
            <p14:xfrm>
              <a:off x="4597294" y="4716610"/>
              <a:ext cx="467640" cy="174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3BDD974-79C4-DD00-EC79-7FF1D5DE685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579294" y="4698610"/>
                <a:ext cx="503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DF394CB-28B8-451B-80E2-67CEDE88E577}"/>
                  </a:ext>
                </a:extLst>
              </p14:cNvPr>
              <p14:cNvContentPartPr/>
              <p14:nvPr/>
            </p14:nvContentPartPr>
            <p14:xfrm>
              <a:off x="5085814" y="4805890"/>
              <a:ext cx="952200" cy="55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DF394CB-28B8-451B-80E2-67CEDE88E57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067814" y="4787890"/>
                <a:ext cx="9878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D3C3363-0B6A-35D6-B0F6-63438A1193EA}"/>
                  </a:ext>
                </a:extLst>
              </p14:cNvPr>
              <p14:cNvContentPartPr/>
              <p14:nvPr/>
            </p14:nvContentPartPr>
            <p14:xfrm>
              <a:off x="5922094" y="4853050"/>
              <a:ext cx="34200" cy="615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D3C3363-0B6A-35D6-B0F6-63438A1193E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904094" y="4835050"/>
                <a:ext cx="6984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C138421-8C6E-0EE3-9201-E8BC9BACD190}"/>
                  </a:ext>
                </a:extLst>
              </p14:cNvPr>
              <p14:cNvContentPartPr/>
              <p14:nvPr/>
            </p14:nvContentPartPr>
            <p14:xfrm>
              <a:off x="5854414" y="5439850"/>
              <a:ext cx="192960" cy="415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C138421-8C6E-0EE3-9201-E8BC9BACD19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836380" y="5421850"/>
                <a:ext cx="228667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E697FD9-7E65-E831-2034-CC89C2912304}"/>
                  </a:ext>
                </a:extLst>
              </p14:cNvPr>
              <p14:cNvContentPartPr/>
              <p14:nvPr/>
            </p14:nvContentPartPr>
            <p14:xfrm>
              <a:off x="5949094" y="5821450"/>
              <a:ext cx="74160" cy="8067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E697FD9-7E65-E831-2034-CC89C291230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931094" y="5803458"/>
                <a:ext cx="109800" cy="842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2BA8FA0-B1E8-844B-27CE-2354306CACA3}"/>
                  </a:ext>
                </a:extLst>
              </p14:cNvPr>
              <p14:cNvContentPartPr/>
              <p14:nvPr/>
            </p14:nvContentPartPr>
            <p14:xfrm>
              <a:off x="2560774" y="5880490"/>
              <a:ext cx="37440" cy="672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2BA8FA0-B1E8-844B-27CE-2354306CACA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542774" y="5862500"/>
                <a:ext cx="73080" cy="708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D49F5DD-ECD4-A6A4-3F36-A7FF87D70DF7}"/>
                  </a:ext>
                </a:extLst>
              </p14:cNvPr>
              <p14:cNvContentPartPr/>
              <p14:nvPr/>
            </p14:nvContentPartPr>
            <p14:xfrm>
              <a:off x="2571574" y="6520570"/>
              <a:ext cx="3419640" cy="201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D49F5DD-ECD4-A6A4-3F36-A7FF87D70DF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553572" y="6502570"/>
                <a:ext cx="3455284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B4FAD4A-D07E-E6CE-CD4C-A46AC51D4E28}"/>
                  </a:ext>
                </a:extLst>
              </p14:cNvPr>
              <p14:cNvContentPartPr/>
              <p14:nvPr/>
            </p14:nvContentPartPr>
            <p14:xfrm>
              <a:off x="5415214" y="5773570"/>
              <a:ext cx="14400" cy="15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B4FAD4A-D07E-E6CE-CD4C-A46AC51D4E2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396752" y="5755570"/>
                <a:ext cx="50954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53F378B-ED47-EAC2-346C-4E15181D6E67}"/>
                  </a:ext>
                </a:extLst>
              </p14:cNvPr>
              <p14:cNvContentPartPr/>
              <p14:nvPr/>
            </p14:nvContentPartPr>
            <p14:xfrm>
              <a:off x="5638054" y="5743330"/>
              <a:ext cx="13680" cy="187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53F378B-ED47-EAC2-346C-4E15181D6E6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620054" y="5725330"/>
                <a:ext cx="49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92168874-3BA6-D481-B079-933D02383F2C}"/>
                  </a:ext>
                </a:extLst>
              </p14:cNvPr>
              <p14:cNvContentPartPr/>
              <p14:nvPr/>
            </p14:nvContentPartPr>
            <p14:xfrm>
              <a:off x="5515294" y="5598250"/>
              <a:ext cx="235080" cy="2275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92168874-3BA6-D481-B079-933D02383F2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97294" y="5580250"/>
                <a:ext cx="2707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FE4B805-0F33-9AC1-22AB-A6F70384A04B}"/>
                  </a:ext>
                </a:extLst>
              </p14:cNvPr>
              <p14:cNvContentPartPr/>
              <p14:nvPr/>
            </p14:nvContentPartPr>
            <p14:xfrm>
              <a:off x="6184894" y="5481970"/>
              <a:ext cx="140040" cy="2890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FE4B805-0F33-9AC1-22AB-A6F70384A04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166894" y="5463992"/>
                <a:ext cx="175680" cy="324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D8C0DEBB-34CB-97C8-FF1D-53A4399187D0}"/>
                  </a:ext>
                </a:extLst>
              </p14:cNvPr>
              <p14:cNvContentPartPr/>
              <p14:nvPr/>
            </p14:nvContentPartPr>
            <p14:xfrm>
              <a:off x="6460294" y="5666290"/>
              <a:ext cx="83520" cy="1382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D8C0DEBB-34CB-97C8-FF1D-53A4399187D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442294" y="5648290"/>
                <a:ext cx="1191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72093C8-8DDF-F4ED-54EE-1DF631016BFB}"/>
                  </a:ext>
                </a:extLst>
              </p14:cNvPr>
              <p14:cNvContentPartPr/>
              <p14:nvPr/>
            </p14:nvContentPartPr>
            <p14:xfrm>
              <a:off x="6660454" y="5527330"/>
              <a:ext cx="41400" cy="36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72093C8-8DDF-F4ED-54EE-1DF631016BF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642454" y="5509508"/>
                <a:ext cx="77040" cy="71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E8C7380-93F3-F6B6-908A-4A86E14472AA}"/>
                  </a:ext>
                </a:extLst>
              </p14:cNvPr>
              <p14:cNvContentPartPr/>
              <p14:nvPr/>
            </p14:nvContentPartPr>
            <p14:xfrm>
              <a:off x="6727774" y="5594290"/>
              <a:ext cx="74520" cy="558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E8C7380-93F3-F6B6-908A-4A86E14472A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709861" y="5576290"/>
                <a:ext cx="109989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E98EA6D-8DF3-6F99-AFB3-C85892D1D16E}"/>
                  </a:ext>
                </a:extLst>
              </p14:cNvPr>
              <p14:cNvContentPartPr/>
              <p14:nvPr/>
            </p14:nvContentPartPr>
            <p14:xfrm>
              <a:off x="6910294" y="5425810"/>
              <a:ext cx="143280" cy="2044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E98EA6D-8DF3-6F99-AFB3-C85892D1D16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892294" y="5407810"/>
                <a:ext cx="1789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6A7775DB-55FE-3DBD-F929-6AAE7E5251F8}"/>
                  </a:ext>
                </a:extLst>
              </p14:cNvPr>
              <p14:cNvContentPartPr/>
              <p14:nvPr/>
            </p14:nvContentPartPr>
            <p14:xfrm>
              <a:off x="7089934" y="5715610"/>
              <a:ext cx="3600" cy="19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6A7775DB-55FE-3DBD-F929-6AAE7E5251F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071934" y="5697610"/>
                <a:ext cx="392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56064FD-3DE2-5A67-B64F-D7CAB938619B}"/>
                  </a:ext>
                </a:extLst>
              </p14:cNvPr>
              <p14:cNvContentPartPr/>
              <p14:nvPr/>
            </p14:nvContentPartPr>
            <p14:xfrm>
              <a:off x="6296494" y="5205130"/>
              <a:ext cx="128160" cy="12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56064FD-3DE2-5A67-B64F-D7CAB938619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278494" y="5187644"/>
                <a:ext cx="163800" cy="46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75F454E-F88C-BA7B-8DA2-7CDA370424BC}"/>
                  </a:ext>
                </a:extLst>
              </p14:cNvPr>
              <p14:cNvContentPartPr/>
              <p14:nvPr/>
            </p14:nvContentPartPr>
            <p14:xfrm>
              <a:off x="6366334" y="5120890"/>
              <a:ext cx="15480" cy="2149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75F454E-F88C-BA7B-8DA2-7CDA370424B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348334" y="5102860"/>
                <a:ext cx="51120" cy="250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8A2B58C8-367E-2B37-F55C-5C446B258C53}"/>
                  </a:ext>
                </a:extLst>
              </p14:cNvPr>
              <p14:cNvContentPartPr/>
              <p14:nvPr/>
            </p14:nvContentPartPr>
            <p14:xfrm>
              <a:off x="6359134" y="6088570"/>
              <a:ext cx="173160" cy="144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8A2B58C8-367E-2B37-F55C-5C446B258C5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41134" y="6070108"/>
                <a:ext cx="208800" cy="50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A42D12C-E2F8-9525-4EA9-0A37B590419E}"/>
                  </a:ext>
                </a:extLst>
              </p14:cNvPr>
              <p14:cNvContentPartPr/>
              <p14:nvPr/>
            </p14:nvContentPartPr>
            <p14:xfrm>
              <a:off x="6005974" y="4799050"/>
              <a:ext cx="1984680" cy="73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A42D12C-E2F8-9525-4EA9-0A37B590419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987974" y="4780961"/>
                <a:ext cx="2020320" cy="108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6A1910C-35FF-4C18-49F1-718C4D6BEF8C}"/>
                  </a:ext>
                </a:extLst>
              </p14:cNvPr>
              <p14:cNvContentPartPr/>
              <p14:nvPr/>
            </p14:nvContentPartPr>
            <p14:xfrm>
              <a:off x="7921174" y="4814530"/>
              <a:ext cx="34200" cy="6444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6A1910C-35FF-4C18-49F1-718C4D6BEF8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903174" y="4796530"/>
                <a:ext cx="69840" cy="6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90BA85F-6B38-1DC2-DFF8-2D929288E559}"/>
                  </a:ext>
                </a:extLst>
              </p14:cNvPr>
              <p14:cNvContentPartPr/>
              <p14:nvPr/>
            </p14:nvContentPartPr>
            <p14:xfrm>
              <a:off x="7887694" y="5474410"/>
              <a:ext cx="138240" cy="3218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90BA85F-6B38-1DC2-DFF8-2D929288E55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869694" y="5456410"/>
                <a:ext cx="1738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56DD0EA-1703-91A4-8FAE-41DD9314BEBC}"/>
                  </a:ext>
                </a:extLst>
              </p14:cNvPr>
              <p14:cNvContentPartPr/>
              <p14:nvPr/>
            </p14:nvContentPartPr>
            <p14:xfrm>
              <a:off x="5958454" y="5793010"/>
              <a:ext cx="2109960" cy="8215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56DD0EA-1703-91A4-8FAE-41DD9314BEB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940454" y="5775010"/>
                <a:ext cx="214560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B24A149-D87F-E2F5-623B-5EE0D252F107}"/>
                  </a:ext>
                </a:extLst>
              </p14:cNvPr>
              <p14:cNvContentPartPr/>
              <p14:nvPr/>
            </p14:nvContentPartPr>
            <p14:xfrm>
              <a:off x="7885894" y="4792930"/>
              <a:ext cx="1172160" cy="655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B24A149-D87F-E2F5-623B-5EE0D252F10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867894" y="4774930"/>
                <a:ext cx="12078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AD9C02D5-783D-6699-2409-5408F32A5DD7}"/>
                  </a:ext>
                </a:extLst>
              </p14:cNvPr>
              <p14:cNvContentPartPr/>
              <p14:nvPr/>
            </p14:nvContentPartPr>
            <p14:xfrm>
              <a:off x="9070654" y="4855570"/>
              <a:ext cx="124920" cy="436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AD9C02D5-783D-6699-2409-5408F32A5DD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052654" y="4837570"/>
                <a:ext cx="16056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3B4A510-7765-BE21-6DAF-0DD3FE671625}"/>
                  </a:ext>
                </a:extLst>
              </p14:cNvPr>
              <p14:cNvContentPartPr/>
              <p14:nvPr/>
            </p14:nvContentPartPr>
            <p14:xfrm>
              <a:off x="8841334" y="5241490"/>
              <a:ext cx="600840" cy="5349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3B4A510-7765-BE21-6DAF-0DD3FE67162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823334" y="5223490"/>
                <a:ext cx="63648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F02227E6-D5F2-89D3-E99A-A9805FF9C790}"/>
                  </a:ext>
                </a:extLst>
              </p14:cNvPr>
              <p14:cNvContentPartPr/>
              <p14:nvPr/>
            </p14:nvContentPartPr>
            <p14:xfrm>
              <a:off x="9097654" y="5417890"/>
              <a:ext cx="66960" cy="261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F02227E6-D5F2-89D3-E99A-A9805FF9C79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079654" y="5399890"/>
                <a:ext cx="102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FC01637-84B7-2A22-ED24-7FB0DE30F196}"/>
                  </a:ext>
                </a:extLst>
              </p14:cNvPr>
              <p14:cNvContentPartPr/>
              <p14:nvPr/>
            </p14:nvContentPartPr>
            <p14:xfrm>
              <a:off x="9012694" y="5390530"/>
              <a:ext cx="232560" cy="194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FC01637-84B7-2A22-ED24-7FB0DE30F19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994694" y="5372530"/>
                <a:ext cx="2682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7BB5FB67-66A3-93F2-0FC6-DECF71721667}"/>
                  </a:ext>
                </a:extLst>
              </p14:cNvPr>
              <p14:cNvContentPartPr/>
              <p14:nvPr/>
            </p14:nvContentPartPr>
            <p14:xfrm>
              <a:off x="8059414" y="5782930"/>
              <a:ext cx="1254960" cy="6955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7BB5FB67-66A3-93F2-0FC6-DECF7172166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041414" y="5764930"/>
                <a:ext cx="129060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F0F8D52-6125-114D-F265-706292922DA7}"/>
                  </a:ext>
                </a:extLst>
              </p14:cNvPr>
              <p14:cNvContentPartPr/>
              <p14:nvPr/>
            </p14:nvContentPartPr>
            <p14:xfrm>
              <a:off x="8317894" y="5452090"/>
              <a:ext cx="190440" cy="2638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F0F8D52-6125-114D-F265-706292922DA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299894" y="5434090"/>
                <a:ext cx="226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372E7632-95A9-1B01-9CD4-B8E2238445CA}"/>
                  </a:ext>
                </a:extLst>
              </p14:cNvPr>
              <p14:cNvContentPartPr/>
              <p14:nvPr/>
            </p14:nvContentPartPr>
            <p14:xfrm>
              <a:off x="4975294" y="4428970"/>
              <a:ext cx="238680" cy="1706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372E7632-95A9-1B01-9CD4-B8E2238445C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957294" y="4411008"/>
                <a:ext cx="274320" cy="206205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E633D11-7B43-30B4-E535-8B6D476F24A4}"/>
              </a:ext>
            </a:extLst>
          </p:cNvPr>
          <p:cNvGrpSpPr/>
          <p:nvPr/>
        </p:nvGrpSpPr>
        <p:grpSpPr>
          <a:xfrm>
            <a:off x="3651574" y="4455970"/>
            <a:ext cx="207000" cy="245160"/>
            <a:chOff x="3651574" y="4455970"/>
            <a:chExt cx="2070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5248995-9EF1-289C-8D80-7DC36CCAB1C0}"/>
                    </a:ext>
                  </a:extLst>
                </p14:cNvPr>
                <p14:cNvContentPartPr/>
                <p14:nvPr/>
              </p14:nvContentPartPr>
              <p14:xfrm>
                <a:off x="3651574" y="4455970"/>
                <a:ext cx="163080" cy="176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5248995-9EF1-289C-8D80-7DC36CCAB1C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33574" y="4438007"/>
                  <a:ext cx="198720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24EA80F-64CB-75C8-E524-16F9EB73D94D}"/>
                    </a:ext>
                  </a:extLst>
                </p14:cNvPr>
                <p14:cNvContentPartPr/>
                <p14:nvPr/>
              </p14:nvContentPartPr>
              <p14:xfrm>
                <a:off x="3767494" y="4498450"/>
                <a:ext cx="91080" cy="202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24EA80F-64CB-75C8-E524-16F9EB73D94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49494" y="4480482"/>
                  <a:ext cx="126720" cy="2382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C2F8D73-DE3E-4B5F-B5CD-E122BEE81E9B}"/>
              </a:ext>
            </a:extLst>
          </p:cNvPr>
          <p:cNvGrpSpPr/>
          <p:nvPr/>
        </p:nvGrpSpPr>
        <p:grpSpPr>
          <a:xfrm>
            <a:off x="1918534" y="4952050"/>
            <a:ext cx="932400" cy="912960"/>
            <a:chOff x="1918534" y="4952050"/>
            <a:chExt cx="932400" cy="91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CA6FA37-91CE-63F4-1E9D-42B4B142A154}"/>
                    </a:ext>
                  </a:extLst>
                </p14:cNvPr>
                <p14:cNvContentPartPr/>
                <p14:nvPr/>
              </p14:nvContentPartPr>
              <p14:xfrm>
                <a:off x="2206174" y="5788330"/>
                <a:ext cx="644760" cy="76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CA6FA37-91CE-63F4-1E9D-42B4B142A15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188174" y="5770330"/>
                  <a:ext cx="68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4B915AC-A7EB-6D96-2D51-896CC8C4BB03}"/>
                    </a:ext>
                  </a:extLst>
                </p14:cNvPr>
                <p14:cNvContentPartPr/>
                <p14:nvPr/>
              </p14:nvContentPartPr>
              <p14:xfrm>
                <a:off x="2421814" y="5680690"/>
                <a:ext cx="192960" cy="19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4B915AC-A7EB-6D96-2D51-896CC8C4BB0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03814" y="5663023"/>
                  <a:ext cx="228600" cy="54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E3C9116-F094-C3F0-D617-10956A7FBAB6}"/>
                    </a:ext>
                  </a:extLst>
                </p14:cNvPr>
                <p14:cNvContentPartPr/>
                <p14:nvPr/>
              </p14:nvContentPartPr>
              <p14:xfrm>
                <a:off x="2475454" y="5141050"/>
                <a:ext cx="82800" cy="54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E3C9116-F094-C3F0-D617-10956A7FBAB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57454" y="5123050"/>
                  <a:ext cx="1184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09A140F-2EE1-FE16-205E-923111ECF2D2}"/>
                    </a:ext>
                  </a:extLst>
                </p14:cNvPr>
                <p14:cNvContentPartPr/>
                <p14:nvPr/>
              </p14:nvContentPartPr>
              <p14:xfrm>
                <a:off x="2487334" y="4952050"/>
                <a:ext cx="54360" cy="216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09A140F-2EE1-FE16-205E-923111ECF2D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69334" y="4934050"/>
                  <a:ext cx="90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BC171DB-B79E-228E-E268-04014528DADE}"/>
                    </a:ext>
                  </a:extLst>
                </p14:cNvPr>
                <p14:cNvContentPartPr/>
                <p14:nvPr/>
              </p14:nvContentPartPr>
              <p14:xfrm>
                <a:off x="1918534" y="5424010"/>
                <a:ext cx="157680" cy="280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BC171DB-B79E-228E-E268-04014528DAD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00493" y="5406010"/>
                  <a:ext cx="193402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9AD87D4-0EEA-C0CE-9320-31B4E7BE2367}"/>
                    </a:ext>
                  </a:extLst>
                </p14:cNvPr>
                <p14:cNvContentPartPr/>
                <p14:nvPr/>
              </p14:nvContentPartPr>
              <p14:xfrm>
                <a:off x="2105734" y="5422570"/>
                <a:ext cx="190440" cy="164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9AD87D4-0EEA-C0CE-9320-31B4E7BE236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87734" y="5404570"/>
                  <a:ext cx="22608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95DF53F-2EA6-0918-BC48-A5B3E2C179FE}"/>
                  </a:ext>
                </a:extLst>
              </p14:cNvPr>
              <p14:cNvContentPartPr/>
              <p14:nvPr/>
            </p14:nvContentPartPr>
            <p14:xfrm>
              <a:off x="1788574" y="5197570"/>
              <a:ext cx="839160" cy="7761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95DF53F-2EA6-0918-BC48-A5B3E2C179F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734574" y="5089570"/>
                <a:ext cx="946800" cy="9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4AFC750-6D63-D6F3-31A4-565DC9FC47F3}"/>
                  </a:ext>
                </a:extLst>
              </p14:cNvPr>
              <p14:cNvContentPartPr/>
              <p14:nvPr/>
            </p14:nvContentPartPr>
            <p14:xfrm>
              <a:off x="3489934" y="4373890"/>
              <a:ext cx="588240" cy="6447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4AFC750-6D63-D6F3-31A4-565DC9FC47F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435934" y="4265890"/>
                <a:ext cx="695880" cy="86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3940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63CC-91E9-9D93-2425-974BDEB3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8D33-F418-FC84-2348-9733B05D2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18B5A-6AB8-9719-49EF-83D821BFD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FC217D1-B3FF-1DA1-A4E4-DC6D0343CAF8}"/>
              </a:ext>
            </a:extLst>
          </p:cNvPr>
          <p:cNvGrpSpPr/>
          <p:nvPr/>
        </p:nvGrpSpPr>
        <p:grpSpPr>
          <a:xfrm>
            <a:off x="9690073" y="1675158"/>
            <a:ext cx="624960" cy="435600"/>
            <a:chOff x="9817294" y="5285050"/>
            <a:chExt cx="62496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2D9CFFB-7383-DF37-45B5-97072BCA366D}"/>
                    </a:ext>
                  </a:extLst>
                </p14:cNvPr>
                <p14:cNvContentPartPr/>
                <p14:nvPr/>
              </p14:nvContentPartPr>
              <p14:xfrm>
                <a:off x="9817294" y="5285050"/>
                <a:ext cx="295200" cy="291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2D9CFFB-7383-DF37-45B5-97072BCA366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99294" y="5267028"/>
                  <a:ext cx="330840" cy="3269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3F23922-C244-53E1-A98A-4DAB2EF1305D}"/>
                    </a:ext>
                  </a:extLst>
                </p14:cNvPr>
                <p14:cNvContentPartPr/>
                <p14:nvPr/>
              </p14:nvContentPartPr>
              <p14:xfrm>
                <a:off x="9964174" y="5404570"/>
                <a:ext cx="33840" cy="316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3F23922-C244-53E1-A98A-4DAB2EF130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46174" y="5386570"/>
                  <a:ext cx="69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92220CD-BAAF-203C-15D5-72D85B2B0EA4}"/>
                    </a:ext>
                  </a:extLst>
                </p14:cNvPr>
                <p14:cNvContentPartPr/>
                <p14:nvPr/>
              </p14:nvContentPartPr>
              <p14:xfrm>
                <a:off x="10189894" y="5377570"/>
                <a:ext cx="50760" cy="284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92220CD-BAAF-203C-15D5-72D85B2B0E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71894" y="5359570"/>
                  <a:ext cx="864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C6677B3-0F58-E56F-3576-E20B501D19EA}"/>
                    </a:ext>
                  </a:extLst>
                </p14:cNvPr>
                <p14:cNvContentPartPr/>
                <p14:nvPr/>
              </p14:nvContentPartPr>
              <p14:xfrm>
                <a:off x="10164334" y="5370730"/>
                <a:ext cx="277920" cy="209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C6677B3-0F58-E56F-3576-E20B501D19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46334" y="5352730"/>
                  <a:ext cx="3135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B46F973-9F5D-F9CF-C565-3F30E977D017}"/>
                    </a:ext>
                  </a:extLst>
                </p14:cNvPr>
                <p14:cNvContentPartPr/>
                <p14:nvPr/>
              </p14:nvContentPartPr>
              <p14:xfrm>
                <a:off x="10220494" y="5511490"/>
                <a:ext cx="145440" cy="60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B46F973-9F5D-F9CF-C565-3F30E977D0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02494" y="5493490"/>
                  <a:ext cx="18108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0785895-A746-15EA-2456-A330B6795D3B}"/>
                  </a:ext>
                </a:extLst>
              </p14:cNvPr>
              <p14:cNvContentPartPr/>
              <p14:nvPr/>
            </p14:nvContentPartPr>
            <p14:xfrm>
              <a:off x="2389633" y="1279158"/>
              <a:ext cx="835560" cy="77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0785895-A746-15EA-2456-A330B6795D3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71633" y="1261158"/>
                <a:ext cx="871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4C872DD-3C4A-0D78-E683-101E4A8BEFD5}"/>
                  </a:ext>
                </a:extLst>
              </p14:cNvPr>
              <p14:cNvContentPartPr/>
              <p14:nvPr/>
            </p14:nvContentPartPr>
            <p14:xfrm>
              <a:off x="3279913" y="1233078"/>
              <a:ext cx="334800" cy="1627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4C872DD-3C4A-0D78-E683-101E4A8BEFD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61913" y="1215078"/>
                <a:ext cx="3704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9568291-F42D-420D-24EB-7585B4393795}"/>
                  </a:ext>
                </a:extLst>
              </p14:cNvPr>
              <p14:cNvContentPartPr/>
              <p14:nvPr/>
            </p14:nvContentPartPr>
            <p14:xfrm>
              <a:off x="3643873" y="1188078"/>
              <a:ext cx="553680" cy="1440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9568291-F42D-420D-24EB-7585B439379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25885" y="1170078"/>
                <a:ext cx="589297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AD41EC3-E29A-648C-38C4-21064B504D84}"/>
                  </a:ext>
                </a:extLst>
              </p14:cNvPr>
              <p14:cNvContentPartPr/>
              <p14:nvPr/>
            </p14:nvContentPartPr>
            <p14:xfrm>
              <a:off x="4234993" y="1194198"/>
              <a:ext cx="229320" cy="18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AD41EC3-E29A-648C-38C4-21064B504D8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16993" y="1176198"/>
                <a:ext cx="2649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183FEB8-7E82-FEB6-411C-D87F4726A1D4}"/>
                  </a:ext>
                </a:extLst>
              </p14:cNvPr>
              <p14:cNvContentPartPr/>
              <p14:nvPr/>
            </p14:nvContentPartPr>
            <p14:xfrm>
              <a:off x="4470073" y="1106718"/>
              <a:ext cx="467640" cy="174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183FEB8-7E82-FEB6-411C-D87F4726A1D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52073" y="1088718"/>
                <a:ext cx="503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80B2F78-3422-D97B-12DD-E15BC2A3FC7A}"/>
                  </a:ext>
                </a:extLst>
              </p14:cNvPr>
              <p14:cNvContentPartPr/>
              <p14:nvPr/>
            </p14:nvContentPartPr>
            <p14:xfrm>
              <a:off x="4958593" y="1195998"/>
              <a:ext cx="952200" cy="55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80B2F78-3422-D97B-12DD-E15BC2A3FC7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40593" y="1177998"/>
                <a:ext cx="9878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9F0A1A4-BF66-B415-A9F6-B3D3761E610A}"/>
                  </a:ext>
                </a:extLst>
              </p14:cNvPr>
              <p14:cNvContentPartPr/>
              <p14:nvPr/>
            </p14:nvContentPartPr>
            <p14:xfrm>
              <a:off x="5794873" y="1243158"/>
              <a:ext cx="34200" cy="615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9F0A1A4-BF66-B415-A9F6-B3D3761E61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76873" y="1225158"/>
                <a:ext cx="6984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C8A7BABE-FA5D-9C0F-5B17-2B7F5CD5A0F3}"/>
                  </a:ext>
                </a:extLst>
              </p14:cNvPr>
              <p14:cNvContentPartPr/>
              <p14:nvPr/>
            </p14:nvContentPartPr>
            <p14:xfrm>
              <a:off x="5727193" y="1829958"/>
              <a:ext cx="192960" cy="415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C8A7BABE-FA5D-9C0F-5B17-2B7F5CD5A0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09159" y="1811958"/>
                <a:ext cx="228667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2C736DB-1A11-3A56-A811-E7E109E3BBEE}"/>
                  </a:ext>
                </a:extLst>
              </p14:cNvPr>
              <p14:cNvContentPartPr/>
              <p14:nvPr/>
            </p14:nvContentPartPr>
            <p14:xfrm>
              <a:off x="5821873" y="2211558"/>
              <a:ext cx="74160" cy="8067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2C736DB-1A11-3A56-A811-E7E109E3BBE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03873" y="2193566"/>
                <a:ext cx="109800" cy="842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49937D9-2E37-632F-153A-74E749D0A0B1}"/>
                  </a:ext>
                </a:extLst>
              </p14:cNvPr>
              <p14:cNvContentPartPr/>
              <p14:nvPr/>
            </p14:nvContentPartPr>
            <p14:xfrm>
              <a:off x="2433553" y="2270598"/>
              <a:ext cx="37440" cy="672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49937D9-2E37-632F-153A-74E749D0A0B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15553" y="2252608"/>
                <a:ext cx="73080" cy="708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3C796F6D-AB95-05C7-8349-397D2C01C52F}"/>
                  </a:ext>
                </a:extLst>
              </p14:cNvPr>
              <p14:cNvContentPartPr/>
              <p14:nvPr/>
            </p14:nvContentPartPr>
            <p14:xfrm>
              <a:off x="2444353" y="2910678"/>
              <a:ext cx="3419640" cy="201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3C796F6D-AB95-05C7-8349-397D2C01C52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26351" y="2892678"/>
                <a:ext cx="3455284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B20C12A-7AEF-9A32-9957-C3C7FB568B64}"/>
                  </a:ext>
                </a:extLst>
              </p14:cNvPr>
              <p14:cNvContentPartPr/>
              <p14:nvPr/>
            </p14:nvContentPartPr>
            <p14:xfrm>
              <a:off x="5287993" y="2163678"/>
              <a:ext cx="14400" cy="15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B20C12A-7AEF-9A32-9957-C3C7FB568B6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269531" y="2145678"/>
                <a:ext cx="50954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87610C6-D85D-55E3-2BA7-B7F58EB77EA6}"/>
                  </a:ext>
                </a:extLst>
              </p14:cNvPr>
              <p14:cNvContentPartPr/>
              <p14:nvPr/>
            </p14:nvContentPartPr>
            <p14:xfrm>
              <a:off x="5510833" y="2133438"/>
              <a:ext cx="13680" cy="187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87610C6-D85D-55E3-2BA7-B7F58EB77EA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92833" y="2115438"/>
                <a:ext cx="49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F95EF0E-25AD-D7B8-D17D-78751408BFC4}"/>
                  </a:ext>
                </a:extLst>
              </p14:cNvPr>
              <p14:cNvContentPartPr/>
              <p14:nvPr/>
            </p14:nvContentPartPr>
            <p14:xfrm>
              <a:off x="5388073" y="1988358"/>
              <a:ext cx="235080" cy="2275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F95EF0E-25AD-D7B8-D17D-78751408BFC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370073" y="1970358"/>
                <a:ext cx="2707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F7D1424C-7A1F-F5AA-0D69-1D45C1786C3B}"/>
                  </a:ext>
                </a:extLst>
              </p14:cNvPr>
              <p14:cNvContentPartPr/>
              <p14:nvPr/>
            </p14:nvContentPartPr>
            <p14:xfrm>
              <a:off x="6057673" y="1872078"/>
              <a:ext cx="140040" cy="2890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F7D1424C-7A1F-F5AA-0D69-1D45C1786C3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39673" y="1854100"/>
                <a:ext cx="175680" cy="324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4C95F96-F1EF-4598-87D9-8ACAE992FE72}"/>
                  </a:ext>
                </a:extLst>
              </p14:cNvPr>
              <p14:cNvContentPartPr/>
              <p14:nvPr/>
            </p14:nvContentPartPr>
            <p14:xfrm>
              <a:off x="6333073" y="2056398"/>
              <a:ext cx="83520" cy="1382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4C95F96-F1EF-4598-87D9-8ACAE992FE7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315073" y="2038398"/>
                <a:ext cx="1191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0CA2320-43C8-9836-2D0B-085C67A0ACC5}"/>
                  </a:ext>
                </a:extLst>
              </p14:cNvPr>
              <p14:cNvContentPartPr/>
              <p14:nvPr/>
            </p14:nvContentPartPr>
            <p14:xfrm>
              <a:off x="6533233" y="1917438"/>
              <a:ext cx="41400" cy="36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0CA2320-43C8-9836-2D0B-085C67A0ACC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15233" y="1899616"/>
                <a:ext cx="77040" cy="71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0852732-CC71-E4D9-96AB-B0CB9CA6516D}"/>
                  </a:ext>
                </a:extLst>
              </p14:cNvPr>
              <p14:cNvContentPartPr/>
              <p14:nvPr/>
            </p14:nvContentPartPr>
            <p14:xfrm>
              <a:off x="6600553" y="1984398"/>
              <a:ext cx="74520" cy="558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0852732-CC71-E4D9-96AB-B0CB9CA6516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82640" y="1966398"/>
                <a:ext cx="109989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BCDEAF4-7353-F9D6-894D-FCEE29FC4053}"/>
                  </a:ext>
                </a:extLst>
              </p14:cNvPr>
              <p14:cNvContentPartPr/>
              <p14:nvPr/>
            </p14:nvContentPartPr>
            <p14:xfrm>
              <a:off x="6783073" y="1815918"/>
              <a:ext cx="143280" cy="2044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BCDEAF4-7353-F9D6-894D-FCEE29FC405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65073" y="1797918"/>
                <a:ext cx="1789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B368196-6E9F-C315-E8D3-9CA19158F7C5}"/>
                  </a:ext>
                </a:extLst>
              </p14:cNvPr>
              <p14:cNvContentPartPr/>
              <p14:nvPr/>
            </p14:nvContentPartPr>
            <p14:xfrm>
              <a:off x="6962713" y="2105718"/>
              <a:ext cx="3600" cy="19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B368196-6E9F-C315-E8D3-9CA19158F7C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44713" y="2087718"/>
                <a:ext cx="392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F44CE3E-8AF5-E4E7-8EB9-D02EED3918EF}"/>
                  </a:ext>
                </a:extLst>
              </p14:cNvPr>
              <p14:cNvContentPartPr/>
              <p14:nvPr/>
            </p14:nvContentPartPr>
            <p14:xfrm>
              <a:off x="6169273" y="1595238"/>
              <a:ext cx="128160" cy="12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F44CE3E-8AF5-E4E7-8EB9-D02EED3918E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151273" y="1577752"/>
                <a:ext cx="163800" cy="46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94D1BF7-C07B-B208-C306-29E8F3241C33}"/>
                  </a:ext>
                </a:extLst>
              </p14:cNvPr>
              <p14:cNvContentPartPr/>
              <p14:nvPr/>
            </p14:nvContentPartPr>
            <p14:xfrm>
              <a:off x="6239113" y="1510998"/>
              <a:ext cx="15480" cy="2149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94D1BF7-C07B-B208-C306-29E8F3241C3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21113" y="1492968"/>
                <a:ext cx="51120" cy="250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9368B43-5259-8808-3357-4208DB131EC0}"/>
                  </a:ext>
                </a:extLst>
              </p14:cNvPr>
              <p14:cNvContentPartPr/>
              <p14:nvPr/>
            </p14:nvContentPartPr>
            <p14:xfrm>
              <a:off x="6231913" y="2478678"/>
              <a:ext cx="173160" cy="144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9368B43-5259-8808-3357-4208DB131EC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13913" y="2460216"/>
                <a:ext cx="208800" cy="50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86F89F8-6670-BB1D-B676-6F0C88B05905}"/>
                  </a:ext>
                </a:extLst>
              </p14:cNvPr>
              <p14:cNvContentPartPr/>
              <p14:nvPr/>
            </p14:nvContentPartPr>
            <p14:xfrm>
              <a:off x="5878753" y="1189158"/>
              <a:ext cx="1984680" cy="73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86F89F8-6670-BB1D-B676-6F0C88B0590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60753" y="1171069"/>
                <a:ext cx="2020320" cy="108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F17B6A2F-7BEA-82D6-BAC9-C804BD3A7C65}"/>
                  </a:ext>
                </a:extLst>
              </p14:cNvPr>
              <p14:cNvContentPartPr/>
              <p14:nvPr/>
            </p14:nvContentPartPr>
            <p14:xfrm>
              <a:off x="7793953" y="1204638"/>
              <a:ext cx="34200" cy="6444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F17B6A2F-7BEA-82D6-BAC9-C804BD3A7C6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775953" y="1186638"/>
                <a:ext cx="69840" cy="6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E895EDE-76BC-12A9-C81B-DA7DF4B1E521}"/>
                  </a:ext>
                </a:extLst>
              </p14:cNvPr>
              <p14:cNvContentPartPr/>
              <p14:nvPr/>
            </p14:nvContentPartPr>
            <p14:xfrm>
              <a:off x="7760473" y="1864518"/>
              <a:ext cx="138240" cy="3218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E895EDE-76BC-12A9-C81B-DA7DF4B1E52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742473" y="1846518"/>
                <a:ext cx="1738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8CB20B8-CE5C-7CC2-2BED-1432F0FD3676}"/>
                  </a:ext>
                </a:extLst>
              </p14:cNvPr>
              <p14:cNvContentPartPr/>
              <p14:nvPr/>
            </p14:nvContentPartPr>
            <p14:xfrm>
              <a:off x="5831233" y="2183118"/>
              <a:ext cx="2109960" cy="8215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8CB20B8-CE5C-7CC2-2BED-1432F0FD367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813233" y="2165118"/>
                <a:ext cx="214560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3CA0179-85A5-BECA-7D6C-204975E849EF}"/>
                  </a:ext>
                </a:extLst>
              </p14:cNvPr>
              <p14:cNvContentPartPr/>
              <p14:nvPr/>
            </p14:nvContentPartPr>
            <p14:xfrm>
              <a:off x="7758673" y="1183038"/>
              <a:ext cx="1172160" cy="655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3CA0179-85A5-BECA-7D6C-204975E849E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40673" y="1165038"/>
                <a:ext cx="12078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8389974-D7C2-3B8E-9E63-1EE511924E80}"/>
                  </a:ext>
                </a:extLst>
              </p14:cNvPr>
              <p14:cNvContentPartPr/>
              <p14:nvPr/>
            </p14:nvContentPartPr>
            <p14:xfrm>
              <a:off x="8943433" y="1245678"/>
              <a:ext cx="124920" cy="436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8389974-D7C2-3B8E-9E63-1EE511924E8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25433" y="1227678"/>
                <a:ext cx="16056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6F5C7E20-493F-A627-90CA-533BE14E7B8A}"/>
                  </a:ext>
                </a:extLst>
              </p14:cNvPr>
              <p14:cNvContentPartPr/>
              <p14:nvPr/>
            </p14:nvContentPartPr>
            <p14:xfrm>
              <a:off x="8714113" y="1631598"/>
              <a:ext cx="600840" cy="5349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6F5C7E20-493F-A627-90CA-533BE14E7B8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96113" y="1613598"/>
                <a:ext cx="63648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4A7F0DA-FF1E-C322-4FCE-2683D69BF283}"/>
                  </a:ext>
                </a:extLst>
              </p14:cNvPr>
              <p14:cNvContentPartPr/>
              <p14:nvPr/>
            </p14:nvContentPartPr>
            <p14:xfrm>
              <a:off x="8970433" y="1807998"/>
              <a:ext cx="66960" cy="261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4A7F0DA-FF1E-C322-4FCE-2683D69BF28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952433" y="1789998"/>
                <a:ext cx="102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0C2679DC-FB5D-02D4-93B8-66A4521805B6}"/>
                  </a:ext>
                </a:extLst>
              </p14:cNvPr>
              <p14:cNvContentPartPr/>
              <p14:nvPr/>
            </p14:nvContentPartPr>
            <p14:xfrm>
              <a:off x="8885473" y="1780638"/>
              <a:ext cx="232560" cy="194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0C2679DC-FB5D-02D4-93B8-66A4521805B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67473" y="1762638"/>
                <a:ext cx="2682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FECE432-0F7E-6506-1E69-E32F08938E09}"/>
                  </a:ext>
                </a:extLst>
              </p14:cNvPr>
              <p14:cNvContentPartPr/>
              <p14:nvPr/>
            </p14:nvContentPartPr>
            <p14:xfrm>
              <a:off x="7932193" y="2173038"/>
              <a:ext cx="1254960" cy="6955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FECE432-0F7E-6506-1E69-E32F08938E0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14193" y="2155038"/>
                <a:ext cx="129060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4BAF164-08C4-C7E5-97DC-681D03FAE91C}"/>
                  </a:ext>
                </a:extLst>
              </p14:cNvPr>
              <p14:cNvContentPartPr/>
              <p14:nvPr/>
            </p14:nvContentPartPr>
            <p14:xfrm>
              <a:off x="8190673" y="1842198"/>
              <a:ext cx="190440" cy="2638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4BAF164-08C4-C7E5-97DC-681D03FAE91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172673" y="1824198"/>
                <a:ext cx="226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A30FE2C-09E2-151A-9871-C70076897A26}"/>
                  </a:ext>
                </a:extLst>
              </p14:cNvPr>
              <p14:cNvContentPartPr/>
              <p14:nvPr/>
            </p14:nvContentPartPr>
            <p14:xfrm>
              <a:off x="4848073" y="819078"/>
              <a:ext cx="238680" cy="1706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A30FE2C-09E2-151A-9871-C70076897A2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830073" y="801116"/>
                <a:ext cx="274320" cy="206205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C6B3214-B0E4-09BD-C28D-1CC345E09CBD}"/>
              </a:ext>
            </a:extLst>
          </p:cNvPr>
          <p:cNvGrpSpPr/>
          <p:nvPr/>
        </p:nvGrpSpPr>
        <p:grpSpPr>
          <a:xfrm>
            <a:off x="3524353" y="846078"/>
            <a:ext cx="207000" cy="245160"/>
            <a:chOff x="3651574" y="4455970"/>
            <a:chExt cx="2070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690866D-4B93-F9B8-C58C-B4ACA54CF278}"/>
                    </a:ext>
                  </a:extLst>
                </p14:cNvPr>
                <p14:cNvContentPartPr/>
                <p14:nvPr/>
              </p14:nvContentPartPr>
              <p14:xfrm>
                <a:off x="3651574" y="4455970"/>
                <a:ext cx="163080" cy="176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690866D-4B93-F9B8-C58C-B4ACA54CF27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33574" y="4438007"/>
                  <a:ext cx="198720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5CAF21A-3D10-39CB-D2A9-49AD2504E434}"/>
                    </a:ext>
                  </a:extLst>
                </p14:cNvPr>
                <p14:cNvContentPartPr/>
                <p14:nvPr/>
              </p14:nvContentPartPr>
              <p14:xfrm>
                <a:off x="3767494" y="4498450"/>
                <a:ext cx="91080" cy="202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5CAF21A-3D10-39CB-D2A9-49AD2504E43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49494" y="4480482"/>
                  <a:ext cx="126720" cy="2382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1F19611-DE0A-AB81-DF6C-8D83562B060D}"/>
              </a:ext>
            </a:extLst>
          </p:cNvPr>
          <p:cNvGrpSpPr/>
          <p:nvPr/>
        </p:nvGrpSpPr>
        <p:grpSpPr>
          <a:xfrm>
            <a:off x="1791313" y="1342158"/>
            <a:ext cx="932400" cy="912960"/>
            <a:chOff x="1918534" y="4952050"/>
            <a:chExt cx="932400" cy="91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049085A-E6FF-DB62-B993-D6A1E1EA56C6}"/>
                    </a:ext>
                  </a:extLst>
                </p14:cNvPr>
                <p14:cNvContentPartPr/>
                <p14:nvPr/>
              </p14:nvContentPartPr>
              <p14:xfrm>
                <a:off x="2206174" y="5788330"/>
                <a:ext cx="644760" cy="76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049085A-E6FF-DB62-B993-D6A1E1EA56C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88174" y="5770330"/>
                  <a:ext cx="68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086A34-C381-93C3-536B-CEEB361E4116}"/>
                    </a:ext>
                  </a:extLst>
                </p14:cNvPr>
                <p14:cNvContentPartPr/>
                <p14:nvPr/>
              </p14:nvContentPartPr>
              <p14:xfrm>
                <a:off x="2421814" y="5680690"/>
                <a:ext cx="192960" cy="19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086A34-C381-93C3-536B-CEEB361E411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03814" y="5663023"/>
                  <a:ext cx="228600" cy="54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58CB261-138F-D3D5-B886-06A24ABA7175}"/>
                    </a:ext>
                  </a:extLst>
                </p14:cNvPr>
                <p14:cNvContentPartPr/>
                <p14:nvPr/>
              </p14:nvContentPartPr>
              <p14:xfrm>
                <a:off x="2475454" y="5141050"/>
                <a:ext cx="82800" cy="54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58CB261-138F-D3D5-B886-06A24ABA71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57454" y="5123050"/>
                  <a:ext cx="1184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8293BF-C600-40FA-3BAC-A3579D27B03E}"/>
                    </a:ext>
                  </a:extLst>
                </p14:cNvPr>
                <p14:cNvContentPartPr/>
                <p14:nvPr/>
              </p14:nvContentPartPr>
              <p14:xfrm>
                <a:off x="2487334" y="4952050"/>
                <a:ext cx="54360" cy="216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8293BF-C600-40FA-3BAC-A3579D27B03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69334" y="4934050"/>
                  <a:ext cx="90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3A5057D-7CEC-732C-0904-656F4BE780A6}"/>
                    </a:ext>
                  </a:extLst>
                </p14:cNvPr>
                <p14:cNvContentPartPr/>
                <p14:nvPr/>
              </p14:nvContentPartPr>
              <p14:xfrm>
                <a:off x="1918534" y="5424010"/>
                <a:ext cx="157680" cy="280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3A5057D-7CEC-732C-0904-656F4BE780A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00493" y="5406010"/>
                  <a:ext cx="193402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EC93B9E-ECAB-0709-E92B-13BC59018EE9}"/>
                    </a:ext>
                  </a:extLst>
                </p14:cNvPr>
                <p14:cNvContentPartPr/>
                <p14:nvPr/>
              </p14:nvContentPartPr>
              <p14:xfrm>
                <a:off x="2105734" y="5422570"/>
                <a:ext cx="190440" cy="164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EC93B9E-ECAB-0709-E92B-13BC59018EE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87734" y="5404570"/>
                  <a:ext cx="22608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F3486E4-D3D5-501D-0E36-3D545ECF0A28}"/>
                  </a:ext>
                </a:extLst>
              </p14:cNvPr>
              <p14:cNvContentPartPr/>
              <p14:nvPr/>
            </p14:nvContentPartPr>
            <p14:xfrm>
              <a:off x="1661353" y="1587678"/>
              <a:ext cx="839160" cy="7761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F3486E4-D3D5-501D-0E36-3D545ECF0A2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607353" y="1479678"/>
                <a:ext cx="946800" cy="9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F1393FF-AFCF-F298-7C9E-739552E7DAE6}"/>
                  </a:ext>
                </a:extLst>
              </p14:cNvPr>
              <p14:cNvContentPartPr/>
              <p14:nvPr/>
            </p14:nvContentPartPr>
            <p14:xfrm>
              <a:off x="3362713" y="763998"/>
              <a:ext cx="588240" cy="6447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F1393FF-AFCF-F298-7C9E-739552E7DAE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308713" y="655998"/>
                <a:ext cx="695880" cy="86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A7ADD59-6AA2-B260-8907-800C0B7BC270}"/>
                  </a:ext>
                </a:extLst>
              </p14:cNvPr>
              <p14:cNvContentPartPr/>
              <p14:nvPr/>
            </p14:nvContentPartPr>
            <p14:xfrm>
              <a:off x="4979614" y="4054398"/>
              <a:ext cx="389160" cy="70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A7ADD59-6AA2-B260-8907-800C0B7BC27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961974" y="4036398"/>
                <a:ext cx="4248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5ABD72D-DC0C-C688-BDD6-1EEA8B8937CE}"/>
                  </a:ext>
                </a:extLst>
              </p14:cNvPr>
              <p14:cNvContentPartPr/>
              <p14:nvPr/>
            </p14:nvContentPartPr>
            <p14:xfrm>
              <a:off x="2744374" y="3893478"/>
              <a:ext cx="38520" cy="953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5ABD72D-DC0C-C688-BDD6-1EEA8B8937C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726734" y="3875838"/>
                <a:ext cx="74160" cy="9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16D7869-C2B6-6F85-4AB3-7C6A3C5F07EE}"/>
                  </a:ext>
                </a:extLst>
              </p14:cNvPr>
              <p14:cNvContentPartPr/>
              <p14:nvPr/>
            </p14:nvContentPartPr>
            <p14:xfrm>
              <a:off x="2613334" y="4820838"/>
              <a:ext cx="197640" cy="37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16D7869-C2B6-6F85-4AB3-7C6A3C5F07E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595694" y="4803198"/>
                <a:ext cx="233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1075406-C98A-276F-DCEC-B154A56F28C3}"/>
                  </a:ext>
                </a:extLst>
              </p14:cNvPr>
              <p14:cNvContentPartPr/>
              <p14:nvPr/>
            </p14:nvContentPartPr>
            <p14:xfrm>
              <a:off x="2375014" y="4989678"/>
              <a:ext cx="820440" cy="51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1075406-C98A-276F-DCEC-B154A56F28C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357374" y="4972038"/>
                <a:ext cx="8560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696CCB9-1CAB-3896-702C-ADF9E3E63D9B}"/>
                  </a:ext>
                </a:extLst>
              </p14:cNvPr>
              <p14:cNvContentPartPr/>
              <p14:nvPr/>
            </p14:nvContentPartPr>
            <p14:xfrm>
              <a:off x="2790454" y="5057358"/>
              <a:ext cx="39240" cy="992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696CCB9-1CAB-3896-702C-ADF9E3E63D9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772814" y="5039718"/>
                <a:ext cx="74880" cy="10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84C1F19-05F6-2E24-3963-D31B6E5B3D17}"/>
                  </a:ext>
                </a:extLst>
              </p14:cNvPr>
              <p14:cNvContentPartPr/>
              <p14:nvPr/>
            </p14:nvContentPartPr>
            <p14:xfrm>
              <a:off x="2752654" y="3944598"/>
              <a:ext cx="1138680" cy="108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84C1F19-05F6-2E24-3963-D31B6E5B3D1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735014" y="3926958"/>
                <a:ext cx="11743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1FB6A51-7E9F-82A7-855A-4B4CFD8E32D8}"/>
                  </a:ext>
                </a:extLst>
              </p14:cNvPr>
              <p14:cNvContentPartPr/>
              <p14:nvPr/>
            </p14:nvContentPartPr>
            <p14:xfrm>
              <a:off x="3896734" y="3947478"/>
              <a:ext cx="405000" cy="167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1FB6A51-7E9F-82A7-855A-4B4CFD8E32D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878734" y="3929478"/>
                <a:ext cx="4406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C0412B2-A75A-8A12-BBF5-E2217D96D5DA}"/>
                  </a:ext>
                </a:extLst>
              </p14:cNvPr>
              <p14:cNvContentPartPr/>
              <p14:nvPr/>
            </p14:nvContentPartPr>
            <p14:xfrm>
              <a:off x="4279774" y="4059438"/>
              <a:ext cx="695160" cy="694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C0412B2-A75A-8A12-BBF5-E2217D96D5D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262134" y="4041798"/>
                <a:ext cx="7308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4E6D9D2-596A-3CAA-F3D0-36EDA49655AE}"/>
                  </a:ext>
                </a:extLst>
              </p14:cNvPr>
              <p14:cNvContentPartPr/>
              <p14:nvPr/>
            </p14:nvContentPartPr>
            <p14:xfrm>
              <a:off x="4270054" y="3475158"/>
              <a:ext cx="212400" cy="2592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4E6D9D2-596A-3CAA-F3D0-36EDA49655A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252054" y="3457158"/>
                <a:ext cx="2480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85E83CC-61E9-46F7-344B-42F8A6582E4A}"/>
                  </a:ext>
                </a:extLst>
              </p14:cNvPr>
              <p14:cNvContentPartPr/>
              <p14:nvPr/>
            </p14:nvContentPartPr>
            <p14:xfrm>
              <a:off x="5342494" y="4033158"/>
              <a:ext cx="207720" cy="50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85E83CC-61E9-46F7-344B-42F8A6582E4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324494" y="4015158"/>
                <a:ext cx="243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B3AA9AA-960A-038D-9FEB-60CE8AA7E36C}"/>
                  </a:ext>
                </a:extLst>
              </p14:cNvPr>
              <p14:cNvContentPartPr/>
              <p14:nvPr/>
            </p14:nvContentPartPr>
            <p14:xfrm>
              <a:off x="5494054" y="4054398"/>
              <a:ext cx="44280" cy="792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B3AA9AA-960A-038D-9FEB-60CE8AA7E36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476054" y="4036398"/>
                <a:ext cx="79920" cy="82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BA1F16D-E4CF-7877-C856-EB0DC172B1BD}"/>
                  </a:ext>
                </a:extLst>
              </p14:cNvPr>
              <p14:cNvContentPartPr/>
              <p14:nvPr/>
            </p14:nvContentPartPr>
            <p14:xfrm>
              <a:off x="5394334" y="4878078"/>
              <a:ext cx="166320" cy="494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BA1F16D-E4CF-7877-C856-EB0DC172B1B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376334" y="4860438"/>
                <a:ext cx="20196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93A7045-1496-7952-EF12-8FF8341B553D}"/>
                  </a:ext>
                </a:extLst>
              </p14:cNvPr>
              <p14:cNvContentPartPr/>
              <p14:nvPr/>
            </p14:nvContentPartPr>
            <p14:xfrm>
              <a:off x="5500894" y="5322678"/>
              <a:ext cx="29160" cy="7164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93A7045-1496-7952-EF12-8FF8341B553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482894" y="5305038"/>
                <a:ext cx="64800" cy="7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14EB935-A6A1-E263-9853-8CFBDC5CD309}"/>
                  </a:ext>
                </a:extLst>
              </p14:cNvPr>
              <p14:cNvContentPartPr/>
              <p14:nvPr/>
            </p14:nvContentPartPr>
            <p14:xfrm>
              <a:off x="2790454" y="5959158"/>
              <a:ext cx="2719080" cy="148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14EB935-A6A1-E263-9853-8CFBDC5CD30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772814" y="5941518"/>
                <a:ext cx="27547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31679B8-C9AE-695C-F0B8-5501C3C0816A}"/>
                  </a:ext>
                </a:extLst>
              </p14:cNvPr>
              <p14:cNvContentPartPr/>
              <p14:nvPr/>
            </p14:nvContentPartPr>
            <p14:xfrm>
              <a:off x="5572534" y="3960798"/>
              <a:ext cx="2170440" cy="88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31679B8-C9AE-695C-F0B8-5501C3C0816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554894" y="3942798"/>
                <a:ext cx="22060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4B7B5C6-178F-AE5E-73BB-EE784B85C477}"/>
                  </a:ext>
                </a:extLst>
              </p14:cNvPr>
              <p14:cNvContentPartPr/>
              <p14:nvPr/>
            </p14:nvContentPartPr>
            <p14:xfrm>
              <a:off x="7090294" y="3985638"/>
              <a:ext cx="82800" cy="758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4B7B5C6-178F-AE5E-73BB-EE784B85C47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072294" y="3967998"/>
                <a:ext cx="118440" cy="7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52F58F9-93F6-29A7-6E8C-F586FB325AFE}"/>
                  </a:ext>
                </a:extLst>
              </p14:cNvPr>
              <p14:cNvContentPartPr/>
              <p14:nvPr/>
            </p14:nvContentPartPr>
            <p14:xfrm>
              <a:off x="7093174" y="4794558"/>
              <a:ext cx="290880" cy="451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52F58F9-93F6-29A7-6E8C-F586FB325AF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75534" y="4776558"/>
                <a:ext cx="32652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567B9EE-D3DB-15D2-4C68-58B3D89A0C47}"/>
                  </a:ext>
                </a:extLst>
              </p14:cNvPr>
              <p14:cNvContentPartPr/>
              <p14:nvPr/>
            </p14:nvContentPartPr>
            <p14:xfrm>
              <a:off x="5470294" y="5235918"/>
              <a:ext cx="1996200" cy="810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567B9EE-D3DB-15D2-4C68-58B3D89A0C4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452654" y="5218278"/>
                <a:ext cx="2031840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2C389DF-CF29-7F17-37DD-84A2723DBA3B}"/>
                  </a:ext>
                </a:extLst>
              </p14:cNvPr>
              <p14:cNvContentPartPr/>
              <p14:nvPr/>
            </p14:nvContentPartPr>
            <p14:xfrm>
              <a:off x="7729294" y="3894558"/>
              <a:ext cx="1077840" cy="1216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2C389DF-CF29-7F17-37DD-84A2723DBA3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711294" y="3876918"/>
                <a:ext cx="1113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14DF216-2C61-F612-7A4F-876B82140DB2}"/>
                  </a:ext>
                </a:extLst>
              </p14:cNvPr>
              <p14:cNvContentPartPr/>
              <p14:nvPr/>
            </p14:nvContentPartPr>
            <p14:xfrm>
              <a:off x="8729734" y="3944598"/>
              <a:ext cx="81720" cy="6530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14DF216-2C61-F612-7A4F-876B82140DB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712094" y="3926598"/>
                <a:ext cx="117360" cy="68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D5646D2-D3AB-00E3-A2EF-C39D4ECA3A6E}"/>
                  </a:ext>
                </a:extLst>
              </p14:cNvPr>
              <p14:cNvContentPartPr/>
              <p14:nvPr/>
            </p14:nvContentPartPr>
            <p14:xfrm>
              <a:off x="8512654" y="4529598"/>
              <a:ext cx="543240" cy="520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D5646D2-D3AB-00E3-A2EF-C39D4ECA3A6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494654" y="4511598"/>
                <a:ext cx="57888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751EC68-12B2-5626-B802-1650317BBD13}"/>
                  </a:ext>
                </a:extLst>
              </p14:cNvPr>
              <p14:cNvContentPartPr/>
              <p14:nvPr/>
            </p14:nvContentPartPr>
            <p14:xfrm>
              <a:off x="8756374" y="4682238"/>
              <a:ext cx="41400" cy="2854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751EC68-12B2-5626-B802-1650317BBD1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738374" y="4664238"/>
                <a:ext cx="7704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9906A17-3446-3AD1-1665-F3D7F778A5F3}"/>
                  </a:ext>
                </a:extLst>
              </p14:cNvPr>
              <p14:cNvContentPartPr/>
              <p14:nvPr/>
            </p14:nvContentPartPr>
            <p14:xfrm>
              <a:off x="8696974" y="4683318"/>
              <a:ext cx="150120" cy="117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9906A17-3446-3AD1-1665-F3D7F778A5F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679334" y="4665318"/>
                <a:ext cx="1857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CFE807D-F1D6-AD61-353A-2ACEB3F8C5D5}"/>
                  </a:ext>
                </a:extLst>
              </p14:cNvPr>
              <p14:cNvContentPartPr/>
              <p14:nvPr/>
            </p14:nvContentPartPr>
            <p14:xfrm>
              <a:off x="7493854" y="5032158"/>
              <a:ext cx="1337760" cy="998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CFE807D-F1D6-AD61-353A-2ACEB3F8C5D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475854" y="5014518"/>
                <a:ext cx="1373400" cy="10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D5B0ACA-522F-F8CB-409E-0D5FE55C26F2}"/>
                  </a:ext>
                </a:extLst>
              </p14:cNvPr>
              <p14:cNvContentPartPr/>
              <p14:nvPr/>
            </p14:nvContentPartPr>
            <p14:xfrm>
              <a:off x="7463974" y="4734798"/>
              <a:ext cx="170640" cy="2710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D5B0ACA-522F-F8CB-409E-0D5FE55C26F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446334" y="4717158"/>
                <a:ext cx="206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9C35712-88C6-2FB7-D42D-AFDE29B73614}"/>
                  </a:ext>
                </a:extLst>
              </p14:cNvPr>
              <p14:cNvContentPartPr/>
              <p14:nvPr/>
            </p14:nvContentPartPr>
            <p14:xfrm>
              <a:off x="4822294" y="5055558"/>
              <a:ext cx="210600" cy="2286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9C35712-88C6-2FB7-D42D-AFDE29B7361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804654" y="5037918"/>
                <a:ext cx="246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907D624-AADA-4B69-1B6F-1CE2ECE028D4}"/>
                  </a:ext>
                </a:extLst>
              </p14:cNvPr>
              <p14:cNvContentPartPr/>
              <p14:nvPr/>
            </p14:nvContentPartPr>
            <p14:xfrm>
              <a:off x="5765134" y="5055918"/>
              <a:ext cx="147240" cy="177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907D624-AADA-4B69-1B6F-1CE2ECE028D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747134" y="5038278"/>
                <a:ext cx="1828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E61DEAAE-EE10-8FF8-909B-C5F4DA71EB57}"/>
                  </a:ext>
                </a:extLst>
              </p14:cNvPr>
              <p14:cNvContentPartPr/>
              <p14:nvPr/>
            </p14:nvContentPartPr>
            <p14:xfrm>
              <a:off x="6054934" y="5177598"/>
              <a:ext cx="100080" cy="1134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E61DEAAE-EE10-8FF8-909B-C5F4DA71EB5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036934" y="5159958"/>
                <a:ext cx="1357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646F337-D8DA-C925-FCBB-B860EDE5B93D}"/>
                  </a:ext>
                </a:extLst>
              </p14:cNvPr>
              <p14:cNvContentPartPr/>
              <p14:nvPr/>
            </p14:nvContentPartPr>
            <p14:xfrm>
              <a:off x="6210814" y="5047998"/>
              <a:ext cx="57600" cy="468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646F337-D8DA-C925-FCBB-B860EDE5B93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193174" y="5029998"/>
                <a:ext cx="932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8CB9612-A389-4506-73A8-F5DCB2AF30DC}"/>
                  </a:ext>
                </a:extLst>
              </p14:cNvPr>
              <p14:cNvContentPartPr/>
              <p14:nvPr/>
            </p14:nvContentPartPr>
            <p14:xfrm>
              <a:off x="6263734" y="5123238"/>
              <a:ext cx="43920" cy="280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8CB9612-A389-4506-73A8-F5DCB2AF30D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245734" y="5105598"/>
                <a:ext cx="795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84B3A0E-AF87-D298-1736-FF9CF82856AB}"/>
                  </a:ext>
                </a:extLst>
              </p14:cNvPr>
              <p14:cNvContentPartPr/>
              <p14:nvPr/>
            </p14:nvContentPartPr>
            <p14:xfrm>
              <a:off x="6383254" y="4941438"/>
              <a:ext cx="107280" cy="190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84B3A0E-AF87-D298-1736-FF9CF82856A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365254" y="4923798"/>
                <a:ext cx="1429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D30C1A1-B6F4-A547-A669-65854E13A50F}"/>
                  </a:ext>
                </a:extLst>
              </p14:cNvPr>
              <p14:cNvContentPartPr/>
              <p14:nvPr/>
            </p14:nvContentPartPr>
            <p14:xfrm>
              <a:off x="6578734" y="5266878"/>
              <a:ext cx="20520" cy="356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D30C1A1-B6F4-A547-A669-65854E13A50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560734" y="5248878"/>
                <a:ext cx="561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DC367ED-6507-B1BD-52DD-E7D5F6514393}"/>
                  </a:ext>
                </a:extLst>
              </p14:cNvPr>
              <p14:cNvContentPartPr/>
              <p14:nvPr/>
            </p14:nvContentPartPr>
            <p14:xfrm>
              <a:off x="5793214" y="4558758"/>
              <a:ext cx="146880" cy="262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DC367ED-6507-B1BD-52DD-E7D5F651439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775574" y="4540758"/>
                <a:ext cx="1825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D334476-03E5-0609-37FD-C03419470418}"/>
                  </a:ext>
                </a:extLst>
              </p14:cNvPr>
              <p14:cNvContentPartPr/>
              <p14:nvPr/>
            </p14:nvContentPartPr>
            <p14:xfrm>
              <a:off x="5905894" y="4511598"/>
              <a:ext cx="19440" cy="1501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D334476-03E5-0609-37FD-C0341947041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887894" y="4493598"/>
                <a:ext cx="55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4820D5D-8FCC-6EAE-4EAB-F484E58B1B36}"/>
                  </a:ext>
                </a:extLst>
              </p14:cNvPr>
              <p14:cNvContentPartPr/>
              <p14:nvPr/>
            </p14:nvContentPartPr>
            <p14:xfrm>
              <a:off x="5852254" y="5594838"/>
              <a:ext cx="160920" cy="259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4820D5D-8FCC-6EAE-4EAB-F484E58B1B3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834254" y="5577198"/>
                <a:ext cx="1965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B8A7F94-8DAF-E78E-076F-49AE54ACB129}"/>
                  </a:ext>
                </a:extLst>
              </p14:cNvPr>
              <p14:cNvContentPartPr/>
              <p14:nvPr/>
            </p14:nvContentPartPr>
            <p14:xfrm>
              <a:off x="1821694" y="5036838"/>
              <a:ext cx="165240" cy="2062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B8A7F94-8DAF-E78E-076F-49AE54ACB12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804054" y="5018838"/>
                <a:ext cx="20088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66B1C530-0EF4-FA54-60E7-2F28DEE7A1B2}"/>
                  </a:ext>
                </a:extLst>
              </p14:cNvPr>
              <p14:cNvContentPartPr/>
              <p14:nvPr/>
            </p14:nvContentPartPr>
            <p14:xfrm>
              <a:off x="1952374" y="4967358"/>
              <a:ext cx="202320" cy="1515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66B1C530-0EF4-FA54-60E7-2F28DEE7A1B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934734" y="4949358"/>
                <a:ext cx="2379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7824FE0D-C2A5-5184-F73A-9B1DE05871B4}"/>
                  </a:ext>
                </a:extLst>
              </p14:cNvPr>
              <p14:cNvContentPartPr/>
              <p14:nvPr/>
            </p14:nvContentPartPr>
            <p14:xfrm>
              <a:off x="2031934" y="4619598"/>
              <a:ext cx="221760" cy="283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7824FE0D-C2A5-5184-F73A-9B1DE05871B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014294" y="4601958"/>
                <a:ext cx="257400" cy="31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36BF9D8-0E78-E590-D0D5-E0F59965550C}"/>
              </a:ext>
            </a:extLst>
          </p:cNvPr>
          <p:cNvGrpSpPr/>
          <p:nvPr/>
        </p:nvGrpSpPr>
        <p:grpSpPr>
          <a:xfrm>
            <a:off x="9383854" y="4499718"/>
            <a:ext cx="596520" cy="447840"/>
            <a:chOff x="9383854" y="4499718"/>
            <a:chExt cx="59652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A95CB3E-6CD8-0FA0-ABAE-9A4B448B9BD3}"/>
                    </a:ext>
                  </a:extLst>
                </p14:cNvPr>
                <p14:cNvContentPartPr/>
                <p14:nvPr/>
              </p14:nvContentPartPr>
              <p14:xfrm>
                <a:off x="9383854" y="4499718"/>
                <a:ext cx="228600" cy="241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A95CB3E-6CD8-0FA0-ABAE-9A4B448B9BD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66214" y="4481718"/>
                  <a:ext cx="264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CA82446-6634-5C50-1824-2D77F0B903F1}"/>
                    </a:ext>
                  </a:extLst>
                </p14:cNvPr>
                <p14:cNvContentPartPr/>
                <p14:nvPr/>
              </p14:nvContentPartPr>
              <p14:xfrm>
                <a:off x="9549454" y="4594398"/>
                <a:ext cx="30960" cy="2520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CA82446-6634-5C50-1824-2D77F0B903F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531454" y="4576758"/>
                  <a:ext cx="666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9CF9DB3-256F-3A8A-EE87-10785E1672B7}"/>
                    </a:ext>
                  </a:extLst>
                </p14:cNvPr>
                <p14:cNvContentPartPr/>
                <p14:nvPr/>
              </p14:nvContentPartPr>
              <p14:xfrm>
                <a:off x="9729094" y="4572438"/>
                <a:ext cx="18000" cy="218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9CF9DB3-256F-3A8A-EE87-10785E1672B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11094" y="4554798"/>
                  <a:ext cx="53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4A4337A-DD73-454F-8DF9-BB9319A88910}"/>
                    </a:ext>
                  </a:extLst>
                </p14:cNvPr>
                <p14:cNvContentPartPr/>
                <p14:nvPr/>
              </p14:nvContentPartPr>
              <p14:xfrm>
                <a:off x="9742774" y="4585398"/>
                <a:ext cx="127080" cy="114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4A4337A-DD73-454F-8DF9-BB9319A8891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24774" y="4567398"/>
                  <a:ext cx="162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0067E52-2AC7-9A92-B6A7-0658A705E2E8}"/>
                    </a:ext>
                  </a:extLst>
                </p14:cNvPr>
                <p14:cNvContentPartPr/>
                <p14:nvPr/>
              </p14:nvContentPartPr>
              <p14:xfrm>
                <a:off x="9729814" y="4703838"/>
                <a:ext cx="111600" cy="49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0067E52-2AC7-9A92-B6A7-0658A705E2E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711814" y="4686198"/>
                  <a:ext cx="147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FDEEC7A-FE7F-484B-63C5-4E25797CE21E}"/>
                    </a:ext>
                  </a:extLst>
                </p14:cNvPr>
                <p14:cNvContentPartPr/>
                <p14:nvPr/>
              </p14:nvContentPartPr>
              <p14:xfrm>
                <a:off x="9755014" y="4767558"/>
                <a:ext cx="62640" cy="180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FDEEC7A-FE7F-484B-63C5-4E25797CE21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37014" y="4749558"/>
                  <a:ext cx="98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2B1381E-990A-5939-37B7-CA01E060D9B2}"/>
                    </a:ext>
                  </a:extLst>
                </p14:cNvPr>
                <p14:cNvContentPartPr/>
                <p14:nvPr/>
              </p14:nvContentPartPr>
              <p14:xfrm>
                <a:off x="9891454" y="4656318"/>
                <a:ext cx="88920" cy="127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2B1381E-990A-5939-37B7-CA01E060D9B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73454" y="4638678"/>
                  <a:ext cx="124560" cy="16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02786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64FFE-8D02-BCF2-6469-40F00820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5FEE-F7F3-9C03-31CA-37DCDF5D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68EE0-5B70-DC41-9D36-10760995A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6327791-B548-C2FD-8F96-3D72134C52E1}"/>
                  </a:ext>
                </a:extLst>
              </p14:cNvPr>
              <p14:cNvContentPartPr/>
              <p14:nvPr/>
            </p14:nvContentPartPr>
            <p14:xfrm>
              <a:off x="4979614" y="4054398"/>
              <a:ext cx="389160" cy="709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6327791-B548-C2FD-8F96-3D72134C52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1614" y="4036398"/>
                <a:ext cx="4248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DB46B73-13C6-42CE-C59F-65647B41CC9A}"/>
                  </a:ext>
                </a:extLst>
              </p14:cNvPr>
              <p14:cNvContentPartPr/>
              <p14:nvPr/>
            </p14:nvContentPartPr>
            <p14:xfrm>
              <a:off x="2744374" y="3893478"/>
              <a:ext cx="38520" cy="9532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DB46B73-13C6-42CE-C59F-65647B41CC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6374" y="3875478"/>
                <a:ext cx="74160" cy="9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3A25159-C6C2-ECFB-F4C0-E06EB32C2F76}"/>
                  </a:ext>
                </a:extLst>
              </p14:cNvPr>
              <p14:cNvContentPartPr/>
              <p14:nvPr/>
            </p14:nvContentPartPr>
            <p14:xfrm>
              <a:off x="2613334" y="4820838"/>
              <a:ext cx="197640" cy="37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3A25159-C6C2-ECFB-F4C0-E06EB32C2F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5334" y="4802838"/>
                <a:ext cx="233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DE9D91D-2CFE-E2F2-E66C-93823BBB550B}"/>
                  </a:ext>
                </a:extLst>
              </p14:cNvPr>
              <p14:cNvContentPartPr/>
              <p14:nvPr/>
            </p14:nvContentPartPr>
            <p14:xfrm>
              <a:off x="2375014" y="4989678"/>
              <a:ext cx="820440" cy="51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DE9D91D-2CFE-E2F2-E66C-93823BBB55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57006" y="4971552"/>
                <a:ext cx="856096" cy="87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547A6DE-2CB0-EA06-2751-7447155CE1DA}"/>
                  </a:ext>
                </a:extLst>
              </p14:cNvPr>
              <p14:cNvContentPartPr/>
              <p14:nvPr/>
            </p14:nvContentPartPr>
            <p14:xfrm>
              <a:off x="2790454" y="5057358"/>
              <a:ext cx="39240" cy="992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547A6DE-2CB0-EA06-2751-7447155CE1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72454" y="5039358"/>
                <a:ext cx="74880" cy="10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B45191E-920C-DF25-1F3F-C199155FCBD6}"/>
                  </a:ext>
                </a:extLst>
              </p14:cNvPr>
              <p14:cNvContentPartPr/>
              <p14:nvPr/>
            </p14:nvContentPartPr>
            <p14:xfrm>
              <a:off x="2752654" y="3944598"/>
              <a:ext cx="1138680" cy="108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B45191E-920C-DF25-1F3F-C199155FCBD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34654" y="3926538"/>
                <a:ext cx="1174320" cy="144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FA45388-C9C6-7376-D8C5-A8F3141690F2}"/>
                  </a:ext>
                </a:extLst>
              </p14:cNvPr>
              <p14:cNvContentPartPr/>
              <p14:nvPr/>
            </p14:nvContentPartPr>
            <p14:xfrm>
              <a:off x="3896734" y="3947478"/>
              <a:ext cx="405000" cy="1674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FA45388-C9C6-7376-D8C5-A8F3141690F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78734" y="3929517"/>
                <a:ext cx="440640" cy="202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27EB81F-03CC-DF58-5CFA-F134195342DA}"/>
                  </a:ext>
                </a:extLst>
              </p14:cNvPr>
              <p14:cNvContentPartPr/>
              <p14:nvPr/>
            </p14:nvContentPartPr>
            <p14:xfrm>
              <a:off x="4279774" y="4059438"/>
              <a:ext cx="695160" cy="694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27EB81F-03CC-DF58-5CFA-F134195342D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61774" y="4041438"/>
                <a:ext cx="7308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6E7FAB9-54E0-91EE-ACF3-8FD445EA23E0}"/>
                  </a:ext>
                </a:extLst>
              </p14:cNvPr>
              <p14:cNvContentPartPr/>
              <p14:nvPr/>
            </p14:nvContentPartPr>
            <p14:xfrm>
              <a:off x="4270054" y="3475158"/>
              <a:ext cx="212400" cy="2592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6E7FAB9-54E0-91EE-ACF3-8FD445EA23E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52054" y="3457158"/>
                <a:ext cx="2480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C445B7F-CF6A-4BCC-8381-EDF1D5A16363}"/>
                  </a:ext>
                </a:extLst>
              </p14:cNvPr>
              <p14:cNvContentPartPr/>
              <p14:nvPr/>
            </p14:nvContentPartPr>
            <p14:xfrm>
              <a:off x="5342494" y="4033158"/>
              <a:ext cx="207720" cy="500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C445B7F-CF6A-4BCC-8381-EDF1D5A1636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24494" y="4015158"/>
                <a:ext cx="243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D17AA29-9967-3868-71C0-9B033CC38285}"/>
                  </a:ext>
                </a:extLst>
              </p14:cNvPr>
              <p14:cNvContentPartPr/>
              <p14:nvPr/>
            </p14:nvContentPartPr>
            <p14:xfrm>
              <a:off x="5494054" y="4054398"/>
              <a:ext cx="44280" cy="7927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D17AA29-9967-3868-71C0-9B033CC3828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76199" y="4036398"/>
                <a:ext cx="79633" cy="82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40D1446-02DE-BAEB-B795-637C6EA7603D}"/>
                  </a:ext>
                </a:extLst>
              </p14:cNvPr>
              <p14:cNvContentPartPr/>
              <p14:nvPr/>
            </p14:nvContentPartPr>
            <p14:xfrm>
              <a:off x="5394334" y="4878078"/>
              <a:ext cx="166320" cy="4946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40D1446-02DE-BAEB-B795-637C6EA7603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76334" y="4860065"/>
                <a:ext cx="201960" cy="530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363F8B1-1CDB-CF10-4DA2-D40B2D0CED34}"/>
                  </a:ext>
                </a:extLst>
              </p14:cNvPr>
              <p14:cNvContentPartPr/>
              <p14:nvPr/>
            </p14:nvContentPartPr>
            <p14:xfrm>
              <a:off x="5500894" y="5322678"/>
              <a:ext cx="29160" cy="7164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363F8B1-1CDB-CF10-4DA2-D40B2D0CED3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82894" y="5304678"/>
                <a:ext cx="64800" cy="7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54E1FB6-A1CD-9363-F792-4C69F580E663}"/>
                  </a:ext>
                </a:extLst>
              </p14:cNvPr>
              <p14:cNvContentPartPr/>
              <p14:nvPr/>
            </p14:nvContentPartPr>
            <p14:xfrm>
              <a:off x="2790454" y="5959158"/>
              <a:ext cx="2719080" cy="1486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54E1FB6-A1CD-9363-F792-4C69F580E66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72452" y="5941158"/>
                <a:ext cx="2754725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B316FCD-D1D6-D5DB-338D-6BABD46CD04A}"/>
                  </a:ext>
                </a:extLst>
              </p14:cNvPr>
              <p14:cNvContentPartPr/>
              <p14:nvPr/>
            </p14:nvContentPartPr>
            <p14:xfrm>
              <a:off x="5572534" y="3960798"/>
              <a:ext cx="2170440" cy="885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B316FCD-D1D6-D5DB-338D-6BABD46CD04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54534" y="3942798"/>
                <a:ext cx="22060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03DDE28-EB9E-AEDB-C81A-AA0068A9B86A}"/>
                  </a:ext>
                </a:extLst>
              </p14:cNvPr>
              <p14:cNvContentPartPr/>
              <p14:nvPr/>
            </p14:nvContentPartPr>
            <p14:xfrm>
              <a:off x="7090294" y="3985638"/>
              <a:ext cx="82800" cy="7588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03DDE28-EB9E-AEDB-C81A-AA0068A9B86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72294" y="3967638"/>
                <a:ext cx="118440" cy="7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C9C0A23-6270-65BB-D5BC-6FE953D2A377}"/>
                  </a:ext>
                </a:extLst>
              </p14:cNvPr>
              <p14:cNvContentPartPr/>
              <p14:nvPr/>
            </p14:nvContentPartPr>
            <p14:xfrm>
              <a:off x="7093174" y="4794558"/>
              <a:ext cx="290880" cy="4510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C9C0A23-6270-65BB-D5BC-6FE953D2A37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75174" y="4776558"/>
                <a:ext cx="32652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A13420A-443B-41B2-4D75-33DBEFCDFB41}"/>
                  </a:ext>
                </a:extLst>
              </p14:cNvPr>
              <p14:cNvContentPartPr/>
              <p14:nvPr/>
            </p14:nvContentPartPr>
            <p14:xfrm>
              <a:off x="5470294" y="5235918"/>
              <a:ext cx="1996200" cy="8107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A13420A-443B-41B2-4D75-33DBEFCDFB4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52294" y="5217918"/>
                <a:ext cx="2031840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534DAB9-7F22-431D-1C2E-B1C5E3258F20}"/>
                  </a:ext>
                </a:extLst>
              </p14:cNvPr>
              <p14:cNvContentPartPr/>
              <p14:nvPr/>
            </p14:nvContentPartPr>
            <p14:xfrm>
              <a:off x="7729294" y="3894558"/>
              <a:ext cx="1077840" cy="1216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534DAB9-7F22-431D-1C2E-B1C5E3258F2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11294" y="3876558"/>
                <a:ext cx="1113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5ED5EE9-F588-6CEF-CC01-1D759F3A0CB0}"/>
                  </a:ext>
                </a:extLst>
              </p14:cNvPr>
              <p14:cNvContentPartPr/>
              <p14:nvPr/>
            </p14:nvContentPartPr>
            <p14:xfrm>
              <a:off x="8729734" y="3944598"/>
              <a:ext cx="81720" cy="6530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5ED5EE9-F588-6CEF-CC01-1D759F3A0CB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11654" y="3926598"/>
                <a:ext cx="117518" cy="68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2C28A37-C685-957F-E767-462E5D22A367}"/>
                  </a:ext>
                </a:extLst>
              </p14:cNvPr>
              <p14:cNvContentPartPr/>
              <p14:nvPr/>
            </p14:nvContentPartPr>
            <p14:xfrm>
              <a:off x="8512654" y="4529598"/>
              <a:ext cx="543240" cy="5202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2C28A37-C685-957F-E767-462E5D22A36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494654" y="4511598"/>
                <a:ext cx="57888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F453120-ABA4-78A1-8472-03010FB63BAC}"/>
                  </a:ext>
                </a:extLst>
              </p14:cNvPr>
              <p14:cNvContentPartPr/>
              <p14:nvPr/>
            </p14:nvContentPartPr>
            <p14:xfrm>
              <a:off x="8756374" y="4682238"/>
              <a:ext cx="41400" cy="2854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F453120-ABA4-78A1-8472-03010FB63BA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38374" y="4664261"/>
                <a:ext cx="77040" cy="321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B2B7F67-6C49-2C51-9F1D-5E192B86049E}"/>
                  </a:ext>
                </a:extLst>
              </p14:cNvPr>
              <p14:cNvContentPartPr/>
              <p14:nvPr/>
            </p14:nvContentPartPr>
            <p14:xfrm>
              <a:off x="8696974" y="4683318"/>
              <a:ext cx="150120" cy="1177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B2B7F67-6C49-2C51-9F1D-5E192B86049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678974" y="4665318"/>
                <a:ext cx="1857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95E5E92-BEF1-CE25-AE19-3F1C6D43F5E4}"/>
                  </a:ext>
                </a:extLst>
              </p14:cNvPr>
              <p14:cNvContentPartPr/>
              <p14:nvPr/>
            </p14:nvContentPartPr>
            <p14:xfrm>
              <a:off x="7493854" y="5032158"/>
              <a:ext cx="1337760" cy="9982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95E5E92-BEF1-CE25-AE19-3F1C6D43F5E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75854" y="5014152"/>
                <a:ext cx="1373400" cy="1033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846B9B4-74D5-9EC4-CB67-D2AA1DBD9585}"/>
                  </a:ext>
                </a:extLst>
              </p14:cNvPr>
              <p14:cNvContentPartPr/>
              <p14:nvPr/>
            </p14:nvContentPartPr>
            <p14:xfrm>
              <a:off x="7463974" y="4734798"/>
              <a:ext cx="170640" cy="2710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846B9B4-74D5-9EC4-CB67-D2AA1DBD958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45974" y="4716798"/>
                <a:ext cx="206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86834B7-4825-2037-66B9-03B122AC90C9}"/>
                  </a:ext>
                </a:extLst>
              </p14:cNvPr>
              <p14:cNvContentPartPr/>
              <p14:nvPr/>
            </p14:nvContentPartPr>
            <p14:xfrm>
              <a:off x="4822294" y="5055558"/>
              <a:ext cx="210600" cy="2286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486834B7-4825-2037-66B9-03B122AC90C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804294" y="5037558"/>
                <a:ext cx="246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4AD6BBF-B875-7DD8-96C2-1239C4901226}"/>
                  </a:ext>
                </a:extLst>
              </p14:cNvPr>
              <p14:cNvContentPartPr/>
              <p14:nvPr/>
            </p14:nvContentPartPr>
            <p14:xfrm>
              <a:off x="5765134" y="5055918"/>
              <a:ext cx="147240" cy="1774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4AD6BBF-B875-7DD8-96C2-1239C490122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747090" y="5037918"/>
                <a:ext cx="182967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641B90F-60B2-9EF8-E4E4-3E5D08CD5276}"/>
                  </a:ext>
                </a:extLst>
              </p14:cNvPr>
              <p14:cNvContentPartPr/>
              <p14:nvPr/>
            </p14:nvContentPartPr>
            <p14:xfrm>
              <a:off x="6054934" y="5177598"/>
              <a:ext cx="100080" cy="1134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641B90F-60B2-9EF8-E4E4-3E5D08CD527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36934" y="5159598"/>
                <a:ext cx="1357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8C7328D-FC76-844E-4CC7-EE018D23331C}"/>
                  </a:ext>
                </a:extLst>
              </p14:cNvPr>
              <p14:cNvContentPartPr/>
              <p14:nvPr/>
            </p14:nvContentPartPr>
            <p14:xfrm>
              <a:off x="6210814" y="5047998"/>
              <a:ext cx="57600" cy="468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8C7328D-FC76-844E-4CC7-EE018D23331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92814" y="5030135"/>
                <a:ext cx="93240" cy="82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2CF41760-070B-A1A2-2F8B-E2A353946A6C}"/>
                  </a:ext>
                </a:extLst>
              </p14:cNvPr>
              <p14:cNvContentPartPr/>
              <p14:nvPr/>
            </p14:nvContentPartPr>
            <p14:xfrm>
              <a:off x="6263734" y="5123238"/>
              <a:ext cx="43920" cy="280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2CF41760-070B-A1A2-2F8B-E2A353946A6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45734" y="5105238"/>
                <a:ext cx="795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82611F1-E40A-F0EE-79A1-B8ECCAABEB34}"/>
                  </a:ext>
                </a:extLst>
              </p14:cNvPr>
              <p14:cNvContentPartPr/>
              <p14:nvPr/>
            </p14:nvContentPartPr>
            <p14:xfrm>
              <a:off x="6383254" y="4941438"/>
              <a:ext cx="107280" cy="1908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82611F1-E40A-F0EE-79A1-B8ECCAABEB3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65254" y="4923438"/>
                <a:ext cx="1429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9C168D3-1825-4320-F643-24DC06118F1A}"/>
                  </a:ext>
                </a:extLst>
              </p14:cNvPr>
              <p14:cNvContentPartPr/>
              <p14:nvPr/>
            </p14:nvContentPartPr>
            <p14:xfrm>
              <a:off x="6578734" y="5266878"/>
              <a:ext cx="20520" cy="356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9C168D3-1825-4320-F643-24DC06118F1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60734" y="5248878"/>
                <a:ext cx="561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04448068-360D-DD68-A3CE-D17E8870BD4D}"/>
                  </a:ext>
                </a:extLst>
              </p14:cNvPr>
              <p14:cNvContentPartPr/>
              <p14:nvPr/>
            </p14:nvContentPartPr>
            <p14:xfrm>
              <a:off x="5793214" y="4558758"/>
              <a:ext cx="146880" cy="262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04448068-360D-DD68-A3CE-D17E8870BD4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775214" y="4540758"/>
                <a:ext cx="1825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E07F35D-3E0F-23CB-E9F7-DB32177AE6D2}"/>
                  </a:ext>
                </a:extLst>
              </p14:cNvPr>
              <p14:cNvContentPartPr/>
              <p14:nvPr/>
            </p14:nvContentPartPr>
            <p14:xfrm>
              <a:off x="5905894" y="4511598"/>
              <a:ext cx="19440" cy="1501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E07F35D-3E0F-23CB-E9F7-DB32177AE6D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87894" y="4493598"/>
                <a:ext cx="55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CA5140D-C900-E9BF-5E10-FDE15FFF0065}"/>
                  </a:ext>
                </a:extLst>
              </p14:cNvPr>
              <p14:cNvContentPartPr/>
              <p14:nvPr/>
            </p14:nvContentPartPr>
            <p14:xfrm>
              <a:off x="5852254" y="5594838"/>
              <a:ext cx="160920" cy="259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CA5140D-C900-E9BF-5E10-FDE15FFF006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4254" y="5576584"/>
                <a:ext cx="196560" cy="62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798D040B-D55A-10A2-04D3-278949433A49}"/>
                  </a:ext>
                </a:extLst>
              </p14:cNvPr>
              <p14:cNvContentPartPr/>
              <p14:nvPr/>
            </p14:nvContentPartPr>
            <p14:xfrm>
              <a:off x="1821694" y="5036838"/>
              <a:ext cx="165240" cy="2062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798D040B-D55A-10A2-04D3-278949433A4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03655" y="5018869"/>
                <a:ext cx="200958" cy="241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E78490F-4FA6-0412-49FF-8460E30410C3}"/>
                  </a:ext>
                </a:extLst>
              </p14:cNvPr>
              <p14:cNvContentPartPr/>
              <p14:nvPr/>
            </p14:nvContentPartPr>
            <p14:xfrm>
              <a:off x="1952374" y="4967358"/>
              <a:ext cx="202320" cy="1515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E78490F-4FA6-0412-49FF-8460E30410C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4374" y="4949358"/>
                <a:ext cx="2379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33AEAC37-B4D0-1CB0-79EA-75261BEE37FB}"/>
                  </a:ext>
                </a:extLst>
              </p14:cNvPr>
              <p14:cNvContentPartPr/>
              <p14:nvPr/>
            </p14:nvContentPartPr>
            <p14:xfrm>
              <a:off x="2031934" y="4619598"/>
              <a:ext cx="221760" cy="28332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33AEAC37-B4D0-1CB0-79EA-75261BEE37F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13934" y="4601575"/>
                <a:ext cx="257400" cy="319005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18F472E-393A-1107-78CA-242A65DFC747}"/>
              </a:ext>
            </a:extLst>
          </p:cNvPr>
          <p:cNvGrpSpPr/>
          <p:nvPr/>
        </p:nvGrpSpPr>
        <p:grpSpPr>
          <a:xfrm>
            <a:off x="9383854" y="4499718"/>
            <a:ext cx="596520" cy="447840"/>
            <a:chOff x="9383854" y="4499718"/>
            <a:chExt cx="59652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D3947C8-2DD1-D180-8149-1EC8995686CE}"/>
                    </a:ext>
                  </a:extLst>
                </p14:cNvPr>
                <p14:cNvContentPartPr/>
                <p14:nvPr/>
              </p14:nvContentPartPr>
              <p14:xfrm>
                <a:off x="9383854" y="4499718"/>
                <a:ext cx="228600" cy="2412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D3947C8-2DD1-D180-8149-1EC8995686C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65826" y="4481718"/>
                  <a:ext cx="264296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8716AB4-7F1B-368F-6E0B-76DCEEF8236D}"/>
                    </a:ext>
                  </a:extLst>
                </p14:cNvPr>
                <p14:cNvContentPartPr/>
                <p14:nvPr/>
              </p14:nvContentPartPr>
              <p14:xfrm>
                <a:off x="9549454" y="4594398"/>
                <a:ext cx="30960" cy="252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8716AB4-7F1B-368F-6E0B-76DCEEF8236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31454" y="4576398"/>
                  <a:ext cx="666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23EC6A2-4374-FB60-4600-09032318F230}"/>
                    </a:ext>
                  </a:extLst>
                </p14:cNvPr>
                <p14:cNvContentPartPr/>
                <p14:nvPr/>
              </p14:nvContentPartPr>
              <p14:xfrm>
                <a:off x="9729094" y="4572438"/>
                <a:ext cx="18000" cy="218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23EC6A2-4374-FB60-4600-09032318F23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11094" y="4554438"/>
                  <a:ext cx="53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B7D90A8-9C1F-CE3F-DD6A-35EEBAF7A931}"/>
                    </a:ext>
                  </a:extLst>
                </p14:cNvPr>
                <p14:cNvContentPartPr/>
                <p14:nvPr/>
              </p14:nvContentPartPr>
              <p14:xfrm>
                <a:off x="9742774" y="4585398"/>
                <a:ext cx="127080" cy="114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B7D90A8-9C1F-CE3F-DD6A-35EEBAF7A93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24774" y="4567398"/>
                  <a:ext cx="162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471709A-9CD6-7297-8099-65EE15BF16B2}"/>
                    </a:ext>
                  </a:extLst>
                </p14:cNvPr>
                <p14:cNvContentPartPr/>
                <p14:nvPr/>
              </p14:nvContentPartPr>
              <p14:xfrm>
                <a:off x="9729814" y="4703838"/>
                <a:ext cx="111600" cy="493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471709A-9CD6-7297-8099-65EE15BF16B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11814" y="4685838"/>
                  <a:ext cx="147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054786A-F91C-D898-DB35-1DD31A992899}"/>
                    </a:ext>
                  </a:extLst>
                </p14:cNvPr>
                <p14:cNvContentPartPr/>
                <p14:nvPr/>
              </p14:nvContentPartPr>
              <p14:xfrm>
                <a:off x="9755014" y="4767558"/>
                <a:ext cx="62640" cy="1800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054786A-F91C-D898-DB35-1DD31A99289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37014" y="4749558"/>
                  <a:ext cx="98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39FD38D-1FAB-0B1C-EB14-550EDFBFFBA7}"/>
                    </a:ext>
                  </a:extLst>
                </p14:cNvPr>
                <p14:cNvContentPartPr/>
                <p14:nvPr/>
              </p14:nvContentPartPr>
              <p14:xfrm>
                <a:off x="9891454" y="4656318"/>
                <a:ext cx="88920" cy="127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39FD38D-1FAB-0B1C-EB14-550EDFBFFBA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73527" y="4638318"/>
                  <a:ext cx="124416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FB62D1D-4C21-0B88-018A-2BE5532CAEDE}"/>
              </a:ext>
            </a:extLst>
          </p:cNvPr>
          <p:cNvGrpSpPr/>
          <p:nvPr/>
        </p:nvGrpSpPr>
        <p:grpSpPr>
          <a:xfrm>
            <a:off x="1055467" y="467926"/>
            <a:ext cx="7941960" cy="3812040"/>
            <a:chOff x="1055467" y="467926"/>
            <a:chExt cx="7941960" cy="38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1BE5F1-826B-86D8-5D87-18C104A7A9FD}"/>
                    </a:ext>
                  </a:extLst>
                </p14:cNvPr>
                <p14:cNvContentPartPr/>
                <p14:nvPr/>
              </p14:nvContentPartPr>
              <p14:xfrm>
                <a:off x="2928907" y="1010806"/>
                <a:ext cx="15840" cy="873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1BE5F1-826B-86D8-5D87-18C104A7A9F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10907" y="992806"/>
                  <a:ext cx="5148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6D14ACB-6009-3BF2-29FF-5A63F133144C}"/>
                    </a:ext>
                  </a:extLst>
                </p14:cNvPr>
                <p14:cNvContentPartPr/>
                <p14:nvPr/>
              </p14:nvContentPartPr>
              <p14:xfrm>
                <a:off x="2674027" y="1749886"/>
                <a:ext cx="705240" cy="653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6D14ACB-6009-3BF2-29FF-5A63F133144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56387" y="1732246"/>
                  <a:ext cx="74088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FE36DD-C46A-619F-3CC8-FD61C2C94C0F}"/>
                    </a:ext>
                  </a:extLst>
                </p14:cNvPr>
                <p14:cNvContentPartPr/>
                <p14:nvPr/>
              </p14:nvContentPartPr>
              <p14:xfrm>
                <a:off x="2950147" y="1999366"/>
                <a:ext cx="33840" cy="276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FE36DD-C46A-619F-3CC8-FD61C2C94C0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32147" y="1981366"/>
                  <a:ext cx="694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3DA8CC-1148-9C20-A019-EBF07E4712E3}"/>
                    </a:ext>
                  </a:extLst>
                </p14:cNvPr>
                <p14:cNvContentPartPr/>
                <p14:nvPr/>
              </p14:nvContentPartPr>
              <p14:xfrm>
                <a:off x="2898307" y="2134726"/>
                <a:ext cx="161280" cy="148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3DA8CC-1148-9C20-A019-EBF07E4712E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80307" y="2117086"/>
                  <a:ext cx="1969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0F31F6-0F50-8586-E18F-9207A70286D4}"/>
                    </a:ext>
                  </a:extLst>
                </p14:cNvPr>
                <p14:cNvContentPartPr/>
                <p14:nvPr/>
              </p14:nvContentPartPr>
              <p14:xfrm>
                <a:off x="2985787" y="2391046"/>
                <a:ext cx="37440" cy="543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0F31F6-0F50-8586-E18F-9207A70286D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68147" y="2373046"/>
                  <a:ext cx="7308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E8DC26F-09FF-D07F-5D03-F4D899997703}"/>
                    </a:ext>
                  </a:extLst>
                </p14:cNvPr>
                <p14:cNvContentPartPr/>
                <p14:nvPr/>
              </p14:nvContentPartPr>
              <p14:xfrm>
                <a:off x="2919547" y="909286"/>
                <a:ext cx="1155240" cy="184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E8DC26F-09FF-D07F-5D03-F4D89999770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01907" y="891646"/>
                  <a:ext cx="1190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A0B687D-71F0-ECC3-479C-26E8942FC939}"/>
                    </a:ext>
                  </a:extLst>
                </p14:cNvPr>
                <p14:cNvContentPartPr/>
                <p14:nvPr/>
              </p14:nvContentPartPr>
              <p14:xfrm>
                <a:off x="2951947" y="2929246"/>
                <a:ext cx="20160" cy="154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A0B687D-71F0-ECC3-479C-26E8942FC9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34307" y="2911246"/>
                  <a:ext cx="55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846E1CF-32D0-58C8-B10F-BA5ABF0BFDD5}"/>
                    </a:ext>
                  </a:extLst>
                </p14:cNvPr>
                <p14:cNvContentPartPr/>
                <p14:nvPr/>
              </p14:nvContentPartPr>
              <p14:xfrm>
                <a:off x="2948347" y="3018526"/>
                <a:ext cx="879480" cy="73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846E1CF-32D0-58C8-B10F-BA5ABF0BFDD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30347" y="3000886"/>
                  <a:ext cx="915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5861322-B183-C4C0-0C6D-2674708F7FAF}"/>
                    </a:ext>
                  </a:extLst>
                </p14:cNvPr>
                <p14:cNvContentPartPr/>
                <p14:nvPr/>
              </p14:nvContentPartPr>
              <p14:xfrm>
                <a:off x="3778507" y="3014926"/>
                <a:ext cx="312120" cy="44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5861322-B183-C4C0-0C6D-2674708F7FA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60507" y="2997286"/>
                  <a:ext cx="347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AD3B0B0-3979-282F-0BBD-D774A8701A62}"/>
                    </a:ext>
                  </a:extLst>
                </p14:cNvPr>
                <p14:cNvContentPartPr/>
                <p14:nvPr/>
              </p14:nvContentPartPr>
              <p14:xfrm>
                <a:off x="3996667" y="2726206"/>
                <a:ext cx="81000" cy="209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AD3B0B0-3979-282F-0BBD-D774A8701A6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78667" y="2708206"/>
                  <a:ext cx="116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8F26EE7-A8B4-E141-BAC2-E017C718D974}"/>
                    </a:ext>
                  </a:extLst>
                </p14:cNvPr>
                <p14:cNvContentPartPr/>
                <p14:nvPr/>
              </p14:nvContentPartPr>
              <p14:xfrm>
                <a:off x="3980107" y="1936366"/>
                <a:ext cx="127800" cy="1026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8F26EE7-A8B4-E141-BAC2-E017C718D97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62467" y="1918726"/>
                  <a:ext cx="163440" cy="10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E5EB88-40ED-D344-B718-1A5DF70D4AA5}"/>
                    </a:ext>
                  </a:extLst>
                </p14:cNvPr>
                <p14:cNvContentPartPr/>
                <p14:nvPr/>
              </p14:nvContentPartPr>
              <p14:xfrm>
                <a:off x="4038427" y="1022686"/>
                <a:ext cx="42480" cy="887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E5EB88-40ED-D344-B718-1A5DF70D4AA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20427" y="1004686"/>
                  <a:ext cx="78120" cy="9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B5427D-80CE-760A-A7FC-F682C24B7978}"/>
                    </a:ext>
                  </a:extLst>
                </p14:cNvPr>
                <p14:cNvContentPartPr/>
                <p14:nvPr/>
              </p14:nvContentPartPr>
              <p14:xfrm>
                <a:off x="4044907" y="762046"/>
                <a:ext cx="1339560" cy="17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B5427D-80CE-760A-A7FC-F682C24B797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26907" y="744046"/>
                  <a:ext cx="13752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044ADA5-ED61-B07F-88E2-445ED9EE615D}"/>
                    </a:ext>
                  </a:extLst>
                </p14:cNvPr>
                <p14:cNvContentPartPr/>
                <p14:nvPr/>
              </p14:nvContentPartPr>
              <p14:xfrm>
                <a:off x="5389147" y="788326"/>
                <a:ext cx="55440" cy="64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044ADA5-ED61-B07F-88E2-445ED9EE615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71507" y="770686"/>
                  <a:ext cx="9108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9A0FBB-17F5-FFA8-A090-9EF0FFB48111}"/>
                    </a:ext>
                  </a:extLst>
                </p14:cNvPr>
                <p14:cNvContentPartPr/>
                <p14:nvPr/>
              </p14:nvContentPartPr>
              <p14:xfrm>
                <a:off x="5239747" y="1444966"/>
                <a:ext cx="152280" cy="805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9A0FBB-17F5-FFA8-A090-9EF0FFB4811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21747" y="1426966"/>
                  <a:ext cx="18792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34F3812-20FF-A7F8-A15C-70429EDC792B}"/>
                    </a:ext>
                  </a:extLst>
                </p14:cNvPr>
                <p14:cNvContentPartPr/>
                <p14:nvPr/>
              </p14:nvContentPartPr>
              <p14:xfrm>
                <a:off x="4160827" y="2806126"/>
                <a:ext cx="1204560" cy="200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34F3812-20FF-A7F8-A15C-70429EDC792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42827" y="2788126"/>
                  <a:ext cx="12402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EFC3D63-DD95-71BC-8A0E-54A575A8A8DB}"/>
                    </a:ext>
                  </a:extLst>
                </p14:cNvPr>
                <p14:cNvContentPartPr/>
                <p14:nvPr/>
              </p14:nvContentPartPr>
              <p14:xfrm>
                <a:off x="5335867" y="2275486"/>
                <a:ext cx="29880" cy="569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EFC3D63-DD95-71BC-8A0E-54A575A8A8D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18227" y="2257486"/>
                  <a:ext cx="6552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4FBB0BE-180D-11CD-AB59-E44667B60C6E}"/>
                    </a:ext>
                  </a:extLst>
                </p14:cNvPr>
                <p14:cNvContentPartPr/>
                <p14:nvPr/>
              </p14:nvContentPartPr>
              <p14:xfrm>
                <a:off x="5321827" y="2699566"/>
                <a:ext cx="1490760" cy="167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4FBB0BE-180D-11CD-AB59-E44667B60C6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304187" y="2681566"/>
                  <a:ext cx="1526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697728-56AC-C2FF-971B-97B6035317CF}"/>
                    </a:ext>
                  </a:extLst>
                </p14:cNvPr>
                <p14:cNvContentPartPr/>
                <p14:nvPr/>
              </p14:nvContentPartPr>
              <p14:xfrm>
                <a:off x="5392747" y="776806"/>
                <a:ext cx="1500840" cy="100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697728-56AC-C2FF-971B-97B6035317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74747" y="759166"/>
                  <a:ext cx="1536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C739A9D-0655-2BBC-B708-F0E9A7B4A3E8}"/>
                    </a:ext>
                  </a:extLst>
                </p14:cNvPr>
                <p14:cNvContentPartPr/>
                <p14:nvPr/>
              </p14:nvContentPartPr>
              <p14:xfrm>
                <a:off x="6591907" y="1712446"/>
                <a:ext cx="165240" cy="1018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C739A9D-0655-2BBC-B708-F0E9A7B4A3E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73907" y="1694446"/>
                  <a:ext cx="200880" cy="10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3FB843F-F365-4796-2C5F-3CE4AD4539C5}"/>
                    </a:ext>
                  </a:extLst>
                </p14:cNvPr>
                <p14:cNvContentPartPr/>
                <p14:nvPr/>
              </p14:nvContentPartPr>
              <p14:xfrm>
                <a:off x="6688027" y="952846"/>
                <a:ext cx="112320" cy="738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3FB843F-F365-4796-2C5F-3CE4AD4539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70387" y="934846"/>
                  <a:ext cx="14796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0165D64-4621-33AB-2DCE-A07A801BCEFA}"/>
                    </a:ext>
                  </a:extLst>
                </p14:cNvPr>
                <p14:cNvContentPartPr/>
                <p14:nvPr/>
              </p14:nvContentPartPr>
              <p14:xfrm>
                <a:off x="6776587" y="2582566"/>
                <a:ext cx="1240200" cy="156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0165D64-4621-33AB-2DCE-A07A801BCEF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58587" y="2564566"/>
                  <a:ext cx="1275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365A55A-1145-F2A1-32C0-E3012D553994}"/>
                    </a:ext>
                  </a:extLst>
                </p14:cNvPr>
                <p14:cNvContentPartPr/>
                <p14:nvPr/>
              </p14:nvContentPartPr>
              <p14:xfrm>
                <a:off x="6977467" y="791566"/>
                <a:ext cx="903960" cy="54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365A55A-1145-F2A1-32C0-E3012D55399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59827" y="773926"/>
                  <a:ext cx="939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BBC48FD-A74B-E5CB-FC58-42AA36389AE4}"/>
                    </a:ext>
                  </a:extLst>
                </p14:cNvPr>
                <p14:cNvContentPartPr/>
                <p14:nvPr/>
              </p14:nvContentPartPr>
              <p14:xfrm>
                <a:off x="7922827" y="888406"/>
                <a:ext cx="104760" cy="474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BBC48FD-A74B-E5CB-FC58-42AA36389AE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05187" y="870406"/>
                  <a:ext cx="14040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538EF1-7F49-9A2D-8FA8-36D142A22FFC}"/>
                    </a:ext>
                  </a:extLst>
                </p14:cNvPr>
                <p14:cNvContentPartPr/>
                <p14:nvPr/>
              </p14:nvContentPartPr>
              <p14:xfrm>
                <a:off x="7633027" y="1260646"/>
                <a:ext cx="675720" cy="655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538EF1-7F49-9A2D-8FA8-36D142A22FF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15387" y="1243006"/>
                  <a:ext cx="71136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76F8F7-F5BD-A9E3-60AD-2DE44300CE06}"/>
                    </a:ext>
                  </a:extLst>
                </p14:cNvPr>
                <p14:cNvContentPartPr/>
                <p14:nvPr/>
              </p14:nvContentPartPr>
              <p14:xfrm>
                <a:off x="7976467" y="1984966"/>
                <a:ext cx="48960" cy="747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76F8F7-F5BD-A9E3-60AD-2DE44300CE0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58467" y="1966966"/>
                  <a:ext cx="84600" cy="7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B77B25-592C-DF67-EE3A-EE3086ABD1B0}"/>
                    </a:ext>
                  </a:extLst>
                </p14:cNvPr>
                <p14:cNvContentPartPr/>
                <p14:nvPr/>
              </p14:nvContentPartPr>
              <p14:xfrm>
                <a:off x="7936867" y="1541086"/>
                <a:ext cx="37440" cy="242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B77B25-592C-DF67-EE3A-EE3086ABD1B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918867" y="1523086"/>
                  <a:ext cx="730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3EE00B1-B9B7-E80C-7AB7-3DE659C08AAC}"/>
                    </a:ext>
                  </a:extLst>
                </p14:cNvPr>
                <p14:cNvContentPartPr/>
                <p14:nvPr/>
              </p14:nvContentPartPr>
              <p14:xfrm>
                <a:off x="7876027" y="1520206"/>
                <a:ext cx="153360" cy="116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3EE00B1-B9B7-E80C-7AB7-3DE659C08AA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58027" y="1502206"/>
                  <a:ext cx="189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14A6AE4-CEA7-1FA7-4B68-56197EF4F31A}"/>
                    </a:ext>
                  </a:extLst>
                </p14:cNvPr>
                <p14:cNvContentPartPr/>
                <p14:nvPr/>
              </p14:nvContentPartPr>
              <p14:xfrm>
                <a:off x="8536987" y="1545766"/>
                <a:ext cx="169920" cy="169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14A6AE4-CEA7-1FA7-4B68-56197EF4F31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18987" y="1527766"/>
                  <a:ext cx="205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D5C9D40-1A34-8DBB-2B0F-3BE67E90E588}"/>
                    </a:ext>
                  </a:extLst>
                </p14:cNvPr>
                <p14:cNvContentPartPr/>
                <p14:nvPr/>
              </p14:nvContentPartPr>
              <p14:xfrm>
                <a:off x="8687827" y="1592566"/>
                <a:ext cx="64080" cy="177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D5C9D40-1A34-8DBB-2B0F-3BE67E90E58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70187" y="1574926"/>
                  <a:ext cx="99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2759F8F-CD72-95EB-963F-99E70AFD66DC}"/>
                    </a:ext>
                  </a:extLst>
                </p14:cNvPr>
                <p14:cNvContentPartPr/>
                <p14:nvPr/>
              </p14:nvContentPartPr>
              <p14:xfrm>
                <a:off x="8842987" y="1497166"/>
                <a:ext cx="14760" cy="204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2759F8F-CD72-95EB-963F-99E70AFD66D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25347" y="1479526"/>
                  <a:ext cx="50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8E15DF-9F27-BE37-893B-ADE30A9E91B0}"/>
                    </a:ext>
                  </a:extLst>
                </p14:cNvPr>
                <p14:cNvContentPartPr/>
                <p14:nvPr/>
              </p14:nvContentPartPr>
              <p14:xfrm>
                <a:off x="8817427" y="1510486"/>
                <a:ext cx="180000" cy="108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8E15DF-9F27-BE37-893B-ADE30A9E91B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799787" y="1492846"/>
                  <a:ext cx="215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2D4E740-5716-6D89-0E60-9C436644AB8B}"/>
                    </a:ext>
                  </a:extLst>
                </p14:cNvPr>
                <p14:cNvContentPartPr/>
                <p14:nvPr/>
              </p14:nvContentPartPr>
              <p14:xfrm>
                <a:off x="8822827" y="1575286"/>
                <a:ext cx="110880" cy="59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2D4E740-5716-6D89-0E60-9C436644AB8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804827" y="1557646"/>
                  <a:ext cx="146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1B2544-90D6-E558-F564-1A535DF01177}"/>
                    </a:ext>
                  </a:extLst>
                </p14:cNvPr>
                <p14:cNvContentPartPr/>
                <p14:nvPr/>
              </p14:nvContentPartPr>
              <p14:xfrm>
                <a:off x="6895387" y="1954726"/>
                <a:ext cx="175320" cy="214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1B2544-90D6-E558-F564-1A535DF0117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77387" y="1937086"/>
                  <a:ext cx="2109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8399EF3-7F49-A0BD-1491-FC67E1FFA9B3}"/>
                    </a:ext>
                  </a:extLst>
                </p14:cNvPr>
                <p14:cNvContentPartPr/>
                <p14:nvPr/>
              </p14:nvContentPartPr>
              <p14:xfrm>
                <a:off x="4907467" y="1835566"/>
                <a:ext cx="186120" cy="242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8399EF3-7F49-A0BD-1491-FC67E1FFA9B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889467" y="1817566"/>
                  <a:ext cx="2217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3102606-04E6-1BD7-0803-DA978AF8A272}"/>
                    </a:ext>
                  </a:extLst>
                </p14:cNvPr>
                <p14:cNvContentPartPr/>
                <p14:nvPr/>
              </p14:nvContentPartPr>
              <p14:xfrm>
                <a:off x="5478787" y="1863286"/>
                <a:ext cx="178920" cy="138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3102606-04E6-1BD7-0803-DA978AF8A27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61147" y="1845286"/>
                  <a:ext cx="214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03426A7-9C74-2CEB-B6C2-69BE2C7B4B6A}"/>
                    </a:ext>
                  </a:extLst>
                </p14:cNvPr>
                <p14:cNvContentPartPr/>
                <p14:nvPr/>
              </p14:nvContentPartPr>
              <p14:xfrm>
                <a:off x="5738707" y="1887406"/>
                <a:ext cx="83520" cy="116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03426A7-9C74-2CEB-B6C2-69BE2C7B4B6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20707" y="1869766"/>
                  <a:ext cx="119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A07BF73-6664-CA17-77E8-1AB6FACDC2D4}"/>
                    </a:ext>
                  </a:extLst>
                </p14:cNvPr>
                <p14:cNvContentPartPr/>
                <p14:nvPr/>
              </p14:nvContentPartPr>
              <p14:xfrm>
                <a:off x="5570227" y="1462606"/>
                <a:ext cx="96120" cy="60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A07BF73-6664-CA17-77E8-1AB6FACDC2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52587" y="1444966"/>
                  <a:ext cx="131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E117D75-7EBD-3E87-71C4-F25101D15A19}"/>
                    </a:ext>
                  </a:extLst>
                </p14:cNvPr>
                <p14:cNvContentPartPr/>
                <p14:nvPr/>
              </p14:nvContentPartPr>
              <p14:xfrm>
                <a:off x="5593627" y="1410406"/>
                <a:ext cx="51840" cy="15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E117D75-7EBD-3E87-71C4-F25101D15A1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75987" y="1392766"/>
                  <a:ext cx="87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2A5F17-D95F-EE57-A09D-4E10F1FB39D6}"/>
                    </a:ext>
                  </a:extLst>
                </p14:cNvPr>
                <p14:cNvContentPartPr/>
                <p14:nvPr/>
              </p14:nvContentPartPr>
              <p14:xfrm>
                <a:off x="5598667" y="2454406"/>
                <a:ext cx="182160" cy="34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2A5F17-D95F-EE57-A09D-4E10F1FB39D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80667" y="2436406"/>
                  <a:ext cx="217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0409DC3-DD91-FE59-ACD3-3F0FEFCF3CED}"/>
                    </a:ext>
                  </a:extLst>
                </p14:cNvPr>
                <p14:cNvContentPartPr/>
                <p14:nvPr/>
              </p14:nvContentPartPr>
              <p14:xfrm>
                <a:off x="2036107" y="1564846"/>
                <a:ext cx="181440" cy="174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0409DC3-DD91-FE59-ACD3-3F0FEFCF3CE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018107" y="1546846"/>
                  <a:ext cx="217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0B37A1-EFAC-C1AE-8CB2-99DB881C50BC}"/>
                    </a:ext>
                  </a:extLst>
                </p14:cNvPr>
                <p14:cNvContentPartPr/>
                <p14:nvPr/>
              </p14:nvContentPartPr>
              <p14:xfrm>
                <a:off x="2143027" y="1699486"/>
                <a:ext cx="107640" cy="119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0B37A1-EFAC-C1AE-8CB2-99DB881C50B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25387" y="1681486"/>
                  <a:ext cx="143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6DED55B-15D1-3777-7341-08A5F9E8D9AF}"/>
                    </a:ext>
                  </a:extLst>
                </p14:cNvPr>
                <p14:cNvContentPartPr/>
                <p14:nvPr/>
              </p14:nvContentPartPr>
              <p14:xfrm>
                <a:off x="2267587" y="1545046"/>
                <a:ext cx="120240" cy="138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6DED55B-15D1-3777-7341-08A5F9E8D9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49587" y="1527406"/>
                  <a:ext cx="155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DC44498-7CCC-28E0-E4A2-2F4C6AF7668C}"/>
                    </a:ext>
                  </a:extLst>
                </p14:cNvPr>
                <p14:cNvContentPartPr/>
                <p14:nvPr/>
              </p14:nvContentPartPr>
              <p14:xfrm>
                <a:off x="2352547" y="1423726"/>
                <a:ext cx="37440" cy="21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C44498-7CCC-28E0-E4A2-2F4C6AF76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34547" y="1406086"/>
                  <a:ext cx="73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B349AA-7046-20F0-6E83-5CFE365F26D9}"/>
                    </a:ext>
                  </a:extLst>
                </p14:cNvPr>
                <p14:cNvContentPartPr/>
                <p14:nvPr/>
              </p14:nvContentPartPr>
              <p14:xfrm>
                <a:off x="2419507" y="1468006"/>
                <a:ext cx="31680" cy="24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7B349AA-7046-20F0-6E83-5CFE365F26D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01507" y="1450366"/>
                  <a:ext cx="67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511C101-6395-1156-E23E-0AD786E6F1B1}"/>
                    </a:ext>
                  </a:extLst>
                </p14:cNvPr>
                <p14:cNvContentPartPr/>
                <p14:nvPr/>
              </p14:nvContentPartPr>
              <p14:xfrm>
                <a:off x="2485027" y="1284406"/>
                <a:ext cx="87840" cy="104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511C101-6395-1156-E23E-0AD786E6F1B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67027" y="1266406"/>
                  <a:ext cx="1234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0D569E2-98E5-4ACE-0CB2-AAEC4F119873}"/>
                    </a:ext>
                  </a:extLst>
                </p14:cNvPr>
                <p14:cNvContentPartPr/>
                <p14:nvPr/>
              </p14:nvContentPartPr>
              <p14:xfrm>
                <a:off x="2651707" y="1483486"/>
                <a:ext cx="4680" cy="1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0D569E2-98E5-4ACE-0CB2-AAEC4F11987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34067" y="1465486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F6E09FB-490B-2FE9-2F5E-FA8D91212C3F}"/>
                    </a:ext>
                  </a:extLst>
                </p14:cNvPr>
                <p14:cNvContentPartPr/>
                <p14:nvPr/>
              </p14:nvContentPartPr>
              <p14:xfrm>
                <a:off x="4306267" y="1622086"/>
                <a:ext cx="106200" cy="190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F6E09FB-490B-2FE9-2F5E-FA8D91212C3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288627" y="1604446"/>
                  <a:ext cx="141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F6C2E27-715D-F795-3E48-8BAC22CCD53A}"/>
                    </a:ext>
                  </a:extLst>
                </p14:cNvPr>
                <p14:cNvContentPartPr/>
                <p14:nvPr/>
              </p14:nvContentPartPr>
              <p14:xfrm>
                <a:off x="4269187" y="1558006"/>
                <a:ext cx="155160" cy="113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F6C2E27-715D-F795-3E48-8BAC22CCD53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51547" y="1540366"/>
                  <a:ext cx="190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52FB83C-9209-FE54-8175-E3EB1F5D03FD}"/>
                    </a:ext>
                  </a:extLst>
                </p14:cNvPr>
                <p14:cNvContentPartPr/>
                <p14:nvPr/>
              </p14:nvContentPartPr>
              <p14:xfrm>
                <a:off x="4483387" y="1488526"/>
                <a:ext cx="53640" cy="73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52FB83C-9209-FE54-8175-E3EB1F5D03F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465387" y="1470526"/>
                  <a:ext cx="89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28B2AF6-19AB-4CA1-7F7D-3144A3A89199}"/>
                    </a:ext>
                  </a:extLst>
                </p14:cNvPr>
                <p14:cNvContentPartPr/>
                <p14:nvPr/>
              </p14:nvContentPartPr>
              <p14:xfrm>
                <a:off x="4523347" y="1536046"/>
                <a:ext cx="33480" cy="45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28B2AF6-19AB-4CA1-7F7D-3144A3A8919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05707" y="1518406"/>
                  <a:ext cx="69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0B3ED7C-0AAA-EC9B-981F-742921E46605}"/>
                    </a:ext>
                  </a:extLst>
                </p14:cNvPr>
                <p14:cNvContentPartPr/>
                <p14:nvPr/>
              </p14:nvContentPartPr>
              <p14:xfrm>
                <a:off x="4568707" y="1378006"/>
                <a:ext cx="128880" cy="146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0B3ED7C-0AAA-EC9B-981F-742921E4660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50707" y="1360006"/>
                  <a:ext cx="164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3A1DCF1-72EA-536E-4E56-6B18AE2DBC2A}"/>
                    </a:ext>
                  </a:extLst>
                </p14:cNvPr>
                <p14:cNvContentPartPr/>
                <p14:nvPr/>
              </p14:nvContentPartPr>
              <p14:xfrm>
                <a:off x="4765267" y="1565926"/>
                <a:ext cx="10080" cy="16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3A1DCF1-72EA-536E-4E56-6B18AE2DBC2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47627" y="1547926"/>
                  <a:ext cx="45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4D390A9-25F9-FF78-E6AC-966968E6054E}"/>
                    </a:ext>
                  </a:extLst>
                </p14:cNvPr>
                <p14:cNvContentPartPr/>
                <p14:nvPr/>
              </p14:nvContentPartPr>
              <p14:xfrm>
                <a:off x="1055467" y="2063446"/>
                <a:ext cx="1099800" cy="2216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4D390A9-25F9-FF78-E6AC-966968E6054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37827" y="2045806"/>
                  <a:ext cx="1135440" cy="22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EB1E1DA-1EE7-656F-D761-938DA47629DC}"/>
                    </a:ext>
                  </a:extLst>
                </p14:cNvPr>
                <p14:cNvContentPartPr/>
                <p14:nvPr/>
              </p14:nvContentPartPr>
              <p14:xfrm>
                <a:off x="1970587" y="1997566"/>
                <a:ext cx="233640" cy="243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EB1E1DA-1EE7-656F-D761-938DA47629D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52947" y="1979926"/>
                  <a:ext cx="269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DC0C98-CFDC-A574-992F-4443298505F5}"/>
                    </a:ext>
                  </a:extLst>
                </p14:cNvPr>
                <p14:cNvContentPartPr/>
                <p14:nvPr/>
              </p14:nvContentPartPr>
              <p14:xfrm>
                <a:off x="2183707" y="2406166"/>
                <a:ext cx="207000" cy="226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DC0C98-CFDC-A574-992F-4443298505F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66067" y="2388166"/>
                  <a:ext cx="2426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71289F0-C5C9-0EA6-EA25-81185F972F5F}"/>
                    </a:ext>
                  </a:extLst>
                </p14:cNvPr>
                <p14:cNvContentPartPr/>
                <p14:nvPr/>
              </p14:nvContentPartPr>
              <p14:xfrm>
                <a:off x="2402587" y="2328046"/>
                <a:ext cx="125280" cy="228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71289F0-C5C9-0EA6-EA25-81185F972F5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384947" y="2310406"/>
                  <a:ext cx="160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9418F01-867B-5FA0-D4B5-CAF8E0E39C4C}"/>
                    </a:ext>
                  </a:extLst>
                </p14:cNvPr>
                <p14:cNvContentPartPr/>
                <p14:nvPr/>
              </p14:nvContentPartPr>
              <p14:xfrm>
                <a:off x="2407987" y="2306806"/>
                <a:ext cx="173160" cy="100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9418F01-867B-5FA0-D4B5-CAF8E0E39C4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90347" y="2288806"/>
                  <a:ext cx="208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01655B1-2661-A05E-1514-C4D78AA05763}"/>
                    </a:ext>
                  </a:extLst>
                </p14:cNvPr>
                <p14:cNvContentPartPr/>
                <p14:nvPr/>
              </p14:nvContentPartPr>
              <p14:xfrm>
                <a:off x="2497267" y="2379886"/>
                <a:ext cx="32760" cy="61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01655B1-2661-A05E-1514-C4D78AA0576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79627" y="2362246"/>
                  <a:ext cx="68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F4F4205-7225-A1F7-CC2D-317A8ABB81A6}"/>
                    </a:ext>
                  </a:extLst>
                </p14:cNvPr>
                <p14:cNvContentPartPr/>
                <p14:nvPr/>
              </p14:nvContentPartPr>
              <p14:xfrm>
                <a:off x="2159587" y="802366"/>
                <a:ext cx="185040" cy="214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F4F4205-7225-A1F7-CC2D-317A8ABB81A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41587" y="784366"/>
                  <a:ext cx="220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1CAFF5F-FFFB-C8D5-6130-ACA85D25B4AF}"/>
                    </a:ext>
                  </a:extLst>
                </p14:cNvPr>
                <p14:cNvContentPartPr/>
                <p14:nvPr/>
              </p14:nvContentPartPr>
              <p14:xfrm>
                <a:off x="2362627" y="758446"/>
                <a:ext cx="101520" cy="197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1CAFF5F-FFFB-C8D5-6130-ACA85D25B4A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44627" y="740446"/>
                  <a:ext cx="1371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88D0FE-16CB-3268-B36F-CA167A591672}"/>
                    </a:ext>
                  </a:extLst>
                </p14:cNvPr>
                <p14:cNvContentPartPr/>
                <p14:nvPr/>
              </p14:nvContentPartPr>
              <p14:xfrm>
                <a:off x="2362267" y="897046"/>
                <a:ext cx="245880" cy="263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88D0FE-16CB-3268-B36F-CA167A59167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44267" y="879046"/>
                  <a:ext cx="2815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65EA5DC-A833-2A69-8F17-EF4659E5FB57}"/>
                    </a:ext>
                  </a:extLst>
                </p14:cNvPr>
                <p14:cNvContentPartPr/>
                <p14:nvPr/>
              </p14:nvContentPartPr>
              <p14:xfrm>
                <a:off x="2555587" y="1083886"/>
                <a:ext cx="140040" cy="141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65EA5DC-A833-2A69-8F17-EF4659E5FB5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37587" y="1065886"/>
                  <a:ext cx="175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3F69698-1E2C-21C1-1E92-AE7742AD13FE}"/>
                    </a:ext>
                  </a:extLst>
                </p14:cNvPr>
                <p14:cNvContentPartPr/>
                <p14:nvPr/>
              </p14:nvContentPartPr>
              <p14:xfrm>
                <a:off x="2576827" y="1005766"/>
                <a:ext cx="118440" cy="153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3F69698-1E2C-21C1-1E92-AE7742AD13F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558827" y="987766"/>
                  <a:ext cx="154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D813A08-3C66-0766-D2CB-1C79E4AA40D3}"/>
                    </a:ext>
                  </a:extLst>
                </p14:cNvPr>
                <p14:cNvContentPartPr/>
                <p14:nvPr/>
              </p14:nvContentPartPr>
              <p14:xfrm>
                <a:off x="2706067" y="771406"/>
                <a:ext cx="23760" cy="49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D813A08-3C66-0766-D2CB-1C79E4AA40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88067" y="753766"/>
                  <a:ext cx="59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645B512-85C1-C7F9-7CEB-EC0774F5DA7C}"/>
                    </a:ext>
                  </a:extLst>
                </p14:cNvPr>
                <p14:cNvContentPartPr/>
                <p14:nvPr/>
              </p14:nvContentPartPr>
              <p14:xfrm>
                <a:off x="2767267" y="841246"/>
                <a:ext cx="7200" cy="12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645B512-85C1-C7F9-7CEB-EC0774F5DA7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49267" y="823246"/>
                  <a:ext cx="42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0C2447C-7889-0782-BEFC-F030D5FE2408}"/>
                    </a:ext>
                  </a:extLst>
                </p14:cNvPr>
                <p14:cNvContentPartPr/>
                <p14:nvPr/>
              </p14:nvContentPartPr>
              <p14:xfrm>
                <a:off x="2704627" y="544606"/>
                <a:ext cx="193320" cy="183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0C2447C-7889-0782-BEFC-F030D5FE240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686627" y="526966"/>
                  <a:ext cx="228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0EE0728-5C25-2DDF-202F-D65827881ACC}"/>
                    </a:ext>
                  </a:extLst>
                </p14:cNvPr>
                <p14:cNvContentPartPr/>
                <p14:nvPr/>
              </p14:nvContentPartPr>
              <p14:xfrm>
                <a:off x="2819107" y="467926"/>
                <a:ext cx="181800" cy="1389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0EE0728-5C25-2DDF-202F-D65827881AC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801107" y="449926"/>
                  <a:ext cx="217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46D65EB-FB70-2E98-E5B3-B9C5BF26681F}"/>
                    </a:ext>
                  </a:extLst>
                </p14:cNvPr>
                <p14:cNvContentPartPr/>
                <p14:nvPr/>
              </p14:nvContentPartPr>
              <p14:xfrm>
                <a:off x="2890027" y="548206"/>
                <a:ext cx="265680" cy="283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46D65EB-FB70-2E98-E5B3-B9C5BF26681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872387" y="530206"/>
                  <a:ext cx="301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D2D65E9-9046-3CC1-5AD8-5404B71726C3}"/>
                    </a:ext>
                  </a:extLst>
                </p14:cNvPr>
                <p14:cNvContentPartPr/>
                <p14:nvPr/>
              </p14:nvContentPartPr>
              <p14:xfrm>
                <a:off x="3078533" y="731093"/>
                <a:ext cx="170280" cy="157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D2D65E9-9046-3CC1-5AD8-5404B71726C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060533" y="713453"/>
                  <a:ext cx="205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306079B-B5A8-7EDA-FD71-23BE8446C9DE}"/>
                    </a:ext>
                  </a:extLst>
                </p14:cNvPr>
                <p14:cNvContentPartPr/>
                <p14:nvPr/>
              </p14:nvContentPartPr>
              <p14:xfrm>
                <a:off x="4088760" y="3235680"/>
                <a:ext cx="733320" cy="805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306079B-B5A8-7EDA-FD71-23BE8446C9D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071120" y="3218040"/>
                  <a:ext cx="76896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6B79352-A996-3493-A7F7-89781B3697BD}"/>
                    </a:ext>
                  </a:extLst>
                </p14:cNvPr>
                <p14:cNvContentPartPr/>
                <p14:nvPr/>
              </p14:nvContentPartPr>
              <p14:xfrm>
                <a:off x="3398640" y="2367000"/>
                <a:ext cx="822240" cy="1153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6B79352-A996-3493-A7F7-89781B3697B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81000" y="2349360"/>
                  <a:ext cx="857880" cy="11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3DA87FE-8A69-5B80-EF33-150F863E83C4}"/>
                    </a:ext>
                  </a:extLst>
                </p14:cNvPr>
                <p14:cNvContentPartPr/>
                <p14:nvPr/>
              </p14:nvContentPartPr>
              <p14:xfrm>
                <a:off x="3641640" y="2293560"/>
                <a:ext cx="149760" cy="195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3DA87FE-8A69-5B80-EF33-150F863E83C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624000" y="2275560"/>
                  <a:ext cx="1854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850D5AF-D4A9-2EBE-F34A-8198C25C8796}"/>
                    </a:ext>
                  </a:extLst>
                </p14:cNvPr>
                <p14:cNvContentPartPr/>
                <p14:nvPr/>
              </p14:nvContentPartPr>
              <p14:xfrm>
                <a:off x="3712920" y="1899720"/>
                <a:ext cx="173520" cy="180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850D5AF-D4A9-2EBE-F34A-8198C25C879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95280" y="1882080"/>
                  <a:ext cx="209160" cy="21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6682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93163-03B0-8EB6-F2B8-83E19D695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C14A-590B-9A05-F8DC-30D373C2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530E5-6548-2739-A128-B49E77DA3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B80F355-6E5A-8827-1F24-27442B767DB6}"/>
                  </a:ext>
                </a:extLst>
              </p14:cNvPr>
              <p14:cNvContentPartPr/>
              <p14:nvPr/>
            </p14:nvContentPartPr>
            <p14:xfrm>
              <a:off x="4270054" y="3475158"/>
              <a:ext cx="212400" cy="2592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B80F355-6E5A-8827-1F24-27442B767D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2054" y="3457158"/>
                <a:ext cx="248040" cy="29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D9137C5-FDD5-699C-768B-86DF8E2CA246}"/>
              </a:ext>
            </a:extLst>
          </p:cNvPr>
          <p:cNvGrpSpPr/>
          <p:nvPr/>
        </p:nvGrpSpPr>
        <p:grpSpPr>
          <a:xfrm>
            <a:off x="1055467" y="467926"/>
            <a:ext cx="7941960" cy="3812040"/>
            <a:chOff x="1055467" y="467926"/>
            <a:chExt cx="7941960" cy="38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23AA279-DC83-6A35-FA78-F8F0F4F4EB4F}"/>
                    </a:ext>
                  </a:extLst>
                </p14:cNvPr>
                <p14:cNvContentPartPr/>
                <p14:nvPr/>
              </p14:nvContentPartPr>
              <p14:xfrm>
                <a:off x="2928907" y="1010806"/>
                <a:ext cx="15840" cy="873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23AA279-DC83-6A35-FA78-F8F0F4F4EB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10907" y="992806"/>
                  <a:ext cx="5148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3EAE5B-A6E8-4648-6596-D33E630008FF}"/>
                    </a:ext>
                  </a:extLst>
                </p14:cNvPr>
                <p14:cNvContentPartPr/>
                <p14:nvPr/>
              </p14:nvContentPartPr>
              <p14:xfrm>
                <a:off x="2674027" y="1749886"/>
                <a:ext cx="705240" cy="653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3EAE5B-A6E8-4648-6596-D33E630008F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56018" y="1731886"/>
                  <a:ext cx="740898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CD4B79-4081-59B2-D00C-91FD6516C65C}"/>
                    </a:ext>
                  </a:extLst>
                </p14:cNvPr>
                <p14:cNvContentPartPr/>
                <p14:nvPr/>
              </p14:nvContentPartPr>
              <p14:xfrm>
                <a:off x="2950147" y="1999366"/>
                <a:ext cx="33840" cy="276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CD4B79-4081-59B2-D00C-91FD6516C6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2147" y="1981366"/>
                  <a:ext cx="694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8650B3-320E-4559-2556-68E50F8DCB16}"/>
                    </a:ext>
                  </a:extLst>
                </p14:cNvPr>
                <p14:cNvContentPartPr/>
                <p14:nvPr/>
              </p14:nvContentPartPr>
              <p14:xfrm>
                <a:off x="2898307" y="2134726"/>
                <a:ext cx="161280" cy="148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8650B3-320E-4559-2556-68E50F8DCB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80307" y="2116726"/>
                  <a:ext cx="1969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7B3BA0D-EF9A-C530-72E7-21774EAAA992}"/>
                    </a:ext>
                  </a:extLst>
                </p14:cNvPr>
                <p14:cNvContentPartPr/>
                <p14:nvPr/>
              </p14:nvContentPartPr>
              <p14:xfrm>
                <a:off x="2985787" y="2391046"/>
                <a:ext cx="37440" cy="543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7B3BA0D-EF9A-C530-72E7-21774EAAA99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67612" y="2373046"/>
                  <a:ext cx="73426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D8B2C7-1A51-258A-F312-9622D9E104F9}"/>
                    </a:ext>
                  </a:extLst>
                </p14:cNvPr>
                <p14:cNvContentPartPr/>
                <p14:nvPr/>
              </p14:nvContentPartPr>
              <p14:xfrm>
                <a:off x="2919547" y="909286"/>
                <a:ext cx="1155240" cy="184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D8B2C7-1A51-258A-F312-9622D9E104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01547" y="891286"/>
                  <a:ext cx="1190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EB79D2D-5231-481E-3BDE-779935CEEFF0}"/>
                    </a:ext>
                  </a:extLst>
                </p14:cNvPr>
                <p14:cNvContentPartPr/>
                <p14:nvPr/>
              </p14:nvContentPartPr>
              <p14:xfrm>
                <a:off x="2951947" y="2929246"/>
                <a:ext cx="20160" cy="154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EB79D2D-5231-481E-3BDE-779935CEEFF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33620" y="2911288"/>
                  <a:ext cx="56448" cy="1903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4F3545-C375-20D4-AB31-5262562A403C}"/>
                    </a:ext>
                  </a:extLst>
                </p14:cNvPr>
                <p14:cNvContentPartPr/>
                <p14:nvPr/>
              </p14:nvContentPartPr>
              <p14:xfrm>
                <a:off x="2948347" y="3018526"/>
                <a:ext cx="879480" cy="73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4F3545-C375-20D4-AB31-5262562A40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30347" y="3000526"/>
                  <a:ext cx="915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DF9289-2702-0480-B761-EB1DFFA1DEF5}"/>
                    </a:ext>
                  </a:extLst>
                </p14:cNvPr>
                <p14:cNvContentPartPr/>
                <p14:nvPr/>
              </p14:nvContentPartPr>
              <p14:xfrm>
                <a:off x="3778507" y="3014926"/>
                <a:ext cx="312120" cy="44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6DF9289-2702-0480-B761-EB1DFFA1DE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60507" y="2996926"/>
                  <a:ext cx="347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93992A-2132-AEDB-1E01-04814F655706}"/>
                    </a:ext>
                  </a:extLst>
                </p14:cNvPr>
                <p14:cNvContentPartPr/>
                <p14:nvPr/>
              </p14:nvContentPartPr>
              <p14:xfrm>
                <a:off x="3996667" y="2726206"/>
                <a:ext cx="81000" cy="209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93992A-2132-AEDB-1E01-04814F6557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78667" y="2708237"/>
                  <a:ext cx="116640" cy="2447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9D9446-8FA7-256D-0A1A-B1BFD4E53CC6}"/>
                    </a:ext>
                  </a:extLst>
                </p14:cNvPr>
                <p14:cNvContentPartPr/>
                <p14:nvPr/>
              </p14:nvContentPartPr>
              <p14:xfrm>
                <a:off x="3980107" y="1936366"/>
                <a:ext cx="127800" cy="1026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9D9446-8FA7-256D-0A1A-B1BFD4E53C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62107" y="1918366"/>
                  <a:ext cx="163440" cy="10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8481D3-C0E8-39B8-8D1B-C98B746E135C}"/>
                    </a:ext>
                  </a:extLst>
                </p14:cNvPr>
                <p14:cNvContentPartPr/>
                <p14:nvPr/>
              </p14:nvContentPartPr>
              <p14:xfrm>
                <a:off x="4038427" y="1022686"/>
                <a:ext cx="42480" cy="887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8481D3-C0E8-39B8-8D1B-C98B746E13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20427" y="1004686"/>
                  <a:ext cx="78120" cy="9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D8F3C76-8F83-546A-5F1B-6ECD08744D77}"/>
                    </a:ext>
                  </a:extLst>
                </p14:cNvPr>
                <p14:cNvContentPartPr/>
                <p14:nvPr/>
              </p14:nvContentPartPr>
              <p14:xfrm>
                <a:off x="4044907" y="762046"/>
                <a:ext cx="1339560" cy="17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D8F3C76-8F83-546A-5F1B-6ECD08744D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26912" y="744046"/>
                  <a:ext cx="137519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4803B7-5FD8-B621-CF2B-1897E472855E}"/>
                    </a:ext>
                  </a:extLst>
                </p14:cNvPr>
                <p14:cNvContentPartPr/>
                <p14:nvPr/>
              </p14:nvContentPartPr>
              <p14:xfrm>
                <a:off x="5389147" y="788326"/>
                <a:ext cx="55440" cy="64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4803B7-5FD8-B621-CF2B-1897E47285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71147" y="770316"/>
                  <a:ext cx="91080" cy="675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24042FD-2CE6-9E29-EBEC-742096954955}"/>
                    </a:ext>
                  </a:extLst>
                </p14:cNvPr>
                <p14:cNvContentPartPr/>
                <p14:nvPr/>
              </p14:nvContentPartPr>
              <p14:xfrm>
                <a:off x="5239747" y="1444966"/>
                <a:ext cx="152280" cy="805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24042FD-2CE6-9E29-EBEC-7420969549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21747" y="1426966"/>
                  <a:ext cx="18792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94AB622-4B97-8EFA-41CD-4A8881660732}"/>
                    </a:ext>
                  </a:extLst>
                </p14:cNvPr>
                <p14:cNvContentPartPr/>
                <p14:nvPr/>
              </p14:nvContentPartPr>
              <p14:xfrm>
                <a:off x="4160827" y="2806126"/>
                <a:ext cx="1204560" cy="200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94AB622-4B97-8EFA-41CD-4A88816607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42832" y="2788126"/>
                  <a:ext cx="1240189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D6D99AB-99E1-078A-094D-7702B8AD2CCD}"/>
                    </a:ext>
                  </a:extLst>
                </p14:cNvPr>
                <p14:cNvContentPartPr/>
                <p14:nvPr/>
              </p14:nvContentPartPr>
              <p14:xfrm>
                <a:off x="5335867" y="2275486"/>
                <a:ext cx="29880" cy="569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D6D99AB-99E1-078A-094D-7702B8AD2C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17867" y="2257486"/>
                  <a:ext cx="6552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B3D7B7-D209-12C3-CE77-E8F10E95C87C}"/>
                    </a:ext>
                  </a:extLst>
                </p14:cNvPr>
                <p14:cNvContentPartPr/>
                <p14:nvPr/>
              </p14:nvContentPartPr>
              <p14:xfrm>
                <a:off x="5321827" y="2699566"/>
                <a:ext cx="1490760" cy="167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B3D7B7-D209-12C3-CE77-E8F10E95C87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03827" y="2681566"/>
                  <a:ext cx="1526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6B0C9B5-D5C6-016A-8F83-12C1E5E95B18}"/>
                    </a:ext>
                  </a:extLst>
                </p14:cNvPr>
                <p14:cNvContentPartPr/>
                <p14:nvPr/>
              </p14:nvContentPartPr>
              <p14:xfrm>
                <a:off x="5392747" y="776806"/>
                <a:ext cx="1500840" cy="100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6B0C9B5-D5C6-016A-8F83-12C1E5E95B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4747" y="758806"/>
                  <a:ext cx="1536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19BF91-D0FC-BF28-001C-7749B10A6973}"/>
                    </a:ext>
                  </a:extLst>
                </p14:cNvPr>
                <p14:cNvContentPartPr/>
                <p14:nvPr/>
              </p14:nvContentPartPr>
              <p14:xfrm>
                <a:off x="6591907" y="1712446"/>
                <a:ext cx="165240" cy="1018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19BF91-D0FC-BF28-001C-7749B10A697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73907" y="1694446"/>
                  <a:ext cx="200880" cy="10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3CF2FE3-03E3-7B57-FE25-801A15972BEA}"/>
                    </a:ext>
                  </a:extLst>
                </p14:cNvPr>
                <p14:cNvContentPartPr/>
                <p14:nvPr/>
              </p14:nvContentPartPr>
              <p14:xfrm>
                <a:off x="6688027" y="952846"/>
                <a:ext cx="112320" cy="738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3CF2FE3-03E3-7B57-FE25-801A15972B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70027" y="934855"/>
                  <a:ext cx="147960" cy="7739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65D4346-3426-AB02-8613-89E767822866}"/>
                    </a:ext>
                  </a:extLst>
                </p14:cNvPr>
                <p14:cNvContentPartPr/>
                <p14:nvPr/>
              </p14:nvContentPartPr>
              <p14:xfrm>
                <a:off x="6776587" y="2582566"/>
                <a:ext cx="1240200" cy="156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65D4346-3426-AB02-8613-89E7678228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58587" y="2564607"/>
                  <a:ext cx="1275840" cy="1925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642490-B71D-4AC1-E9E8-25309CE6DABB}"/>
                    </a:ext>
                  </a:extLst>
                </p14:cNvPr>
                <p14:cNvContentPartPr/>
                <p14:nvPr/>
              </p14:nvContentPartPr>
              <p14:xfrm>
                <a:off x="6977467" y="791566"/>
                <a:ext cx="903960" cy="54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642490-B71D-4AC1-E9E8-25309CE6DA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59467" y="773447"/>
                  <a:ext cx="939600" cy="905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3D419F-0EBD-0BAA-759F-936587041918}"/>
                    </a:ext>
                  </a:extLst>
                </p14:cNvPr>
                <p14:cNvContentPartPr/>
                <p14:nvPr/>
              </p14:nvContentPartPr>
              <p14:xfrm>
                <a:off x="7922827" y="888406"/>
                <a:ext cx="104760" cy="474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3D419F-0EBD-0BAA-759F-9365870419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04827" y="870420"/>
                  <a:ext cx="140400" cy="5097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191AE7C-9045-61C0-41AE-E5F96B516C63}"/>
                    </a:ext>
                  </a:extLst>
                </p14:cNvPr>
                <p14:cNvContentPartPr/>
                <p14:nvPr/>
              </p14:nvContentPartPr>
              <p14:xfrm>
                <a:off x="7633027" y="1260646"/>
                <a:ext cx="675720" cy="655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191AE7C-9045-61C0-41AE-E5F96B516C6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15027" y="1242646"/>
                  <a:ext cx="71136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2FAA9F-6284-4D6F-814F-DE57A514F9FE}"/>
                    </a:ext>
                  </a:extLst>
                </p14:cNvPr>
                <p14:cNvContentPartPr/>
                <p14:nvPr/>
              </p14:nvContentPartPr>
              <p14:xfrm>
                <a:off x="7976467" y="1984966"/>
                <a:ext cx="48960" cy="747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2FAA9F-6284-4D6F-814F-DE57A514F9F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58467" y="1966975"/>
                  <a:ext cx="84600" cy="782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59103D4-6FB9-3F0C-3252-7BA82518CD7C}"/>
                    </a:ext>
                  </a:extLst>
                </p14:cNvPr>
                <p14:cNvContentPartPr/>
                <p14:nvPr/>
              </p14:nvContentPartPr>
              <p14:xfrm>
                <a:off x="7936867" y="1541086"/>
                <a:ext cx="37440" cy="242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59103D4-6FB9-3F0C-3252-7BA82518CD7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18867" y="1523086"/>
                  <a:ext cx="730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BBD362-7FD4-F5BB-1DEA-5768C71FA7CC}"/>
                    </a:ext>
                  </a:extLst>
                </p14:cNvPr>
                <p14:cNvContentPartPr/>
                <p14:nvPr/>
              </p14:nvContentPartPr>
              <p14:xfrm>
                <a:off x="7876027" y="1520206"/>
                <a:ext cx="153360" cy="116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BBD362-7FD4-F5BB-1DEA-5768C71FA7C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58027" y="1502262"/>
                  <a:ext cx="189000" cy="151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224AD9-C2A4-BFF3-FEDF-CEB901D935D3}"/>
                    </a:ext>
                  </a:extLst>
                </p14:cNvPr>
                <p14:cNvContentPartPr/>
                <p14:nvPr/>
              </p14:nvContentPartPr>
              <p14:xfrm>
                <a:off x="8536987" y="1545766"/>
                <a:ext cx="169920" cy="169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224AD9-C2A4-BFF3-FEDF-CEB901D935D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18987" y="1527804"/>
                  <a:ext cx="205560" cy="2051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C0BE37-33A9-AF2A-BD0E-D58BDBF5DD1A}"/>
                    </a:ext>
                  </a:extLst>
                </p14:cNvPr>
                <p14:cNvContentPartPr/>
                <p14:nvPr/>
              </p14:nvContentPartPr>
              <p14:xfrm>
                <a:off x="8687827" y="1592566"/>
                <a:ext cx="64080" cy="177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C0BE37-33A9-AF2A-BD0E-D58BDBF5DD1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69827" y="1574529"/>
                  <a:ext cx="99720" cy="2135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727B94D-0060-F50D-5608-F1FA1D8D7049}"/>
                    </a:ext>
                  </a:extLst>
                </p14:cNvPr>
                <p14:cNvContentPartPr/>
                <p14:nvPr/>
              </p14:nvContentPartPr>
              <p14:xfrm>
                <a:off x="8842987" y="1497166"/>
                <a:ext cx="14760" cy="204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727B94D-0060-F50D-5608-F1FA1D8D70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24537" y="1479166"/>
                  <a:ext cx="51291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F1BE04D-556F-52A6-CD1C-0AE935FBC667}"/>
                    </a:ext>
                  </a:extLst>
                </p14:cNvPr>
                <p14:cNvContentPartPr/>
                <p14:nvPr/>
              </p14:nvContentPartPr>
              <p14:xfrm>
                <a:off x="8817427" y="1510486"/>
                <a:ext cx="180000" cy="108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F1BE04D-556F-52A6-CD1C-0AE935FBC66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99427" y="1492486"/>
                  <a:ext cx="215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800EAC-E361-CEBA-CB78-9F0EE06D3581}"/>
                    </a:ext>
                  </a:extLst>
                </p14:cNvPr>
                <p14:cNvContentPartPr/>
                <p14:nvPr/>
              </p14:nvContentPartPr>
              <p14:xfrm>
                <a:off x="8822827" y="1575286"/>
                <a:ext cx="110880" cy="59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800EAC-E361-CEBA-CB78-9F0EE06D358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04885" y="1557286"/>
                  <a:ext cx="146405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92A016D-2720-FF3A-ED13-D98F3F6343E7}"/>
                    </a:ext>
                  </a:extLst>
                </p14:cNvPr>
                <p14:cNvContentPartPr/>
                <p14:nvPr/>
              </p14:nvContentPartPr>
              <p14:xfrm>
                <a:off x="6895387" y="1954726"/>
                <a:ext cx="175320" cy="214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92A016D-2720-FF3A-ED13-D98F3F6343E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77387" y="1936696"/>
                  <a:ext cx="210960" cy="2499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5553278-E58D-AF40-F6A9-DE45623C78C2}"/>
                    </a:ext>
                  </a:extLst>
                </p14:cNvPr>
                <p14:cNvContentPartPr/>
                <p14:nvPr/>
              </p14:nvContentPartPr>
              <p14:xfrm>
                <a:off x="4907467" y="1835566"/>
                <a:ext cx="186120" cy="242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5553278-E58D-AF40-F6A9-DE45623C78C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89467" y="1817593"/>
                  <a:ext cx="221760" cy="277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E0CE9C5-09CC-E7FF-9B3C-F83F3EDB548C}"/>
                    </a:ext>
                  </a:extLst>
                </p14:cNvPr>
                <p14:cNvContentPartPr/>
                <p14:nvPr/>
              </p14:nvContentPartPr>
              <p14:xfrm>
                <a:off x="5478787" y="1863286"/>
                <a:ext cx="178920" cy="138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E0CE9C5-09CC-E7FF-9B3C-F83F3EDB54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60787" y="1845333"/>
                  <a:ext cx="214560" cy="1745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88E5F59-A720-0359-ADF9-E86DBB57417C}"/>
                    </a:ext>
                  </a:extLst>
                </p14:cNvPr>
                <p14:cNvContentPartPr/>
                <p14:nvPr/>
              </p14:nvContentPartPr>
              <p14:xfrm>
                <a:off x="5738707" y="1887406"/>
                <a:ext cx="83520" cy="116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88E5F59-A720-0359-ADF9-E86DBB5741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20784" y="1869406"/>
                  <a:ext cx="119007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1438C4B-46F5-EDBE-85A1-B7D4DF47BE6F}"/>
                    </a:ext>
                  </a:extLst>
                </p14:cNvPr>
                <p14:cNvContentPartPr/>
                <p14:nvPr/>
              </p14:nvContentPartPr>
              <p14:xfrm>
                <a:off x="5570227" y="1462606"/>
                <a:ext cx="96120" cy="60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1438C4B-46F5-EDBE-85A1-B7D4DF47BE6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52227" y="1444606"/>
                  <a:ext cx="131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DBDBBD-AA4C-C9AD-5E38-ED64F9E43FB6}"/>
                    </a:ext>
                  </a:extLst>
                </p14:cNvPr>
                <p14:cNvContentPartPr/>
                <p14:nvPr/>
              </p14:nvContentPartPr>
              <p14:xfrm>
                <a:off x="5593627" y="1410406"/>
                <a:ext cx="51840" cy="15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DBDBBD-AA4C-C9AD-5E38-ED64F9E43FB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75627" y="1392406"/>
                  <a:ext cx="87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F72C8FF-16C1-8DA8-C5DA-F4D23BDE851D}"/>
                    </a:ext>
                  </a:extLst>
                </p14:cNvPr>
                <p14:cNvContentPartPr/>
                <p14:nvPr/>
              </p14:nvContentPartPr>
              <p14:xfrm>
                <a:off x="5598667" y="2454406"/>
                <a:ext cx="182160" cy="34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72C8FF-16C1-8DA8-C5DA-F4D23BDE851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80667" y="2436406"/>
                  <a:ext cx="217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0339727-51D1-E032-A20B-347B5DC4E70D}"/>
                    </a:ext>
                  </a:extLst>
                </p14:cNvPr>
                <p14:cNvContentPartPr/>
                <p14:nvPr/>
              </p14:nvContentPartPr>
              <p14:xfrm>
                <a:off x="2036107" y="1564846"/>
                <a:ext cx="181440" cy="174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0339727-51D1-E032-A20B-347B5DC4E7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18143" y="1546883"/>
                  <a:ext cx="217009" cy="2101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EEB2CBF-B77F-D235-F0F6-3A376F63318A}"/>
                    </a:ext>
                  </a:extLst>
                </p14:cNvPr>
                <p14:cNvContentPartPr/>
                <p14:nvPr/>
              </p14:nvContentPartPr>
              <p14:xfrm>
                <a:off x="2143027" y="1699486"/>
                <a:ext cx="107640" cy="119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EEB2CBF-B77F-D235-F0F6-3A376F6331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24967" y="1681486"/>
                  <a:ext cx="143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33F3148-18E9-1BE3-4B32-4FFBBDA36FAF}"/>
                    </a:ext>
                  </a:extLst>
                </p14:cNvPr>
                <p14:cNvContentPartPr/>
                <p14:nvPr/>
              </p14:nvContentPartPr>
              <p14:xfrm>
                <a:off x="2267587" y="1545046"/>
                <a:ext cx="120240" cy="138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33F3148-18E9-1BE3-4B32-4FFBBDA36FA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49587" y="1527046"/>
                  <a:ext cx="155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1CC2183-E91A-C4A2-7D12-B77AF1C016B6}"/>
                    </a:ext>
                  </a:extLst>
                </p14:cNvPr>
                <p14:cNvContentPartPr/>
                <p14:nvPr/>
              </p14:nvContentPartPr>
              <p14:xfrm>
                <a:off x="2352547" y="1423726"/>
                <a:ext cx="37440" cy="21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1CC2183-E91A-C4A2-7D12-B77AF1C016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34547" y="1405726"/>
                  <a:ext cx="73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572BEDF-394C-1B4D-83CE-24EBF7CC853E}"/>
                    </a:ext>
                  </a:extLst>
                </p14:cNvPr>
                <p14:cNvContentPartPr/>
                <p14:nvPr/>
              </p14:nvContentPartPr>
              <p14:xfrm>
                <a:off x="2419507" y="1468006"/>
                <a:ext cx="31680" cy="24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572BEDF-394C-1B4D-83CE-24EBF7CC853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01507" y="1450006"/>
                  <a:ext cx="67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718135C-A1C9-CCF5-CEB6-F42609534603}"/>
                    </a:ext>
                  </a:extLst>
                </p14:cNvPr>
                <p14:cNvContentPartPr/>
                <p14:nvPr/>
              </p14:nvContentPartPr>
              <p14:xfrm>
                <a:off x="2485027" y="1284406"/>
                <a:ext cx="87840" cy="104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718135C-A1C9-CCF5-CEB6-F426095346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67027" y="1266406"/>
                  <a:ext cx="1234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8CFADA4-D67B-EB87-4A00-624694A5F37D}"/>
                    </a:ext>
                  </a:extLst>
                </p14:cNvPr>
                <p14:cNvContentPartPr/>
                <p14:nvPr/>
              </p14:nvContentPartPr>
              <p14:xfrm>
                <a:off x="2651707" y="1483486"/>
                <a:ext cx="4680" cy="1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8CFADA4-D67B-EB87-4A00-624694A5F37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32207" y="1465486"/>
                  <a:ext cx="4329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B62E8D-BD81-410E-6E24-C964BD2D7B18}"/>
                    </a:ext>
                  </a:extLst>
                </p14:cNvPr>
                <p14:cNvContentPartPr/>
                <p14:nvPr/>
              </p14:nvContentPartPr>
              <p14:xfrm>
                <a:off x="4306267" y="1622086"/>
                <a:ext cx="106200" cy="190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B62E8D-BD81-410E-6E24-C964BD2D7B1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88267" y="1604086"/>
                  <a:ext cx="141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367DAC0-DD31-B1BA-5451-BDE55DD0225D}"/>
                    </a:ext>
                  </a:extLst>
                </p14:cNvPr>
                <p14:cNvContentPartPr/>
                <p14:nvPr/>
              </p14:nvContentPartPr>
              <p14:xfrm>
                <a:off x="4269187" y="1558006"/>
                <a:ext cx="155160" cy="113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367DAC0-DD31-B1BA-5451-BDE55DD0225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51145" y="1540006"/>
                  <a:ext cx="190883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D3FB607-265C-F1B7-5934-F840405FDB81}"/>
                    </a:ext>
                  </a:extLst>
                </p14:cNvPr>
                <p14:cNvContentPartPr/>
                <p14:nvPr/>
              </p14:nvContentPartPr>
              <p14:xfrm>
                <a:off x="4483387" y="1488526"/>
                <a:ext cx="53640" cy="73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D3FB607-265C-F1B7-5934-F840405FDB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65387" y="1470526"/>
                  <a:ext cx="89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CBF8CE-380D-5563-990B-83C3BD64562D}"/>
                    </a:ext>
                  </a:extLst>
                </p14:cNvPr>
                <p14:cNvContentPartPr/>
                <p14:nvPr/>
              </p14:nvContentPartPr>
              <p14:xfrm>
                <a:off x="4523347" y="1536046"/>
                <a:ext cx="33480" cy="45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CBF8CE-380D-5563-990B-83C3BD64562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05151" y="1518046"/>
                  <a:ext cx="69507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D5EE01F-DF98-097E-44E2-3803C3507585}"/>
                    </a:ext>
                  </a:extLst>
                </p14:cNvPr>
                <p14:cNvContentPartPr/>
                <p14:nvPr/>
              </p14:nvContentPartPr>
              <p14:xfrm>
                <a:off x="4568707" y="1378006"/>
                <a:ext cx="128880" cy="146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D5EE01F-DF98-097E-44E2-3803C350758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50757" y="1360006"/>
                  <a:ext cx="164421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69F4C7A-F3D3-D8B5-DB38-61E0C8F0883D}"/>
                    </a:ext>
                  </a:extLst>
                </p14:cNvPr>
                <p14:cNvContentPartPr/>
                <p14:nvPr/>
              </p14:nvContentPartPr>
              <p14:xfrm>
                <a:off x="4765267" y="1565926"/>
                <a:ext cx="10080" cy="16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69F4C7A-F3D3-D8B5-DB38-61E0C8F088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46600" y="1547926"/>
                  <a:ext cx="470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9B0B85D-F705-838A-CFF6-14E4A37CBC1E}"/>
                    </a:ext>
                  </a:extLst>
                </p14:cNvPr>
                <p14:cNvContentPartPr/>
                <p14:nvPr/>
              </p14:nvContentPartPr>
              <p14:xfrm>
                <a:off x="1055467" y="2063446"/>
                <a:ext cx="1099800" cy="2216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9B0B85D-F705-838A-CFF6-14E4A37CBC1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7467" y="2045446"/>
                  <a:ext cx="1135440" cy="22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DAD6FDE-DAEE-1001-B97E-BDBF275328E4}"/>
                    </a:ext>
                  </a:extLst>
                </p14:cNvPr>
                <p14:cNvContentPartPr/>
                <p14:nvPr/>
              </p14:nvContentPartPr>
              <p14:xfrm>
                <a:off x="1970587" y="1997566"/>
                <a:ext cx="233640" cy="243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AD6FDE-DAEE-1001-B97E-BDBF275328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952587" y="1979566"/>
                  <a:ext cx="269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B771430-D600-2DE1-D6DB-ACB9CA0756E5}"/>
                    </a:ext>
                  </a:extLst>
                </p14:cNvPr>
                <p14:cNvContentPartPr/>
                <p14:nvPr/>
              </p14:nvContentPartPr>
              <p14:xfrm>
                <a:off x="2183707" y="2406166"/>
                <a:ext cx="207000" cy="226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B771430-D600-2DE1-D6DB-ACB9CA0756E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65707" y="2388166"/>
                  <a:ext cx="2426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2E4C712-566C-3FC2-174E-9433F2FA5CC1}"/>
                    </a:ext>
                  </a:extLst>
                </p14:cNvPr>
                <p14:cNvContentPartPr/>
                <p14:nvPr/>
              </p14:nvContentPartPr>
              <p14:xfrm>
                <a:off x="2402587" y="2328046"/>
                <a:ext cx="125280" cy="228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2E4C712-566C-3FC2-174E-9433F2FA5C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84587" y="2310046"/>
                  <a:ext cx="160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FD7CAB8-CD49-7D8C-5813-A89162343333}"/>
                    </a:ext>
                  </a:extLst>
                </p14:cNvPr>
                <p14:cNvContentPartPr/>
                <p14:nvPr/>
              </p14:nvContentPartPr>
              <p14:xfrm>
                <a:off x="2407987" y="2306806"/>
                <a:ext cx="173160" cy="100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FD7CAB8-CD49-7D8C-5813-A8916234333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89987" y="2288806"/>
                  <a:ext cx="208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CD5DD4-F138-8323-00F0-C542D7342825}"/>
                    </a:ext>
                  </a:extLst>
                </p14:cNvPr>
                <p14:cNvContentPartPr/>
                <p14:nvPr/>
              </p14:nvContentPartPr>
              <p14:xfrm>
                <a:off x="2497267" y="2379886"/>
                <a:ext cx="32760" cy="61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CD5DD4-F138-8323-00F0-C542D734282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479267" y="2361886"/>
                  <a:ext cx="68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74D3218-F68A-F4F3-7FF5-6135815E4851}"/>
                    </a:ext>
                  </a:extLst>
                </p14:cNvPr>
                <p14:cNvContentPartPr/>
                <p14:nvPr/>
              </p14:nvContentPartPr>
              <p14:xfrm>
                <a:off x="2159587" y="802366"/>
                <a:ext cx="185040" cy="214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74D3218-F68A-F4F3-7FF5-6135815E485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41587" y="784366"/>
                  <a:ext cx="220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9979FCD-DC17-FD62-73BA-31AAD7216583}"/>
                    </a:ext>
                  </a:extLst>
                </p14:cNvPr>
                <p14:cNvContentPartPr/>
                <p14:nvPr/>
              </p14:nvContentPartPr>
              <p14:xfrm>
                <a:off x="2362627" y="758446"/>
                <a:ext cx="101520" cy="197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9979FCD-DC17-FD62-73BA-31AAD721658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44627" y="740446"/>
                  <a:ext cx="1371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76CB1E8-C782-67C9-012E-1BEE860CD648}"/>
                    </a:ext>
                  </a:extLst>
                </p14:cNvPr>
                <p14:cNvContentPartPr/>
                <p14:nvPr/>
              </p14:nvContentPartPr>
              <p14:xfrm>
                <a:off x="2362267" y="897046"/>
                <a:ext cx="245880" cy="263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76CB1E8-C782-67C9-012E-1BEE860CD64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44267" y="879046"/>
                  <a:ext cx="2815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2D3B016-5088-CF57-BCFB-FB1F3A612B61}"/>
                    </a:ext>
                  </a:extLst>
                </p14:cNvPr>
                <p14:cNvContentPartPr/>
                <p14:nvPr/>
              </p14:nvContentPartPr>
              <p14:xfrm>
                <a:off x="2555587" y="1083886"/>
                <a:ext cx="140040" cy="141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2D3B016-5088-CF57-BCFB-FB1F3A612B6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37587" y="1065886"/>
                  <a:ext cx="175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F65E937-D095-DE14-AD83-4F02E74534F9}"/>
                    </a:ext>
                  </a:extLst>
                </p14:cNvPr>
                <p14:cNvContentPartPr/>
                <p14:nvPr/>
              </p14:nvContentPartPr>
              <p14:xfrm>
                <a:off x="2576827" y="1005766"/>
                <a:ext cx="118440" cy="153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F65E937-D095-DE14-AD83-4F02E74534F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58827" y="987766"/>
                  <a:ext cx="154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321477D-B078-7FF5-6F85-185A039D899F}"/>
                    </a:ext>
                  </a:extLst>
                </p14:cNvPr>
                <p14:cNvContentPartPr/>
                <p14:nvPr/>
              </p14:nvContentPartPr>
              <p14:xfrm>
                <a:off x="2706067" y="771406"/>
                <a:ext cx="23760" cy="49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321477D-B078-7FF5-6F85-185A039D899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88067" y="753406"/>
                  <a:ext cx="59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0A866F7-9CF9-96B7-AE4B-B8F2F53C3B68}"/>
                    </a:ext>
                  </a:extLst>
                </p14:cNvPr>
                <p14:cNvContentPartPr/>
                <p14:nvPr/>
              </p14:nvContentPartPr>
              <p14:xfrm>
                <a:off x="2767267" y="841246"/>
                <a:ext cx="7200" cy="12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0A866F7-9CF9-96B7-AE4B-B8F2F53C3B6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49267" y="823246"/>
                  <a:ext cx="42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37AA52-C021-2987-E132-6FF7BCD1E00D}"/>
                    </a:ext>
                  </a:extLst>
                </p14:cNvPr>
                <p14:cNvContentPartPr/>
                <p14:nvPr/>
              </p14:nvContentPartPr>
              <p14:xfrm>
                <a:off x="2704627" y="544606"/>
                <a:ext cx="193320" cy="183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37AA52-C021-2987-E132-6FF7BCD1E00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86627" y="526606"/>
                  <a:ext cx="228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6301612-2505-5501-728E-55B10B7B1A8E}"/>
                    </a:ext>
                  </a:extLst>
                </p14:cNvPr>
                <p14:cNvContentPartPr/>
                <p14:nvPr/>
              </p14:nvContentPartPr>
              <p14:xfrm>
                <a:off x="2819107" y="467926"/>
                <a:ext cx="181800" cy="1389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6301612-2505-5501-728E-55B10B7B1A8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01107" y="449926"/>
                  <a:ext cx="217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574CF58-FD43-1ACE-C2D0-9F17E9B464BE}"/>
                    </a:ext>
                  </a:extLst>
                </p14:cNvPr>
                <p14:cNvContentPartPr/>
                <p14:nvPr/>
              </p14:nvContentPartPr>
              <p14:xfrm>
                <a:off x="2890027" y="548206"/>
                <a:ext cx="265680" cy="283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574CF58-FD43-1ACE-C2D0-9F17E9B464B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72003" y="530229"/>
                  <a:ext cx="301368" cy="3189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67F6E9F-6EC6-AE5E-DA39-F0388CDCC983}"/>
                    </a:ext>
                  </a:extLst>
                </p14:cNvPr>
                <p14:cNvContentPartPr/>
                <p14:nvPr/>
              </p14:nvContentPartPr>
              <p14:xfrm>
                <a:off x="3078533" y="731093"/>
                <a:ext cx="170280" cy="157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67F6E9F-6EC6-AE5E-DA39-F0388CDCC98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60533" y="713052"/>
                  <a:ext cx="205920" cy="1930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023C587-C8B4-C493-F708-E3CA5404C5F1}"/>
                    </a:ext>
                  </a:extLst>
                </p14:cNvPr>
                <p14:cNvContentPartPr/>
                <p14:nvPr/>
              </p14:nvContentPartPr>
              <p14:xfrm>
                <a:off x="4088760" y="3235680"/>
                <a:ext cx="733320" cy="805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023C587-C8B4-C493-F708-E3CA5404C5F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70760" y="3217680"/>
                  <a:ext cx="76896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8C23353-E1F6-E7CB-B880-766339C2F129}"/>
                    </a:ext>
                  </a:extLst>
                </p14:cNvPr>
                <p14:cNvContentPartPr/>
                <p14:nvPr/>
              </p14:nvContentPartPr>
              <p14:xfrm>
                <a:off x="3398640" y="2367000"/>
                <a:ext cx="822240" cy="1153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8C23353-E1F6-E7CB-B880-766339C2F12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80640" y="2349000"/>
                  <a:ext cx="857880" cy="11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B6D6A01-5BE1-EF14-14F6-C6E1E785BB8E}"/>
                    </a:ext>
                  </a:extLst>
                </p14:cNvPr>
                <p14:cNvContentPartPr/>
                <p14:nvPr/>
              </p14:nvContentPartPr>
              <p14:xfrm>
                <a:off x="3641640" y="2293560"/>
                <a:ext cx="149760" cy="195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B6D6A01-5BE1-EF14-14F6-C6E1E785BB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23640" y="2275560"/>
                  <a:ext cx="1854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0594AAC-9EA3-3AFF-95A9-E799639C5BAE}"/>
                    </a:ext>
                  </a:extLst>
                </p14:cNvPr>
                <p14:cNvContentPartPr/>
                <p14:nvPr/>
              </p14:nvContentPartPr>
              <p14:xfrm>
                <a:off x="3712920" y="1899720"/>
                <a:ext cx="173520" cy="180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0594AAC-9EA3-3AFF-95A9-E799639C5BA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694920" y="1881720"/>
                  <a:ext cx="2091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BDC5345-AD86-4823-CBB4-4DEFAB84F4E5}"/>
              </a:ext>
            </a:extLst>
          </p:cNvPr>
          <p:cNvGrpSpPr/>
          <p:nvPr/>
        </p:nvGrpSpPr>
        <p:grpSpPr>
          <a:xfrm>
            <a:off x="5745120" y="3352680"/>
            <a:ext cx="5930640" cy="2396880"/>
            <a:chOff x="5745120" y="3352680"/>
            <a:chExt cx="5930640" cy="23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0F78E5F-FFDC-D41E-F394-A87475B54A1B}"/>
                    </a:ext>
                  </a:extLst>
                </p14:cNvPr>
                <p14:cNvContentPartPr/>
                <p14:nvPr/>
              </p14:nvContentPartPr>
              <p14:xfrm>
                <a:off x="6487800" y="3468960"/>
                <a:ext cx="40320" cy="679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0F78E5F-FFDC-D41E-F394-A87475B54A1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70160" y="3450960"/>
                  <a:ext cx="7596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081D21F-4F81-6C95-D716-07511F7E2007}"/>
                    </a:ext>
                  </a:extLst>
                </p14:cNvPr>
                <p14:cNvContentPartPr/>
                <p14:nvPr/>
              </p14:nvContentPartPr>
              <p14:xfrm>
                <a:off x="6189000" y="4102920"/>
                <a:ext cx="685440" cy="703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081D21F-4F81-6C95-D716-07511F7E200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71360" y="4085280"/>
                  <a:ext cx="72108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9CABCF-C75B-ABC9-CE16-3B1B3C586541}"/>
                    </a:ext>
                  </a:extLst>
                </p14:cNvPr>
                <p14:cNvContentPartPr/>
                <p14:nvPr/>
              </p14:nvContentPartPr>
              <p14:xfrm>
                <a:off x="6556200" y="4322520"/>
                <a:ext cx="33480" cy="348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9CABCF-C75B-ABC9-CE16-3B1B3C58654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538200" y="4304520"/>
                  <a:ext cx="691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FAAE8A-BF5D-9225-BF40-58120017A248}"/>
                    </a:ext>
                  </a:extLst>
                </p14:cNvPr>
                <p14:cNvContentPartPr/>
                <p14:nvPr/>
              </p14:nvContentPartPr>
              <p14:xfrm>
                <a:off x="6481680" y="4519440"/>
                <a:ext cx="180000" cy="98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FAAE8A-BF5D-9225-BF40-58120017A24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63680" y="4501440"/>
                  <a:ext cx="215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0D5E251-4994-833C-7457-46A2BCCC3D69}"/>
                    </a:ext>
                  </a:extLst>
                </p14:cNvPr>
                <p14:cNvContentPartPr/>
                <p14:nvPr/>
              </p14:nvContentPartPr>
              <p14:xfrm>
                <a:off x="5745120" y="4496400"/>
                <a:ext cx="247320" cy="182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0D5E251-4994-833C-7457-46A2BCCC3D6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727480" y="4478760"/>
                  <a:ext cx="2829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C93DA5-FCCA-EF30-DE68-F60E667EAE79}"/>
                    </a:ext>
                  </a:extLst>
                </p14:cNvPr>
                <p14:cNvContentPartPr/>
                <p14:nvPr/>
              </p14:nvContentPartPr>
              <p14:xfrm>
                <a:off x="5980560" y="4370760"/>
                <a:ext cx="89280" cy="219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C93DA5-FCCA-EF30-DE68-F60E667EAE7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62920" y="4353120"/>
                  <a:ext cx="1249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2BDA6B5-980D-E572-EB65-07F020C2D151}"/>
                    </a:ext>
                  </a:extLst>
                </p14:cNvPr>
                <p14:cNvContentPartPr/>
                <p14:nvPr/>
              </p14:nvContentPartPr>
              <p14:xfrm>
                <a:off x="5968320" y="4335840"/>
                <a:ext cx="127080" cy="87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2BDA6B5-980D-E572-EB65-07F020C2D15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50320" y="4317840"/>
                  <a:ext cx="162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0C5C618-D0D8-3041-9EFA-14C862A9D873}"/>
                    </a:ext>
                  </a:extLst>
                </p14:cNvPr>
                <p14:cNvContentPartPr/>
                <p14:nvPr/>
              </p14:nvContentPartPr>
              <p14:xfrm>
                <a:off x="6045000" y="4402440"/>
                <a:ext cx="16920" cy="50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0C5C618-D0D8-3041-9EFA-14C862A9D87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27360" y="4384800"/>
                  <a:ext cx="52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AEB575-42E6-224E-9B49-D6659F24ADB4}"/>
                    </a:ext>
                  </a:extLst>
                </p14:cNvPr>
                <p14:cNvContentPartPr/>
                <p14:nvPr/>
              </p14:nvContentPartPr>
              <p14:xfrm>
                <a:off x="6491760" y="3429720"/>
                <a:ext cx="1439640" cy="79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AEB575-42E6-224E-9B49-D6659F24ADB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73760" y="3412080"/>
                  <a:ext cx="1475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58E6D3B-E68D-A28A-0867-1B123DDC1782}"/>
                    </a:ext>
                  </a:extLst>
                </p14:cNvPr>
                <p14:cNvContentPartPr/>
                <p14:nvPr/>
              </p14:nvContentPartPr>
              <p14:xfrm>
                <a:off x="7802160" y="3465360"/>
                <a:ext cx="70200" cy="648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58E6D3B-E68D-A28A-0867-1B123DDC178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784160" y="3447360"/>
                  <a:ext cx="10584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9805F9A-68AE-6A54-55B3-A22439C297A3}"/>
                    </a:ext>
                  </a:extLst>
                </p14:cNvPr>
                <p14:cNvContentPartPr/>
                <p14:nvPr/>
              </p14:nvContentPartPr>
              <p14:xfrm>
                <a:off x="7760400" y="4182840"/>
                <a:ext cx="205560" cy="610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9805F9A-68AE-6A54-55B3-A22439C297A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742760" y="4165200"/>
                  <a:ext cx="24120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A965590-C484-B467-121B-420454D3D14F}"/>
                    </a:ext>
                  </a:extLst>
                </p14:cNvPr>
                <p14:cNvContentPartPr/>
                <p14:nvPr/>
              </p14:nvContentPartPr>
              <p14:xfrm>
                <a:off x="7904040" y="4795560"/>
                <a:ext cx="48960" cy="722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A965590-C484-B467-121B-420454D3D14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86040" y="4777560"/>
                  <a:ext cx="8460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60174D8-1682-2D1E-527B-5A3558ECD7ED}"/>
                    </a:ext>
                  </a:extLst>
                </p14:cNvPr>
                <p14:cNvContentPartPr/>
                <p14:nvPr/>
              </p14:nvContentPartPr>
              <p14:xfrm>
                <a:off x="6668880" y="4831200"/>
                <a:ext cx="102960" cy="918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60174D8-1682-2D1E-527B-5A3558ECD7E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50880" y="4813200"/>
                  <a:ext cx="138600" cy="9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3ABDBD2-1191-B170-732C-6B21C4031471}"/>
                    </a:ext>
                  </a:extLst>
                </p14:cNvPr>
                <p14:cNvContentPartPr/>
                <p14:nvPr/>
              </p14:nvContentPartPr>
              <p14:xfrm>
                <a:off x="6751320" y="5571720"/>
                <a:ext cx="1344600" cy="114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3ABDBD2-1191-B170-732C-6B21C403147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33680" y="5554080"/>
                  <a:ext cx="1380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3B32864-8B19-5B7B-02DE-3CD62BA8CA2B}"/>
                    </a:ext>
                  </a:extLst>
                </p14:cNvPr>
                <p14:cNvContentPartPr/>
                <p14:nvPr/>
              </p14:nvContentPartPr>
              <p14:xfrm>
                <a:off x="7846440" y="3376800"/>
                <a:ext cx="1083240" cy="105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3B32864-8B19-5B7B-02DE-3CD62BA8CA2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28800" y="3358800"/>
                  <a:ext cx="1118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C2CDE4E-5BFA-233F-D2C2-3D331F171283}"/>
                    </a:ext>
                  </a:extLst>
                </p14:cNvPr>
                <p14:cNvContentPartPr/>
                <p14:nvPr/>
              </p14:nvContentPartPr>
              <p14:xfrm>
                <a:off x="8050200" y="5423040"/>
                <a:ext cx="900000" cy="231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C2CDE4E-5BFA-233F-D2C2-3D331F17128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32200" y="5405400"/>
                  <a:ext cx="935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3DDAD2-1B2F-4E5D-97F9-BF221AB94C44}"/>
                    </a:ext>
                  </a:extLst>
                </p14:cNvPr>
                <p14:cNvContentPartPr/>
                <p14:nvPr/>
              </p14:nvContentPartPr>
              <p14:xfrm>
                <a:off x="8942640" y="5107320"/>
                <a:ext cx="33120" cy="322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3DDAD2-1B2F-4E5D-97F9-BF221AB94C4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24640" y="5089680"/>
                  <a:ext cx="687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939D25B-886C-E7FD-DEEA-1334DA00F415}"/>
                    </a:ext>
                  </a:extLst>
                </p14:cNvPr>
                <p14:cNvContentPartPr/>
                <p14:nvPr/>
              </p14:nvContentPartPr>
              <p14:xfrm>
                <a:off x="8799000" y="4421160"/>
                <a:ext cx="190800" cy="552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939D25B-886C-E7FD-DEEA-1334DA00F41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81000" y="4403520"/>
                  <a:ext cx="22644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1FEB0FB-C606-ECFB-8D01-8969ACF28308}"/>
                    </a:ext>
                  </a:extLst>
                </p14:cNvPr>
                <p14:cNvContentPartPr/>
                <p14:nvPr/>
              </p14:nvContentPartPr>
              <p14:xfrm>
                <a:off x="8896200" y="3406680"/>
                <a:ext cx="42480" cy="998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1FEB0FB-C606-ECFB-8D01-8969ACF2830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78560" y="3389040"/>
                  <a:ext cx="78120" cy="10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55FFDAD-A787-DB0B-8999-5D8BAD8971BE}"/>
                    </a:ext>
                  </a:extLst>
                </p14:cNvPr>
                <p14:cNvContentPartPr/>
                <p14:nvPr/>
              </p14:nvContentPartPr>
              <p14:xfrm>
                <a:off x="8929680" y="3367800"/>
                <a:ext cx="765360" cy="54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55FFDAD-A787-DB0B-8999-5D8BAD8971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911680" y="3349800"/>
                  <a:ext cx="801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EF55F09-DCF4-9BFB-CAD3-B9EF4D662793}"/>
                    </a:ext>
                  </a:extLst>
                </p14:cNvPr>
                <p14:cNvContentPartPr/>
                <p14:nvPr/>
              </p14:nvContentPartPr>
              <p14:xfrm>
                <a:off x="9697920" y="3378960"/>
                <a:ext cx="138600" cy="885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EF55F09-DCF4-9BFB-CAD3-B9EF4D66279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679920" y="3361320"/>
                  <a:ext cx="174240" cy="9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B9C408E-24FC-B1BD-E2B8-955759E01002}"/>
                    </a:ext>
                  </a:extLst>
                </p14:cNvPr>
                <p14:cNvContentPartPr/>
                <p14:nvPr/>
              </p14:nvContentPartPr>
              <p14:xfrm>
                <a:off x="9719880" y="4259520"/>
                <a:ext cx="168120" cy="519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B9C408E-24FC-B1BD-E2B8-955759E0100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01880" y="4241880"/>
                  <a:ext cx="20376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B65037C-02BA-7A46-9E4C-E30290C615CF}"/>
                    </a:ext>
                  </a:extLst>
                </p14:cNvPr>
                <p14:cNvContentPartPr/>
                <p14:nvPr/>
              </p14:nvContentPartPr>
              <p14:xfrm>
                <a:off x="9820680" y="4710960"/>
                <a:ext cx="54000" cy="654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B65037C-02BA-7A46-9E4C-E30290C615C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03040" y="4693320"/>
                  <a:ext cx="8964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4D229FA-63DF-2D24-2B09-8EF3BFC916E1}"/>
                    </a:ext>
                  </a:extLst>
                </p14:cNvPr>
                <p14:cNvContentPartPr/>
                <p14:nvPr/>
              </p14:nvContentPartPr>
              <p14:xfrm>
                <a:off x="9079800" y="5312160"/>
                <a:ext cx="799560" cy="48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4D229FA-63DF-2D24-2B09-8EF3BFC916E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062160" y="5294160"/>
                  <a:ext cx="835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72F096F-E2C0-3C30-D6B9-4CDAEE130DBC}"/>
                    </a:ext>
                  </a:extLst>
                </p14:cNvPr>
                <p14:cNvContentPartPr/>
                <p14:nvPr/>
              </p14:nvContentPartPr>
              <p14:xfrm>
                <a:off x="9706560" y="3352680"/>
                <a:ext cx="939600" cy="145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72F096F-E2C0-3C30-D6B9-4CDAEE130DB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88920" y="3334680"/>
                  <a:ext cx="975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E880166-2FC1-1198-D89D-BCE4A3E4C82B}"/>
                    </a:ext>
                  </a:extLst>
                </p14:cNvPr>
                <p14:cNvContentPartPr/>
                <p14:nvPr/>
              </p14:nvContentPartPr>
              <p14:xfrm>
                <a:off x="10573080" y="3366360"/>
                <a:ext cx="63720" cy="648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E880166-2FC1-1198-D89D-BCE4A3E4C82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555080" y="3348360"/>
                  <a:ext cx="9936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441021-52EF-4DE8-5214-356F1096F3EC}"/>
                    </a:ext>
                  </a:extLst>
                </p14:cNvPr>
                <p14:cNvContentPartPr/>
                <p14:nvPr/>
              </p14:nvContentPartPr>
              <p14:xfrm>
                <a:off x="10385160" y="3916800"/>
                <a:ext cx="538920" cy="577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1441021-52EF-4DE8-5214-356F1096F3E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67520" y="3899160"/>
                  <a:ext cx="57456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B2A3F20-676A-E665-C6A7-34D8F6013A09}"/>
                    </a:ext>
                  </a:extLst>
                </p14:cNvPr>
                <p14:cNvContentPartPr/>
                <p14:nvPr/>
              </p14:nvContentPartPr>
              <p14:xfrm>
                <a:off x="10008960" y="4556880"/>
                <a:ext cx="814680" cy="897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B2A3F20-676A-E665-C6A7-34D8F6013A0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91320" y="4538880"/>
                  <a:ext cx="850320" cy="9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DEC447C-1968-AFA1-0E61-EDC13F79C854}"/>
                    </a:ext>
                  </a:extLst>
                </p14:cNvPr>
                <p14:cNvContentPartPr/>
                <p14:nvPr/>
              </p14:nvContentPartPr>
              <p14:xfrm>
                <a:off x="10656240" y="4083480"/>
                <a:ext cx="59400" cy="302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DEC447C-1968-AFA1-0E61-EDC13F79C85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38600" y="4065840"/>
                  <a:ext cx="950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099D13D-ED9E-F89F-B600-B2482A990E65}"/>
                    </a:ext>
                  </a:extLst>
                </p14:cNvPr>
                <p14:cNvContentPartPr/>
                <p14:nvPr/>
              </p14:nvContentPartPr>
              <p14:xfrm>
                <a:off x="10583520" y="4078080"/>
                <a:ext cx="185400" cy="101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099D13D-ED9E-F89F-B600-B2482A990E6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565520" y="4060080"/>
                  <a:ext cx="221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F788954-A42D-B42B-187E-C8BCFD7C9894}"/>
                    </a:ext>
                  </a:extLst>
                </p14:cNvPr>
                <p14:cNvContentPartPr/>
                <p14:nvPr/>
              </p14:nvContentPartPr>
              <p14:xfrm>
                <a:off x="11175720" y="4093560"/>
                <a:ext cx="180000" cy="194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F788954-A42D-B42B-187E-C8BCFD7C989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158080" y="4075920"/>
                  <a:ext cx="215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263E93D-A4FA-A664-2804-D122BD46EE3E}"/>
                    </a:ext>
                  </a:extLst>
                </p14:cNvPr>
                <p14:cNvContentPartPr/>
                <p14:nvPr/>
              </p14:nvContentPartPr>
              <p14:xfrm>
                <a:off x="11301360" y="4131720"/>
                <a:ext cx="74880" cy="169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263E93D-A4FA-A664-2804-D122BD46EE3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283720" y="4113720"/>
                  <a:ext cx="110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BF8182A-68D0-DF63-3DB2-A7205DF264C8}"/>
                    </a:ext>
                  </a:extLst>
                </p14:cNvPr>
                <p14:cNvContentPartPr/>
                <p14:nvPr/>
              </p14:nvContentPartPr>
              <p14:xfrm>
                <a:off x="11490000" y="4004640"/>
                <a:ext cx="52200" cy="189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BF8182A-68D0-DF63-3DB2-A7205DF264C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72000" y="3986640"/>
                  <a:ext cx="87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550F1DB-1012-58F7-3870-C6C2776031F4}"/>
                    </a:ext>
                  </a:extLst>
                </p14:cNvPr>
                <p14:cNvContentPartPr/>
                <p14:nvPr/>
              </p14:nvContentPartPr>
              <p14:xfrm>
                <a:off x="11478840" y="3957840"/>
                <a:ext cx="196920" cy="101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550F1DB-1012-58F7-3870-C6C2776031F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60840" y="3940200"/>
                  <a:ext cx="2325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ECDEAF0-9F80-0262-6259-578FB1ABC778}"/>
                    </a:ext>
                  </a:extLst>
                </p14:cNvPr>
                <p14:cNvContentPartPr/>
                <p14:nvPr/>
              </p14:nvContentPartPr>
              <p14:xfrm>
                <a:off x="11520600" y="3998520"/>
                <a:ext cx="79560" cy="85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ECDEAF0-9F80-0262-6259-578FB1ABC77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502600" y="3980880"/>
                  <a:ext cx="115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82F1568-0BFB-BDCA-E392-E34F8FC5E40A}"/>
                    </a:ext>
                  </a:extLst>
                </p14:cNvPr>
                <p14:cNvContentPartPr/>
                <p14:nvPr/>
              </p14:nvContentPartPr>
              <p14:xfrm>
                <a:off x="9992760" y="4219200"/>
                <a:ext cx="181080" cy="228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82F1568-0BFB-BDCA-E392-E34F8FC5E40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974760" y="4201560"/>
                  <a:ext cx="216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9E0E3F4-F409-4A7D-6193-52B82117F029}"/>
                    </a:ext>
                  </a:extLst>
                </p14:cNvPr>
                <p14:cNvContentPartPr/>
                <p14:nvPr/>
              </p14:nvContentPartPr>
              <p14:xfrm>
                <a:off x="9141000" y="4304520"/>
                <a:ext cx="212040" cy="2602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9E0E3F4-F409-4A7D-6193-52B82117F02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123360" y="4286520"/>
                  <a:ext cx="2476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744C4F8-7AFD-6AB2-DB5A-1D265A1E08D9}"/>
                    </a:ext>
                  </a:extLst>
                </p14:cNvPr>
                <p14:cNvContentPartPr/>
                <p14:nvPr/>
              </p14:nvContentPartPr>
              <p14:xfrm>
                <a:off x="7422360" y="4310640"/>
                <a:ext cx="167040" cy="273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744C4F8-7AFD-6AB2-DB5A-1D265A1E08D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404720" y="4293000"/>
                  <a:ext cx="2026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4551579-5C6C-46CD-845E-1EE76CE36250}"/>
                    </a:ext>
                  </a:extLst>
                </p14:cNvPr>
                <p14:cNvContentPartPr/>
                <p14:nvPr/>
              </p14:nvContentPartPr>
              <p14:xfrm>
                <a:off x="9133440" y="3885120"/>
                <a:ext cx="218880" cy="58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4551579-5C6C-46CD-845E-1EE76CE3625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115440" y="3867480"/>
                  <a:ext cx="254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E386BA8-EC94-336F-4A3E-3FD7626943C9}"/>
                    </a:ext>
                  </a:extLst>
                </p14:cNvPr>
                <p14:cNvContentPartPr/>
                <p14:nvPr/>
              </p14:nvContentPartPr>
              <p14:xfrm>
                <a:off x="9195360" y="3797640"/>
                <a:ext cx="34560" cy="219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E386BA8-EC94-336F-4A3E-3FD7626943C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77360" y="3780000"/>
                  <a:ext cx="702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9EC5C46-93BB-0981-D232-47FD3156B453}"/>
                    </a:ext>
                  </a:extLst>
                </p14:cNvPr>
                <p14:cNvContentPartPr/>
                <p14:nvPr/>
              </p14:nvContentPartPr>
              <p14:xfrm>
                <a:off x="9150000" y="4975200"/>
                <a:ext cx="197640" cy="35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9EC5C46-93BB-0981-D232-47FD3156B45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32360" y="4957560"/>
                  <a:ext cx="233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DBE7C70-6F66-B522-38F8-7EFA44E71AE3}"/>
                    </a:ext>
                  </a:extLst>
                </p14:cNvPr>
                <p14:cNvContentPartPr/>
                <p14:nvPr/>
              </p14:nvContentPartPr>
              <p14:xfrm>
                <a:off x="9439800" y="4058640"/>
                <a:ext cx="117360" cy="203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DBE7C70-6F66-B522-38F8-7EFA44E71AE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422160" y="4041000"/>
                  <a:ext cx="153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86E65E-A687-D5A5-82BB-CF530D9DD569}"/>
                    </a:ext>
                  </a:extLst>
                </p14:cNvPr>
                <p14:cNvContentPartPr/>
                <p14:nvPr/>
              </p14:nvContentPartPr>
              <p14:xfrm>
                <a:off x="9581280" y="4156560"/>
                <a:ext cx="63720" cy="102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86E65E-A687-D5A5-82BB-CF530D9DD56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563280" y="4138920"/>
                  <a:ext cx="9936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A127E6D-2685-AD79-F50C-943FDCF02FE9}"/>
                  </a:ext>
                </a:extLst>
              </p14:cNvPr>
              <p14:cNvContentPartPr/>
              <p14:nvPr/>
            </p14:nvContentPartPr>
            <p14:xfrm>
              <a:off x="10544280" y="3258000"/>
              <a:ext cx="77760" cy="5565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A127E6D-2685-AD79-F50C-943FDCF02FE9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0490280" y="3150360"/>
                <a:ext cx="185400" cy="77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E898DE2-3B63-89F4-AC88-A18830A7A708}"/>
                  </a:ext>
                </a:extLst>
              </p14:cNvPr>
              <p14:cNvContentPartPr/>
              <p14:nvPr/>
            </p14:nvContentPartPr>
            <p14:xfrm>
              <a:off x="9984480" y="3297960"/>
              <a:ext cx="599400" cy="727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E898DE2-3B63-89F4-AC88-A18830A7A70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930480" y="3190320"/>
                <a:ext cx="70704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6D3B31B-1248-B329-D8D0-DC20B6498B06}"/>
              </a:ext>
            </a:extLst>
          </p:cNvPr>
          <p:cNvGrpSpPr/>
          <p:nvPr/>
        </p:nvGrpSpPr>
        <p:grpSpPr>
          <a:xfrm>
            <a:off x="7748160" y="3250080"/>
            <a:ext cx="2620080" cy="867600"/>
            <a:chOff x="7748160" y="3250080"/>
            <a:chExt cx="2620080" cy="86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0E62793-D003-2BBF-10C2-A51B70756A27}"/>
                    </a:ext>
                  </a:extLst>
                </p14:cNvPr>
                <p14:cNvContentPartPr/>
                <p14:nvPr/>
              </p14:nvContentPartPr>
              <p14:xfrm>
                <a:off x="9612240" y="3560760"/>
                <a:ext cx="331200" cy="191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0E62793-D003-2BBF-10C2-A51B70756A2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594240" y="3543120"/>
                  <a:ext cx="366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AD3478E-BCE3-0189-32DC-77B89AAA63CF}"/>
                    </a:ext>
                  </a:extLst>
                </p14:cNvPr>
                <p14:cNvContentPartPr/>
                <p14:nvPr/>
              </p14:nvContentPartPr>
              <p14:xfrm>
                <a:off x="10014720" y="3681720"/>
                <a:ext cx="64800" cy="185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AD3478E-BCE3-0189-32DC-77B89AAA63C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997080" y="3663720"/>
                  <a:ext cx="100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2D9E38A-6CF2-C747-E4B3-944216A51144}"/>
                    </a:ext>
                  </a:extLst>
                </p14:cNvPr>
                <p14:cNvContentPartPr/>
                <p14:nvPr/>
              </p14:nvContentPartPr>
              <p14:xfrm>
                <a:off x="10169880" y="3752280"/>
                <a:ext cx="37800" cy="127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2D9E38A-6CF2-C747-E4B3-944216A5114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51880" y="3734640"/>
                  <a:ext cx="73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7FC13FC-0F31-84CC-ED70-B25ACA1D5080}"/>
                    </a:ext>
                  </a:extLst>
                </p14:cNvPr>
                <p14:cNvContentPartPr/>
                <p14:nvPr/>
              </p14:nvContentPartPr>
              <p14:xfrm>
                <a:off x="8785680" y="3603240"/>
                <a:ext cx="212400" cy="116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7FC13FC-0F31-84CC-ED70-B25ACA1D508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67680" y="3585600"/>
                  <a:ext cx="2480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1D7F826-3506-7E5D-8C33-12CF91EEC856}"/>
                    </a:ext>
                  </a:extLst>
                </p14:cNvPr>
                <p14:cNvContentPartPr/>
                <p14:nvPr/>
              </p14:nvContentPartPr>
              <p14:xfrm>
                <a:off x="9195000" y="3537000"/>
                <a:ext cx="70200" cy="188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1D7F826-3506-7E5D-8C33-12CF91EEC85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177360" y="3519360"/>
                  <a:ext cx="105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C08F0D9-7E72-F175-76AD-46C771C038A1}"/>
                    </a:ext>
                  </a:extLst>
                </p14:cNvPr>
                <p14:cNvContentPartPr/>
                <p14:nvPr/>
              </p14:nvContentPartPr>
              <p14:xfrm>
                <a:off x="9150000" y="3578760"/>
                <a:ext cx="88560" cy="65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C08F0D9-7E72-F175-76AD-46C771C038A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132360" y="3560760"/>
                  <a:ext cx="124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EDCECFA-B597-F34E-907E-B29D700490E9}"/>
                    </a:ext>
                  </a:extLst>
                </p14:cNvPr>
                <p14:cNvContentPartPr/>
                <p14:nvPr/>
              </p14:nvContentPartPr>
              <p14:xfrm>
                <a:off x="9260160" y="3705840"/>
                <a:ext cx="62640" cy="39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EDCECFA-B597-F34E-907E-B29D700490E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42160" y="3688200"/>
                  <a:ext cx="98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BB98C01-3FD1-0216-AC10-EC3D8F1B5D80}"/>
                    </a:ext>
                  </a:extLst>
                </p14:cNvPr>
                <p14:cNvContentPartPr/>
                <p14:nvPr/>
              </p14:nvContentPartPr>
              <p14:xfrm>
                <a:off x="9412800" y="3648240"/>
                <a:ext cx="80280" cy="67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BB98C01-3FD1-0216-AC10-EC3D8F1B5D8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394800" y="3630240"/>
                  <a:ext cx="115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113A8A4-46E3-A1D1-B5D5-4DE5EBD79654}"/>
                    </a:ext>
                  </a:extLst>
                </p14:cNvPr>
                <p14:cNvContentPartPr/>
                <p14:nvPr/>
              </p14:nvContentPartPr>
              <p14:xfrm>
                <a:off x="7748160" y="3653280"/>
                <a:ext cx="257760" cy="142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113A8A4-46E3-A1D1-B5D5-4DE5EBD7965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730520" y="3635280"/>
                  <a:ext cx="293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6CA120F-1893-11FA-326A-2779F2175A3F}"/>
                    </a:ext>
                  </a:extLst>
                </p14:cNvPr>
                <p14:cNvContentPartPr/>
                <p14:nvPr/>
              </p14:nvContentPartPr>
              <p14:xfrm>
                <a:off x="8136960" y="3790440"/>
                <a:ext cx="57240" cy="226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6CA120F-1893-11FA-326A-2779F2175A3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118960" y="3772800"/>
                  <a:ext cx="928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C8A677E-C62A-7663-66FA-98382A895889}"/>
                    </a:ext>
                  </a:extLst>
                </p14:cNvPr>
                <p14:cNvContentPartPr/>
                <p14:nvPr/>
              </p14:nvContentPartPr>
              <p14:xfrm>
                <a:off x="8106360" y="3800880"/>
                <a:ext cx="80640" cy="918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C8A677E-C62A-7663-66FA-98382A89588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088360" y="3783240"/>
                  <a:ext cx="116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BC12FD7-5BC9-E6B9-5CA3-451E6A9BA9C2}"/>
                    </a:ext>
                  </a:extLst>
                </p14:cNvPr>
                <p14:cNvContentPartPr/>
                <p14:nvPr/>
              </p14:nvContentPartPr>
              <p14:xfrm>
                <a:off x="8178720" y="3946320"/>
                <a:ext cx="138600" cy="918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BC12FD7-5BC9-E6B9-5CA3-451E6A9BA9C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160720" y="3928320"/>
                  <a:ext cx="174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C370B91-7D9F-2BBD-C9B4-A87756E15637}"/>
                    </a:ext>
                  </a:extLst>
                </p14:cNvPr>
                <p14:cNvContentPartPr/>
                <p14:nvPr/>
              </p14:nvContentPartPr>
              <p14:xfrm>
                <a:off x="8411640" y="3928680"/>
                <a:ext cx="94320" cy="189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C370B91-7D9F-2BBD-C9B4-A87756E1563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393640" y="3911040"/>
                  <a:ext cx="129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676D7E6-1003-AA64-D062-1551E200A1FF}"/>
                    </a:ext>
                  </a:extLst>
                </p14:cNvPr>
                <p14:cNvContentPartPr/>
                <p14:nvPr/>
              </p14:nvContentPartPr>
              <p14:xfrm>
                <a:off x="9709440" y="3356640"/>
                <a:ext cx="88920" cy="93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676D7E6-1003-AA64-D062-1551E200A1F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91800" y="3338640"/>
                  <a:ext cx="124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0BAF653-9D13-BD25-2CB7-590FA5D8D2D6}"/>
                    </a:ext>
                  </a:extLst>
                </p14:cNvPr>
                <p14:cNvContentPartPr/>
                <p14:nvPr/>
              </p14:nvContentPartPr>
              <p14:xfrm>
                <a:off x="10173480" y="3250080"/>
                <a:ext cx="194760" cy="3002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0BAF653-9D13-BD25-2CB7-590FA5D8D2D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155840" y="3232080"/>
                  <a:ext cx="230400" cy="33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2EA58F78-58B2-CE7A-E903-FE6568229DF7}"/>
                  </a:ext>
                </a:extLst>
              </p14:cNvPr>
              <p14:cNvContentPartPr/>
              <p14:nvPr/>
            </p14:nvContentPartPr>
            <p14:xfrm>
              <a:off x="9644640" y="3355920"/>
              <a:ext cx="147240" cy="655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2EA58F78-58B2-CE7A-E903-FE6568229DF7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627000" y="3338280"/>
                <a:ext cx="182880" cy="10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9540EFB-1133-3724-BE7B-017AE0CD0221}"/>
              </a:ext>
            </a:extLst>
          </p:cNvPr>
          <p:cNvGrpSpPr/>
          <p:nvPr/>
        </p:nvGrpSpPr>
        <p:grpSpPr>
          <a:xfrm>
            <a:off x="9616200" y="2855160"/>
            <a:ext cx="348840" cy="297360"/>
            <a:chOff x="9616200" y="2855160"/>
            <a:chExt cx="3488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BD5DE9D-BD5B-7B15-A80D-74B2C239CF33}"/>
                    </a:ext>
                  </a:extLst>
                </p14:cNvPr>
                <p14:cNvContentPartPr/>
                <p14:nvPr/>
              </p14:nvContentPartPr>
              <p14:xfrm>
                <a:off x="9616200" y="2944440"/>
                <a:ext cx="348840" cy="163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BD5DE9D-BD5B-7B15-A80D-74B2C239CF3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598200" y="2926800"/>
                  <a:ext cx="384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FD874A7-7650-2978-0E0B-0E34EC445175}"/>
                    </a:ext>
                  </a:extLst>
                </p14:cNvPr>
                <p14:cNvContentPartPr/>
                <p14:nvPr/>
              </p14:nvContentPartPr>
              <p14:xfrm>
                <a:off x="9732120" y="2855160"/>
                <a:ext cx="194760" cy="297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FD874A7-7650-2978-0E0B-0E34EC44517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14120" y="2837160"/>
                  <a:ext cx="23040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AABEDD32-2759-0608-BB52-CA1AAC1BB4F8}"/>
              </a:ext>
            </a:extLst>
          </p:cNvPr>
          <p:cNvGrpSpPr/>
          <p:nvPr/>
        </p:nvGrpSpPr>
        <p:grpSpPr>
          <a:xfrm>
            <a:off x="263760" y="3721680"/>
            <a:ext cx="6975000" cy="2784600"/>
            <a:chOff x="263760" y="3721680"/>
            <a:chExt cx="6975000" cy="278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06E05DD-75C0-B7D8-1BC9-3F6D8C2A9007}"/>
                    </a:ext>
                  </a:extLst>
                </p14:cNvPr>
                <p14:cNvContentPartPr/>
                <p14:nvPr/>
              </p14:nvContentPartPr>
              <p14:xfrm>
                <a:off x="548520" y="4985640"/>
                <a:ext cx="48960" cy="4312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06E05DD-75C0-B7D8-1BC9-3F6D8C2A900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30520" y="4968000"/>
                  <a:ext cx="8460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5159E4B-0A3F-3520-A230-BE0CE96DCFE8}"/>
                    </a:ext>
                  </a:extLst>
                </p14:cNvPr>
                <p14:cNvContentPartPr/>
                <p14:nvPr/>
              </p14:nvContentPartPr>
              <p14:xfrm>
                <a:off x="513600" y="4985280"/>
                <a:ext cx="246960" cy="1843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5159E4B-0A3F-3520-A230-BE0CE96DCFE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95600" y="4967280"/>
                  <a:ext cx="282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16A09DA-3FC2-EA01-870D-F3E43459AAB0}"/>
                    </a:ext>
                  </a:extLst>
                </p14:cNvPr>
                <p14:cNvContentPartPr/>
                <p14:nvPr/>
              </p14:nvContentPartPr>
              <p14:xfrm>
                <a:off x="862800" y="4965480"/>
                <a:ext cx="94320" cy="1069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16A09DA-3FC2-EA01-870D-F3E43459AAB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5160" y="4947480"/>
                  <a:ext cx="129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14D10E8-5CF0-DDFB-C8B8-6F45E80C7080}"/>
                    </a:ext>
                  </a:extLst>
                </p14:cNvPr>
                <p14:cNvContentPartPr/>
                <p14:nvPr/>
              </p14:nvContentPartPr>
              <p14:xfrm>
                <a:off x="992040" y="4756680"/>
                <a:ext cx="112320" cy="2559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14D10E8-5CF0-DDFB-C8B8-6F45E80C708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74400" y="4739040"/>
                  <a:ext cx="147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7DAFD32-75C1-6FF6-2788-0BF2FE074D27}"/>
                    </a:ext>
                  </a:extLst>
                </p14:cNvPr>
                <p14:cNvContentPartPr/>
                <p14:nvPr/>
              </p14:nvContentPartPr>
              <p14:xfrm>
                <a:off x="1189680" y="4753800"/>
                <a:ext cx="201960" cy="1724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7DAFD32-75C1-6FF6-2788-0BF2FE074D2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72040" y="4736160"/>
                  <a:ext cx="237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D0BD522-6755-122B-27F0-5423900A5503}"/>
                    </a:ext>
                  </a:extLst>
                </p14:cNvPr>
                <p14:cNvContentPartPr/>
                <p14:nvPr/>
              </p14:nvContentPartPr>
              <p14:xfrm>
                <a:off x="1462920" y="4615920"/>
                <a:ext cx="174960" cy="108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D0BD522-6755-122B-27F0-5423900A550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444920" y="4597920"/>
                  <a:ext cx="210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5E852F7-DB79-0F11-1527-1CA31A25E024}"/>
                    </a:ext>
                  </a:extLst>
                </p14:cNvPr>
                <p14:cNvContentPartPr/>
                <p14:nvPr/>
              </p14:nvContentPartPr>
              <p14:xfrm>
                <a:off x="1552560" y="4529880"/>
                <a:ext cx="68400" cy="3031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5E852F7-DB79-0F11-1527-1CA31A25E02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534920" y="4511880"/>
                  <a:ext cx="1040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3685EAD-1F6F-9D49-664F-CDA14B419ACA}"/>
                    </a:ext>
                  </a:extLst>
                </p14:cNvPr>
                <p14:cNvContentPartPr/>
                <p14:nvPr/>
              </p14:nvContentPartPr>
              <p14:xfrm>
                <a:off x="263760" y="4077360"/>
                <a:ext cx="1773000" cy="14547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3685EAD-1F6F-9D49-664F-CDA14B419AC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46120" y="4059360"/>
                  <a:ext cx="1808640" cy="14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6D838EA-F352-16FC-1A29-329ADE77B74E}"/>
                    </a:ext>
                  </a:extLst>
                </p14:cNvPr>
                <p14:cNvContentPartPr/>
                <p14:nvPr/>
              </p14:nvContentPartPr>
              <p14:xfrm>
                <a:off x="322080" y="4953240"/>
                <a:ext cx="407520" cy="830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6D838EA-F352-16FC-1A29-329ADE77B74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04440" y="4935240"/>
                  <a:ext cx="44316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CBE81CB-FC46-6B0F-CDA1-CECE823601EB}"/>
                    </a:ext>
                  </a:extLst>
                </p14:cNvPr>
                <p14:cNvContentPartPr/>
                <p14:nvPr/>
              </p14:nvContentPartPr>
              <p14:xfrm>
                <a:off x="2121000" y="4285080"/>
                <a:ext cx="156240" cy="307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CBE81CB-FC46-6B0F-CDA1-CECE823601E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103360" y="4267080"/>
                  <a:ext cx="1918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F815CA9-D92C-4278-5F93-67C5B9FF59B2}"/>
                    </a:ext>
                  </a:extLst>
                </p14:cNvPr>
                <p14:cNvContentPartPr/>
                <p14:nvPr/>
              </p14:nvContentPartPr>
              <p14:xfrm>
                <a:off x="2181480" y="4276800"/>
                <a:ext cx="262800" cy="199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F815CA9-D92C-4278-5F93-67C5B9FF59B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163840" y="4258800"/>
                  <a:ext cx="298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EB220C0-107D-B2E7-7CCB-74341234B1B3}"/>
                    </a:ext>
                  </a:extLst>
                </p14:cNvPr>
                <p14:cNvContentPartPr/>
                <p14:nvPr/>
              </p14:nvContentPartPr>
              <p14:xfrm>
                <a:off x="2461200" y="4198680"/>
                <a:ext cx="155880" cy="1576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EB220C0-107D-B2E7-7CCB-74341234B1B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443200" y="4180680"/>
                  <a:ext cx="191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0175646-D8FC-CC83-5E0B-5EBDF3431295}"/>
                    </a:ext>
                  </a:extLst>
                </p14:cNvPr>
                <p14:cNvContentPartPr/>
                <p14:nvPr/>
              </p14:nvContentPartPr>
              <p14:xfrm>
                <a:off x="2668560" y="4053960"/>
                <a:ext cx="111960" cy="2844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0175646-D8FC-CC83-5E0B-5EBDF343129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650920" y="4036320"/>
                  <a:ext cx="1476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9FF1237-C7B9-E788-DF5D-3BF0374DD04A}"/>
                    </a:ext>
                  </a:extLst>
                </p14:cNvPr>
                <p14:cNvContentPartPr/>
                <p14:nvPr/>
              </p14:nvContentPartPr>
              <p14:xfrm>
                <a:off x="2817240" y="4222080"/>
                <a:ext cx="109800" cy="1159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9FF1237-C7B9-E788-DF5D-3BF0374DD04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799600" y="4204080"/>
                  <a:ext cx="145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57424E6-3694-F181-AE53-38818785460F}"/>
                    </a:ext>
                  </a:extLst>
                </p14:cNvPr>
                <p14:cNvContentPartPr/>
                <p14:nvPr/>
              </p14:nvContentPartPr>
              <p14:xfrm>
                <a:off x="2186160" y="5481720"/>
                <a:ext cx="252720" cy="259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57424E6-3694-F181-AE53-38818785460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168160" y="5463720"/>
                  <a:ext cx="2883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ECCBB92-63CB-E63B-B279-60D2243D83F9}"/>
                    </a:ext>
                  </a:extLst>
                </p14:cNvPr>
                <p14:cNvContentPartPr/>
                <p14:nvPr/>
              </p14:nvContentPartPr>
              <p14:xfrm>
                <a:off x="2340240" y="5546880"/>
                <a:ext cx="44280" cy="353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ECCBB92-63CB-E63B-B279-60D2243D83F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22240" y="5528880"/>
                  <a:ext cx="799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2F937E1-BCC2-74F8-FE67-6EC84D6282D3}"/>
                    </a:ext>
                  </a:extLst>
                </p14:cNvPr>
                <p14:cNvContentPartPr/>
                <p14:nvPr/>
              </p14:nvContentPartPr>
              <p14:xfrm>
                <a:off x="2517360" y="5487480"/>
                <a:ext cx="32040" cy="267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2F937E1-BCC2-74F8-FE67-6EC84D6282D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499720" y="5469840"/>
                  <a:ext cx="676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8A61BC2-D502-47CA-0096-38579EAD8151}"/>
                    </a:ext>
                  </a:extLst>
                </p14:cNvPr>
                <p14:cNvContentPartPr/>
                <p14:nvPr/>
              </p14:nvContentPartPr>
              <p14:xfrm>
                <a:off x="2524560" y="5491800"/>
                <a:ext cx="170640" cy="1738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8A61BC2-D502-47CA-0096-38579EAD815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506920" y="5474160"/>
                  <a:ext cx="206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B9B2C64-C3EE-6879-1707-31F568075BBA}"/>
                    </a:ext>
                  </a:extLst>
                </p14:cNvPr>
                <p14:cNvContentPartPr/>
                <p14:nvPr/>
              </p14:nvContentPartPr>
              <p14:xfrm>
                <a:off x="2537880" y="5559120"/>
                <a:ext cx="119520" cy="93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B9B2C64-C3EE-6879-1707-31F568075BB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519880" y="5541120"/>
                  <a:ext cx="155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2DAA7A1-D6B2-0393-D070-5E18F67445BE}"/>
                    </a:ext>
                  </a:extLst>
                </p14:cNvPr>
                <p14:cNvContentPartPr/>
                <p14:nvPr/>
              </p14:nvContentPartPr>
              <p14:xfrm>
                <a:off x="2750640" y="5552280"/>
                <a:ext cx="28440" cy="270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2DAA7A1-D6B2-0393-D070-5E18F67445B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733000" y="5534640"/>
                  <a:ext cx="64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EA5A440-7CA6-3295-C36C-819176F59787}"/>
                    </a:ext>
                  </a:extLst>
                </p14:cNvPr>
                <p14:cNvContentPartPr/>
                <p14:nvPr/>
              </p14:nvContentPartPr>
              <p14:xfrm>
                <a:off x="2799600" y="5602320"/>
                <a:ext cx="76320" cy="36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EA5A440-7CA6-3295-C36C-819176F5978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781960" y="5584680"/>
                  <a:ext cx="111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45325C9-E344-223D-E307-7FC6B669FE66}"/>
                    </a:ext>
                  </a:extLst>
                </p14:cNvPr>
                <p14:cNvContentPartPr/>
                <p14:nvPr/>
              </p14:nvContentPartPr>
              <p14:xfrm>
                <a:off x="3015240" y="5355000"/>
                <a:ext cx="104760" cy="3085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45325C9-E344-223D-E307-7FC6B669FE6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997240" y="5337000"/>
                  <a:ext cx="1404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89848A1-991B-82D1-ABD5-3A30D9E68E94}"/>
                    </a:ext>
                  </a:extLst>
                </p14:cNvPr>
                <p14:cNvContentPartPr/>
                <p14:nvPr/>
              </p14:nvContentPartPr>
              <p14:xfrm>
                <a:off x="2974920" y="5346360"/>
                <a:ext cx="106920" cy="55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89848A1-991B-82D1-ABD5-3A30D9E68E9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956920" y="5328360"/>
                  <a:ext cx="142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BD06EED-822F-770A-4AC2-616DA2EB702F}"/>
                    </a:ext>
                  </a:extLst>
                </p14:cNvPr>
                <p14:cNvContentPartPr/>
                <p14:nvPr/>
              </p14:nvContentPartPr>
              <p14:xfrm>
                <a:off x="3089400" y="5638320"/>
                <a:ext cx="83880" cy="907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BD06EED-822F-770A-4AC2-616DA2EB702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071760" y="5620320"/>
                  <a:ext cx="119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A54DB45-2959-1716-D468-8D82977D4281}"/>
                    </a:ext>
                  </a:extLst>
                </p14:cNvPr>
                <p14:cNvContentPartPr/>
                <p14:nvPr/>
              </p14:nvContentPartPr>
              <p14:xfrm>
                <a:off x="3300720" y="5548320"/>
                <a:ext cx="14760" cy="1706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A54DB45-2959-1716-D468-8D82977D428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282720" y="5530680"/>
                  <a:ext cx="50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B9866A7-B74E-5AD2-59A4-36F7D9364B01}"/>
                    </a:ext>
                  </a:extLst>
                </p14:cNvPr>
                <p14:cNvContentPartPr/>
                <p14:nvPr/>
              </p14:nvContentPartPr>
              <p14:xfrm>
                <a:off x="3352200" y="5447520"/>
                <a:ext cx="144000" cy="388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B9866A7-B74E-5AD2-59A4-36F7D9364B0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334560" y="5429880"/>
                  <a:ext cx="179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ED3784F-6E5C-0090-8D5B-F7C72AE9911C}"/>
                    </a:ext>
                  </a:extLst>
                </p14:cNvPr>
                <p14:cNvContentPartPr/>
                <p14:nvPr/>
              </p14:nvContentPartPr>
              <p14:xfrm>
                <a:off x="3482520" y="5337360"/>
                <a:ext cx="40680" cy="211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ED3784F-6E5C-0090-8D5B-F7C72AE9911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64520" y="5319360"/>
                  <a:ext cx="76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E1B7E9D-9C76-E036-0B37-C56B02B5D996}"/>
                    </a:ext>
                  </a:extLst>
                </p14:cNvPr>
                <p14:cNvContentPartPr/>
                <p14:nvPr/>
              </p14:nvContentPartPr>
              <p14:xfrm>
                <a:off x="3661080" y="5238720"/>
                <a:ext cx="63000" cy="259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E1B7E9D-9C76-E036-0B37-C56B02B5D99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643080" y="5220720"/>
                  <a:ext cx="986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4287F04-F196-9F02-F3F1-78CDDF779859}"/>
                    </a:ext>
                  </a:extLst>
                </p14:cNvPr>
                <p14:cNvContentPartPr/>
                <p14:nvPr/>
              </p14:nvContentPartPr>
              <p14:xfrm>
                <a:off x="3620400" y="5241240"/>
                <a:ext cx="93600" cy="66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4287F04-F196-9F02-F3F1-78CDDF77985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602400" y="5223600"/>
                  <a:ext cx="129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9A85C11-E64D-5DC2-7282-4377DF85BCF1}"/>
                    </a:ext>
                  </a:extLst>
                </p14:cNvPr>
                <p14:cNvContentPartPr/>
                <p14:nvPr/>
              </p14:nvContentPartPr>
              <p14:xfrm>
                <a:off x="3715440" y="5465880"/>
                <a:ext cx="47880" cy="54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9A85C11-E64D-5DC2-7282-4377DF85BCF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697800" y="5447880"/>
                  <a:ext cx="83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86DA570-D4A3-DE25-025D-E0EF1A510C53}"/>
                    </a:ext>
                  </a:extLst>
                </p14:cNvPr>
                <p14:cNvContentPartPr/>
                <p14:nvPr/>
              </p14:nvContentPartPr>
              <p14:xfrm>
                <a:off x="3858720" y="5412240"/>
                <a:ext cx="193680" cy="1659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86DA570-D4A3-DE25-025D-E0EF1A510C5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840720" y="5394600"/>
                  <a:ext cx="229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94F9263-EFD9-070E-85F1-32D75407A12E}"/>
                    </a:ext>
                  </a:extLst>
                </p14:cNvPr>
                <p14:cNvContentPartPr/>
                <p14:nvPr/>
              </p14:nvContentPartPr>
              <p14:xfrm>
                <a:off x="4048800" y="5290560"/>
                <a:ext cx="151920" cy="698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94F9263-EFD9-070E-85F1-32D75407A12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030800" y="5272920"/>
                  <a:ext cx="187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457046F-7315-3B36-FDC5-0621D90B20ED}"/>
                    </a:ext>
                  </a:extLst>
                </p14:cNvPr>
                <p14:cNvContentPartPr/>
                <p14:nvPr/>
              </p14:nvContentPartPr>
              <p14:xfrm>
                <a:off x="4149240" y="5232960"/>
                <a:ext cx="38520" cy="1558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457046F-7315-3B36-FDC5-0621D90B20E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131600" y="5214960"/>
                  <a:ext cx="74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F77CC3E-2416-A7F2-23CA-04C8C19D5DEA}"/>
                    </a:ext>
                  </a:extLst>
                </p14:cNvPr>
                <p14:cNvContentPartPr/>
                <p14:nvPr/>
              </p14:nvContentPartPr>
              <p14:xfrm>
                <a:off x="4278120" y="5105880"/>
                <a:ext cx="112680" cy="3308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F77CC3E-2416-A7F2-23CA-04C8C19D5DE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260480" y="5087880"/>
                  <a:ext cx="148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4F2CEF6-DA7F-AB71-DFBC-264B7854B798}"/>
                    </a:ext>
                  </a:extLst>
                </p14:cNvPr>
                <p14:cNvContentPartPr/>
                <p14:nvPr/>
              </p14:nvContentPartPr>
              <p14:xfrm>
                <a:off x="4246080" y="5108040"/>
                <a:ext cx="102600" cy="56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4F2CEF6-DA7F-AB71-DFBC-264B7854B79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228080" y="5090400"/>
                  <a:ext cx="1382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5F14DE0-E707-6ED9-E601-6469C501F015}"/>
                    </a:ext>
                  </a:extLst>
                </p14:cNvPr>
                <p14:cNvContentPartPr/>
                <p14:nvPr/>
              </p14:nvContentPartPr>
              <p14:xfrm>
                <a:off x="4394760" y="5344200"/>
                <a:ext cx="112320" cy="579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5F14DE0-E707-6ED9-E601-6469C501F01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377120" y="5326560"/>
                  <a:ext cx="147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944A25B-AB72-1938-F8C4-B8E3016A75A9}"/>
                    </a:ext>
                  </a:extLst>
                </p14:cNvPr>
                <p14:cNvContentPartPr/>
                <p14:nvPr/>
              </p14:nvContentPartPr>
              <p14:xfrm>
                <a:off x="4555680" y="5338800"/>
                <a:ext cx="127080" cy="272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944A25B-AB72-1938-F8C4-B8E3016A75A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538040" y="5321160"/>
                  <a:ext cx="1627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DE717E1-AE6F-5454-5B84-D8A54059B331}"/>
                    </a:ext>
                  </a:extLst>
                </p14:cNvPr>
                <p14:cNvContentPartPr/>
                <p14:nvPr/>
              </p14:nvContentPartPr>
              <p14:xfrm>
                <a:off x="4749000" y="5180760"/>
                <a:ext cx="174960" cy="738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DE717E1-AE6F-5454-5B84-D8A54059B33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31000" y="5163120"/>
                  <a:ext cx="210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0811C10-C452-4C8A-42F8-8705337F3675}"/>
                    </a:ext>
                  </a:extLst>
                </p14:cNvPr>
                <p14:cNvContentPartPr/>
                <p14:nvPr/>
              </p14:nvContentPartPr>
              <p14:xfrm>
                <a:off x="4825320" y="5112720"/>
                <a:ext cx="43920" cy="212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0811C10-C452-4C8A-42F8-8705337F367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807320" y="5095080"/>
                  <a:ext cx="795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D65DA29-578D-6D62-4D2E-4521BA7AD6AB}"/>
                    </a:ext>
                  </a:extLst>
                </p14:cNvPr>
                <p14:cNvContentPartPr/>
                <p14:nvPr/>
              </p14:nvContentPartPr>
              <p14:xfrm>
                <a:off x="5035200" y="5077080"/>
                <a:ext cx="201600" cy="1666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D65DA29-578D-6D62-4D2E-4521BA7AD6A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017200" y="5059440"/>
                  <a:ext cx="237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858DFAB3-5293-FB9B-AA7C-0D8845E7D5F5}"/>
                    </a:ext>
                  </a:extLst>
                </p14:cNvPr>
                <p14:cNvContentPartPr/>
                <p14:nvPr/>
              </p14:nvContentPartPr>
              <p14:xfrm>
                <a:off x="5336880" y="5011200"/>
                <a:ext cx="25200" cy="2692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858DFAB3-5293-FB9B-AA7C-0D8845E7D5F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318880" y="4993200"/>
                  <a:ext cx="608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C9B6BA8-4E19-7AE4-FF1B-4C00DA223EBB}"/>
                    </a:ext>
                  </a:extLst>
                </p14:cNvPr>
                <p14:cNvContentPartPr/>
                <p14:nvPr/>
              </p14:nvContentPartPr>
              <p14:xfrm>
                <a:off x="5356680" y="5024520"/>
                <a:ext cx="138600" cy="1526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C9B6BA8-4E19-7AE4-FF1B-4C00DA223EB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339040" y="5006880"/>
                  <a:ext cx="174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147DE5A-3F2C-BC57-7163-ED783D0EC8BC}"/>
                    </a:ext>
                  </a:extLst>
                </p14:cNvPr>
                <p14:cNvContentPartPr/>
                <p14:nvPr/>
              </p14:nvContentPartPr>
              <p14:xfrm>
                <a:off x="5395560" y="5105520"/>
                <a:ext cx="82800" cy="583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147DE5A-3F2C-BC57-7163-ED783D0EC8B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377560" y="5087520"/>
                  <a:ext cx="118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7A815D3-5BDE-EE50-D66F-B48D5C238AC8}"/>
                    </a:ext>
                  </a:extLst>
                </p14:cNvPr>
                <p14:cNvContentPartPr/>
                <p14:nvPr/>
              </p14:nvContentPartPr>
              <p14:xfrm>
                <a:off x="6367560" y="3721680"/>
                <a:ext cx="220680" cy="124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7A815D3-5BDE-EE50-D66F-B48D5C238AC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349920" y="3704040"/>
                  <a:ext cx="2563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D4BCC48-A9FE-E2FF-0B9F-0B2411531DFA}"/>
                    </a:ext>
                  </a:extLst>
                </p14:cNvPr>
                <p14:cNvContentPartPr/>
                <p14:nvPr/>
              </p14:nvContentPartPr>
              <p14:xfrm>
                <a:off x="6868680" y="3733560"/>
                <a:ext cx="66240" cy="194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D4BCC48-A9FE-E2FF-0B9F-0B2411531DF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50680" y="3715920"/>
                  <a:ext cx="101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EAB9747-367E-C5A9-AC80-F48A7AC4CD2D}"/>
                    </a:ext>
                  </a:extLst>
                </p14:cNvPr>
                <p14:cNvContentPartPr/>
                <p14:nvPr/>
              </p14:nvContentPartPr>
              <p14:xfrm>
                <a:off x="6789120" y="3736080"/>
                <a:ext cx="150840" cy="1018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EAB9747-367E-C5A9-AC80-F48A7AC4CD2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771480" y="3718080"/>
                  <a:ext cx="186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2146A0C-BA76-C88E-3855-91F13FAA26E2}"/>
                    </a:ext>
                  </a:extLst>
                </p14:cNvPr>
                <p14:cNvContentPartPr/>
                <p14:nvPr/>
              </p14:nvContentPartPr>
              <p14:xfrm>
                <a:off x="6885600" y="3920400"/>
                <a:ext cx="128880" cy="103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2146A0C-BA76-C88E-3855-91F13FAA26E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867600" y="3902760"/>
                  <a:ext cx="164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B3583ED-C89D-989B-EF2A-CF0DB368EE71}"/>
                    </a:ext>
                  </a:extLst>
                </p14:cNvPr>
                <p14:cNvContentPartPr/>
                <p14:nvPr/>
              </p14:nvContentPartPr>
              <p14:xfrm>
                <a:off x="7085400" y="3835440"/>
                <a:ext cx="94680" cy="64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B3583ED-C89D-989B-EF2A-CF0DB368EE7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067760" y="3817440"/>
                  <a:ext cx="1303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7102792-2351-FDB1-DD3D-A557D5AA6CDB}"/>
                    </a:ext>
                  </a:extLst>
                </p14:cNvPr>
                <p14:cNvContentPartPr/>
                <p14:nvPr/>
              </p14:nvContentPartPr>
              <p14:xfrm>
                <a:off x="7175040" y="3805920"/>
                <a:ext cx="63720" cy="250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7102792-2351-FDB1-DD3D-A557D5AA6CD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157400" y="3787920"/>
                  <a:ext cx="99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4B83A43-5C8B-1FE0-5451-936D16D92390}"/>
                    </a:ext>
                  </a:extLst>
                </p14:cNvPr>
                <p14:cNvContentPartPr/>
                <p14:nvPr/>
              </p14:nvContentPartPr>
              <p14:xfrm>
                <a:off x="5915760" y="4017240"/>
                <a:ext cx="1238400" cy="11473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4B83A43-5C8B-1FE0-5451-936D16D9239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898120" y="3999600"/>
                  <a:ext cx="1274040" cy="11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22D5D61-0DC9-0BF2-12DD-71E32A0079A6}"/>
                    </a:ext>
                  </a:extLst>
                </p14:cNvPr>
                <p14:cNvContentPartPr/>
                <p14:nvPr/>
              </p14:nvContentPartPr>
              <p14:xfrm>
                <a:off x="5986680" y="4137120"/>
                <a:ext cx="980640" cy="1236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22D5D61-0DC9-0BF2-12DD-71E32A0079A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969040" y="4119120"/>
                  <a:ext cx="1016280" cy="12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21AF101-21D9-9DEF-33F6-A784F2ECC17B}"/>
                    </a:ext>
                  </a:extLst>
                </p14:cNvPr>
                <p14:cNvContentPartPr/>
                <p14:nvPr/>
              </p14:nvContentPartPr>
              <p14:xfrm>
                <a:off x="2599800" y="6110640"/>
                <a:ext cx="219960" cy="2088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21AF101-21D9-9DEF-33F6-A784F2ECC17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582160" y="6093000"/>
                  <a:ext cx="255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691FBF0-65EB-6C03-9145-6F4B30FB5A5F}"/>
                    </a:ext>
                  </a:extLst>
                </p14:cNvPr>
                <p14:cNvContentPartPr/>
                <p14:nvPr/>
              </p14:nvContentPartPr>
              <p14:xfrm>
                <a:off x="2773320" y="6175800"/>
                <a:ext cx="66240" cy="3304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691FBF0-65EB-6C03-9145-6F4B30FB5A5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755320" y="6158160"/>
                  <a:ext cx="1018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4B10892-F122-DF73-0AD3-5BC0151CA603}"/>
                    </a:ext>
                  </a:extLst>
                </p14:cNvPr>
                <p14:cNvContentPartPr/>
                <p14:nvPr/>
              </p14:nvContentPartPr>
              <p14:xfrm>
                <a:off x="2956920" y="6116760"/>
                <a:ext cx="39240" cy="255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4B10892-F122-DF73-0AD3-5BC0151CA60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938920" y="6098760"/>
                  <a:ext cx="748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C09A2C2-5F64-0F97-E59A-A8E30DB779E9}"/>
                    </a:ext>
                  </a:extLst>
                </p14:cNvPr>
                <p14:cNvContentPartPr/>
                <p14:nvPr/>
              </p14:nvContentPartPr>
              <p14:xfrm>
                <a:off x="2956560" y="6126840"/>
                <a:ext cx="190080" cy="1879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C09A2C2-5F64-0F97-E59A-A8E30DB779E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938920" y="6109200"/>
                  <a:ext cx="225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11E306B-8573-50BC-4939-9188407483A6}"/>
                    </a:ext>
                  </a:extLst>
                </p14:cNvPr>
                <p14:cNvContentPartPr/>
                <p14:nvPr/>
              </p14:nvContentPartPr>
              <p14:xfrm>
                <a:off x="3031800" y="6211080"/>
                <a:ext cx="83880" cy="630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11E306B-8573-50BC-4939-9188407483A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013800" y="6193080"/>
                  <a:ext cx="119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0DBAC0C-3DA6-E0E2-8D54-9E4D655ED34A}"/>
                    </a:ext>
                  </a:extLst>
                </p14:cNvPr>
                <p14:cNvContentPartPr/>
                <p14:nvPr/>
              </p14:nvContentPartPr>
              <p14:xfrm>
                <a:off x="3287040" y="6169320"/>
                <a:ext cx="114480" cy="172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0DBAC0C-3DA6-E0E2-8D54-9E4D655ED34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269400" y="6151320"/>
                  <a:ext cx="150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CDE341F-4E37-14F6-8029-287604FEE501}"/>
                    </a:ext>
                  </a:extLst>
                </p14:cNvPr>
                <p14:cNvContentPartPr/>
                <p14:nvPr/>
              </p14:nvContentPartPr>
              <p14:xfrm>
                <a:off x="3423480" y="6072840"/>
                <a:ext cx="194040" cy="1731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CDE341F-4E37-14F6-8029-287604FEE50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405480" y="6055200"/>
                  <a:ext cx="2296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0870F22-4B08-C00B-A573-98FC5843CC26}"/>
                    </a:ext>
                  </a:extLst>
                </p14:cNvPr>
                <p14:cNvContentPartPr/>
                <p14:nvPr/>
              </p14:nvContentPartPr>
              <p14:xfrm>
                <a:off x="3703560" y="6000120"/>
                <a:ext cx="25560" cy="2750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0870F22-4B08-C00B-A573-98FC5843CC2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685920" y="5982120"/>
                  <a:ext cx="612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107FE82-A993-490F-7569-3F1BE85DED15}"/>
                    </a:ext>
                  </a:extLst>
                </p14:cNvPr>
                <p14:cNvContentPartPr/>
                <p14:nvPr/>
              </p14:nvContentPartPr>
              <p14:xfrm>
                <a:off x="3699600" y="6003000"/>
                <a:ext cx="155520" cy="1706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107FE82-A993-490F-7569-3F1BE85DED1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681600" y="5985360"/>
                  <a:ext cx="1911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F65F38E-39E2-DACD-7BDB-D5822AEEDE07}"/>
                    </a:ext>
                  </a:extLst>
                </p14:cNvPr>
                <p14:cNvContentPartPr/>
                <p14:nvPr/>
              </p14:nvContentPartPr>
              <p14:xfrm>
                <a:off x="3720480" y="6058800"/>
                <a:ext cx="151560" cy="928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F65F38E-39E2-DACD-7BDB-D5822AEEDE0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702480" y="6041160"/>
                  <a:ext cx="187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1F17019-D5DF-F84A-28A7-84561DF90238}"/>
                    </a:ext>
                  </a:extLst>
                </p14:cNvPr>
                <p14:cNvContentPartPr/>
                <p14:nvPr/>
              </p14:nvContentPartPr>
              <p14:xfrm>
                <a:off x="4055280" y="6053040"/>
                <a:ext cx="46440" cy="259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1F17019-D5DF-F84A-28A7-84561DF9023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037280" y="6035040"/>
                  <a:ext cx="820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7ACEACC-867A-2C9D-8CA2-B05FD8969100}"/>
                    </a:ext>
                  </a:extLst>
                </p14:cNvPr>
                <p14:cNvContentPartPr/>
                <p14:nvPr/>
              </p14:nvContentPartPr>
              <p14:xfrm>
                <a:off x="4114680" y="6072120"/>
                <a:ext cx="56160" cy="370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7ACEACC-867A-2C9D-8CA2-B05FD896910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097040" y="6054480"/>
                  <a:ext cx="91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C1ACDB4-3A7A-139E-2576-D7443E1A69DB}"/>
                    </a:ext>
                  </a:extLst>
                </p14:cNvPr>
                <p14:cNvContentPartPr/>
                <p14:nvPr/>
              </p14:nvContentPartPr>
              <p14:xfrm>
                <a:off x="4383960" y="5955480"/>
                <a:ext cx="70560" cy="3042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C1ACDB4-3A7A-139E-2576-D7443E1A69D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366320" y="5937480"/>
                  <a:ext cx="106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F47F1A9-ED4E-2287-253D-778034E21365}"/>
                    </a:ext>
                  </a:extLst>
                </p14:cNvPr>
                <p14:cNvContentPartPr/>
                <p14:nvPr/>
              </p14:nvContentPartPr>
              <p14:xfrm>
                <a:off x="4327080" y="5970960"/>
                <a:ext cx="103680" cy="288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F47F1A9-ED4E-2287-253D-778034E2136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309080" y="5952960"/>
                  <a:ext cx="139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27E4417-A652-383C-7693-13BD2423C58D}"/>
                    </a:ext>
                  </a:extLst>
                </p14:cNvPr>
                <p14:cNvContentPartPr/>
                <p14:nvPr/>
              </p14:nvContentPartPr>
              <p14:xfrm>
                <a:off x="4399080" y="6118920"/>
                <a:ext cx="136800" cy="892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27E4417-A652-383C-7693-13BD2423C58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381440" y="6100920"/>
                  <a:ext cx="1724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FEA6FFE-5C24-C1E9-D6E3-B27D6096E4F0}"/>
                    </a:ext>
                  </a:extLst>
                </p14:cNvPr>
                <p14:cNvContentPartPr/>
                <p14:nvPr/>
              </p14:nvContentPartPr>
              <p14:xfrm>
                <a:off x="4635240" y="6054480"/>
                <a:ext cx="32400" cy="1364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FEA6FFE-5C24-C1E9-D6E3-B27D6096E4F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617600" y="6036840"/>
                  <a:ext cx="68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209DAC4-45C1-6BF7-40AA-BF9D754D6F39}"/>
                    </a:ext>
                  </a:extLst>
                </p14:cNvPr>
                <p14:cNvContentPartPr/>
                <p14:nvPr/>
              </p14:nvContentPartPr>
              <p14:xfrm>
                <a:off x="4790760" y="6031440"/>
                <a:ext cx="78480" cy="309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209DAC4-45C1-6BF7-40AA-BF9D754D6F3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772760" y="6013800"/>
                  <a:ext cx="114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688B0A1-8894-59BD-93D8-A7B748968C2D}"/>
                    </a:ext>
                  </a:extLst>
                </p14:cNvPr>
                <p14:cNvContentPartPr/>
                <p14:nvPr/>
              </p14:nvContentPartPr>
              <p14:xfrm>
                <a:off x="4850520" y="5986080"/>
                <a:ext cx="16200" cy="946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688B0A1-8894-59BD-93D8-A7B748968C2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832520" y="5968080"/>
                  <a:ext cx="51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FB9EFE8-5C05-51BD-2380-BF62CF2F5217}"/>
                    </a:ext>
                  </a:extLst>
                </p14:cNvPr>
                <p14:cNvContentPartPr/>
                <p14:nvPr/>
              </p14:nvContentPartPr>
              <p14:xfrm>
                <a:off x="4947000" y="5887440"/>
                <a:ext cx="60840" cy="2232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FB9EFE8-5C05-51BD-2380-BF62CF2F521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929360" y="5869440"/>
                  <a:ext cx="964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B3E273F-2C82-CD15-6EAD-DB9BF32762B0}"/>
                    </a:ext>
                  </a:extLst>
                </p14:cNvPr>
                <p14:cNvContentPartPr/>
                <p14:nvPr/>
              </p14:nvContentPartPr>
              <p14:xfrm>
                <a:off x="4934400" y="5879520"/>
                <a:ext cx="120240" cy="720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B3E273F-2C82-CD15-6EAD-DB9BF32762B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916400" y="5861520"/>
                  <a:ext cx="155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12EEFF5-35B9-6438-9250-D1F00986D1C6}"/>
                    </a:ext>
                  </a:extLst>
                </p14:cNvPr>
                <p14:cNvContentPartPr/>
                <p14:nvPr/>
              </p14:nvContentPartPr>
              <p14:xfrm>
                <a:off x="5027280" y="6033600"/>
                <a:ext cx="36360" cy="46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12EEFF5-35B9-6438-9250-D1F00986D1C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009640" y="6015960"/>
                  <a:ext cx="72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77A5F6C-DD21-BAA3-6EEA-C6C5C6355778}"/>
                    </a:ext>
                  </a:extLst>
                </p14:cNvPr>
                <p14:cNvContentPartPr/>
                <p14:nvPr/>
              </p14:nvContentPartPr>
              <p14:xfrm>
                <a:off x="5171640" y="6012720"/>
                <a:ext cx="118800" cy="221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77A5F6C-DD21-BAA3-6EEA-C6C5C635577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153640" y="5994720"/>
                  <a:ext cx="1544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0EA582D-9996-D0EF-1BE9-5F2B90CC6812}"/>
                    </a:ext>
                  </a:extLst>
                </p14:cNvPr>
                <p14:cNvContentPartPr/>
                <p14:nvPr/>
              </p14:nvContentPartPr>
              <p14:xfrm>
                <a:off x="5362800" y="5893200"/>
                <a:ext cx="132840" cy="824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0EA582D-9996-D0EF-1BE9-5F2B90CC681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344800" y="5875560"/>
                  <a:ext cx="168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0ADA0AC-715C-B050-1371-F1797D183DA2}"/>
                    </a:ext>
                  </a:extLst>
                </p14:cNvPr>
                <p14:cNvContentPartPr/>
                <p14:nvPr/>
              </p14:nvContentPartPr>
              <p14:xfrm>
                <a:off x="5418600" y="5831640"/>
                <a:ext cx="59040" cy="1717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0ADA0AC-715C-B050-1371-F1797D183DA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400600" y="5814000"/>
                  <a:ext cx="94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2436C90-54E1-1551-2EE5-BD801258E2BA}"/>
                    </a:ext>
                  </a:extLst>
                </p14:cNvPr>
                <p14:cNvContentPartPr/>
                <p14:nvPr/>
              </p14:nvContentPartPr>
              <p14:xfrm>
                <a:off x="5576640" y="5756040"/>
                <a:ext cx="100080" cy="2426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2436C90-54E1-1551-2EE5-BD801258E2B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558640" y="5738040"/>
                  <a:ext cx="135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0BD16DA-8221-D056-96C2-21626E523D60}"/>
                    </a:ext>
                  </a:extLst>
                </p14:cNvPr>
                <p14:cNvContentPartPr/>
                <p14:nvPr/>
              </p14:nvContentPartPr>
              <p14:xfrm>
                <a:off x="5551440" y="5734080"/>
                <a:ext cx="126720" cy="475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0BD16DA-8221-D056-96C2-21626E523D6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533440" y="5716440"/>
                  <a:ext cx="1623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99621C3-0377-3F9D-00AB-9A8F9B8C3DEA}"/>
                    </a:ext>
                  </a:extLst>
                </p14:cNvPr>
                <p14:cNvContentPartPr/>
                <p14:nvPr/>
              </p14:nvContentPartPr>
              <p14:xfrm>
                <a:off x="5693640" y="5921280"/>
                <a:ext cx="68400" cy="74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99621C3-0377-3F9D-00AB-9A8F9B8C3DE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676000" y="5903280"/>
                  <a:ext cx="104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187EA56-E8CC-9767-6D45-559BD110A463}"/>
                    </a:ext>
                  </a:extLst>
                </p14:cNvPr>
                <p14:cNvContentPartPr/>
                <p14:nvPr/>
              </p14:nvContentPartPr>
              <p14:xfrm>
                <a:off x="5828280" y="5874840"/>
                <a:ext cx="158040" cy="261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187EA56-E8CC-9767-6D45-559BD110A46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810640" y="5856840"/>
                  <a:ext cx="19368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C07A1A65-2844-1B2A-6926-98C7315AF603}"/>
              </a:ext>
            </a:extLst>
          </p:cNvPr>
          <p:cNvGrpSpPr/>
          <p:nvPr/>
        </p:nvGrpSpPr>
        <p:grpSpPr>
          <a:xfrm>
            <a:off x="11249160" y="4357440"/>
            <a:ext cx="556920" cy="245160"/>
            <a:chOff x="11249160" y="4357440"/>
            <a:chExt cx="55692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AF729D9-6AB5-2873-9190-C77412AA4107}"/>
                    </a:ext>
                  </a:extLst>
                </p14:cNvPr>
                <p14:cNvContentPartPr/>
                <p14:nvPr/>
              </p14:nvContentPartPr>
              <p14:xfrm>
                <a:off x="11249160" y="4555800"/>
                <a:ext cx="87120" cy="468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AF729D9-6AB5-2873-9190-C77412AA410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231160" y="4537800"/>
                  <a:ext cx="122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D4C885C-E714-4DB2-C0EB-7F34EA4B0952}"/>
                    </a:ext>
                  </a:extLst>
                </p14:cNvPr>
                <p14:cNvContentPartPr/>
                <p14:nvPr/>
              </p14:nvContentPartPr>
              <p14:xfrm>
                <a:off x="11420880" y="4419000"/>
                <a:ext cx="146160" cy="1706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D4C885C-E714-4DB2-C0EB-7F34EA4B095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403240" y="4401000"/>
                  <a:ext cx="181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BA08066-E44D-AD99-C34F-FA11CC417EA7}"/>
                    </a:ext>
                  </a:extLst>
                </p14:cNvPr>
                <p14:cNvContentPartPr/>
                <p14:nvPr/>
              </p14:nvContentPartPr>
              <p14:xfrm>
                <a:off x="11697360" y="4357440"/>
                <a:ext cx="56160" cy="1987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BA08066-E44D-AD99-C34F-FA11CC417EA7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679720" y="4339440"/>
                  <a:ext cx="91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F6C89F0-38AA-DB09-1C30-DE30E62B80B8}"/>
                    </a:ext>
                  </a:extLst>
                </p14:cNvPr>
                <p14:cNvContentPartPr/>
                <p14:nvPr/>
              </p14:nvContentPartPr>
              <p14:xfrm>
                <a:off x="11711400" y="4362840"/>
                <a:ext cx="94680" cy="792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F6C89F0-38AA-DB09-1C30-DE30E62B80B8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693400" y="4345200"/>
                  <a:ext cx="130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4AC051F-A1E9-460C-257C-0432DCCEBD6D}"/>
                    </a:ext>
                  </a:extLst>
                </p14:cNvPr>
                <p14:cNvContentPartPr/>
                <p14:nvPr/>
              </p14:nvContentPartPr>
              <p14:xfrm>
                <a:off x="11697000" y="4446000"/>
                <a:ext cx="91800" cy="399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4AC051F-A1E9-460C-257C-0432DCCEBD6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679000" y="4428000"/>
                  <a:ext cx="12744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450623BA-8FEB-2292-62A2-567985FE4C99}"/>
              </a:ext>
            </a:extLst>
          </p:cNvPr>
          <p:cNvGrpSpPr/>
          <p:nvPr/>
        </p:nvGrpSpPr>
        <p:grpSpPr>
          <a:xfrm>
            <a:off x="11146560" y="4889520"/>
            <a:ext cx="649080" cy="308520"/>
            <a:chOff x="11146560" y="4889520"/>
            <a:chExt cx="64908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F581A85-DB36-7807-E19D-DCD25BD16577}"/>
                    </a:ext>
                  </a:extLst>
                </p14:cNvPr>
                <p14:cNvContentPartPr/>
                <p14:nvPr/>
              </p14:nvContentPartPr>
              <p14:xfrm>
                <a:off x="11146560" y="4914000"/>
                <a:ext cx="74520" cy="237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F581A85-DB36-7807-E19D-DCD25BD16577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1128920" y="4896360"/>
                  <a:ext cx="110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B75BCE98-D4A1-35DB-BE1F-281AFE520814}"/>
                    </a:ext>
                  </a:extLst>
                </p14:cNvPr>
                <p14:cNvContentPartPr/>
                <p14:nvPr/>
              </p14:nvContentPartPr>
              <p14:xfrm>
                <a:off x="11157360" y="5004000"/>
                <a:ext cx="83880" cy="234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B75BCE98-D4A1-35DB-BE1F-281AFE52081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1139720" y="4986360"/>
                  <a:ext cx="119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CF7B228C-36BB-B33C-5696-8765F2CF4677}"/>
                    </a:ext>
                  </a:extLst>
                </p14:cNvPr>
                <p14:cNvContentPartPr/>
                <p14:nvPr/>
              </p14:nvContentPartPr>
              <p14:xfrm>
                <a:off x="11374800" y="4889520"/>
                <a:ext cx="159480" cy="1922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CF7B228C-36BB-B33C-5696-8765F2CF467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357160" y="4871520"/>
                  <a:ext cx="195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9AC83FA-7478-2947-AD36-27BD77C3B6E9}"/>
                    </a:ext>
                  </a:extLst>
                </p14:cNvPr>
                <p14:cNvContentPartPr/>
                <p14:nvPr/>
              </p14:nvContentPartPr>
              <p14:xfrm>
                <a:off x="11672520" y="4911480"/>
                <a:ext cx="27720" cy="2865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9AC83FA-7478-2947-AD36-27BD77C3B6E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654880" y="4893480"/>
                  <a:ext cx="633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C328B76-903B-0A3F-C0AD-62DA4D0383A3}"/>
                    </a:ext>
                  </a:extLst>
                </p14:cNvPr>
                <p14:cNvContentPartPr/>
                <p14:nvPr/>
              </p14:nvContentPartPr>
              <p14:xfrm>
                <a:off x="11669640" y="4921200"/>
                <a:ext cx="116280" cy="1681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C328B76-903B-0A3F-C0AD-62DA4D0383A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652000" y="4903200"/>
                  <a:ext cx="151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0E8F2C1-3123-2524-86E9-69F066A3214D}"/>
                    </a:ext>
                  </a:extLst>
                </p14:cNvPr>
                <p14:cNvContentPartPr/>
                <p14:nvPr/>
              </p14:nvContentPartPr>
              <p14:xfrm>
                <a:off x="11679720" y="5022720"/>
                <a:ext cx="115920" cy="439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0E8F2C1-3123-2524-86E9-69F066A3214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661720" y="5005080"/>
                  <a:ext cx="151560" cy="7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0241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432B5-75A7-3D2A-323E-65C7E60C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B1E61-7492-DF74-30F4-AA151CA28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6F314-27AD-80AC-81FA-3E0445184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1A1CD29-AC95-75F3-235F-0F9157DE8953}"/>
                  </a:ext>
                </a:extLst>
              </p14:cNvPr>
              <p14:cNvContentPartPr/>
              <p14:nvPr/>
            </p14:nvContentPartPr>
            <p14:xfrm>
              <a:off x="4270054" y="3475158"/>
              <a:ext cx="212400" cy="2592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1A1CD29-AC95-75F3-235F-0F9157DE89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2054" y="3457158"/>
                <a:ext cx="248040" cy="29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3186813-ECDD-978C-A44E-BC1C849F1072}"/>
              </a:ext>
            </a:extLst>
          </p:cNvPr>
          <p:cNvGrpSpPr/>
          <p:nvPr/>
        </p:nvGrpSpPr>
        <p:grpSpPr>
          <a:xfrm>
            <a:off x="5745120" y="3352680"/>
            <a:ext cx="5930640" cy="2396880"/>
            <a:chOff x="5745120" y="3352680"/>
            <a:chExt cx="5930640" cy="23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8364E64-DD92-E4D3-3F0B-424F584704C5}"/>
                    </a:ext>
                  </a:extLst>
                </p14:cNvPr>
                <p14:cNvContentPartPr/>
                <p14:nvPr/>
              </p14:nvContentPartPr>
              <p14:xfrm>
                <a:off x="6487800" y="3468960"/>
                <a:ext cx="40320" cy="679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8364E64-DD92-E4D3-3F0B-424F584704C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69800" y="3450960"/>
                  <a:ext cx="7596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116DAA2-B7CC-F37C-E6AD-46CADD9AAE95}"/>
                    </a:ext>
                  </a:extLst>
                </p14:cNvPr>
                <p14:cNvContentPartPr/>
                <p14:nvPr/>
              </p14:nvContentPartPr>
              <p14:xfrm>
                <a:off x="6189000" y="4102920"/>
                <a:ext cx="685440" cy="703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116DAA2-B7CC-F37C-E6AD-46CADD9AAE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71000" y="4084911"/>
                  <a:ext cx="721080" cy="7390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1FDC367-50DC-0F61-6D63-3D0282D8C2EA}"/>
                    </a:ext>
                  </a:extLst>
                </p14:cNvPr>
                <p14:cNvContentPartPr/>
                <p14:nvPr/>
              </p14:nvContentPartPr>
              <p14:xfrm>
                <a:off x="6556200" y="4322520"/>
                <a:ext cx="33480" cy="348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1FDC367-50DC-0F61-6D63-3D0282D8C2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38391" y="4304520"/>
                  <a:ext cx="68741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9AE446A-DD5E-656C-6781-8E041349BF53}"/>
                    </a:ext>
                  </a:extLst>
                </p14:cNvPr>
                <p14:cNvContentPartPr/>
                <p14:nvPr/>
              </p14:nvContentPartPr>
              <p14:xfrm>
                <a:off x="6481680" y="4519440"/>
                <a:ext cx="180000" cy="98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9AE446A-DD5E-656C-6781-8E041349BF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63680" y="4501440"/>
                  <a:ext cx="215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CC43FC-2DC7-8CF9-A8C4-81DFBD09B94D}"/>
                    </a:ext>
                  </a:extLst>
                </p14:cNvPr>
                <p14:cNvContentPartPr/>
                <p14:nvPr/>
              </p14:nvContentPartPr>
              <p14:xfrm>
                <a:off x="5745120" y="4496400"/>
                <a:ext cx="247320" cy="182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CC43FC-2DC7-8CF9-A8C4-81DFBD09B94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27120" y="4478400"/>
                  <a:ext cx="2829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ACC4ADF-477C-28F8-AFE3-9315C7F60E37}"/>
                    </a:ext>
                  </a:extLst>
                </p14:cNvPr>
                <p14:cNvContentPartPr/>
                <p14:nvPr/>
              </p14:nvContentPartPr>
              <p14:xfrm>
                <a:off x="5980560" y="4370760"/>
                <a:ext cx="89280" cy="219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ACC4ADF-477C-28F8-AFE3-9315C7F60E3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62560" y="4352730"/>
                  <a:ext cx="124920" cy="2556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3505480-662B-3735-D5EC-8D07AF27B1DA}"/>
                    </a:ext>
                  </a:extLst>
                </p14:cNvPr>
                <p14:cNvContentPartPr/>
                <p14:nvPr/>
              </p14:nvContentPartPr>
              <p14:xfrm>
                <a:off x="5968320" y="4335840"/>
                <a:ext cx="127080" cy="87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3505480-662B-3735-D5EC-8D07AF27B1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50320" y="4317840"/>
                  <a:ext cx="162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CB683CD-2B9D-147A-C144-7336214F5B61}"/>
                    </a:ext>
                  </a:extLst>
                </p14:cNvPr>
                <p14:cNvContentPartPr/>
                <p14:nvPr/>
              </p14:nvContentPartPr>
              <p14:xfrm>
                <a:off x="6045000" y="4402440"/>
                <a:ext cx="16920" cy="50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CB683CD-2B9D-147A-C144-7336214F5B6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7000" y="4384440"/>
                  <a:ext cx="52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E692E5-A7A4-BD57-7992-4B25587CEAE8}"/>
                    </a:ext>
                  </a:extLst>
                </p14:cNvPr>
                <p14:cNvContentPartPr/>
                <p14:nvPr/>
              </p14:nvContentPartPr>
              <p14:xfrm>
                <a:off x="6491760" y="3429720"/>
                <a:ext cx="1439640" cy="79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E692E5-A7A4-BD57-7992-4B25587CEAE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73764" y="3411720"/>
                  <a:ext cx="1475271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481F457-DE77-A242-5579-E1F44789E8AE}"/>
                    </a:ext>
                  </a:extLst>
                </p14:cNvPr>
                <p14:cNvContentPartPr/>
                <p14:nvPr/>
              </p14:nvContentPartPr>
              <p14:xfrm>
                <a:off x="7802160" y="3465360"/>
                <a:ext cx="70200" cy="648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481F457-DE77-A242-5579-E1F44789E8A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84160" y="3447360"/>
                  <a:ext cx="10584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B84CA5B-D94A-123F-1AB3-958BF4FBBF02}"/>
                    </a:ext>
                  </a:extLst>
                </p14:cNvPr>
                <p14:cNvContentPartPr/>
                <p14:nvPr/>
              </p14:nvContentPartPr>
              <p14:xfrm>
                <a:off x="7760400" y="4182840"/>
                <a:ext cx="205560" cy="610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B84CA5B-D94A-123F-1AB3-958BF4FBBF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42368" y="4164840"/>
                  <a:ext cx="241263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098B29B-A539-3B9E-9622-FC844602184A}"/>
                    </a:ext>
                  </a:extLst>
                </p14:cNvPr>
                <p14:cNvContentPartPr/>
                <p14:nvPr/>
              </p14:nvContentPartPr>
              <p14:xfrm>
                <a:off x="7904040" y="4795560"/>
                <a:ext cx="48960" cy="722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098B29B-A539-3B9E-9622-FC84460218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86040" y="4777560"/>
                  <a:ext cx="8460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A65E0CC-95DA-108B-9F27-4DC03EA11B80}"/>
                    </a:ext>
                  </a:extLst>
                </p14:cNvPr>
                <p14:cNvContentPartPr/>
                <p14:nvPr/>
              </p14:nvContentPartPr>
              <p14:xfrm>
                <a:off x="6668880" y="4831200"/>
                <a:ext cx="102960" cy="918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A65E0CC-95DA-108B-9F27-4DC03EA11B8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50880" y="4813207"/>
                  <a:ext cx="138600" cy="9539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B2C552C-95DA-D42D-D7B7-1093A8050535}"/>
                    </a:ext>
                  </a:extLst>
                </p14:cNvPr>
                <p14:cNvContentPartPr/>
                <p14:nvPr/>
              </p14:nvContentPartPr>
              <p14:xfrm>
                <a:off x="6751320" y="5571720"/>
                <a:ext cx="1344600" cy="114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B2C552C-95DA-D42D-D7B7-1093A80505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33315" y="5553720"/>
                  <a:ext cx="138025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8FE3AB2-CA79-269C-0384-A25DDE569390}"/>
                    </a:ext>
                  </a:extLst>
                </p14:cNvPr>
                <p14:cNvContentPartPr/>
                <p14:nvPr/>
              </p14:nvContentPartPr>
              <p14:xfrm>
                <a:off x="7846440" y="3376800"/>
                <a:ext cx="1083240" cy="105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8FE3AB2-CA79-269C-0384-A25DDE5693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28434" y="3358800"/>
                  <a:ext cx="1118892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75BFC36-9982-E6D5-8CC9-5C1D69E3311D}"/>
                    </a:ext>
                  </a:extLst>
                </p14:cNvPr>
                <p14:cNvContentPartPr/>
                <p14:nvPr/>
              </p14:nvContentPartPr>
              <p14:xfrm>
                <a:off x="8050200" y="5423040"/>
                <a:ext cx="900000" cy="231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75BFC36-9982-E6D5-8CC9-5C1D69E3311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32207" y="5405040"/>
                  <a:ext cx="935626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9498D9D-BBBF-E328-762B-5354224E1067}"/>
                    </a:ext>
                  </a:extLst>
                </p14:cNvPr>
                <p14:cNvContentPartPr/>
                <p14:nvPr/>
              </p14:nvContentPartPr>
              <p14:xfrm>
                <a:off x="8942640" y="5107320"/>
                <a:ext cx="33120" cy="322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9498D9D-BBBF-E328-762B-5354224E10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24834" y="5089320"/>
                  <a:ext cx="68377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FD4D324-F0C6-3135-2756-90D7F13017D2}"/>
                    </a:ext>
                  </a:extLst>
                </p14:cNvPr>
                <p14:cNvContentPartPr/>
                <p14:nvPr/>
              </p14:nvContentPartPr>
              <p14:xfrm>
                <a:off x="8799000" y="4421160"/>
                <a:ext cx="190800" cy="552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FD4D324-F0C6-3135-2756-90D7F13017D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81034" y="4403148"/>
                  <a:ext cx="226373" cy="5879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18BFB75-7F91-DEED-49A5-43C64675F95B}"/>
                    </a:ext>
                  </a:extLst>
                </p14:cNvPr>
                <p14:cNvContentPartPr/>
                <p14:nvPr/>
              </p14:nvContentPartPr>
              <p14:xfrm>
                <a:off x="8896200" y="3406680"/>
                <a:ext cx="42480" cy="998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18BFB75-7F91-DEED-49A5-43C64675F9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78046" y="3388680"/>
                  <a:ext cx="78425" cy="10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BCFB3AB-E39B-932E-59A2-D3D31364D194}"/>
                    </a:ext>
                  </a:extLst>
                </p14:cNvPr>
                <p14:cNvContentPartPr/>
                <p14:nvPr/>
              </p14:nvContentPartPr>
              <p14:xfrm>
                <a:off x="8929680" y="3367800"/>
                <a:ext cx="765360" cy="54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BCFB3AB-E39B-932E-59A2-D3D31364D19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11680" y="3349800"/>
                  <a:ext cx="801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48A2DC7-CA06-9F6E-F973-45EFD672D132}"/>
                    </a:ext>
                  </a:extLst>
                </p14:cNvPr>
                <p14:cNvContentPartPr/>
                <p14:nvPr/>
              </p14:nvContentPartPr>
              <p14:xfrm>
                <a:off x="9697920" y="3378960"/>
                <a:ext cx="138600" cy="885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48A2DC7-CA06-9F6E-F973-45EFD672D1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79920" y="3360953"/>
                  <a:ext cx="174240" cy="920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52179C3-F51A-621F-7790-42FFBFD628C7}"/>
                    </a:ext>
                  </a:extLst>
                </p14:cNvPr>
                <p14:cNvContentPartPr/>
                <p14:nvPr/>
              </p14:nvContentPartPr>
              <p14:xfrm>
                <a:off x="9719880" y="4259520"/>
                <a:ext cx="168120" cy="519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52179C3-F51A-621F-7790-42FFBFD628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01880" y="4241508"/>
                  <a:ext cx="203760" cy="554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2BAC10F-986F-A6B4-96DF-82050A1E2475}"/>
                    </a:ext>
                  </a:extLst>
                </p14:cNvPr>
                <p14:cNvContentPartPr/>
                <p14:nvPr/>
              </p14:nvContentPartPr>
              <p14:xfrm>
                <a:off x="9820680" y="4710960"/>
                <a:ext cx="54000" cy="654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2BAC10F-986F-A6B4-96DF-82050A1E247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02680" y="4692960"/>
                  <a:ext cx="8964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63363D8-DB78-58FB-DC33-C0AE08A7E74A}"/>
                    </a:ext>
                  </a:extLst>
                </p14:cNvPr>
                <p14:cNvContentPartPr/>
                <p14:nvPr/>
              </p14:nvContentPartPr>
              <p14:xfrm>
                <a:off x="9079800" y="5312160"/>
                <a:ext cx="799560" cy="48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63363D8-DB78-58FB-DC33-C0AE08A7E74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61792" y="5294292"/>
                  <a:ext cx="835216" cy="839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4DABC98-19E6-4BF6-A997-FD8D3437DDAA}"/>
                    </a:ext>
                  </a:extLst>
                </p14:cNvPr>
                <p14:cNvContentPartPr/>
                <p14:nvPr/>
              </p14:nvContentPartPr>
              <p14:xfrm>
                <a:off x="9706560" y="3352680"/>
                <a:ext cx="939600" cy="145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4DABC98-19E6-4BF6-A997-FD8D3437DDA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88560" y="3334680"/>
                  <a:ext cx="975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99F23A7-92EA-7ABB-C632-536A58B87E8F}"/>
                    </a:ext>
                  </a:extLst>
                </p14:cNvPr>
                <p14:cNvContentPartPr/>
                <p14:nvPr/>
              </p14:nvContentPartPr>
              <p14:xfrm>
                <a:off x="10573080" y="3366360"/>
                <a:ext cx="63720" cy="648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99F23A7-92EA-7ABB-C632-536A58B87E8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55080" y="3348370"/>
                  <a:ext cx="99360" cy="684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E65507F-B079-78AA-3BBA-E0031E36DB33}"/>
                    </a:ext>
                  </a:extLst>
                </p14:cNvPr>
                <p14:cNvContentPartPr/>
                <p14:nvPr/>
              </p14:nvContentPartPr>
              <p14:xfrm>
                <a:off x="10385160" y="3916800"/>
                <a:ext cx="538920" cy="577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E65507F-B079-78AA-3BBA-E0031E36DB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67160" y="3898800"/>
                  <a:ext cx="57456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0656DE3-EE33-691C-815C-8E1BA0ACE64A}"/>
                    </a:ext>
                  </a:extLst>
                </p14:cNvPr>
                <p14:cNvContentPartPr/>
                <p14:nvPr/>
              </p14:nvContentPartPr>
              <p14:xfrm>
                <a:off x="10008960" y="4556880"/>
                <a:ext cx="814680" cy="897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0656DE3-EE33-691C-815C-8E1BA0ACE64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90960" y="4538880"/>
                  <a:ext cx="850320" cy="9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42D6E0F-66F0-30A4-47C8-D326E6F01628}"/>
                    </a:ext>
                  </a:extLst>
                </p14:cNvPr>
                <p14:cNvContentPartPr/>
                <p14:nvPr/>
              </p14:nvContentPartPr>
              <p14:xfrm>
                <a:off x="10656240" y="4083480"/>
                <a:ext cx="59400" cy="302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42D6E0F-66F0-30A4-47C8-D326E6F0162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38240" y="4065459"/>
                  <a:ext cx="95040" cy="3377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14CA591-982F-3994-BC30-6349296404BA}"/>
                    </a:ext>
                  </a:extLst>
                </p14:cNvPr>
                <p14:cNvContentPartPr/>
                <p14:nvPr/>
              </p14:nvContentPartPr>
              <p14:xfrm>
                <a:off x="10583520" y="4078080"/>
                <a:ext cx="185400" cy="101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14CA591-982F-3994-BC30-6349296404B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65555" y="4060143"/>
                  <a:ext cx="220971" cy="1373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285273E-ACCC-3DB6-8783-AA2962EAF3AF}"/>
                    </a:ext>
                  </a:extLst>
                </p14:cNvPr>
                <p14:cNvContentPartPr/>
                <p14:nvPr/>
              </p14:nvContentPartPr>
              <p14:xfrm>
                <a:off x="11175720" y="4093560"/>
                <a:ext cx="180000" cy="194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285273E-ACCC-3DB6-8783-AA2962EAF3A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57720" y="4075560"/>
                  <a:ext cx="215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C7019C-B236-E531-0EE3-0EB2D500BA63}"/>
                    </a:ext>
                  </a:extLst>
                </p14:cNvPr>
                <p14:cNvContentPartPr/>
                <p14:nvPr/>
              </p14:nvContentPartPr>
              <p14:xfrm>
                <a:off x="11301360" y="4131720"/>
                <a:ext cx="74880" cy="169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C7019C-B236-E531-0EE3-0EB2D500B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83360" y="4113720"/>
                  <a:ext cx="110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D3BD0F6-5A91-1D20-7BB0-A6D57F2F732D}"/>
                    </a:ext>
                  </a:extLst>
                </p14:cNvPr>
                <p14:cNvContentPartPr/>
                <p14:nvPr/>
              </p14:nvContentPartPr>
              <p14:xfrm>
                <a:off x="11490000" y="4004640"/>
                <a:ext cx="52200" cy="189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D3BD0F6-5A91-1D20-7BB0-A6D57F2F732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72000" y="3986674"/>
                  <a:ext cx="87840" cy="224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996FBBE-4EE2-9834-6AC8-CB15A4A48FE1}"/>
                    </a:ext>
                  </a:extLst>
                </p14:cNvPr>
                <p14:cNvContentPartPr/>
                <p14:nvPr/>
              </p14:nvContentPartPr>
              <p14:xfrm>
                <a:off x="11478840" y="3957840"/>
                <a:ext cx="196920" cy="101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996FBBE-4EE2-9834-6AC8-CB15A4A48F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60840" y="3939840"/>
                  <a:ext cx="2325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E7C1F07-DBF6-458E-82B8-0EA69875CBE1}"/>
                    </a:ext>
                  </a:extLst>
                </p14:cNvPr>
                <p14:cNvContentPartPr/>
                <p14:nvPr/>
              </p14:nvContentPartPr>
              <p14:xfrm>
                <a:off x="11520600" y="3998520"/>
                <a:ext cx="79560" cy="85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E7C1F07-DBF6-458E-82B8-0EA69875CBE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02681" y="3980520"/>
                  <a:ext cx="115039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EA3507A-FA04-FFB7-FB9E-85F52BAC703B}"/>
                    </a:ext>
                  </a:extLst>
                </p14:cNvPr>
                <p14:cNvContentPartPr/>
                <p14:nvPr/>
              </p14:nvContentPartPr>
              <p14:xfrm>
                <a:off x="9992760" y="4219200"/>
                <a:ext cx="181080" cy="228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EA3507A-FA04-FFB7-FB9E-85F52BAC703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74760" y="4201172"/>
                  <a:ext cx="216720" cy="263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E37BC95-AD7C-F557-6F56-379625818E30}"/>
                    </a:ext>
                  </a:extLst>
                </p14:cNvPr>
                <p14:cNvContentPartPr/>
                <p14:nvPr/>
              </p14:nvContentPartPr>
              <p14:xfrm>
                <a:off x="9141000" y="4304520"/>
                <a:ext cx="212040" cy="2602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E37BC95-AD7C-F557-6F56-379625818E3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23000" y="4286520"/>
                  <a:ext cx="2476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6808038-926E-3D28-F3FB-04FB366F7970}"/>
                    </a:ext>
                  </a:extLst>
                </p14:cNvPr>
                <p14:cNvContentPartPr/>
                <p14:nvPr/>
              </p14:nvContentPartPr>
              <p14:xfrm>
                <a:off x="7422360" y="4310640"/>
                <a:ext cx="167040" cy="273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6808038-926E-3D28-F3FB-04FB366F797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04360" y="4292640"/>
                  <a:ext cx="2026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3CF4C5F-CE77-9199-BFBA-F2D7B52F5CCC}"/>
                    </a:ext>
                  </a:extLst>
                </p14:cNvPr>
                <p14:cNvContentPartPr/>
                <p14:nvPr/>
              </p14:nvContentPartPr>
              <p14:xfrm>
                <a:off x="9133440" y="3885120"/>
                <a:ext cx="218880" cy="58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3CF4C5F-CE77-9199-BFBA-F2D7B52F5C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15440" y="3867009"/>
                  <a:ext cx="254520" cy="945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7FA8F6F-33BC-BEDD-7FD4-3F473C71A5F3}"/>
                    </a:ext>
                  </a:extLst>
                </p14:cNvPr>
                <p14:cNvContentPartPr/>
                <p14:nvPr/>
              </p14:nvContentPartPr>
              <p14:xfrm>
                <a:off x="9195360" y="3797640"/>
                <a:ext cx="34560" cy="219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7FA8F6F-33BC-BEDD-7FD4-3F473C71A5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77546" y="3779640"/>
                  <a:ext cx="69833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699C685-EB28-6123-5695-108FB1D81984}"/>
                    </a:ext>
                  </a:extLst>
                </p14:cNvPr>
                <p14:cNvContentPartPr/>
                <p14:nvPr/>
              </p14:nvContentPartPr>
              <p14:xfrm>
                <a:off x="9150000" y="4975200"/>
                <a:ext cx="197640" cy="35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699C685-EB28-6123-5695-108FB1D819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32000" y="4957200"/>
                  <a:ext cx="233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643721-E2F6-A52C-776F-BDE21EA3F06A}"/>
                    </a:ext>
                  </a:extLst>
                </p14:cNvPr>
                <p14:cNvContentPartPr/>
                <p14:nvPr/>
              </p14:nvContentPartPr>
              <p14:xfrm>
                <a:off x="9439800" y="4058640"/>
                <a:ext cx="117360" cy="203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643721-E2F6-A52C-776F-BDE21EA3F06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421800" y="4040608"/>
                  <a:ext cx="153000" cy="2387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2567A74-F2F9-AA0E-BB5A-ED9E450D742D}"/>
                    </a:ext>
                  </a:extLst>
                </p14:cNvPr>
                <p14:cNvContentPartPr/>
                <p14:nvPr/>
              </p14:nvContentPartPr>
              <p14:xfrm>
                <a:off x="9581280" y="4156560"/>
                <a:ext cx="63720" cy="102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2567A74-F2F9-AA0E-BB5A-ED9E450D74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63381" y="4138560"/>
                  <a:ext cx="9916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762F19CB-E168-055A-FF04-549C05AE15AA}"/>
                  </a:ext>
                </a:extLst>
              </p14:cNvPr>
              <p14:cNvContentPartPr/>
              <p14:nvPr/>
            </p14:nvContentPartPr>
            <p14:xfrm>
              <a:off x="10544280" y="3258000"/>
              <a:ext cx="77760" cy="5565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762F19CB-E168-055A-FF04-549C05AE15A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490280" y="3150000"/>
                <a:ext cx="185400" cy="77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F50A7432-AA6B-7B24-5DA9-8F59B0F6781A}"/>
                  </a:ext>
                </a:extLst>
              </p14:cNvPr>
              <p14:cNvContentPartPr/>
              <p14:nvPr/>
            </p14:nvContentPartPr>
            <p14:xfrm>
              <a:off x="9984480" y="3297960"/>
              <a:ext cx="599400" cy="727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F50A7432-AA6B-7B24-5DA9-8F59B0F6781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930480" y="3189960"/>
                <a:ext cx="70704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7B89F2A-A661-D9E2-263D-8406521CDFAA}"/>
              </a:ext>
            </a:extLst>
          </p:cNvPr>
          <p:cNvGrpSpPr/>
          <p:nvPr/>
        </p:nvGrpSpPr>
        <p:grpSpPr>
          <a:xfrm>
            <a:off x="7748160" y="3250080"/>
            <a:ext cx="2620080" cy="867600"/>
            <a:chOff x="7748160" y="3250080"/>
            <a:chExt cx="2620080" cy="86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68958D0-ED4F-5453-3194-D44B0B864304}"/>
                    </a:ext>
                  </a:extLst>
                </p14:cNvPr>
                <p14:cNvContentPartPr/>
                <p14:nvPr/>
              </p14:nvContentPartPr>
              <p14:xfrm>
                <a:off x="9612240" y="3560760"/>
                <a:ext cx="331200" cy="191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68958D0-ED4F-5453-3194-D44B0B8643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94260" y="3542726"/>
                  <a:ext cx="366801" cy="2272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64C1CA4-2123-A4D4-9B45-F60E0A4ECD25}"/>
                    </a:ext>
                  </a:extLst>
                </p14:cNvPr>
                <p14:cNvContentPartPr/>
                <p14:nvPr/>
              </p14:nvContentPartPr>
              <p14:xfrm>
                <a:off x="10014720" y="3681720"/>
                <a:ext cx="64800" cy="185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64C1CA4-2123-A4D4-9B45-F60E0A4ECD2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96720" y="3663720"/>
                  <a:ext cx="100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BBF784E-2406-D85F-0D17-EA9656FCE749}"/>
                    </a:ext>
                  </a:extLst>
                </p14:cNvPr>
                <p14:cNvContentPartPr/>
                <p14:nvPr/>
              </p14:nvContentPartPr>
              <p14:xfrm>
                <a:off x="10169880" y="3752280"/>
                <a:ext cx="37800" cy="127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BBF784E-2406-D85F-0D17-EA9656FCE74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151880" y="3734229"/>
                  <a:ext cx="73440" cy="1631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2C7934A-0FF1-AD44-64E0-FD4EA59F3855}"/>
                    </a:ext>
                  </a:extLst>
                </p14:cNvPr>
                <p14:cNvContentPartPr/>
                <p14:nvPr/>
              </p14:nvContentPartPr>
              <p14:xfrm>
                <a:off x="8785680" y="3603240"/>
                <a:ext cx="212400" cy="116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2C7934A-0FF1-AD44-64E0-FD4EA59F385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67680" y="3585240"/>
                  <a:ext cx="2480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AE652FE-ED55-5514-E48F-232ADD695C9D}"/>
                    </a:ext>
                  </a:extLst>
                </p14:cNvPr>
                <p14:cNvContentPartPr/>
                <p14:nvPr/>
              </p14:nvContentPartPr>
              <p14:xfrm>
                <a:off x="9195000" y="3537000"/>
                <a:ext cx="70200" cy="188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AE652FE-ED55-5514-E48F-232ADD695C9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77000" y="3519000"/>
                  <a:ext cx="105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E06A200-C0DE-D2CB-598D-3A296D5C5E72}"/>
                    </a:ext>
                  </a:extLst>
                </p14:cNvPr>
                <p14:cNvContentPartPr/>
                <p14:nvPr/>
              </p14:nvContentPartPr>
              <p14:xfrm>
                <a:off x="9150000" y="3578760"/>
                <a:ext cx="88560" cy="65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E06A200-C0DE-D2CB-598D-3A296D5C5E7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32000" y="3560760"/>
                  <a:ext cx="124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9C3D38C-327F-8B20-3C84-F4896DAEF6FF}"/>
                    </a:ext>
                  </a:extLst>
                </p14:cNvPr>
                <p14:cNvContentPartPr/>
                <p14:nvPr/>
              </p14:nvContentPartPr>
              <p14:xfrm>
                <a:off x="9260160" y="3705840"/>
                <a:ext cx="62640" cy="39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9C3D38C-327F-8B20-3C84-F4896DAEF6F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42160" y="3687840"/>
                  <a:ext cx="98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13B4E77-9F45-A610-0FD4-4E4D3C772138}"/>
                    </a:ext>
                  </a:extLst>
                </p14:cNvPr>
                <p14:cNvContentPartPr/>
                <p14:nvPr/>
              </p14:nvContentPartPr>
              <p14:xfrm>
                <a:off x="9412800" y="3648240"/>
                <a:ext cx="80280" cy="67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13B4E77-9F45-A610-0FD4-4E4D3C77213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94800" y="3630335"/>
                  <a:ext cx="115920" cy="103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DDCED1A-048E-3FC1-D069-B43ED905CA73}"/>
                    </a:ext>
                  </a:extLst>
                </p14:cNvPr>
                <p14:cNvContentPartPr/>
                <p14:nvPr/>
              </p14:nvContentPartPr>
              <p14:xfrm>
                <a:off x="7748160" y="3653280"/>
                <a:ext cx="257760" cy="142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DDCED1A-048E-3FC1-D069-B43ED905CA7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30160" y="3635280"/>
                  <a:ext cx="293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6125E82-CE40-3F9C-7BD5-33C7000AFA1F}"/>
                    </a:ext>
                  </a:extLst>
                </p14:cNvPr>
                <p14:cNvContentPartPr/>
                <p14:nvPr/>
              </p14:nvContentPartPr>
              <p14:xfrm>
                <a:off x="8136960" y="3790440"/>
                <a:ext cx="57240" cy="226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6125E82-CE40-3F9C-7BD5-33C7000AFA1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18960" y="3772411"/>
                  <a:ext cx="92880" cy="2621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880A765-F415-043C-C625-A1B6FEE9800E}"/>
                    </a:ext>
                  </a:extLst>
                </p14:cNvPr>
                <p14:cNvContentPartPr/>
                <p14:nvPr/>
              </p14:nvContentPartPr>
              <p14:xfrm>
                <a:off x="8106360" y="3800880"/>
                <a:ext cx="80640" cy="918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880A765-F415-043C-C625-A1B6FEE9800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88440" y="3782880"/>
                  <a:ext cx="116122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007B691-B723-FD8E-4DBD-6B5C453AE4F7}"/>
                    </a:ext>
                  </a:extLst>
                </p14:cNvPr>
                <p14:cNvContentPartPr/>
                <p14:nvPr/>
              </p14:nvContentPartPr>
              <p14:xfrm>
                <a:off x="8178720" y="3946320"/>
                <a:ext cx="138600" cy="918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007B691-B723-FD8E-4DBD-6B5C453AE4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60720" y="3928390"/>
                  <a:ext cx="174240" cy="1273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F8A2CD2-BA14-513E-09F0-D45F0BFD734F}"/>
                    </a:ext>
                  </a:extLst>
                </p14:cNvPr>
                <p14:cNvContentPartPr/>
                <p14:nvPr/>
              </p14:nvContentPartPr>
              <p14:xfrm>
                <a:off x="8411640" y="3928680"/>
                <a:ext cx="94320" cy="189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F8A2CD2-BA14-513E-09F0-D45F0BFD734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93640" y="3910680"/>
                  <a:ext cx="129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9A4FC94-7522-BA8F-5D05-1873F55AE755}"/>
                    </a:ext>
                  </a:extLst>
                </p14:cNvPr>
                <p14:cNvContentPartPr/>
                <p14:nvPr/>
              </p14:nvContentPartPr>
              <p14:xfrm>
                <a:off x="9709440" y="3356640"/>
                <a:ext cx="88920" cy="93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9A4FC94-7522-BA8F-5D05-1873F55AE75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91440" y="3338640"/>
                  <a:ext cx="124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177C6B7-5FC8-E214-1303-2838D9BC34F7}"/>
                    </a:ext>
                  </a:extLst>
                </p14:cNvPr>
                <p14:cNvContentPartPr/>
                <p14:nvPr/>
              </p14:nvContentPartPr>
              <p14:xfrm>
                <a:off x="10173480" y="3250080"/>
                <a:ext cx="194760" cy="3002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177C6B7-5FC8-E214-1303-2838D9BC34F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55480" y="3232080"/>
                  <a:ext cx="230400" cy="33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5FE0328F-821C-79E6-2D3E-CFFCBED36A26}"/>
                  </a:ext>
                </a:extLst>
              </p14:cNvPr>
              <p14:cNvContentPartPr/>
              <p14:nvPr/>
            </p14:nvContentPartPr>
            <p14:xfrm>
              <a:off x="9644640" y="3355920"/>
              <a:ext cx="147240" cy="655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5FE0328F-821C-79E6-2D3E-CFFCBED36A2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626640" y="3337920"/>
                <a:ext cx="182880" cy="10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56248214-FAE1-8BA3-FF55-0FDFD09A48B7}"/>
              </a:ext>
            </a:extLst>
          </p:cNvPr>
          <p:cNvGrpSpPr/>
          <p:nvPr/>
        </p:nvGrpSpPr>
        <p:grpSpPr>
          <a:xfrm>
            <a:off x="9616200" y="2855160"/>
            <a:ext cx="348840" cy="297360"/>
            <a:chOff x="9616200" y="2855160"/>
            <a:chExt cx="3488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70B2563-E22B-623E-0727-0738B2346123}"/>
                    </a:ext>
                  </a:extLst>
                </p14:cNvPr>
                <p14:cNvContentPartPr/>
                <p14:nvPr/>
              </p14:nvContentPartPr>
              <p14:xfrm>
                <a:off x="9616200" y="2944440"/>
                <a:ext cx="348840" cy="163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70B2563-E22B-623E-0727-0738B23461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98200" y="2926440"/>
                  <a:ext cx="384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4657CBC-0959-91C1-D918-C6DC3575F3E6}"/>
                    </a:ext>
                  </a:extLst>
                </p14:cNvPr>
                <p14:cNvContentPartPr/>
                <p14:nvPr/>
              </p14:nvContentPartPr>
              <p14:xfrm>
                <a:off x="9732120" y="2855160"/>
                <a:ext cx="194760" cy="297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4657CBC-0959-91C1-D918-C6DC3575F3E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14120" y="2837182"/>
                  <a:ext cx="230400" cy="3329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9E13D371-EBCB-0572-4CF3-71653826743B}"/>
              </a:ext>
            </a:extLst>
          </p:cNvPr>
          <p:cNvGrpSpPr/>
          <p:nvPr/>
        </p:nvGrpSpPr>
        <p:grpSpPr>
          <a:xfrm>
            <a:off x="263760" y="3721680"/>
            <a:ext cx="6975000" cy="2784600"/>
            <a:chOff x="263760" y="3721680"/>
            <a:chExt cx="6975000" cy="278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E2A6A12-A80C-3BDC-5D63-222B1D96272E}"/>
                    </a:ext>
                  </a:extLst>
                </p14:cNvPr>
                <p14:cNvContentPartPr/>
                <p14:nvPr/>
              </p14:nvContentPartPr>
              <p14:xfrm>
                <a:off x="548520" y="4985640"/>
                <a:ext cx="48960" cy="4312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E2A6A12-A80C-3BDC-5D63-222B1D96272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30520" y="4967625"/>
                  <a:ext cx="84600" cy="466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3284FF9-08C8-C880-27F5-C97606DB5A69}"/>
                    </a:ext>
                  </a:extLst>
                </p14:cNvPr>
                <p14:cNvContentPartPr/>
                <p14:nvPr/>
              </p14:nvContentPartPr>
              <p14:xfrm>
                <a:off x="513600" y="4985280"/>
                <a:ext cx="246960" cy="1843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3284FF9-08C8-C880-27F5-C97606DB5A6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5626" y="4967315"/>
                  <a:ext cx="282548" cy="2198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ED3E780-8D39-4B40-56BB-16CBDC4E119A}"/>
                    </a:ext>
                  </a:extLst>
                </p14:cNvPr>
                <p14:cNvContentPartPr/>
                <p14:nvPr/>
              </p14:nvContentPartPr>
              <p14:xfrm>
                <a:off x="862800" y="4965480"/>
                <a:ext cx="94320" cy="1069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ED3E780-8D39-4B40-56BB-16CBDC4E119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4800" y="4947480"/>
                  <a:ext cx="129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521A5AA-05FA-CB5B-CE84-17F80612BCFC}"/>
                    </a:ext>
                  </a:extLst>
                </p14:cNvPr>
                <p14:cNvContentPartPr/>
                <p14:nvPr/>
              </p14:nvContentPartPr>
              <p14:xfrm>
                <a:off x="992040" y="4756680"/>
                <a:ext cx="112320" cy="2559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521A5AA-05FA-CB5B-CE84-17F80612BCF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4040" y="4738655"/>
                  <a:ext cx="147960" cy="2916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25C15F3-F7F7-AC34-A19B-434BC0045C07}"/>
                    </a:ext>
                  </a:extLst>
                </p14:cNvPr>
                <p14:cNvContentPartPr/>
                <p14:nvPr/>
              </p14:nvContentPartPr>
              <p14:xfrm>
                <a:off x="1189680" y="4753800"/>
                <a:ext cx="201960" cy="1724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25C15F3-F7F7-AC34-A19B-434BC0045C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71680" y="4735800"/>
                  <a:ext cx="237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7B4B3E1-E387-B716-0690-001468D3F75E}"/>
                    </a:ext>
                  </a:extLst>
                </p14:cNvPr>
                <p14:cNvContentPartPr/>
                <p14:nvPr/>
              </p14:nvContentPartPr>
              <p14:xfrm>
                <a:off x="1462920" y="4615920"/>
                <a:ext cx="174960" cy="108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7B4B3E1-E387-B716-0690-001468D3F75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444920" y="4597980"/>
                  <a:ext cx="210600" cy="1438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4CE6CA2-7C11-4140-7D88-F6C94276CA13}"/>
                    </a:ext>
                  </a:extLst>
                </p14:cNvPr>
                <p14:cNvContentPartPr/>
                <p14:nvPr/>
              </p14:nvContentPartPr>
              <p14:xfrm>
                <a:off x="1552560" y="4529880"/>
                <a:ext cx="68400" cy="3031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4CE6CA2-7C11-4140-7D88-F6C94276CA1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34560" y="4511901"/>
                  <a:ext cx="104040" cy="3387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1B72976-2481-7103-D1A7-17CD3591977B}"/>
                    </a:ext>
                  </a:extLst>
                </p14:cNvPr>
                <p14:cNvContentPartPr/>
                <p14:nvPr/>
              </p14:nvContentPartPr>
              <p14:xfrm>
                <a:off x="263760" y="4077360"/>
                <a:ext cx="1773000" cy="14547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1B72976-2481-7103-D1A7-17CD3591977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5756" y="4059360"/>
                  <a:ext cx="1808647" cy="14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D6D7B9B-1FEE-2241-A844-65B7E9ACF12C}"/>
                    </a:ext>
                  </a:extLst>
                </p14:cNvPr>
                <p14:cNvContentPartPr/>
                <p14:nvPr/>
              </p14:nvContentPartPr>
              <p14:xfrm>
                <a:off x="322080" y="4953240"/>
                <a:ext cx="407520" cy="830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D6D7B9B-1FEE-2241-A844-65B7E9ACF12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4080" y="4935240"/>
                  <a:ext cx="44316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D70C10D-56A9-1AAD-B5FA-5EB099DB8996}"/>
                    </a:ext>
                  </a:extLst>
                </p14:cNvPr>
                <p14:cNvContentPartPr/>
                <p14:nvPr/>
              </p14:nvContentPartPr>
              <p14:xfrm>
                <a:off x="2121000" y="4285080"/>
                <a:ext cx="156240" cy="307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D70C10D-56A9-1AAD-B5FA-5EB099DB899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02958" y="4267080"/>
                  <a:ext cx="191962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C46EDDA-3892-A809-5AB0-FE46B17699F6}"/>
                    </a:ext>
                  </a:extLst>
                </p14:cNvPr>
                <p14:cNvContentPartPr/>
                <p14:nvPr/>
              </p14:nvContentPartPr>
              <p14:xfrm>
                <a:off x="2181480" y="4276800"/>
                <a:ext cx="262800" cy="199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C46EDDA-3892-A809-5AB0-FE46B17699F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63480" y="4258800"/>
                  <a:ext cx="298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03EE81B-2587-7C5E-5267-20EAF8808A7B}"/>
                    </a:ext>
                  </a:extLst>
                </p14:cNvPr>
                <p14:cNvContentPartPr/>
                <p14:nvPr/>
              </p14:nvContentPartPr>
              <p14:xfrm>
                <a:off x="2461200" y="4198680"/>
                <a:ext cx="155880" cy="1576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03EE81B-2587-7C5E-5267-20EAF8808A7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443200" y="4180680"/>
                  <a:ext cx="191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8C07F88-4053-1626-F632-75BDADC4463B}"/>
                    </a:ext>
                  </a:extLst>
                </p14:cNvPr>
                <p14:cNvContentPartPr/>
                <p14:nvPr/>
              </p14:nvContentPartPr>
              <p14:xfrm>
                <a:off x="2668560" y="4053960"/>
                <a:ext cx="111960" cy="2844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8C07F88-4053-1626-F632-75BDADC4463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50502" y="4035960"/>
                  <a:ext cx="147715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D9BA231-340E-55A9-B75B-DC3F32A87614}"/>
                    </a:ext>
                  </a:extLst>
                </p14:cNvPr>
                <p14:cNvContentPartPr/>
                <p14:nvPr/>
              </p14:nvContentPartPr>
              <p14:xfrm>
                <a:off x="2817240" y="4222080"/>
                <a:ext cx="109800" cy="1159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D9BA231-340E-55A9-B75B-DC3F32A8761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99181" y="4204136"/>
                  <a:ext cx="145557" cy="151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89A7A71-EE10-7FEE-8AAC-99C7E66A57B1}"/>
                    </a:ext>
                  </a:extLst>
                </p14:cNvPr>
                <p14:cNvContentPartPr/>
                <p14:nvPr/>
              </p14:nvContentPartPr>
              <p14:xfrm>
                <a:off x="2186160" y="5481720"/>
                <a:ext cx="252720" cy="259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89A7A71-EE10-7FEE-8AAC-99C7E66A57B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68186" y="5463745"/>
                  <a:ext cx="288309" cy="294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584BC66-05E3-CCF9-E7B5-7075725A1977}"/>
                    </a:ext>
                  </a:extLst>
                </p14:cNvPr>
                <p14:cNvContentPartPr/>
                <p14:nvPr/>
              </p14:nvContentPartPr>
              <p14:xfrm>
                <a:off x="2340240" y="5546880"/>
                <a:ext cx="44280" cy="353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584BC66-05E3-CCF9-E7B5-7075725A197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22240" y="5528880"/>
                  <a:ext cx="799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278D9E3-FCB1-3624-CF8B-6F5D2EA69BC2}"/>
                    </a:ext>
                  </a:extLst>
                </p14:cNvPr>
                <p14:cNvContentPartPr/>
                <p14:nvPr/>
              </p14:nvContentPartPr>
              <p14:xfrm>
                <a:off x="2517360" y="5487480"/>
                <a:ext cx="32040" cy="267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278D9E3-FCB1-3624-CF8B-6F5D2EA69BC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99155" y="5469480"/>
                  <a:ext cx="68085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59F7F7B-B63F-80F1-05A3-0A3ADA61B862}"/>
                    </a:ext>
                  </a:extLst>
                </p14:cNvPr>
                <p14:cNvContentPartPr/>
                <p14:nvPr/>
              </p14:nvContentPartPr>
              <p14:xfrm>
                <a:off x="2524560" y="5491800"/>
                <a:ext cx="170640" cy="1738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59F7F7B-B63F-80F1-05A3-0A3ADA61B86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06560" y="5473800"/>
                  <a:ext cx="206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4E5A4E9-62D8-D971-1FA8-49D5FEC2C318}"/>
                    </a:ext>
                  </a:extLst>
                </p14:cNvPr>
                <p14:cNvContentPartPr/>
                <p14:nvPr/>
              </p14:nvContentPartPr>
              <p14:xfrm>
                <a:off x="2537880" y="5559120"/>
                <a:ext cx="119520" cy="93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4E5A4E9-62D8-D971-1FA8-49D5FEC2C31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19934" y="5541120"/>
                  <a:ext cx="155053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5ABB8C6-F64A-3D82-D208-0B39F0774032}"/>
                    </a:ext>
                  </a:extLst>
                </p14:cNvPr>
                <p14:cNvContentPartPr/>
                <p14:nvPr/>
              </p14:nvContentPartPr>
              <p14:xfrm>
                <a:off x="2750640" y="5552280"/>
                <a:ext cx="28440" cy="270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5ABB8C6-F64A-3D82-D208-0B39F077403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32640" y="5534037"/>
                  <a:ext cx="64080" cy="63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C6BCD72-A64D-E833-2AB8-E9D3F8153A54}"/>
                    </a:ext>
                  </a:extLst>
                </p14:cNvPr>
                <p14:cNvContentPartPr/>
                <p14:nvPr/>
              </p14:nvContentPartPr>
              <p14:xfrm>
                <a:off x="2799600" y="5602320"/>
                <a:ext cx="76320" cy="36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C6BCD72-A64D-E833-2AB8-E9D3F8153A5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781600" y="5584320"/>
                  <a:ext cx="111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DB9E10F-F05B-BDF6-A060-3343D4668B20}"/>
                    </a:ext>
                  </a:extLst>
                </p14:cNvPr>
                <p14:cNvContentPartPr/>
                <p14:nvPr/>
              </p14:nvContentPartPr>
              <p14:xfrm>
                <a:off x="3015240" y="5355000"/>
                <a:ext cx="104760" cy="3085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DB9E10F-F05B-BDF6-A060-3343D4668B2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97240" y="5337000"/>
                  <a:ext cx="1404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8F13005-4B96-8C74-90C8-A5B54790DBF9}"/>
                    </a:ext>
                  </a:extLst>
                </p14:cNvPr>
                <p14:cNvContentPartPr/>
                <p14:nvPr/>
              </p14:nvContentPartPr>
              <p14:xfrm>
                <a:off x="2974920" y="5346360"/>
                <a:ext cx="106920" cy="55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8F13005-4B96-8C74-90C8-A5B54790DBF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56920" y="5328360"/>
                  <a:ext cx="142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270ECCD-132F-C9B1-0E27-818B2CB3EAE7}"/>
                    </a:ext>
                  </a:extLst>
                </p14:cNvPr>
                <p14:cNvContentPartPr/>
                <p14:nvPr/>
              </p14:nvContentPartPr>
              <p14:xfrm>
                <a:off x="3089400" y="5638320"/>
                <a:ext cx="83880" cy="907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270ECCD-132F-C9B1-0E27-818B2CB3EAE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071400" y="5620391"/>
                  <a:ext cx="119520" cy="126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18B7BED-DF7B-8D33-B03E-27E530CBE1B3}"/>
                    </a:ext>
                  </a:extLst>
                </p14:cNvPr>
                <p14:cNvContentPartPr/>
                <p14:nvPr/>
              </p14:nvContentPartPr>
              <p14:xfrm>
                <a:off x="3300720" y="5548320"/>
                <a:ext cx="14760" cy="1706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18B7BED-DF7B-8D33-B03E-27E530CBE1B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282720" y="5530320"/>
                  <a:ext cx="50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5F6ED29-80E0-5E4F-67A6-F9922CE65092}"/>
                    </a:ext>
                  </a:extLst>
                </p14:cNvPr>
                <p14:cNvContentPartPr/>
                <p14:nvPr/>
              </p14:nvContentPartPr>
              <p14:xfrm>
                <a:off x="3352200" y="5447520"/>
                <a:ext cx="144000" cy="388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5F6ED29-80E0-5E4F-67A6-F9922CE6509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34200" y="5429520"/>
                  <a:ext cx="179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05A92BB-51D1-A3CF-46C6-172EF94532D8}"/>
                    </a:ext>
                  </a:extLst>
                </p14:cNvPr>
                <p14:cNvContentPartPr/>
                <p14:nvPr/>
              </p14:nvContentPartPr>
              <p14:xfrm>
                <a:off x="3482520" y="5337360"/>
                <a:ext cx="40680" cy="211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05A92BB-51D1-A3CF-46C6-172EF94532D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464520" y="5319391"/>
                  <a:ext cx="76320" cy="2468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4E0134D-CCC8-AE22-675E-EB5DE1EB803E}"/>
                    </a:ext>
                  </a:extLst>
                </p14:cNvPr>
                <p14:cNvContentPartPr/>
                <p14:nvPr/>
              </p14:nvContentPartPr>
              <p14:xfrm>
                <a:off x="3661080" y="5238720"/>
                <a:ext cx="63000" cy="259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4E0134D-CCC8-AE22-675E-EB5DE1EB803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43080" y="5220745"/>
                  <a:ext cx="98640" cy="2951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9C01636-AE42-C7FF-AA75-8842047853F2}"/>
                    </a:ext>
                  </a:extLst>
                </p14:cNvPr>
                <p14:cNvContentPartPr/>
                <p14:nvPr/>
              </p14:nvContentPartPr>
              <p14:xfrm>
                <a:off x="3620400" y="5241240"/>
                <a:ext cx="93600" cy="66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9C01636-AE42-C7FF-AA75-8842047853F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02400" y="5223240"/>
                  <a:ext cx="129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AB85A87-BC4F-D91D-0EB7-004694D50992}"/>
                    </a:ext>
                  </a:extLst>
                </p14:cNvPr>
                <p14:cNvContentPartPr/>
                <p14:nvPr/>
              </p14:nvContentPartPr>
              <p14:xfrm>
                <a:off x="3715440" y="5465880"/>
                <a:ext cx="47880" cy="54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AB85A87-BC4F-D91D-0EB7-004694D5099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97440" y="5447998"/>
                  <a:ext cx="83520" cy="897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5FA4B9F-93EE-2626-C651-6B4FF04F34E6}"/>
                    </a:ext>
                  </a:extLst>
                </p14:cNvPr>
                <p14:cNvContentPartPr/>
                <p14:nvPr/>
              </p14:nvContentPartPr>
              <p14:xfrm>
                <a:off x="3858720" y="5412240"/>
                <a:ext cx="193680" cy="1659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5FA4B9F-93EE-2626-C651-6B4FF04F34E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840720" y="5394240"/>
                  <a:ext cx="229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E2800F5-A343-31F0-EA04-EC26142893AE}"/>
                    </a:ext>
                  </a:extLst>
                </p14:cNvPr>
                <p14:cNvContentPartPr/>
                <p14:nvPr/>
              </p14:nvContentPartPr>
              <p14:xfrm>
                <a:off x="4048800" y="5290560"/>
                <a:ext cx="151920" cy="698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E2800F5-A343-31F0-EA04-EC26142893A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030843" y="5272560"/>
                  <a:ext cx="187476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1D937E6-62F4-EA29-8F26-D3499BF6F755}"/>
                    </a:ext>
                  </a:extLst>
                </p14:cNvPr>
                <p14:cNvContentPartPr/>
                <p14:nvPr/>
              </p14:nvContentPartPr>
              <p14:xfrm>
                <a:off x="4149240" y="5232960"/>
                <a:ext cx="38520" cy="1558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1D937E6-62F4-EA29-8F26-D3499BF6F75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31240" y="5214960"/>
                  <a:ext cx="74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49AA88E-E53D-D233-20B4-37470029ED44}"/>
                    </a:ext>
                  </a:extLst>
                </p14:cNvPr>
                <p14:cNvContentPartPr/>
                <p14:nvPr/>
              </p14:nvContentPartPr>
              <p14:xfrm>
                <a:off x="4278120" y="5105880"/>
                <a:ext cx="112680" cy="3308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49AA88E-E53D-D233-20B4-37470029ED4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60120" y="5087900"/>
                  <a:ext cx="148320" cy="3664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AD70D95-CFB7-C93A-2B15-B1A5D4FA263A}"/>
                    </a:ext>
                  </a:extLst>
                </p14:cNvPr>
                <p14:cNvContentPartPr/>
                <p14:nvPr/>
              </p14:nvContentPartPr>
              <p14:xfrm>
                <a:off x="4246080" y="5108040"/>
                <a:ext cx="102600" cy="56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AD70D95-CFB7-C93A-2B15-B1A5D4FA263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28080" y="5090040"/>
                  <a:ext cx="1382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27A74E8-4812-B826-58A0-0F61B52F60F0}"/>
                    </a:ext>
                  </a:extLst>
                </p14:cNvPr>
                <p14:cNvContentPartPr/>
                <p14:nvPr/>
              </p14:nvContentPartPr>
              <p14:xfrm>
                <a:off x="4394760" y="5344200"/>
                <a:ext cx="112320" cy="579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27A74E8-4812-B826-58A0-0F61B52F60F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376760" y="5326087"/>
                  <a:ext cx="147960" cy="938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8C791F9-159F-EF31-7D1D-2BEB19B04EFF}"/>
                    </a:ext>
                  </a:extLst>
                </p14:cNvPr>
                <p14:cNvContentPartPr/>
                <p14:nvPr/>
              </p14:nvContentPartPr>
              <p14:xfrm>
                <a:off x="4555680" y="5338800"/>
                <a:ext cx="127080" cy="272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8C791F9-159F-EF31-7D1D-2BEB19B04EF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37629" y="5320800"/>
                  <a:ext cx="162821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E9B8A63-C516-A306-9512-A0CBEA1F343B}"/>
                    </a:ext>
                  </a:extLst>
                </p14:cNvPr>
                <p14:cNvContentPartPr/>
                <p14:nvPr/>
              </p14:nvContentPartPr>
              <p14:xfrm>
                <a:off x="4749000" y="5180760"/>
                <a:ext cx="174960" cy="738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E9B8A63-C516-A306-9512-A0CBEA1F343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31000" y="5162760"/>
                  <a:ext cx="210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A7B3469-57A2-3033-2FC8-8977229E56AF}"/>
                    </a:ext>
                  </a:extLst>
                </p14:cNvPr>
                <p14:cNvContentPartPr/>
                <p14:nvPr/>
              </p14:nvContentPartPr>
              <p14:xfrm>
                <a:off x="4825320" y="5112720"/>
                <a:ext cx="43920" cy="212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A7B3469-57A2-3033-2FC8-8977229E56A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807466" y="5094720"/>
                  <a:ext cx="7927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0F020D1-2E8A-5297-A716-6546A790C87D}"/>
                    </a:ext>
                  </a:extLst>
                </p14:cNvPr>
                <p14:cNvContentPartPr/>
                <p14:nvPr/>
              </p14:nvContentPartPr>
              <p14:xfrm>
                <a:off x="5035200" y="5077080"/>
                <a:ext cx="201600" cy="1666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0F020D1-2E8A-5297-A716-6546A790C87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17200" y="5059041"/>
                  <a:ext cx="237240" cy="2023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293A100-59F5-F9EA-7B01-8EBA243147EF}"/>
                    </a:ext>
                  </a:extLst>
                </p14:cNvPr>
                <p14:cNvContentPartPr/>
                <p14:nvPr/>
              </p14:nvContentPartPr>
              <p14:xfrm>
                <a:off x="5336880" y="5011200"/>
                <a:ext cx="25200" cy="2692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293A100-59F5-F9EA-7B01-8EBA243147E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318880" y="4993200"/>
                  <a:ext cx="608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6A1032D-5986-C8E1-1A0D-81136283CC0E}"/>
                    </a:ext>
                  </a:extLst>
                </p14:cNvPr>
                <p14:cNvContentPartPr/>
                <p14:nvPr/>
              </p14:nvContentPartPr>
              <p14:xfrm>
                <a:off x="5356680" y="5024520"/>
                <a:ext cx="138600" cy="1526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6A1032D-5986-C8E1-1A0D-81136283CC0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338680" y="5006520"/>
                  <a:ext cx="174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279638F-0A87-61B9-87B6-80E522FF56C9}"/>
                    </a:ext>
                  </a:extLst>
                </p14:cNvPr>
                <p14:cNvContentPartPr/>
                <p14:nvPr/>
              </p14:nvContentPartPr>
              <p14:xfrm>
                <a:off x="5395560" y="5105520"/>
                <a:ext cx="82800" cy="583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279638F-0A87-61B9-87B6-80E522FF56C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77560" y="5087520"/>
                  <a:ext cx="118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9BB7283-5794-842D-3D64-C0DCA62493C5}"/>
                    </a:ext>
                  </a:extLst>
                </p14:cNvPr>
                <p14:cNvContentPartPr/>
                <p14:nvPr/>
              </p14:nvContentPartPr>
              <p14:xfrm>
                <a:off x="6367560" y="3721680"/>
                <a:ext cx="220680" cy="124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9BB7283-5794-842D-3D64-C0DCA62493C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349531" y="3703680"/>
                  <a:ext cx="256378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79DBD56-A1A7-131A-AD48-A48000B925B4}"/>
                    </a:ext>
                  </a:extLst>
                </p14:cNvPr>
                <p14:cNvContentPartPr/>
                <p14:nvPr/>
              </p14:nvContentPartPr>
              <p14:xfrm>
                <a:off x="6868680" y="3733560"/>
                <a:ext cx="66240" cy="194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79DBD56-A1A7-131A-AD48-A48000B925B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50680" y="3715560"/>
                  <a:ext cx="101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C690722-A89F-923A-A8F6-EE88BE0B1EA6}"/>
                    </a:ext>
                  </a:extLst>
                </p14:cNvPr>
                <p14:cNvContentPartPr/>
                <p14:nvPr/>
              </p14:nvContentPartPr>
              <p14:xfrm>
                <a:off x="6789120" y="3736080"/>
                <a:ext cx="150840" cy="1018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C690722-A89F-923A-A8F6-EE88BE0B1EA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771120" y="3718080"/>
                  <a:ext cx="186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CF9E392-DA33-95EA-9C1F-CE645A998DB2}"/>
                    </a:ext>
                  </a:extLst>
                </p14:cNvPr>
                <p14:cNvContentPartPr/>
                <p14:nvPr/>
              </p14:nvContentPartPr>
              <p14:xfrm>
                <a:off x="6885600" y="3920400"/>
                <a:ext cx="128880" cy="103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CF9E392-DA33-95EA-9C1F-CE645A998DB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867650" y="3902337"/>
                  <a:ext cx="164421" cy="1390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FE4FFC5-9DB3-0325-58F5-FFD39FF95204}"/>
                    </a:ext>
                  </a:extLst>
                </p14:cNvPr>
                <p14:cNvContentPartPr/>
                <p14:nvPr/>
              </p14:nvContentPartPr>
              <p14:xfrm>
                <a:off x="7085400" y="3835440"/>
                <a:ext cx="94680" cy="64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FE4FFC5-9DB3-0325-58F5-FFD39FF9520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067331" y="3817440"/>
                  <a:ext cx="130456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D87C90B-5B0C-4B74-34D2-95353371451F}"/>
                    </a:ext>
                  </a:extLst>
                </p14:cNvPr>
                <p14:cNvContentPartPr/>
                <p14:nvPr/>
              </p14:nvContentPartPr>
              <p14:xfrm>
                <a:off x="7175040" y="3805920"/>
                <a:ext cx="63720" cy="250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D87C90B-5B0C-4B74-34D2-95353371451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57040" y="3787920"/>
                  <a:ext cx="99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5D13FE6-DFB5-1DC4-F4D3-31D88047A04A}"/>
                    </a:ext>
                  </a:extLst>
                </p14:cNvPr>
                <p14:cNvContentPartPr/>
                <p14:nvPr/>
              </p14:nvContentPartPr>
              <p14:xfrm>
                <a:off x="5915760" y="4017240"/>
                <a:ext cx="1238400" cy="11473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5D13FE6-DFB5-1DC4-F4D3-31D88047A04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97760" y="3999240"/>
                  <a:ext cx="1274040" cy="11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981786B-7313-7F2F-F9A4-1DDBE5F18F17}"/>
                    </a:ext>
                  </a:extLst>
                </p14:cNvPr>
                <p14:cNvContentPartPr/>
                <p14:nvPr/>
              </p14:nvContentPartPr>
              <p14:xfrm>
                <a:off x="5986680" y="4137120"/>
                <a:ext cx="980640" cy="1236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981786B-7313-7F2F-F9A4-1DDBE5F18F1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68680" y="4119120"/>
                  <a:ext cx="1016280" cy="12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02028D7-6C30-5822-75D1-48FB056C1601}"/>
                    </a:ext>
                  </a:extLst>
                </p14:cNvPr>
                <p14:cNvContentPartPr/>
                <p14:nvPr/>
              </p14:nvContentPartPr>
              <p14:xfrm>
                <a:off x="2599800" y="6110640"/>
                <a:ext cx="219960" cy="2088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02028D7-6C30-5822-75D1-48FB056C160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581800" y="6092640"/>
                  <a:ext cx="255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74666B9-7484-D710-93BA-2E055509BCB2}"/>
                    </a:ext>
                  </a:extLst>
                </p14:cNvPr>
                <p14:cNvContentPartPr/>
                <p14:nvPr/>
              </p14:nvContentPartPr>
              <p14:xfrm>
                <a:off x="2773320" y="6175800"/>
                <a:ext cx="66240" cy="3304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74666B9-7484-D710-93BA-2E055509BCB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755417" y="6157800"/>
                  <a:ext cx="101687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F3C5B68-63FC-39E3-953F-3817DE276170}"/>
                    </a:ext>
                  </a:extLst>
                </p14:cNvPr>
                <p14:cNvContentPartPr/>
                <p14:nvPr/>
              </p14:nvContentPartPr>
              <p14:xfrm>
                <a:off x="2956920" y="6116760"/>
                <a:ext cx="39240" cy="255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F3C5B68-63FC-39E3-953F-3817DE27617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938920" y="6098760"/>
                  <a:ext cx="748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342EF2F-5CB1-837E-058B-12A089405E00}"/>
                    </a:ext>
                  </a:extLst>
                </p14:cNvPr>
                <p14:cNvContentPartPr/>
                <p14:nvPr/>
              </p14:nvContentPartPr>
              <p14:xfrm>
                <a:off x="2956560" y="6126840"/>
                <a:ext cx="190080" cy="1879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342EF2F-5CB1-837E-058B-12A089405E0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938526" y="6108805"/>
                  <a:ext cx="225788" cy="22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0415B27-BDFE-683F-AE4B-F7D1DCB53BB6}"/>
                    </a:ext>
                  </a:extLst>
                </p14:cNvPr>
                <p14:cNvContentPartPr/>
                <p14:nvPr/>
              </p14:nvContentPartPr>
              <p14:xfrm>
                <a:off x="3031800" y="6211080"/>
                <a:ext cx="83880" cy="630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0415B27-BDFE-683F-AE4B-F7D1DCB53BB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013800" y="6193080"/>
                  <a:ext cx="119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A47DB19-CA79-0F33-431F-AA4B22E3356D}"/>
                    </a:ext>
                  </a:extLst>
                </p14:cNvPr>
                <p14:cNvContentPartPr/>
                <p14:nvPr/>
              </p14:nvContentPartPr>
              <p14:xfrm>
                <a:off x="3287040" y="6169320"/>
                <a:ext cx="114480" cy="172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A47DB19-CA79-0F33-431F-AA4B22E3356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269040" y="6151320"/>
                  <a:ext cx="150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27324DD-15E8-412B-1353-8CA963517A89}"/>
                    </a:ext>
                  </a:extLst>
                </p14:cNvPr>
                <p14:cNvContentPartPr/>
                <p14:nvPr/>
              </p14:nvContentPartPr>
              <p14:xfrm>
                <a:off x="3423480" y="6072840"/>
                <a:ext cx="194040" cy="1731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27324DD-15E8-412B-1353-8CA963517A8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405480" y="6054840"/>
                  <a:ext cx="2296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4F7570D-4519-5D74-E8CC-643BFA5A1A03}"/>
                    </a:ext>
                  </a:extLst>
                </p14:cNvPr>
                <p14:cNvContentPartPr/>
                <p14:nvPr/>
              </p14:nvContentPartPr>
              <p14:xfrm>
                <a:off x="3703560" y="6000120"/>
                <a:ext cx="25560" cy="2750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4F7570D-4519-5D74-E8CC-643BFA5A1A0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685560" y="5982120"/>
                  <a:ext cx="612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E09CBC1-2B5B-4D3F-8C36-22A45E8A20F8}"/>
                    </a:ext>
                  </a:extLst>
                </p14:cNvPr>
                <p14:cNvContentPartPr/>
                <p14:nvPr/>
              </p14:nvContentPartPr>
              <p14:xfrm>
                <a:off x="3699600" y="6003000"/>
                <a:ext cx="155520" cy="1706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E09CBC1-2B5B-4D3F-8C36-22A45E8A20F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681642" y="5985000"/>
                  <a:ext cx="191078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377A60B-4D0B-EDB4-39D5-32BEA6CBA084}"/>
                    </a:ext>
                  </a:extLst>
                </p14:cNvPr>
                <p14:cNvContentPartPr/>
                <p14:nvPr/>
              </p14:nvContentPartPr>
              <p14:xfrm>
                <a:off x="3720480" y="6058800"/>
                <a:ext cx="151560" cy="928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377A60B-4D0B-EDB4-39D5-32BEA6CBA08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702480" y="6040800"/>
                  <a:ext cx="187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6DFF379-DBDE-93CF-C904-0A495C52DB5E}"/>
                    </a:ext>
                  </a:extLst>
                </p14:cNvPr>
                <p14:cNvContentPartPr/>
                <p14:nvPr/>
              </p14:nvContentPartPr>
              <p14:xfrm>
                <a:off x="4055280" y="6053040"/>
                <a:ext cx="46440" cy="259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6DFF379-DBDE-93CF-C904-0A495C52DB5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37280" y="6035287"/>
                  <a:ext cx="82080" cy="610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117369F-D7A5-9D6A-AB9C-4669DFFA0ABC}"/>
                    </a:ext>
                  </a:extLst>
                </p14:cNvPr>
                <p14:cNvContentPartPr/>
                <p14:nvPr/>
              </p14:nvContentPartPr>
              <p14:xfrm>
                <a:off x="4114680" y="6072120"/>
                <a:ext cx="56160" cy="370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117369F-D7A5-9D6A-AB9C-4669DFFA0AB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96564" y="6053944"/>
                  <a:ext cx="92030" cy="730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867CDA0-E4EE-DFA2-2067-9EFC29952989}"/>
                    </a:ext>
                  </a:extLst>
                </p14:cNvPr>
                <p14:cNvContentPartPr/>
                <p14:nvPr/>
              </p14:nvContentPartPr>
              <p14:xfrm>
                <a:off x="4383960" y="5955480"/>
                <a:ext cx="70560" cy="3042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867CDA0-E4EE-DFA2-2067-9EFC2995298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365960" y="5937480"/>
                  <a:ext cx="106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0FEBACE-D3CE-2FAD-7A0E-518CC863E86A}"/>
                    </a:ext>
                  </a:extLst>
                </p14:cNvPr>
                <p14:cNvContentPartPr/>
                <p14:nvPr/>
              </p14:nvContentPartPr>
              <p14:xfrm>
                <a:off x="4327080" y="5970960"/>
                <a:ext cx="103680" cy="288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0FEBACE-D3CE-2FAD-7A0E-518CC863E86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09080" y="5952960"/>
                  <a:ext cx="139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9983310-D293-B936-4953-800DF5498451}"/>
                    </a:ext>
                  </a:extLst>
                </p14:cNvPr>
                <p14:cNvContentPartPr/>
                <p14:nvPr/>
              </p14:nvContentPartPr>
              <p14:xfrm>
                <a:off x="4399080" y="6118920"/>
                <a:ext cx="136800" cy="892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9983310-D293-B936-4953-800DF549845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381080" y="6100920"/>
                  <a:ext cx="1724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2876834-440B-43F9-4E15-B6AC311CFBDF}"/>
                    </a:ext>
                  </a:extLst>
                </p14:cNvPr>
                <p14:cNvContentPartPr/>
                <p14:nvPr/>
              </p14:nvContentPartPr>
              <p14:xfrm>
                <a:off x="4635240" y="6054480"/>
                <a:ext cx="32400" cy="1364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2876834-440B-43F9-4E15-B6AC311CFB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17240" y="6036480"/>
                  <a:ext cx="68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30D7883-5EE8-749D-D558-F913D8F6B2B8}"/>
                    </a:ext>
                  </a:extLst>
                </p14:cNvPr>
                <p14:cNvContentPartPr/>
                <p14:nvPr/>
              </p14:nvContentPartPr>
              <p14:xfrm>
                <a:off x="4790760" y="6031440"/>
                <a:ext cx="78480" cy="309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30D7883-5EE8-749D-D558-F913D8F6B2B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772760" y="6013228"/>
                  <a:ext cx="114120" cy="670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37D1144-D238-C69B-C735-882CBCB739BE}"/>
                    </a:ext>
                  </a:extLst>
                </p14:cNvPr>
                <p14:cNvContentPartPr/>
                <p14:nvPr/>
              </p14:nvContentPartPr>
              <p14:xfrm>
                <a:off x="4850520" y="5986080"/>
                <a:ext cx="16200" cy="946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37D1144-D238-C69B-C735-882CBCB739B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32520" y="5968080"/>
                  <a:ext cx="51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DF621AE-7094-F298-0B88-EC04C72FF852}"/>
                    </a:ext>
                  </a:extLst>
                </p14:cNvPr>
                <p14:cNvContentPartPr/>
                <p14:nvPr/>
              </p14:nvContentPartPr>
              <p14:xfrm>
                <a:off x="4947000" y="5887440"/>
                <a:ext cx="60840" cy="2232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DF621AE-7094-F298-0B88-EC04C72FF85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929000" y="5869440"/>
                  <a:ext cx="964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4385BB2-A03F-F0CA-5FBB-D30E742FCF9B}"/>
                    </a:ext>
                  </a:extLst>
                </p14:cNvPr>
                <p14:cNvContentPartPr/>
                <p14:nvPr/>
              </p14:nvContentPartPr>
              <p14:xfrm>
                <a:off x="4934400" y="5879520"/>
                <a:ext cx="120240" cy="720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4385BB2-A03F-F0CA-5FBB-D30E742FCF9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16400" y="5861520"/>
                  <a:ext cx="155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7C39377-848D-80A0-16BD-E3180D6C9B81}"/>
                    </a:ext>
                  </a:extLst>
                </p14:cNvPr>
                <p14:cNvContentPartPr/>
                <p14:nvPr/>
              </p14:nvContentPartPr>
              <p14:xfrm>
                <a:off x="5027280" y="6033600"/>
                <a:ext cx="36360" cy="46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7C39377-848D-80A0-16BD-E3180D6C9B8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009280" y="6015600"/>
                  <a:ext cx="72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BFE280D-A1DE-86E2-AC78-04FB05E2FD9B}"/>
                    </a:ext>
                  </a:extLst>
                </p14:cNvPr>
                <p14:cNvContentPartPr/>
                <p14:nvPr/>
              </p14:nvContentPartPr>
              <p14:xfrm>
                <a:off x="5171640" y="6012720"/>
                <a:ext cx="118800" cy="221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BFE280D-A1DE-86E2-AC78-04FB05E2FD9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53640" y="5994749"/>
                  <a:ext cx="154440" cy="256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9F12911-BF2B-41FB-3B44-66EF9B1D0EB7}"/>
                    </a:ext>
                  </a:extLst>
                </p14:cNvPr>
                <p14:cNvContentPartPr/>
                <p14:nvPr/>
              </p14:nvContentPartPr>
              <p14:xfrm>
                <a:off x="5362800" y="5893200"/>
                <a:ext cx="132840" cy="824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9F12911-BF2B-41FB-3B44-66EF9B1D0EB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344800" y="5875121"/>
                  <a:ext cx="168480" cy="1182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F96E1F0-C5AD-3A60-6D97-075F1421F15B}"/>
                    </a:ext>
                  </a:extLst>
                </p14:cNvPr>
                <p14:cNvContentPartPr/>
                <p14:nvPr/>
              </p14:nvContentPartPr>
              <p14:xfrm>
                <a:off x="5418600" y="5831640"/>
                <a:ext cx="59040" cy="1717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F96E1F0-C5AD-3A60-6D97-075F1421F15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400709" y="5813640"/>
                  <a:ext cx="94464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52D0E1F-7424-EB32-320E-FA3D2107A2BD}"/>
                    </a:ext>
                  </a:extLst>
                </p14:cNvPr>
                <p14:cNvContentPartPr/>
                <p14:nvPr/>
              </p14:nvContentPartPr>
              <p14:xfrm>
                <a:off x="5576640" y="5756040"/>
                <a:ext cx="100080" cy="2426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52D0E1F-7424-EB32-320E-FA3D2107A2B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558640" y="5738040"/>
                  <a:ext cx="135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4948C43-F420-10DD-6766-6B3C18D58AB8}"/>
                    </a:ext>
                  </a:extLst>
                </p14:cNvPr>
                <p14:cNvContentPartPr/>
                <p14:nvPr/>
              </p14:nvContentPartPr>
              <p14:xfrm>
                <a:off x="5551440" y="5734080"/>
                <a:ext cx="126720" cy="475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4948C43-F420-10DD-6766-6B3C18D58AB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533440" y="5716080"/>
                  <a:ext cx="1623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30B5555-5103-0550-CD51-A40D09978958}"/>
                    </a:ext>
                  </a:extLst>
                </p14:cNvPr>
                <p14:cNvContentPartPr/>
                <p14:nvPr/>
              </p14:nvContentPartPr>
              <p14:xfrm>
                <a:off x="5693640" y="5921280"/>
                <a:ext cx="68400" cy="74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30B5555-5103-0550-CD51-A40D0997895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675640" y="5903280"/>
                  <a:ext cx="104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0D100FF-1668-418A-940A-967B994DD108}"/>
                    </a:ext>
                  </a:extLst>
                </p14:cNvPr>
                <p14:cNvContentPartPr/>
                <p14:nvPr/>
              </p14:nvContentPartPr>
              <p14:xfrm>
                <a:off x="5828280" y="5874840"/>
                <a:ext cx="158040" cy="261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0D100FF-1668-418A-940A-967B994DD10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810280" y="5856815"/>
                  <a:ext cx="193680" cy="29668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08790404-64FD-2AD1-6D31-207C3F7756D7}"/>
              </a:ext>
            </a:extLst>
          </p:cNvPr>
          <p:cNvGrpSpPr/>
          <p:nvPr/>
        </p:nvGrpSpPr>
        <p:grpSpPr>
          <a:xfrm>
            <a:off x="11249160" y="4357440"/>
            <a:ext cx="556920" cy="245160"/>
            <a:chOff x="11249160" y="4357440"/>
            <a:chExt cx="55692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12DA553-A9A5-684C-52FE-12A675788A51}"/>
                    </a:ext>
                  </a:extLst>
                </p14:cNvPr>
                <p14:cNvContentPartPr/>
                <p14:nvPr/>
              </p14:nvContentPartPr>
              <p14:xfrm>
                <a:off x="11249160" y="4555800"/>
                <a:ext cx="87120" cy="468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12DA553-A9A5-684C-52FE-12A675788A5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231160" y="4537800"/>
                  <a:ext cx="122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C4B0BB9-6D6A-D0FF-B956-5C240E2A2198}"/>
                    </a:ext>
                  </a:extLst>
                </p14:cNvPr>
                <p14:cNvContentPartPr/>
                <p14:nvPr/>
              </p14:nvContentPartPr>
              <p14:xfrm>
                <a:off x="11420880" y="4419000"/>
                <a:ext cx="146160" cy="1706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C4B0BB9-6D6A-D0FF-B956-5C240E2A219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402880" y="4401000"/>
                  <a:ext cx="181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CEB6F4D-1DEB-7C9D-B534-C837DDE086DE}"/>
                    </a:ext>
                  </a:extLst>
                </p14:cNvPr>
                <p14:cNvContentPartPr/>
                <p14:nvPr/>
              </p14:nvContentPartPr>
              <p14:xfrm>
                <a:off x="11697360" y="4357440"/>
                <a:ext cx="56160" cy="1987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CEB6F4D-1DEB-7C9D-B534-C837DDE086D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679244" y="4339440"/>
                  <a:ext cx="9203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92F7D0F-148C-D639-1D7C-76D400821FAE}"/>
                    </a:ext>
                  </a:extLst>
                </p14:cNvPr>
                <p14:cNvContentPartPr/>
                <p14:nvPr/>
              </p14:nvContentPartPr>
              <p14:xfrm>
                <a:off x="11711400" y="4362840"/>
                <a:ext cx="94680" cy="792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92F7D0F-148C-D639-1D7C-76D400821FA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693400" y="4344758"/>
                  <a:ext cx="130320" cy="1150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9C667C5-2662-0F55-7AE0-9083220BC4C1}"/>
                    </a:ext>
                  </a:extLst>
                </p14:cNvPr>
                <p14:cNvContentPartPr/>
                <p14:nvPr/>
              </p14:nvContentPartPr>
              <p14:xfrm>
                <a:off x="11697000" y="4446000"/>
                <a:ext cx="91800" cy="399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9C667C5-2662-0F55-7AE0-9083220BC4C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679070" y="4428000"/>
                  <a:ext cx="127301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00AC5755-29C3-8DB7-D035-7C2EB171C8EE}"/>
              </a:ext>
            </a:extLst>
          </p:cNvPr>
          <p:cNvGrpSpPr/>
          <p:nvPr/>
        </p:nvGrpSpPr>
        <p:grpSpPr>
          <a:xfrm>
            <a:off x="11146560" y="4889520"/>
            <a:ext cx="649080" cy="308520"/>
            <a:chOff x="11146560" y="4889520"/>
            <a:chExt cx="64908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F6A82CC-D036-78C9-F447-6EAA95516389}"/>
                    </a:ext>
                  </a:extLst>
                </p14:cNvPr>
                <p14:cNvContentPartPr/>
                <p14:nvPr/>
              </p14:nvContentPartPr>
              <p14:xfrm>
                <a:off x="11146560" y="4914000"/>
                <a:ext cx="74520" cy="237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F6A82CC-D036-78C9-F447-6EAA9551638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128473" y="4896000"/>
                  <a:ext cx="110333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B3206E52-A516-EED0-F25A-133692A3C5A7}"/>
                    </a:ext>
                  </a:extLst>
                </p14:cNvPr>
                <p14:cNvContentPartPr/>
                <p14:nvPr/>
              </p14:nvContentPartPr>
              <p14:xfrm>
                <a:off x="11157360" y="5004000"/>
                <a:ext cx="83880" cy="234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B3206E52-A516-EED0-F25A-133692A3C5A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139360" y="4986000"/>
                  <a:ext cx="119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C406989-CC06-D44E-622F-003B98B4A355}"/>
                    </a:ext>
                  </a:extLst>
                </p14:cNvPr>
                <p14:cNvContentPartPr/>
                <p14:nvPr/>
              </p14:nvContentPartPr>
              <p14:xfrm>
                <a:off x="11374800" y="4889520"/>
                <a:ext cx="159480" cy="1922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C406989-CC06-D44E-622F-003B98B4A35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356800" y="4871520"/>
                  <a:ext cx="195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DA11210-48B4-43BE-CFC7-EBC59E8EFA36}"/>
                    </a:ext>
                  </a:extLst>
                </p14:cNvPr>
                <p14:cNvContentPartPr/>
                <p14:nvPr/>
              </p14:nvContentPartPr>
              <p14:xfrm>
                <a:off x="11672520" y="4911480"/>
                <a:ext cx="27720" cy="2865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DA11210-48B4-43BE-CFC7-EBC59E8EFA3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654520" y="4893480"/>
                  <a:ext cx="633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6C2ADB2-506B-7FAC-F670-63FD3433C359}"/>
                    </a:ext>
                  </a:extLst>
                </p14:cNvPr>
                <p14:cNvContentPartPr/>
                <p14:nvPr/>
              </p14:nvContentPartPr>
              <p14:xfrm>
                <a:off x="11669640" y="4921200"/>
                <a:ext cx="116280" cy="1681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6C2ADB2-506B-7FAC-F670-63FD3433C35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651640" y="4903200"/>
                  <a:ext cx="151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8B790FE-0316-11D1-7F08-2C3E47DDBD6D}"/>
                    </a:ext>
                  </a:extLst>
                </p14:cNvPr>
                <p14:cNvContentPartPr/>
                <p14:nvPr/>
              </p14:nvContentPartPr>
              <p14:xfrm>
                <a:off x="11679720" y="5022720"/>
                <a:ext cx="115920" cy="439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8B790FE-0316-11D1-7F08-2C3E47DDBD6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661776" y="5004571"/>
                  <a:ext cx="151450" cy="798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D8A4503-FFA4-611B-F034-FEE1765DD3D0}"/>
              </a:ext>
            </a:extLst>
          </p:cNvPr>
          <p:cNvGrpSpPr/>
          <p:nvPr/>
        </p:nvGrpSpPr>
        <p:grpSpPr>
          <a:xfrm>
            <a:off x="4615080" y="1022400"/>
            <a:ext cx="3831480" cy="1607400"/>
            <a:chOff x="4615080" y="1022400"/>
            <a:chExt cx="3831480" cy="160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6232C3-986F-5F27-63F8-72FD99A186D1}"/>
                    </a:ext>
                  </a:extLst>
                </p14:cNvPr>
                <p14:cNvContentPartPr/>
                <p14:nvPr/>
              </p14:nvContentPartPr>
              <p14:xfrm>
                <a:off x="4652880" y="1022400"/>
                <a:ext cx="79560" cy="509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6232C3-986F-5F27-63F8-72FD99A186D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635240" y="1004400"/>
                  <a:ext cx="11520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BFDEFD1-8195-905C-5806-0599F0B418C7}"/>
                    </a:ext>
                  </a:extLst>
                </p14:cNvPr>
                <p14:cNvContentPartPr/>
                <p14:nvPr/>
              </p14:nvContentPartPr>
              <p14:xfrm>
                <a:off x="4621200" y="1563120"/>
                <a:ext cx="194760" cy="272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BFDEFD1-8195-905C-5806-0599F0B418C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603560" y="1545480"/>
                  <a:ext cx="2304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44DB4D-AED7-C09B-3B7B-C84DB123B6E2}"/>
                    </a:ext>
                  </a:extLst>
                </p14:cNvPr>
                <p14:cNvContentPartPr/>
                <p14:nvPr/>
              </p14:nvContentPartPr>
              <p14:xfrm>
                <a:off x="4780320" y="1863720"/>
                <a:ext cx="23400" cy="46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44DB4D-AED7-C09B-3B7B-C84DB123B6E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762680" y="1845720"/>
                  <a:ext cx="590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EDA8D92-5286-4479-FF82-1929264D605C}"/>
                    </a:ext>
                  </a:extLst>
                </p14:cNvPr>
                <p14:cNvContentPartPr/>
                <p14:nvPr/>
              </p14:nvContentPartPr>
              <p14:xfrm>
                <a:off x="4615080" y="1053000"/>
                <a:ext cx="930960" cy="94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EDA8D92-5286-4479-FF82-1929264D605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597080" y="1035360"/>
                  <a:ext cx="966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D0D2346-8C29-1D1C-2ED7-F94B8D1B8810}"/>
                    </a:ext>
                  </a:extLst>
                </p14:cNvPr>
                <p14:cNvContentPartPr/>
                <p14:nvPr/>
              </p14:nvContentPartPr>
              <p14:xfrm>
                <a:off x="5597160" y="1053000"/>
                <a:ext cx="34200" cy="466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D0D2346-8C29-1D1C-2ED7-F94B8D1B881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579520" y="1035360"/>
                  <a:ext cx="6984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3E6E55-F60B-38D9-EBF4-7B6D95D1C2C7}"/>
                    </a:ext>
                  </a:extLst>
                </p14:cNvPr>
                <p14:cNvContentPartPr/>
                <p14:nvPr/>
              </p14:nvContentPartPr>
              <p14:xfrm>
                <a:off x="5578080" y="1576440"/>
                <a:ext cx="104040" cy="275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3E6E55-F60B-38D9-EBF4-7B6D95D1C2C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560440" y="1558800"/>
                  <a:ext cx="1396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F5023D-DEB9-18C6-7EAA-0BF99632A872}"/>
                    </a:ext>
                  </a:extLst>
                </p14:cNvPr>
                <p14:cNvContentPartPr/>
                <p14:nvPr/>
              </p14:nvContentPartPr>
              <p14:xfrm>
                <a:off x="5677800" y="1852200"/>
                <a:ext cx="47520" cy="465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F5023D-DEB9-18C6-7EAA-0BF99632A87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659800" y="1834560"/>
                  <a:ext cx="8316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F8DD8B8-8BEA-3400-3473-7839CAE0457A}"/>
                    </a:ext>
                  </a:extLst>
                </p14:cNvPr>
                <p14:cNvContentPartPr/>
                <p14:nvPr/>
              </p14:nvContentPartPr>
              <p14:xfrm>
                <a:off x="5628840" y="1059120"/>
                <a:ext cx="662400" cy="37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F8DD8B8-8BEA-3400-3473-7839CAE0457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611200" y="1041120"/>
                  <a:ext cx="698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9F723D-1F7E-173B-6969-C27A589E89CB}"/>
                    </a:ext>
                  </a:extLst>
                </p14:cNvPr>
                <p14:cNvContentPartPr/>
                <p14:nvPr/>
              </p14:nvContentPartPr>
              <p14:xfrm>
                <a:off x="6474840" y="1091520"/>
                <a:ext cx="77400" cy="618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59F723D-1F7E-173B-6969-C27A589E89C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457200" y="1073880"/>
                  <a:ext cx="11304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F14705E-252A-FA66-1FD5-4B25B6A0430D}"/>
                    </a:ext>
                  </a:extLst>
                </p14:cNvPr>
                <p14:cNvContentPartPr/>
                <p14:nvPr/>
              </p14:nvContentPartPr>
              <p14:xfrm>
                <a:off x="6478440" y="1761120"/>
                <a:ext cx="131400" cy="282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F14705E-252A-FA66-1FD5-4B25B6A0430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460800" y="1743480"/>
                  <a:ext cx="167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A0339B-8483-4CAC-8F9A-7AF3FC38FCB4}"/>
                    </a:ext>
                  </a:extLst>
                </p14:cNvPr>
                <p14:cNvContentPartPr/>
                <p14:nvPr/>
              </p14:nvContentPartPr>
              <p14:xfrm>
                <a:off x="6589680" y="2061360"/>
                <a:ext cx="35640" cy="451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A0339B-8483-4CAC-8F9A-7AF3FC38FCB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572040" y="2043360"/>
                  <a:ext cx="7128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B710105-39C5-401F-E4CB-AC00770AA14C}"/>
                    </a:ext>
                  </a:extLst>
                </p14:cNvPr>
                <p14:cNvContentPartPr/>
                <p14:nvPr/>
              </p14:nvContentPartPr>
              <p14:xfrm>
                <a:off x="4835760" y="2313360"/>
                <a:ext cx="25560" cy="316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B710105-39C5-401F-E4CB-AC00770AA14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817760" y="2295720"/>
                  <a:ext cx="612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7EEEE6F-F666-B823-D242-A32E26F1930C}"/>
                    </a:ext>
                  </a:extLst>
                </p14:cNvPr>
                <p14:cNvContentPartPr/>
                <p14:nvPr/>
              </p14:nvContentPartPr>
              <p14:xfrm>
                <a:off x="4812000" y="2509200"/>
                <a:ext cx="2176920" cy="75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7EEEE6F-F666-B823-D242-A32E26F1930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94000" y="2491200"/>
                  <a:ext cx="2212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E269B69-CD64-B17C-2C87-CC7803AC37C1}"/>
                    </a:ext>
                  </a:extLst>
                </p14:cNvPr>
                <p14:cNvContentPartPr/>
                <p14:nvPr/>
              </p14:nvContentPartPr>
              <p14:xfrm>
                <a:off x="6513720" y="1071720"/>
                <a:ext cx="915120" cy="69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E269B69-CD64-B17C-2C87-CC7803AC37C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495720" y="1054080"/>
                  <a:ext cx="950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2D6B627-3A38-9638-262E-D33DECBF2EE8}"/>
                    </a:ext>
                  </a:extLst>
                </p14:cNvPr>
                <p14:cNvContentPartPr/>
                <p14:nvPr/>
              </p14:nvContentPartPr>
              <p14:xfrm>
                <a:off x="7442160" y="1124640"/>
                <a:ext cx="43560" cy="441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2D6B627-3A38-9638-262E-D33DECBF2EE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424520" y="1106640"/>
                  <a:ext cx="792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F529E39-840F-ACCA-AC74-742AE1D8E663}"/>
                    </a:ext>
                  </a:extLst>
                </p14:cNvPr>
                <p14:cNvContentPartPr/>
                <p14:nvPr/>
              </p14:nvContentPartPr>
              <p14:xfrm>
                <a:off x="7263960" y="1557000"/>
                <a:ext cx="475200" cy="567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F529E39-840F-ACCA-AC74-742AE1D8E66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245960" y="1539360"/>
                  <a:ext cx="51084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DC9ECCF-438B-4927-3E13-2D33B8F4441D}"/>
                    </a:ext>
                  </a:extLst>
                </p14:cNvPr>
                <p14:cNvContentPartPr/>
                <p14:nvPr/>
              </p14:nvContentPartPr>
              <p14:xfrm>
                <a:off x="7512720" y="1770480"/>
                <a:ext cx="17640" cy="189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DC9ECCF-438B-4927-3E13-2D33B8F4441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494720" y="1752480"/>
                  <a:ext cx="53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80FADB0-DCAC-74E1-E4E9-FC5639738285}"/>
                    </a:ext>
                  </a:extLst>
                </p14:cNvPr>
                <p14:cNvContentPartPr/>
                <p14:nvPr/>
              </p14:nvContentPartPr>
              <p14:xfrm>
                <a:off x="7442160" y="1761840"/>
                <a:ext cx="130320" cy="111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80FADB0-DCAC-74E1-E4E9-FC563973828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424520" y="1743840"/>
                  <a:ext cx="165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2B9BABB-9D7D-3DBF-72B1-F272166744B8}"/>
                    </a:ext>
                  </a:extLst>
                </p14:cNvPr>
                <p14:cNvContentPartPr/>
                <p14:nvPr/>
              </p14:nvContentPartPr>
              <p14:xfrm>
                <a:off x="7085040" y="2101680"/>
                <a:ext cx="507600" cy="456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2B9BABB-9D7D-3DBF-72B1-F272166744B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067040" y="2084040"/>
                  <a:ext cx="54324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093B349-9196-5DE5-20B3-78BEB86521C9}"/>
                    </a:ext>
                  </a:extLst>
                </p14:cNvPr>
                <p14:cNvContentPartPr/>
                <p14:nvPr/>
              </p14:nvContentPartPr>
              <p14:xfrm>
                <a:off x="7947960" y="1744560"/>
                <a:ext cx="188640" cy="228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093B349-9196-5DE5-20B3-78BEB86521C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929960" y="1726560"/>
                  <a:ext cx="2242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DDFF2F3-06EA-E09E-E7A0-1D96CDF61688}"/>
                    </a:ext>
                  </a:extLst>
                </p14:cNvPr>
                <p14:cNvContentPartPr/>
                <p14:nvPr/>
              </p14:nvContentPartPr>
              <p14:xfrm>
                <a:off x="8278080" y="1676160"/>
                <a:ext cx="19440" cy="336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DDFF2F3-06EA-E09E-E7A0-1D96CDF6168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260080" y="1658160"/>
                  <a:ext cx="550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61F935-2371-7A53-460E-7458FB9D364E}"/>
                    </a:ext>
                  </a:extLst>
                </p14:cNvPr>
                <p14:cNvContentPartPr/>
                <p14:nvPr/>
              </p14:nvContentPartPr>
              <p14:xfrm>
                <a:off x="8286000" y="1735920"/>
                <a:ext cx="160560" cy="146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61F935-2371-7A53-460E-7458FB9D364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268360" y="1718280"/>
                  <a:ext cx="196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1C0AE83-5997-F483-1947-CF22176E5516}"/>
                    </a:ext>
                  </a:extLst>
                </p14:cNvPr>
                <p14:cNvContentPartPr/>
                <p14:nvPr/>
              </p14:nvContentPartPr>
              <p14:xfrm>
                <a:off x="8314080" y="1814760"/>
                <a:ext cx="104400" cy="75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1C0AE83-5997-F483-1947-CF22176E551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296440" y="1797120"/>
                  <a:ext cx="140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9B0ED12-30EF-03A1-DF36-EBC01728FA84}"/>
                    </a:ext>
                  </a:extLst>
                </p14:cNvPr>
                <p14:cNvContentPartPr/>
                <p14:nvPr/>
              </p14:nvContentPartPr>
              <p14:xfrm>
                <a:off x="6699120" y="1695600"/>
                <a:ext cx="175680" cy="320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9B0ED12-30EF-03A1-DF36-EBC01728FA8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681480" y="1677600"/>
                  <a:ext cx="2113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B371E7B-603A-7218-E214-B6E52559FB20}"/>
                    </a:ext>
                  </a:extLst>
                </p14:cNvPr>
                <p14:cNvContentPartPr/>
                <p14:nvPr/>
              </p14:nvContentPartPr>
              <p14:xfrm>
                <a:off x="5794440" y="1656720"/>
                <a:ext cx="168480" cy="292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B371E7B-603A-7218-E214-B6E52559FB2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776800" y="1639080"/>
                  <a:ext cx="2041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90C397E-E65E-12A9-6B9D-0F7BE332ADA7}"/>
                    </a:ext>
                  </a:extLst>
                </p14:cNvPr>
                <p14:cNvContentPartPr/>
                <p14:nvPr/>
              </p14:nvContentPartPr>
              <p14:xfrm>
                <a:off x="4950240" y="1617840"/>
                <a:ext cx="192240" cy="229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90C397E-E65E-12A9-6B9D-0F7BE332ADA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932600" y="1599840"/>
                  <a:ext cx="2278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71CFCF3-8695-7929-E362-1CBC226936EF}"/>
                    </a:ext>
                  </a:extLst>
                </p14:cNvPr>
                <p14:cNvContentPartPr/>
                <p14:nvPr/>
              </p14:nvContentPartPr>
              <p14:xfrm>
                <a:off x="5758440" y="1248120"/>
                <a:ext cx="144360" cy="44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71CFCF3-8695-7929-E362-1CBC226936E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740800" y="1230120"/>
                  <a:ext cx="180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9DB9B72-CE3C-4A8C-2B87-E7B6D471DFCA}"/>
                    </a:ext>
                  </a:extLst>
                </p14:cNvPr>
                <p14:cNvContentPartPr/>
                <p14:nvPr/>
              </p14:nvContentPartPr>
              <p14:xfrm>
                <a:off x="5832240" y="1206000"/>
                <a:ext cx="20160" cy="213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9DB9B72-CE3C-4A8C-2B87-E7B6D471DFC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814240" y="1188360"/>
                  <a:ext cx="55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28D4705-8BB0-85D1-65A7-D2544AA8AF92}"/>
                    </a:ext>
                  </a:extLst>
                </p14:cNvPr>
                <p14:cNvContentPartPr/>
                <p14:nvPr/>
              </p14:nvContentPartPr>
              <p14:xfrm>
                <a:off x="5856720" y="2331360"/>
                <a:ext cx="140040" cy="27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28D4705-8BB0-85D1-65A7-D2544AA8AF9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838720" y="2313720"/>
                  <a:ext cx="175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695D5BE-3637-F5B7-C39B-C763FBAF2E4B}"/>
                    </a:ext>
                  </a:extLst>
                </p14:cNvPr>
                <p14:cNvContentPartPr/>
                <p14:nvPr/>
              </p14:nvContentPartPr>
              <p14:xfrm>
                <a:off x="6045720" y="1588320"/>
                <a:ext cx="117360" cy="199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695D5BE-3637-F5B7-C39B-C763FBAF2E4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028080" y="1570320"/>
                  <a:ext cx="153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58EC37-DEAE-6C1A-39E1-F7ABD90CF2A0}"/>
                    </a:ext>
                  </a:extLst>
                </p14:cNvPr>
                <p14:cNvContentPartPr/>
                <p14:nvPr/>
              </p14:nvContentPartPr>
              <p14:xfrm>
                <a:off x="6235440" y="1627200"/>
                <a:ext cx="62280" cy="131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58EC37-DEAE-6C1A-39E1-F7ABD90CF2A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217440" y="1609560"/>
                  <a:ext cx="97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A1DC48F-7661-A5AD-75AD-0032D92BECC3}"/>
                    </a:ext>
                  </a:extLst>
                </p14:cNvPr>
                <p14:cNvContentPartPr/>
                <p14:nvPr/>
              </p14:nvContentPartPr>
              <p14:xfrm>
                <a:off x="6092880" y="1272960"/>
                <a:ext cx="21240" cy="150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A1DC48F-7661-A5AD-75AD-0032D92BECC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074880" y="1254960"/>
                  <a:ext cx="56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F88E175-1ADD-B1B7-7381-40EC9D667117}"/>
                    </a:ext>
                  </a:extLst>
                </p14:cNvPr>
                <p14:cNvContentPartPr/>
                <p14:nvPr/>
              </p14:nvContentPartPr>
              <p14:xfrm>
                <a:off x="6059760" y="1262520"/>
                <a:ext cx="107280" cy="97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F88E175-1ADD-B1B7-7381-40EC9D66711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041760" y="1244520"/>
                  <a:ext cx="142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CCA0FB4-82CC-41C3-5AE2-FC3A58F1A42F}"/>
                    </a:ext>
                  </a:extLst>
                </p14:cNvPr>
                <p14:cNvContentPartPr/>
                <p14:nvPr/>
              </p14:nvContentPartPr>
              <p14:xfrm>
                <a:off x="6150480" y="1939680"/>
                <a:ext cx="41040" cy="328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CCA0FB4-82CC-41C3-5AE2-FC3A58F1A42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132480" y="1921680"/>
                  <a:ext cx="76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3E7128C-A1DA-C234-73E3-0070B1DDDA41}"/>
                    </a:ext>
                  </a:extLst>
                </p14:cNvPr>
                <p14:cNvContentPartPr/>
                <p14:nvPr/>
              </p14:nvContentPartPr>
              <p14:xfrm>
                <a:off x="6113760" y="2193480"/>
                <a:ext cx="147960" cy="91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3E7128C-A1DA-C234-73E3-0070B1DDDA4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096120" y="2175840"/>
                  <a:ext cx="18360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3FB3DCF-0C8F-A870-C101-CF45335C80B5}"/>
              </a:ext>
            </a:extLst>
          </p:cNvPr>
          <p:cNvGrpSpPr/>
          <p:nvPr/>
        </p:nvGrpSpPr>
        <p:grpSpPr>
          <a:xfrm>
            <a:off x="7192680" y="539280"/>
            <a:ext cx="474840" cy="274680"/>
            <a:chOff x="7192680" y="539280"/>
            <a:chExt cx="47484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6037544-BF86-2A0B-BD34-F2509B825380}"/>
                    </a:ext>
                  </a:extLst>
                </p14:cNvPr>
                <p14:cNvContentPartPr/>
                <p14:nvPr/>
              </p14:nvContentPartPr>
              <p14:xfrm>
                <a:off x="7192680" y="624600"/>
                <a:ext cx="232920" cy="184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6037544-BF86-2A0B-BD34-F2509B82538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174680" y="606600"/>
                  <a:ext cx="2685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0315B7F-609C-46CD-DABF-61BDD44B0539}"/>
                    </a:ext>
                  </a:extLst>
                </p14:cNvPr>
                <p14:cNvContentPartPr/>
                <p14:nvPr/>
              </p14:nvContentPartPr>
              <p14:xfrm>
                <a:off x="7459800" y="539280"/>
                <a:ext cx="66240" cy="274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0315B7F-609C-46CD-DABF-61BDD44B053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442160" y="521280"/>
                  <a:ext cx="1018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11FE8D4-9D66-ECF9-3976-100B7B77AA3B}"/>
                    </a:ext>
                  </a:extLst>
                </p14:cNvPr>
                <p14:cNvContentPartPr/>
                <p14:nvPr/>
              </p14:nvContentPartPr>
              <p14:xfrm>
                <a:off x="7452960" y="574920"/>
                <a:ext cx="214560" cy="129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11FE8D4-9D66-ECF9-3976-100B7B77AA3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435320" y="556920"/>
                  <a:ext cx="250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745F914-0F71-837E-80EE-8F6F1014F21C}"/>
                    </a:ext>
                  </a:extLst>
                </p14:cNvPr>
                <p14:cNvContentPartPr/>
                <p14:nvPr/>
              </p14:nvContentPartPr>
              <p14:xfrm>
                <a:off x="7532160" y="681480"/>
                <a:ext cx="86040" cy="50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745F914-0F71-837E-80EE-8F6F1014F21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514160" y="663480"/>
                  <a:ext cx="12168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A9989B2B-9028-2F1C-AD83-1E76ED1943B8}"/>
              </a:ext>
            </a:extLst>
          </p:cNvPr>
          <p:cNvGrpSpPr/>
          <p:nvPr/>
        </p:nvGrpSpPr>
        <p:grpSpPr>
          <a:xfrm>
            <a:off x="6430200" y="966600"/>
            <a:ext cx="759600" cy="701280"/>
            <a:chOff x="6430200" y="966600"/>
            <a:chExt cx="759600" cy="70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A636D6A-E646-E2DB-977C-09F77A94BC94}"/>
                    </a:ext>
                  </a:extLst>
                </p14:cNvPr>
                <p14:cNvContentPartPr/>
                <p14:nvPr/>
              </p14:nvContentPartPr>
              <p14:xfrm>
                <a:off x="6906120" y="1028880"/>
                <a:ext cx="113760" cy="138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A636D6A-E646-E2DB-977C-09F77A94BC9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888120" y="1011240"/>
                  <a:ext cx="149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0D7374F-29E2-A3AD-97E9-A861F08AF8A1}"/>
                    </a:ext>
                  </a:extLst>
                </p14:cNvPr>
                <p14:cNvContentPartPr/>
                <p14:nvPr/>
              </p14:nvContentPartPr>
              <p14:xfrm>
                <a:off x="6910800" y="966600"/>
                <a:ext cx="279000" cy="317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0D7374F-29E2-A3AD-97E9-A861F08AF8A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892800" y="948600"/>
                  <a:ext cx="3146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846DBFB-EF9B-B50F-7D67-81F2984A2DFD}"/>
                    </a:ext>
                  </a:extLst>
                </p14:cNvPr>
                <p14:cNvContentPartPr/>
                <p14:nvPr/>
              </p14:nvContentPartPr>
              <p14:xfrm>
                <a:off x="6430200" y="1333800"/>
                <a:ext cx="201240" cy="117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846DBFB-EF9B-B50F-7D67-81F2984A2DF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412200" y="1316160"/>
                  <a:ext cx="236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AFB13B2-386A-B101-B59E-4442199136B9}"/>
                    </a:ext>
                  </a:extLst>
                </p14:cNvPr>
                <p14:cNvContentPartPr/>
                <p14:nvPr/>
              </p14:nvContentPartPr>
              <p14:xfrm>
                <a:off x="6772560" y="1329480"/>
                <a:ext cx="32400" cy="220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AFB13B2-386A-B101-B59E-4442199136B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754920" y="1311840"/>
                  <a:ext cx="680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2248611-E9AC-484E-28FB-2B6F5D312211}"/>
                    </a:ext>
                  </a:extLst>
                </p14:cNvPr>
                <p14:cNvContentPartPr/>
                <p14:nvPr/>
              </p14:nvContentPartPr>
              <p14:xfrm>
                <a:off x="6710640" y="1353240"/>
                <a:ext cx="79560" cy="72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2248611-E9AC-484E-28FB-2B6F5D31221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692640" y="1335240"/>
                  <a:ext cx="1152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EEAE164-1DF6-6FE7-F922-7B51D2F50625}"/>
                    </a:ext>
                  </a:extLst>
                </p14:cNvPr>
                <p14:cNvContentPartPr/>
                <p14:nvPr/>
              </p14:nvContentPartPr>
              <p14:xfrm>
                <a:off x="6764640" y="1482840"/>
                <a:ext cx="123480" cy="114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EEAE164-1DF6-6FE7-F922-7B51D2F5062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746640" y="1464840"/>
                  <a:ext cx="159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E433446-1802-9E95-0E4E-EBB46A688C27}"/>
                    </a:ext>
                  </a:extLst>
                </p14:cNvPr>
                <p14:cNvContentPartPr/>
                <p14:nvPr/>
              </p14:nvContentPartPr>
              <p14:xfrm>
                <a:off x="6938160" y="1433520"/>
                <a:ext cx="29520" cy="128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E433446-1802-9E95-0E4E-EBB46A688C2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920160" y="1415520"/>
                  <a:ext cx="65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1ED0C5E-4EF5-8C1B-E57F-83E86A04BAD9}"/>
                    </a:ext>
                  </a:extLst>
                </p14:cNvPr>
                <p14:cNvContentPartPr/>
                <p14:nvPr/>
              </p14:nvContentPartPr>
              <p14:xfrm>
                <a:off x="6920520" y="1391760"/>
                <a:ext cx="94320" cy="630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1ED0C5E-4EF5-8C1B-E57F-83E86A04BAD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902520" y="1374120"/>
                  <a:ext cx="129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613E585-7534-0796-A62E-720E9B3859BA}"/>
                    </a:ext>
                  </a:extLst>
                </p14:cNvPr>
                <p14:cNvContentPartPr/>
                <p14:nvPr/>
              </p14:nvContentPartPr>
              <p14:xfrm>
                <a:off x="6927000" y="1485360"/>
                <a:ext cx="86400" cy="1825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613E585-7534-0796-A62E-720E9B3859B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909000" y="1467720"/>
                  <a:ext cx="12204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63460624-3BF1-9655-98B4-7746DAE15E58}"/>
              </a:ext>
            </a:extLst>
          </p:cNvPr>
          <p:cNvGrpSpPr/>
          <p:nvPr/>
        </p:nvGrpSpPr>
        <p:grpSpPr>
          <a:xfrm>
            <a:off x="718800" y="1208160"/>
            <a:ext cx="4991400" cy="2404800"/>
            <a:chOff x="718800" y="1208160"/>
            <a:chExt cx="4991400" cy="240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FAB25EA-132D-9F1A-BB83-5E4F19EE47D2}"/>
                    </a:ext>
                  </a:extLst>
                </p14:cNvPr>
                <p14:cNvContentPartPr/>
                <p14:nvPr/>
              </p14:nvContentPartPr>
              <p14:xfrm>
                <a:off x="5548560" y="1360440"/>
                <a:ext cx="161640" cy="84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FAB25EA-132D-9F1A-BB83-5E4F19EE47D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530920" y="1342800"/>
                  <a:ext cx="197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ADD525A-9832-8E03-56F1-201B75114053}"/>
                    </a:ext>
                  </a:extLst>
                </p14:cNvPr>
                <p14:cNvContentPartPr/>
                <p14:nvPr/>
              </p14:nvContentPartPr>
              <p14:xfrm>
                <a:off x="4571520" y="1289520"/>
                <a:ext cx="273600" cy="141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ADD525A-9832-8E03-56F1-201B7511405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553520" y="1271520"/>
                  <a:ext cx="309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E5FB11A-4AB0-4F5B-9BC9-0B3F85C6D35D}"/>
                    </a:ext>
                  </a:extLst>
                </p14:cNvPr>
                <p14:cNvContentPartPr/>
                <p14:nvPr/>
              </p14:nvContentPartPr>
              <p14:xfrm>
                <a:off x="5352000" y="1271520"/>
                <a:ext cx="66960" cy="216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E5FB11A-4AB0-4F5B-9BC9-0B3F85C6D35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334360" y="1253520"/>
                  <a:ext cx="102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597E53D-C96C-AAFC-AF83-116812F79A38}"/>
                    </a:ext>
                  </a:extLst>
                </p14:cNvPr>
                <p14:cNvContentPartPr/>
                <p14:nvPr/>
              </p14:nvContentPartPr>
              <p14:xfrm>
                <a:off x="5373240" y="1325880"/>
                <a:ext cx="47160" cy="190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597E53D-C96C-AAFC-AF83-116812F79A3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355600" y="1307880"/>
                  <a:ext cx="82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B63903F-5435-D6A8-DC27-CEE6F8421F08}"/>
                    </a:ext>
                  </a:extLst>
                </p14:cNvPr>
                <p14:cNvContentPartPr/>
                <p14:nvPr/>
              </p14:nvContentPartPr>
              <p14:xfrm>
                <a:off x="5397000" y="1539720"/>
                <a:ext cx="49680" cy="118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B63903F-5435-D6A8-DC27-CEE6F8421F0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379360" y="1522080"/>
                  <a:ext cx="85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7FA84CB-53E5-BE04-AB16-2F086CFD77A3}"/>
                    </a:ext>
                  </a:extLst>
                </p14:cNvPr>
                <p14:cNvContentPartPr/>
                <p14:nvPr/>
              </p14:nvContentPartPr>
              <p14:xfrm>
                <a:off x="5493840" y="1515600"/>
                <a:ext cx="84960" cy="914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7FA84CB-53E5-BE04-AB16-2F086CFD77A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476200" y="1497960"/>
                  <a:ext cx="120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2156C2E-864C-8D82-3DAC-BFC1960321B0}"/>
                    </a:ext>
                  </a:extLst>
                </p14:cNvPr>
                <p14:cNvContentPartPr/>
                <p14:nvPr/>
              </p14:nvContentPartPr>
              <p14:xfrm>
                <a:off x="4968960" y="1328040"/>
                <a:ext cx="43200" cy="1076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2156C2E-864C-8D82-3DAC-BFC1960321B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951320" y="1310040"/>
                  <a:ext cx="78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95D8C30-E2EE-B80A-34AE-890E694E6A8A}"/>
                    </a:ext>
                  </a:extLst>
                </p14:cNvPr>
                <p14:cNvContentPartPr/>
                <p14:nvPr/>
              </p14:nvContentPartPr>
              <p14:xfrm>
                <a:off x="4973280" y="1377720"/>
                <a:ext cx="64800" cy="576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95D8C30-E2EE-B80A-34AE-890E694E6A8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955280" y="1360080"/>
                  <a:ext cx="1004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588D861-B172-22F7-717A-4CCAB0A06A93}"/>
                    </a:ext>
                  </a:extLst>
                </p14:cNvPr>
                <p14:cNvContentPartPr/>
                <p14:nvPr/>
              </p14:nvContentPartPr>
              <p14:xfrm>
                <a:off x="4963560" y="1272960"/>
                <a:ext cx="61560" cy="259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588D861-B172-22F7-717A-4CCAB0A06A9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945920" y="1254960"/>
                  <a:ext cx="97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5314F8B-2A7D-11A3-1061-BD4213EDD7C5}"/>
                    </a:ext>
                  </a:extLst>
                </p14:cNvPr>
                <p14:cNvContentPartPr/>
                <p14:nvPr/>
              </p14:nvContentPartPr>
              <p14:xfrm>
                <a:off x="4993080" y="1431360"/>
                <a:ext cx="51120" cy="594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5314F8B-2A7D-11A3-1061-BD4213EDD7C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975440" y="1413360"/>
                  <a:ext cx="86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530BA766-6FA9-C6C9-33FB-41BD9272BEDE}"/>
                    </a:ext>
                  </a:extLst>
                </p14:cNvPr>
                <p14:cNvContentPartPr/>
                <p14:nvPr/>
              </p14:nvContentPartPr>
              <p14:xfrm>
                <a:off x="5126640" y="1433520"/>
                <a:ext cx="19800" cy="201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530BA766-6FA9-C6C9-33FB-41BD9272BEDE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108640" y="1415520"/>
                  <a:ext cx="55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91D336B-4697-C1E7-7C5B-F118F3770581}"/>
                    </a:ext>
                  </a:extLst>
                </p14:cNvPr>
                <p14:cNvContentPartPr/>
                <p14:nvPr/>
              </p14:nvContentPartPr>
              <p14:xfrm>
                <a:off x="5510040" y="1501200"/>
                <a:ext cx="115560" cy="1177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91D336B-4697-C1E7-7C5B-F118F377058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492040" y="1483200"/>
                  <a:ext cx="151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417FA055-6352-B268-5652-5E89A1AD08E0}"/>
                    </a:ext>
                  </a:extLst>
                </p14:cNvPr>
                <p14:cNvContentPartPr/>
                <p14:nvPr/>
              </p14:nvContentPartPr>
              <p14:xfrm>
                <a:off x="4927920" y="1288440"/>
                <a:ext cx="187200" cy="2012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417FA055-6352-B268-5652-5E89A1AD08E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909920" y="1270440"/>
                  <a:ext cx="222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DFDDEF0-D284-24D4-57F1-130DBD93DF0C}"/>
                    </a:ext>
                  </a:extLst>
                </p14:cNvPr>
                <p14:cNvContentPartPr/>
                <p14:nvPr/>
              </p14:nvContentPartPr>
              <p14:xfrm>
                <a:off x="5005320" y="1344600"/>
                <a:ext cx="154800" cy="889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DFDDEF0-D284-24D4-57F1-130DBD93DF0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987320" y="1326600"/>
                  <a:ext cx="190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605088E-FA69-44EB-DF7A-206B0D9D6A84}"/>
                    </a:ext>
                  </a:extLst>
                </p14:cNvPr>
                <p14:cNvContentPartPr/>
                <p14:nvPr/>
              </p14:nvContentPartPr>
              <p14:xfrm>
                <a:off x="1570920" y="1208160"/>
                <a:ext cx="111240" cy="5328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605088E-FA69-44EB-DF7A-206B0D9D6A8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553280" y="1190160"/>
                  <a:ext cx="14688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FF094C3-1AD5-774C-DA17-17C5080571E8}"/>
                    </a:ext>
                  </a:extLst>
                </p14:cNvPr>
                <p14:cNvContentPartPr/>
                <p14:nvPr/>
              </p14:nvContentPartPr>
              <p14:xfrm>
                <a:off x="1676400" y="1809360"/>
                <a:ext cx="6840" cy="3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FF094C3-1AD5-774C-DA17-17C5080571E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658400" y="1791720"/>
                  <a:ext cx="42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735D5B2-88C4-DABE-05B1-637EC402D494}"/>
                    </a:ext>
                  </a:extLst>
                </p14:cNvPr>
                <p14:cNvContentPartPr/>
                <p14:nvPr/>
              </p14:nvContentPartPr>
              <p14:xfrm>
                <a:off x="1627800" y="1763640"/>
                <a:ext cx="147600" cy="3639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735D5B2-88C4-DABE-05B1-637EC402D49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609800" y="1745640"/>
                  <a:ext cx="1832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6C1EE632-C918-DF28-03B8-5288DCE91136}"/>
                    </a:ext>
                  </a:extLst>
                </p14:cNvPr>
                <p14:cNvContentPartPr/>
                <p14:nvPr/>
              </p14:nvContentPartPr>
              <p14:xfrm>
                <a:off x="1795920" y="2158200"/>
                <a:ext cx="66600" cy="4780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6C1EE632-C918-DF28-03B8-5288DCE9113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777920" y="2140200"/>
                  <a:ext cx="10224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410EF7E-F866-C830-B487-CCCB4FBC846F}"/>
                    </a:ext>
                  </a:extLst>
                </p14:cNvPr>
                <p14:cNvContentPartPr/>
                <p14:nvPr/>
              </p14:nvContentPartPr>
              <p14:xfrm>
                <a:off x="1627800" y="1229760"/>
                <a:ext cx="830520" cy="828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410EF7E-F866-C830-B487-CCCB4FBC846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609800" y="1212120"/>
                  <a:ext cx="866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6743E5C-6F7A-F095-2947-6E92D8F635DE}"/>
                    </a:ext>
                  </a:extLst>
                </p14:cNvPr>
                <p14:cNvContentPartPr/>
                <p14:nvPr/>
              </p14:nvContentPartPr>
              <p14:xfrm>
                <a:off x="2470200" y="1277280"/>
                <a:ext cx="49320" cy="5400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6743E5C-6F7A-F095-2947-6E92D8F635D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452200" y="1259280"/>
                  <a:ext cx="8496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B02F6E3-6E63-14DB-1EDA-EFA117D14315}"/>
                    </a:ext>
                  </a:extLst>
                </p14:cNvPr>
                <p14:cNvContentPartPr/>
                <p14:nvPr/>
              </p14:nvContentPartPr>
              <p14:xfrm>
                <a:off x="2439240" y="1829160"/>
                <a:ext cx="151920" cy="2570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B02F6E3-6E63-14DB-1EDA-EFA117D14315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421240" y="1811160"/>
                  <a:ext cx="187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FBF84E5-5776-5E6A-797F-094B6E2B8C48}"/>
                    </a:ext>
                  </a:extLst>
                </p14:cNvPr>
                <p14:cNvContentPartPr/>
                <p14:nvPr/>
              </p14:nvContentPartPr>
              <p14:xfrm>
                <a:off x="1856400" y="2104200"/>
                <a:ext cx="810360" cy="5436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FBF84E5-5776-5E6A-797F-094B6E2B8C4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838400" y="2086200"/>
                  <a:ext cx="84600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B673272-81C3-1586-7D33-101A99C87648}"/>
                    </a:ext>
                  </a:extLst>
                </p14:cNvPr>
                <p14:cNvContentPartPr/>
                <p14:nvPr/>
              </p14:nvContentPartPr>
              <p14:xfrm>
                <a:off x="2395320" y="1229760"/>
                <a:ext cx="838440" cy="439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B673272-81C3-1586-7D33-101A99C8764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377320" y="1212120"/>
                  <a:ext cx="8740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DE37545-768F-A0DE-643C-77B6CBE0719C}"/>
                    </a:ext>
                  </a:extLst>
                </p14:cNvPr>
                <p14:cNvContentPartPr/>
                <p14:nvPr/>
              </p14:nvContentPartPr>
              <p14:xfrm>
                <a:off x="3116400" y="1226160"/>
                <a:ext cx="84600" cy="6411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DE37545-768F-A0DE-643C-77B6CBE0719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098400" y="1208160"/>
                  <a:ext cx="12024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9C82936-0AB6-0B0F-379B-D22EACDD0703}"/>
                    </a:ext>
                  </a:extLst>
                </p14:cNvPr>
                <p14:cNvContentPartPr/>
                <p14:nvPr/>
              </p14:nvContentPartPr>
              <p14:xfrm>
                <a:off x="3041520" y="1639800"/>
                <a:ext cx="511200" cy="5212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9C82936-0AB6-0B0F-379B-D22EACDD070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023880" y="1622160"/>
                  <a:ext cx="54684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D3772E1-ECF3-CFBA-4AC6-0D46977931CA}"/>
                    </a:ext>
                  </a:extLst>
                </p14:cNvPr>
                <p14:cNvContentPartPr/>
                <p14:nvPr/>
              </p14:nvContentPartPr>
              <p14:xfrm>
                <a:off x="3279120" y="1817280"/>
                <a:ext cx="55800" cy="2484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D3772E1-ECF3-CFBA-4AC6-0D46977931C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261480" y="1799640"/>
                  <a:ext cx="91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FEDD39A-753E-BCB2-522D-44E611D772A2}"/>
                    </a:ext>
                  </a:extLst>
                </p14:cNvPr>
                <p14:cNvContentPartPr/>
                <p14:nvPr/>
              </p14:nvContentPartPr>
              <p14:xfrm>
                <a:off x="3195600" y="1815480"/>
                <a:ext cx="200520" cy="1422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FEDD39A-753E-BCB2-522D-44E611D772A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177600" y="1797480"/>
                  <a:ext cx="236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5FCF901-DE28-7E77-F165-E42F9FC1B231}"/>
                    </a:ext>
                  </a:extLst>
                </p14:cNvPr>
                <p14:cNvContentPartPr/>
                <p14:nvPr/>
              </p14:nvContentPartPr>
              <p14:xfrm>
                <a:off x="2662800" y="2148480"/>
                <a:ext cx="763920" cy="4492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5FCF901-DE28-7E77-F165-E42F9FC1B23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644800" y="2130840"/>
                  <a:ext cx="79956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BC6C7AE-01D3-FC6F-FAE4-C9581DEBBE4B}"/>
                    </a:ext>
                  </a:extLst>
                </p14:cNvPr>
                <p14:cNvContentPartPr/>
                <p14:nvPr/>
              </p14:nvContentPartPr>
              <p14:xfrm>
                <a:off x="1249800" y="1868760"/>
                <a:ext cx="220320" cy="3247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BC6C7AE-01D3-FC6F-FAE4-C9581DEBBE4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231800" y="1850760"/>
                  <a:ext cx="2559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0009EB0-1832-6115-BD96-A6F2527427DB}"/>
                    </a:ext>
                  </a:extLst>
                </p14:cNvPr>
                <p14:cNvContentPartPr/>
                <p14:nvPr/>
              </p14:nvContentPartPr>
              <p14:xfrm>
                <a:off x="718800" y="1922400"/>
                <a:ext cx="196920" cy="1807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0009EB0-1832-6115-BD96-A6F2527427D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00800" y="1904400"/>
                  <a:ext cx="232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9F72A509-1EB3-B9CB-5C0F-D40661A9A8FB}"/>
                    </a:ext>
                  </a:extLst>
                </p14:cNvPr>
                <p14:cNvContentPartPr/>
                <p14:nvPr/>
              </p14:nvContentPartPr>
              <p14:xfrm>
                <a:off x="968640" y="1975680"/>
                <a:ext cx="67320" cy="1033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9F72A509-1EB3-B9CB-5C0F-D40661A9A8F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51000" y="1957680"/>
                  <a:ext cx="102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9C2BA8D-CD3E-E58C-0E2B-F957A5D5D983}"/>
                    </a:ext>
                  </a:extLst>
                </p14:cNvPr>
                <p14:cNvContentPartPr/>
                <p14:nvPr/>
              </p14:nvContentPartPr>
              <p14:xfrm>
                <a:off x="1036320" y="1432440"/>
                <a:ext cx="56160" cy="3232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9C2BA8D-CD3E-E58C-0E2B-F957A5D5D98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18320" y="1414800"/>
                  <a:ext cx="918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C5816350-FDFE-980A-7A97-D2FBAE8051D4}"/>
                    </a:ext>
                  </a:extLst>
                </p14:cNvPr>
                <p14:cNvContentPartPr/>
                <p14:nvPr/>
              </p14:nvContentPartPr>
              <p14:xfrm>
                <a:off x="988800" y="1371240"/>
                <a:ext cx="162720" cy="1861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C5816350-FDFE-980A-7A97-D2FBAE8051D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70800" y="1353600"/>
                  <a:ext cx="1983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29F555B-6A86-8A22-2A08-75C23DAA7DAC}"/>
                    </a:ext>
                  </a:extLst>
                </p14:cNvPr>
                <p14:cNvContentPartPr/>
                <p14:nvPr/>
              </p14:nvContentPartPr>
              <p14:xfrm>
                <a:off x="1208400" y="2247120"/>
                <a:ext cx="92520" cy="5140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29F555B-6A86-8A22-2A08-75C23DAA7DAC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90400" y="2229120"/>
                  <a:ext cx="12816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57C8226E-0C52-8A98-2AA8-2148EB6A30C3}"/>
                    </a:ext>
                  </a:extLst>
                </p14:cNvPr>
                <p14:cNvContentPartPr/>
                <p14:nvPr/>
              </p14:nvContentPartPr>
              <p14:xfrm>
                <a:off x="1171320" y="2605680"/>
                <a:ext cx="205920" cy="10764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57C8226E-0C52-8A98-2AA8-2148EB6A30C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53680" y="2587680"/>
                  <a:ext cx="241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1AE037A-0F13-878F-9F2F-100A9E1D9391}"/>
                    </a:ext>
                  </a:extLst>
                </p14:cNvPr>
                <p14:cNvContentPartPr/>
                <p14:nvPr/>
              </p14:nvContentPartPr>
              <p14:xfrm>
                <a:off x="2355360" y="2117880"/>
                <a:ext cx="465120" cy="9943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1AE037A-0F13-878F-9F2F-100A9E1D939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337360" y="2100240"/>
                  <a:ext cx="500760" cy="10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5808CD3-083E-8D06-8B39-902FCFE5C9AD}"/>
                    </a:ext>
                  </a:extLst>
                </p14:cNvPr>
                <p14:cNvContentPartPr/>
                <p14:nvPr/>
              </p14:nvContentPartPr>
              <p14:xfrm>
                <a:off x="2732280" y="2937600"/>
                <a:ext cx="203760" cy="3240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5808CD3-083E-8D06-8B39-902FCFE5C9A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714280" y="2919600"/>
                  <a:ext cx="2394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A36861C-92E8-672D-ED36-32A2DDA26BB8}"/>
                    </a:ext>
                  </a:extLst>
                </p14:cNvPr>
                <p14:cNvContentPartPr/>
                <p14:nvPr/>
              </p14:nvContentPartPr>
              <p14:xfrm>
                <a:off x="3268320" y="2769120"/>
                <a:ext cx="54720" cy="3128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A36861C-92E8-672D-ED36-32A2DDA26BB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250320" y="2751120"/>
                  <a:ext cx="903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957333E0-05FE-252D-9866-8B367A3CCCAB}"/>
                    </a:ext>
                  </a:extLst>
                </p14:cNvPr>
                <p14:cNvContentPartPr/>
                <p14:nvPr/>
              </p14:nvContentPartPr>
              <p14:xfrm>
                <a:off x="3149160" y="3095280"/>
                <a:ext cx="378000" cy="525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957333E0-05FE-252D-9866-8B367A3CCCA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131520" y="3077640"/>
                  <a:ext cx="413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1383BA0-1FF1-F532-057F-554E936EE191}"/>
                    </a:ext>
                  </a:extLst>
                </p14:cNvPr>
                <p14:cNvContentPartPr/>
                <p14:nvPr/>
              </p14:nvContentPartPr>
              <p14:xfrm>
                <a:off x="3334200" y="3333600"/>
                <a:ext cx="50760" cy="2793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1383BA0-1FF1-F532-057F-554E936EE19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316560" y="3315960"/>
                  <a:ext cx="864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20FCBA72-2C14-9C95-47B3-F1D6F18ABDE8}"/>
                    </a:ext>
                  </a:extLst>
                </p14:cNvPr>
                <p14:cNvContentPartPr/>
                <p14:nvPr/>
              </p14:nvContentPartPr>
              <p14:xfrm>
                <a:off x="3320880" y="3295800"/>
                <a:ext cx="168480" cy="17604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20FCBA72-2C14-9C95-47B3-F1D6F18ABDE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303240" y="3278160"/>
                  <a:ext cx="204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9D0A75B-B450-7059-5C86-6083B2238BF0}"/>
                    </a:ext>
                  </a:extLst>
                </p14:cNvPr>
                <p14:cNvContentPartPr/>
                <p14:nvPr/>
              </p14:nvContentPartPr>
              <p14:xfrm>
                <a:off x="3539760" y="3374280"/>
                <a:ext cx="349560" cy="1738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9D0A75B-B450-7059-5C86-6083B2238BF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522120" y="3356280"/>
                  <a:ext cx="385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422D8C9-8677-2200-4B52-7E16D49394F1}"/>
                    </a:ext>
                  </a:extLst>
                </p14:cNvPr>
                <p14:cNvContentPartPr/>
                <p14:nvPr/>
              </p14:nvContentPartPr>
              <p14:xfrm>
                <a:off x="3972120" y="3034440"/>
                <a:ext cx="69840" cy="194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422D8C9-8677-2200-4B52-7E16D49394F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954480" y="3016800"/>
                  <a:ext cx="105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3AC8F2E-3440-CC4E-0DFC-A9984D1D1262}"/>
                    </a:ext>
                  </a:extLst>
                </p14:cNvPr>
                <p14:cNvContentPartPr/>
                <p14:nvPr/>
              </p14:nvContentPartPr>
              <p14:xfrm>
                <a:off x="4021800" y="3092760"/>
                <a:ext cx="86760" cy="352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3AC8F2E-3440-CC4E-0DFC-A9984D1D1262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004160" y="3075120"/>
                  <a:ext cx="122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44CC25C-B15C-E506-A4A2-89551AECC2D4}"/>
                    </a:ext>
                  </a:extLst>
                </p14:cNvPr>
                <p14:cNvContentPartPr/>
                <p14:nvPr/>
              </p14:nvContentPartPr>
              <p14:xfrm>
                <a:off x="4262640" y="2710080"/>
                <a:ext cx="53280" cy="3502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44CC25C-B15C-E506-A4A2-89551AECC2D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244640" y="2692440"/>
                  <a:ext cx="889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EDF9F646-7C67-9EB8-93AF-E1B9537C0346}"/>
                    </a:ext>
                  </a:extLst>
                </p14:cNvPr>
                <p14:cNvContentPartPr/>
                <p14:nvPr/>
              </p14:nvContentPartPr>
              <p14:xfrm>
                <a:off x="4198200" y="3036240"/>
                <a:ext cx="378720" cy="511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EDF9F646-7C67-9EB8-93AF-E1B9537C034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180200" y="3018240"/>
                  <a:ext cx="414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9F964849-AAAF-BEE8-77A0-EE328CB165AB}"/>
                    </a:ext>
                  </a:extLst>
                </p14:cNvPr>
                <p14:cNvContentPartPr/>
                <p14:nvPr/>
              </p14:nvContentPartPr>
              <p14:xfrm>
                <a:off x="4447680" y="3180960"/>
                <a:ext cx="132840" cy="2415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9F964849-AAAF-BEE8-77A0-EE328CB165AB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430040" y="3162960"/>
                  <a:ext cx="168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FE5E38F2-8053-5D10-150D-387CEC33E25A}"/>
                    </a:ext>
                  </a:extLst>
                </p14:cNvPr>
                <p14:cNvContentPartPr/>
                <p14:nvPr/>
              </p14:nvContentPartPr>
              <p14:xfrm>
                <a:off x="4508520" y="3371040"/>
                <a:ext cx="360" cy="3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FE5E38F2-8053-5D10-150D-387CEC33E25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490520" y="33530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838F1CFC-DF91-8F76-FE77-7AC479AA9232}"/>
                    </a:ext>
                  </a:extLst>
                </p14:cNvPr>
                <p14:cNvContentPartPr/>
                <p14:nvPr/>
              </p14:nvContentPartPr>
              <p14:xfrm>
                <a:off x="4627680" y="3048120"/>
                <a:ext cx="169560" cy="554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838F1CFC-DF91-8F76-FE77-7AC479AA923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610040" y="3030120"/>
                  <a:ext cx="205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BC5D5BF-7067-265F-15FD-AF11195EC2D2}"/>
                    </a:ext>
                  </a:extLst>
                </p14:cNvPr>
                <p14:cNvContentPartPr/>
                <p14:nvPr/>
              </p14:nvContentPartPr>
              <p14:xfrm>
                <a:off x="4746840" y="3004560"/>
                <a:ext cx="23400" cy="1440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BC5D5BF-7067-265F-15FD-AF11195EC2D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728840" y="2986560"/>
                  <a:ext cx="590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BE0D7E0-E37D-7EC6-554C-E905936EAD17}"/>
                    </a:ext>
                  </a:extLst>
                </p14:cNvPr>
                <p14:cNvContentPartPr/>
                <p14:nvPr/>
              </p14:nvContentPartPr>
              <p14:xfrm>
                <a:off x="5006400" y="2769840"/>
                <a:ext cx="36720" cy="2026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BE0D7E0-E37D-7EC6-554C-E905936EAD1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4988760" y="2752200"/>
                  <a:ext cx="72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E596D1B-040B-D6A8-FAF3-BF3F3B48C8FB}"/>
                    </a:ext>
                  </a:extLst>
                </p14:cNvPr>
                <p14:cNvContentPartPr/>
                <p14:nvPr/>
              </p14:nvContentPartPr>
              <p14:xfrm>
                <a:off x="4964280" y="3021480"/>
                <a:ext cx="168480" cy="4788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E596D1B-040B-D6A8-FAF3-BF3F3B48C8FB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946640" y="3003840"/>
                  <a:ext cx="204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2041732-0050-68BD-8243-A57648041BF6}"/>
                    </a:ext>
                  </a:extLst>
                </p14:cNvPr>
                <p14:cNvContentPartPr/>
                <p14:nvPr/>
              </p14:nvContentPartPr>
              <p14:xfrm>
                <a:off x="5054640" y="3218400"/>
                <a:ext cx="147960" cy="2203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2041732-0050-68BD-8243-A57648041BF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037000" y="3200400"/>
                  <a:ext cx="183600" cy="25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44014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95E99-43D3-2A77-C7E2-D4832ACC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39E2-FDAE-C930-7460-88E8B59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F4989-081C-A30E-EA58-A2C80E720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BA7C6E5F-8B6C-A1EC-7783-2BDAD162773C}"/>
              </a:ext>
            </a:extLst>
          </p:cNvPr>
          <p:cNvGrpSpPr/>
          <p:nvPr/>
        </p:nvGrpSpPr>
        <p:grpSpPr>
          <a:xfrm>
            <a:off x="1676400" y="1809360"/>
            <a:ext cx="2832480" cy="1562040"/>
            <a:chOff x="1676400" y="1809360"/>
            <a:chExt cx="2832480" cy="156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CE99FB6-558E-6E6E-E1E1-688060660B40}"/>
                    </a:ext>
                  </a:extLst>
                </p14:cNvPr>
                <p14:cNvContentPartPr/>
                <p14:nvPr/>
              </p14:nvContentPartPr>
              <p14:xfrm>
                <a:off x="1676400" y="1809360"/>
                <a:ext cx="6840" cy="3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CE99FB6-558E-6E6E-E1E1-688060660B4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58400" y="1791360"/>
                  <a:ext cx="42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51DE6D3-2BCF-DC47-23D0-4A2F43FF46A4}"/>
                    </a:ext>
                  </a:extLst>
                </p14:cNvPr>
                <p14:cNvContentPartPr/>
                <p14:nvPr/>
              </p14:nvContentPartPr>
              <p14:xfrm>
                <a:off x="4508520" y="3371040"/>
                <a:ext cx="360" cy="3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51DE6D3-2BCF-DC47-23D0-4A2F43FF46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90520" y="33530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67BF618-7862-0582-8C8B-974DA3AB625C}"/>
              </a:ext>
            </a:extLst>
          </p:cNvPr>
          <p:cNvGrpSpPr/>
          <p:nvPr/>
        </p:nvGrpSpPr>
        <p:grpSpPr>
          <a:xfrm>
            <a:off x="9893760" y="841680"/>
            <a:ext cx="1952280" cy="276480"/>
            <a:chOff x="9893760" y="841680"/>
            <a:chExt cx="195228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63EA154-DAF0-5B21-EC27-C8D006B921F6}"/>
                    </a:ext>
                  </a:extLst>
                </p14:cNvPr>
                <p14:cNvContentPartPr/>
                <p14:nvPr/>
              </p14:nvContentPartPr>
              <p14:xfrm>
                <a:off x="9893760" y="1053000"/>
                <a:ext cx="171360" cy="65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63EA154-DAF0-5B21-EC27-C8D006B921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76120" y="1035360"/>
                  <a:ext cx="207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60996FA-8439-A880-E9AB-8A2471978859}"/>
                    </a:ext>
                  </a:extLst>
                </p14:cNvPr>
                <p14:cNvContentPartPr/>
                <p14:nvPr/>
              </p14:nvContentPartPr>
              <p14:xfrm>
                <a:off x="11725080" y="841680"/>
                <a:ext cx="120960" cy="130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60996FA-8439-A880-E9AB-8A247197885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07440" y="823680"/>
                  <a:ext cx="15660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4B1E4865-5FD2-49AB-6738-B3DF0983255A}"/>
              </a:ext>
            </a:extLst>
          </p:cNvPr>
          <p:cNvGrpSpPr/>
          <p:nvPr/>
        </p:nvGrpSpPr>
        <p:grpSpPr>
          <a:xfrm>
            <a:off x="819960" y="996480"/>
            <a:ext cx="3846240" cy="1748160"/>
            <a:chOff x="819960" y="996480"/>
            <a:chExt cx="3846240" cy="174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5D855250-3869-BA49-FC36-1BF6E3AC788E}"/>
                    </a:ext>
                  </a:extLst>
                </p14:cNvPr>
                <p14:cNvContentPartPr/>
                <p14:nvPr/>
              </p14:nvContentPartPr>
              <p14:xfrm>
                <a:off x="819960" y="996480"/>
                <a:ext cx="112680" cy="67284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5D855250-3869-BA49-FC36-1BF6E3AC78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1960" y="978840"/>
                  <a:ext cx="14832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24C8D10D-1A22-1D06-B688-58D224B385D3}"/>
                    </a:ext>
                  </a:extLst>
                </p14:cNvPr>
                <p14:cNvContentPartPr/>
                <p14:nvPr/>
              </p14:nvContentPartPr>
              <p14:xfrm>
                <a:off x="872520" y="1679760"/>
                <a:ext cx="136800" cy="29556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24C8D10D-1A22-1D06-B688-58D224B385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4520" y="1662120"/>
                  <a:ext cx="1724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807E24DC-2E51-9A41-0B7F-B4E26DB66E94}"/>
                    </a:ext>
                  </a:extLst>
                </p14:cNvPr>
                <p14:cNvContentPartPr/>
                <p14:nvPr/>
              </p14:nvContentPartPr>
              <p14:xfrm>
                <a:off x="985920" y="1963800"/>
                <a:ext cx="57600" cy="42948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807E24DC-2E51-9A41-0B7F-B4E26DB66E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8280" y="1945800"/>
                  <a:ext cx="932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9A797828-A6AE-FA3D-8F1B-2A2EF31FB8A5}"/>
                    </a:ext>
                  </a:extLst>
                </p14:cNvPr>
                <p14:cNvContentPartPr/>
                <p14:nvPr/>
              </p14:nvContentPartPr>
              <p14:xfrm>
                <a:off x="823560" y="1027440"/>
                <a:ext cx="1023840" cy="6832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9A797828-A6AE-FA3D-8F1B-2A2EF31FB8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5560" y="1009440"/>
                  <a:ext cx="105948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A1DB3B4F-32C6-1722-29FA-72470487D905}"/>
                    </a:ext>
                  </a:extLst>
                </p14:cNvPr>
                <p14:cNvContentPartPr/>
                <p14:nvPr/>
              </p14:nvContentPartPr>
              <p14:xfrm>
                <a:off x="1807800" y="1731240"/>
                <a:ext cx="122400" cy="23976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A1DB3B4F-32C6-1722-29FA-72470487D9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90160" y="1713600"/>
                  <a:ext cx="158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7D0FE14-39C8-56F8-76DC-1A91F848DE7B}"/>
                    </a:ext>
                  </a:extLst>
                </p14:cNvPr>
                <p14:cNvContentPartPr/>
                <p14:nvPr/>
              </p14:nvContentPartPr>
              <p14:xfrm>
                <a:off x="1946400" y="1987200"/>
                <a:ext cx="62640" cy="41724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7D0FE14-39C8-56F8-76DC-1A91F848DE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28400" y="1969560"/>
                  <a:ext cx="982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3662F57D-233A-CC44-40A2-91FF61E1C92C}"/>
                    </a:ext>
                  </a:extLst>
                </p14:cNvPr>
                <p14:cNvContentPartPr/>
                <p14:nvPr/>
              </p14:nvContentPartPr>
              <p14:xfrm>
                <a:off x="1862880" y="1040040"/>
                <a:ext cx="815400" cy="414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3662F57D-233A-CC44-40A2-91FF61E1C92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45240" y="1022040"/>
                  <a:ext cx="851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427DBC82-6BF6-F6C6-86FE-273955ED3CD3}"/>
                    </a:ext>
                  </a:extLst>
                </p14:cNvPr>
                <p14:cNvContentPartPr/>
                <p14:nvPr/>
              </p14:nvContentPartPr>
              <p14:xfrm>
                <a:off x="2680800" y="1063800"/>
                <a:ext cx="34200" cy="5792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427DBC82-6BF6-F6C6-86FE-273955ED3CD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63160" y="1046160"/>
                  <a:ext cx="6984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AFA6EBCE-45D8-9C9A-711D-D3EEA2982BD0}"/>
                    </a:ext>
                  </a:extLst>
                </p14:cNvPr>
                <p14:cNvContentPartPr/>
                <p14:nvPr/>
              </p14:nvContentPartPr>
              <p14:xfrm>
                <a:off x="2680440" y="1748880"/>
                <a:ext cx="95760" cy="24300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AFA6EBCE-45D8-9C9A-711D-D3EEA2982BD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62800" y="1731240"/>
                  <a:ext cx="131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DC574A20-890C-886C-A32D-8290F4D75119}"/>
                    </a:ext>
                  </a:extLst>
                </p14:cNvPr>
                <p14:cNvContentPartPr/>
                <p14:nvPr/>
              </p14:nvContentPartPr>
              <p14:xfrm>
                <a:off x="1168080" y="1987920"/>
                <a:ext cx="1747800" cy="73152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DC574A20-890C-886C-A32D-8290F4D751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50080" y="1969920"/>
                  <a:ext cx="1783440" cy="7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02D7319A-24BC-5609-6F17-0F9A5BF3092D}"/>
                    </a:ext>
                  </a:extLst>
                </p14:cNvPr>
                <p14:cNvContentPartPr/>
                <p14:nvPr/>
              </p14:nvContentPartPr>
              <p14:xfrm>
                <a:off x="2702400" y="1059840"/>
                <a:ext cx="964080" cy="5040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02D7319A-24BC-5609-6F17-0F9A5BF3092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84760" y="1041840"/>
                  <a:ext cx="999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6E3B7060-6BC8-84DA-1A62-21D53993BDC3}"/>
                    </a:ext>
                  </a:extLst>
                </p14:cNvPr>
                <p14:cNvContentPartPr/>
                <p14:nvPr/>
              </p14:nvContentPartPr>
              <p14:xfrm>
                <a:off x="3657480" y="1044000"/>
                <a:ext cx="65160" cy="63684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6E3B7060-6BC8-84DA-1A62-21D53993BD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39840" y="1026000"/>
                  <a:ext cx="10080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7487F47A-A8A3-CD56-7DAA-A7D4E34CE1EC}"/>
                    </a:ext>
                  </a:extLst>
                </p14:cNvPr>
                <p14:cNvContentPartPr/>
                <p14:nvPr/>
              </p14:nvContentPartPr>
              <p14:xfrm>
                <a:off x="3406560" y="1589040"/>
                <a:ext cx="624600" cy="53784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7487F47A-A8A3-CD56-7DAA-A7D4E34CE1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8920" y="1571040"/>
                  <a:ext cx="66024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49B048BF-DC16-0526-0AAE-E23CBDB91FF2}"/>
                    </a:ext>
                  </a:extLst>
                </p14:cNvPr>
                <p14:cNvContentPartPr/>
                <p14:nvPr/>
              </p14:nvContentPartPr>
              <p14:xfrm>
                <a:off x="3756840" y="2136240"/>
                <a:ext cx="75240" cy="52812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49B048BF-DC16-0526-0AAE-E23CBDB91F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38840" y="2118600"/>
                  <a:ext cx="11088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3D37AD25-57AF-DAA7-423C-856855FAE003}"/>
                    </a:ext>
                  </a:extLst>
                </p14:cNvPr>
                <p14:cNvContentPartPr/>
                <p14:nvPr/>
              </p14:nvContentPartPr>
              <p14:xfrm>
                <a:off x="2899320" y="2658960"/>
                <a:ext cx="954360" cy="856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3D37AD25-57AF-DAA7-423C-856855FAE0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81320" y="2641320"/>
                  <a:ext cx="990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2C9FC222-6AEE-CBF0-570A-DACB16DB0925}"/>
                    </a:ext>
                  </a:extLst>
                </p14:cNvPr>
                <p14:cNvContentPartPr/>
                <p14:nvPr/>
              </p14:nvContentPartPr>
              <p14:xfrm>
                <a:off x="3675120" y="1783800"/>
                <a:ext cx="32760" cy="22788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2C9FC222-6AEE-CBF0-570A-DACB16DB09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57480" y="1765800"/>
                  <a:ext cx="684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D1BAF666-70EB-D527-65BF-196E49BF7EA1}"/>
                    </a:ext>
                  </a:extLst>
                </p14:cNvPr>
                <p14:cNvContentPartPr/>
                <p14:nvPr/>
              </p14:nvContentPartPr>
              <p14:xfrm>
                <a:off x="3593040" y="1771920"/>
                <a:ext cx="160560" cy="9684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D1BAF666-70EB-D527-65BF-196E49BF7E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75400" y="1753920"/>
                  <a:ext cx="196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EC4A5D25-8999-20F6-7CF0-1AC04EF0D9A5}"/>
                    </a:ext>
                  </a:extLst>
                </p14:cNvPr>
                <p14:cNvContentPartPr/>
                <p14:nvPr/>
              </p14:nvContentPartPr>
              <p14:xfrm>
                <a:off x="4498440" y="1774440"/>
                <a:ext cx="19800" cy="18864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EC4A5D25-8999-20F6-7CF0-1AC04EF0D9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80800" y="1756800"/>
                  <a:ext cx="55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E461C14A-94F3-7114-2779-C96911FB35D1}"/>
                    </a:ext>
                  </a:extLst>
                </p14:cNvPr>
                <p14:cNvContentPartPr/>
                <p14:nvPr/>
              </p14:nvContentPartPr>
              <p14:xfrm>
                <a:off x="4502040" y="1732680"/>
                <a:ext cx="164160" cy="19440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E461C14A-94F3-7114-2779-C96911FB35D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84040" y="1714680"/>
                  <a:ext cx="199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A28438C3-8DBC-66A7-A15A-C7402B6B85A4}"/>
                    </a:ext>
                  </a:extLst>
                </p14:cNvPr>
                <p14:cNvContentPartPr/>
                <p14:nvPr/>
              </p14:nvContentPartPr>
              <p14:xfrm>
                <a:off x="4533720" y="1845720"/>
                <a:ext cx="87120" cy="4392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A28438C3-8DBC-66A7-A15A-C7402B6B85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15720" y="1828080"/>
                  <a:ext cx="122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8468AD7E-5F26-6A6F-8DA9-5AE667F2D021}"/>
                    </a:ext>
                  </a:extLst>
                </p14:cNvPr>
                <p14:cNvContentPartPr/>
                <p14:nvPr/>
              </p14:nvContentPartPr>
              <p14:xfrm>
                <a:off x="2987520" y="1909440"/>
                <a:ext cx="194400" cy="25560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8468AD7E-5F26-6A6F-8DA9-5AE667F2D0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69520" y="1891800"/>
                  <a:ext cx="2300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CB17BEBB-69E6-7344-A70A-44E68DE3C41B}"/>
                    </a:ext>
                  </a:extLst>
                </p14:cNvPr>
                <p14:cNvContentPartPr/>
                <p14:nvPr/>
              </p14:nvContentPartPr>
              <p14:xfrm>
                <a:off x="2243760" y="1920240"/>
                <a:ext cx="213120" cy="25596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CB17BEBB-69E6-7344-A70A-44E68DE3C41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26120" y="1902600"/>
                  <a:ext cx="2487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DCB2066D-1D26-598C-3732-9D0DF561680E}"/>
                    </a:ext>
                  </a:extLst>
                </p14:cNvPr>
                <p14:cNvContentPartPr/>
                <p14:nvPr/>
              </p14:nvContentPartPr>
              <p14:xfrm>
                <a:off x="1218120" y="1773360"/>
                <a:ext cx="136080" cy="23904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DCB2066D-1D26-598C-3732-9D0DF561680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00120" y="1755360"/>
                  <a:ext cx="1717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8A5A15CF-4EB6-1338-3B7B-3B9D509CE009}"/>
                    </a:ext>
                  </a:extLst>
                </p14:cNvPr>
                <p14:cNvContentPartPr/>
                <p14:nvPr/>
              </p14:nvContentPartPr>
              <p14:xfrm>
                <a:off x="1044240" y="2397600"/>
                <a:ext cx="27720" cy="29592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8A5A15CF-4EB6-1338-3B7B-3B9D509CE00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6240" y="2379960"/>
                  <a:ext cx="6336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D6A4040D-E6BC-22B1-46CB-02AC30007D13}"/>
                  </a:ext>
                </a:extLst>
              </p14:cNvPr>
              <p14:cNvContentPartPr/>
              <p14:nvPr/>
            </p14:nvContentPartPr>
            <p14:xfrm>
              <a:off x="2013360" y="2398320"/>
              <a:ext cx="21960" cy="20412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D6A4040D-E6BC-22B1-46CB-02AC30007D1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995360" y="2380320"/>
                <a:ext cx="57600" cy="2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8" name="Group 467">
            <a:extLst>
              <a:ext uri="{FF2B5EF4-FFF2-40B4-BE49-F238E27FC236}">
                <a16:creationId xmlns:a16="http://schemas.microsoft.com/office/drawing/2014/main" id="{A4C3FFDC-A7F0-5028-4C81-CCED7C07DA39}"/>
              </a:ext>
            </a:extLst>
          </p:cNvPr>
          <p:cNvGrpSpPr/>
          <p:nvPr/>
        </p:nvGrpSpPr>
        <p:grpSpPr>
          <a:xfrm>
            <a:off x="2131080" y="1193400"/>
            <a:ext cx="150840" cy="452520"/>
            <a:chOff x="2131080" y="1193400"/>
            <a:chExt cx="150840" cy="45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D9091B26-FE19-B526-A2E4-0B778B6326E4}"/>
                    </a:ext>
                  </a:extLst>
                </p14:cNvPr>
                <p14:cNvContentPartPr/>
                <p14:nvPr/>
              </p14:nvContentPartPr>
              <p14:xfrm>
                <a:off x="2192640" y="1193400"/>
                <a:ext cx="25200" cy="38160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D9091B26-FE19-B526-A2E4-0B778B6326E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75000" y="1175760"/>
                  <a:ext cx="608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1DA8FA0A-A5AE-F333-2EAD-ABC3717D9266}"/>
                    </a:ext>
                  </a:extLst>
                </p14:cNvPr>
                <p14:cNvContentPartPr/>
                <p14:nvPr/>
              </p14:nvContentPartPr>
              <p14:xfrm>
                <a:off x="2131080" y="1512720"/>
                <a:ext cx="150840" cy="13320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1DA8FA0A-A5AE-F333-2EAD-ABC3717D926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13440" y="1494720"/>
                  <a:ext cx="1864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01F6C91C-251F-A431-496D-E1D732F7D670}"/>
              </a:ext>
            </a:extLst>
          </p:cNvPr>
          <p:cNvGrpSpPr/>
          <p:nvPr/>
        </p:nvGrpSpPr>
        <p:grpSpPr>
          <a:xfrm>
            <a:off x="4648920" y="682200"/>
            <a:ext cx="502920" cy="611640"/>
            <a:chOff x="4648920" y="682200"/>
            <a:chExt cx="502920" cy="61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384753F5-4A76-440A-7D1B-F931E6EAB8C3}"/>
                    </a:ext>
                  </a:extLst>
                </p14:cNvPr>
                <p14:cNvContentPartPr/>
                <p14:nvPr/>
              </p14:nvContentPartPr>
              <p14:xfrm>
                <a:off x="4828920" y="858960"/>
                <a:ext cx="27360" cy="22428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384753F5-4A76-440A-7D1B-F931E6EAB8C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10920" y="840960"/>
                  <a:ext cx="63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57972059-EA7F-FB22-0386-3D2E8890F65A}"/>
                    </a:ext>
                  </a:extLst>
                </p14:cNvPr>
                <p14:cNvContentPartPr/>
                <p14:nvPr/>
              </p14:nvContentPartPr>
              <p14:xfrm>
                <a:off x="4648920" y="682200"/>
                <a:ext cx="502920" cy="61164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57972059-EA7F-FB22-0386-3D2E8890F6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31280" y="664200"/>
                  <a:ext cx="538560" cy="64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B9C1872-80DF-3784-285B-1EF020F50D86}"/>
              </a:ext>
            </a:extLst>
          </p:cNvPr>
          <p:cNvGrpSpPr/>
          <p:nvPr/>
        </p:nvGrpSpPr>
        <p:grpSpPr>
          <a:xfrm>
            <a:off x="5469360" y="661680"/>
            <a:ext cx="728280" cy="329400"/>
            <a:chOff x="5469360" y="661680"/>
            <a:chExt cx="72828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BEC4E755-395C-CEC0-4FA5-8FE28C620935}"/>
                    </a:ext>
                  </a:extLst>
                </p14:cNvPr>
                <p14:cNvContentPartPr/>
                <p14:nvPr/>
              </p14:nvContentPartPr>
              <p14:xfrm>
                <a:off x="5470800" y="694080"/>
                <a:ext cx="67680" cy="29700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BEC4E755-395C-CEC0-4FA5-8FE28C62093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2800" y="676440"/>
                  <a:ext cx="1033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175CE01F-A015-6E6E-3901-1457FB01698D}"/>
                    </a:ext>
                  </a:extLst>
                </p14:cNvPr>
                <p14:cNvContentPartPr/>
                <p14:nvPr/>
              </p14:nvContentPartPr>
              <p14:xfrm>
                <a:off x="5469360" y="661680"/>
                <a:ext cx="186840" cy="18756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175CE01F-A015-6E6E-3901-1457FB01698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51720" y="643680"/>
                  <a:ext cx="222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2FE382D-2167-A5B1-576E-072F010E8B18}"/>
                    </a:ext>
                  </a:extLst>
                </p14:cNvPr>
                <p14:cNvContentPartPr/>
                <p14:nvPr/>
              </p14:nvContentPartPr>
              <p14:xfrm>
                <a:off x="5741520" y="719640"/>
                <a:ext cx="154800" cy="14724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2FE382D-2167-A5B1-576E-072F010E8B1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23880" y="702000"/>
                  <a:ext cx="190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4AEC50E1-142C-B083-AE71-097B3758E76D}"/>
                    </a:ext>
                  </a:extLst>
                </p14:cNvPr>
                <p14:cNvContentPartPr/>
                <p14:nvPr/>
              </p14:nvContentPartPr>
              <p14:xfrm>
                <a:off x="5977680" y="731520"/>
                <a:ext cx="219960" cy="19548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4AEC50E1-142C-B083-AE71-097B3758E76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60040" y="713880"/>
                  <a:ext cx="25560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FB8B06F0-E1C9-D8CA-CB4D-7D1CDD07162D}"/>
              </a:ext>
            </a:extLst>
          </p:cNvPr>
          <p:cNvGrpSpPr/>
          <p:nvPr/>
        </p:nvGrpSpPr>
        <p:grpSpPr>
          <a:xfrm>
            <a:off x="6512280" y="591480"/>
            <a:ext cx="415080" cy="371520"/>
            <a:chOff x="6512280" y="591480"/>
            <a:chExt cx="41508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3DD7B5A8-301E-5A9D-7D36-C938B4F060CC}"/>
                    </a:ext>
                  </a:extLst>
                </p14:cNvPr>
                <p14:cNvContentPartPr/>
                <p14:nvPr/>
              </p14:nvContentPartPr>
              <p14:xfrm>
                <a:off x="6512280" y="700560"/>
                <a:ext cx="168120" cy="18720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3DD7B5A8-301E-5A9D-7D36-C938B4F060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94640" y="682560"/>
                  <a:ext cx="203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560C842A-3D52-9BB2-6819-EC1E02D5E5DB}"/>
                    </a:ext>
                  </a:extLst>
                </p14:cNvPr>
                <p14:cNvContentPartPr/>
                <p14:nvPr/>
              </p14:nvContentPartPr>
              <p14:xfrm>
                <a:off x="6850320" y="591480"/>
                <a:ext cx="64080" cy="37152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560C842A-3D52-9BB2-6819-EC1E02D5E5D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32680" y="573480"/>
                  <a:ext cx="997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AB671899-5086-3E0E-CF98-98196A1DF298}"/>
                    </a:ext>
                  </a:extLst>
                </p14:cNvPr>
                <p14:cNvContentPartPr/>
                <p14:nvPr/>
              </p14:nvContentPartPr>
              <p14:xfrm>
                <a:off x="6825480" y="811080"/>
                <a:ext cx="101880" cy="11700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AB671899-5086-3E0E-CF98-98196A1DF2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07480" y="793080"/>
                  <a:ext cx="13752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C7AA7AC6-C817-065D-CA96-B3D3E7C501A6}"/>
                  </a:ext>
                </a:extLst>
              </p14:cNvPr>
              <p14:cNvContentPartPr/>
              <p14:nvPr/>
            </p14:nvContentPartPr>
            <p14:xfrm>
              <a:off x="7261440" y="646560"/>
              <a:ext cx="118800" cy="233280"/>
            </p14:xfrm>
          </p:contentPart>
        </mc:Choice>
        <mc:Fallback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C7AA7AC6-C817-065D-CA96-B3D3E7C501A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243800" y="628920"/>
                <a:ext cx="154440" cy="26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7" name="Group 486">
            <a:extLst>
              <a:ext uri="{FF2B5EF4-FFF2-40B4-BE49-F238E27FC236}">
                <a16:creationId xmlns:a16="http://schemas.microsoft.com/office/drawing/2014/main" id="{98DF7E29-5C34-4EDB-F524-EB5A628F8E08}"/>
              </a:ext>
            </a:extLst>
          </p:cNvPr>
          <p:cNvGrpSpPr/>
          <p:nvPr/>
        </p:nvGrpSpPr>
        <p:grpSpPr>
          <a:xfrm>
            <a:off x="7748160" y="573480"/>
            <a:ext cx="623160" cy="251280"/>
            <a:chOff x="7748160" y="573480"/>
            <a:chExt cx="62316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90D461AB-B665-AACA-FAD4-EBC0FB27E8FA}"/>
                    </a:ext>
                  </a:extLst>
                </p14:cNvPr>
                <p14:cNvContentPartPr/>
                <p14:nvPr/>
              </p14:nvContentPartPr>
              <p14:xfrm>
                <a:off x="7748160" y="690120"/>
                <a:ext cx="356400" cy="10836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90D461AB-B665-AACA-FAD4-EBC0FB27E8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30160" y="672120"/>
                  <a:ext cx="392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71E896EB-061A-A1E7-C35B-731077F31983}"/>
                    </a:ext>
                  </a:extLst>
                </p14:cNvPr>
                <p14:cNvContentPartPr/>
                <p14:nvPr/>
              </p14:nvContentPartPr>
              <p14:xfrm>
                <a:off x="8198880" y="573480"/>
                <a:ext cx="172440" cy="25128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71E896EB-061A-A1E7-C35B-731077F3198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180880" y="555480"/>
                  <a:ext cx="20808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A4840619-65D7-9B7B-CBC1-5B72EC177C89}"/>
              </a:ext>
            </a:extLst>
          </p:cNvPr>
          <p:cNvGrpSpPr/>
          <p:nvPr/>
        </p:nvGrpSpPr>
        <p:grpSpPr>
          <a:xfrm>
            <a:off x="8562120" y="658800"/>
            <a:ext cx="522720" cy="190080"/>
            <a:chOff x="8562120" y="658800"/>
            <a:chExt cx="522720" cy="1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70FC0CFD-8E88-114D-AB62-073FF173D7D5}"/>
                    </a:ext>
                  </a:extLst>
                </p14:cNvPr>
                <p14:cNvContentPartPr/>
                <p14:nvPr/>
              </p14:nvContentPartPr>
              <p14:xfrm>
                <a:off x="8562120" y="669960"/>
                <a:ext cx="156600" cy="17892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70FC0CFD-8E88-114D-AB62-073FF173D7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44120" y="651960"/>
                  <a:ext cx="192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44D005A6-43BA-27FD-6561-59E2F8D01F8B}"/>
                    </a:ext>
                  </a:extLst>
                </p14:cNvPr>
                <p14:cNvContentPartPr/>
                <p14:nvPr/>
              </p14:nvContentPartPr>
              <p14:xfrm>
                <a:off x="8865240" y="658800"/>
                <a:ext cx="219600" cy="13572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44D005A6-43BA-27FD-6561-59E2F8D01F8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47600" y="641160"/>
                  <a:ext cx="2552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FB23B635-FEB1-FD51-92F5-B6D5328B8073}"/>
              </a:ext>
            </a:extLst>
          </p:cNvPr>
          <p:cNvGrpSpPr/>
          <p:nvPr/>
        </p:nvGrpSpPr>
        <p:grpSpPr>
          <a:xfrm>
            <a:off x="5988480" y="1118520"/>
            <a:ext cx="3380400" cy="1321200"/>
            <a:chOff x="5988480" y="1118520"/>
            <a:chExt cx="3380400" cy="13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C0FD4C24-D3FB-DBD1-B936-398E904CC2CA}"/>
                    </a:ext>
                  </a:extLst>
                </p14:cNvPr>
                <p14:cNvContentPartPr/>
                <p14:nvPr/>
              </p14:nvContentPartPr>
              <p14:xfrm>
                <a:off x="6001440" y="1210680"/>
                <a:ext cx="52200" cy="37152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C0FD4C24-D3FB-DBD1-B936-398E904CC2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83800" y="1192680"/>
                  <a:ext cx="878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E54BAF6D-0E4F-80DD-586A-FD89EF51A4A0}"/>
                    </a:ext>
                  </a:extLst>
                </p14:cNvPr>
                <p14:cNvContentPartPr/>
                <p14:nvPr/>
              </p14:nvContentPartPr>
              <p14:xfrm>
                <a:off x="5988480" y="1623240"/>
                <a:ext cx="87840" cy="26208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E54BAF6D-0E4F-80DD-586A-FD89EF51A4A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70480" y="1605240"/>
                  <a:ext cx="123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9A82741-FF81-7E4F-0C67-8190881856A0}"/>
                    </a:ext>
                  </a:extLst>
                </p14:cNvPr>
                <p14:cNvContentPartPr/>
                <p14:nvPr/>
              </p14:nvContentPartPr>
              <p14:xfrm>
                <a:off x="6076320" y="1886760"/>
                <a:ext cx="34560" cy="51840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9A82741-FF81-7E4F-0C67-8190881856A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58320" y="1868760"/>
                  <a:ext cx="7020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639E018A-D328-8BEC-B8E2-1EEF93318A63}"/>
                    </a:ext>
                  </a:extLst>
                </p14:cNvPr>
                <p14:cNvContentPartPr/>
                <p14:nvPr/>
              </p14:nvContentPartPr>
              <p14:xfrm>
                <a:off x="6260640" y="1629000"/>
                <a:ext cx="165240" cy="24012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639E018A-D328-8BEC-B8E2-1EEF93318A6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43000" y="1611000"/>
                  <a:ext cx="2008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06F7CFD3-C54E-6281-210A-952A5FD5B96E}"/>
                    </a:ext>
                  </a:extLst>
                </p14:cNvPr>
                <p14:cNvContentPartPr/>
                <p14:nvPr/>
              </p14:nvContentPartPr>
              <p14:xfrm>
                <a:off x="6042120" y="1145520"/>
                <a:ext cx="1043640" cy="6948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06F7CFD3-C54E-6281-210A-952A5FD5B96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24120" y="1127520"/>
                  <a:ext cx="1079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C5A761F2-10A6-042A-C8B2-C4DBB464BDB9}"/>
                    </a:ext>
                  </a:extLst>
                </p14:cNvPr>
                <p14:cNvContentPartPr/>
                <p14:nvPr/>
              </p14:nvContentPartPr>
              <p14:xfrm>
                <a:off x="7089360" y="1158120"/>
                <a:ext cx="72360" cy="35244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C5A761F2-10A6-042A-C8B2-C4DBB464BDB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71360" y="1140120"/>
                  <a:ext cx="1080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F465A020-62A6-6605-2617-9C4E13857750}"/>
                    </a:ext>
                  </a:extLst>
                </p14:cNvPr>
                <p14:cNvContentPartPr/>
                <p14:nvPr/>
              </p14:nvContentPartPr>
              <p14:xfrm>
                <a:off x="7092600" y="1533240"/>
                <a:ext cx="95760" cy="21528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F465A020-62A6-6605-2617-9C4E1385775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74600" y="1515600"/>
                  <a:ext cx="131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D54D23B6-0703-F946-FDD3-AEC25A2377BF}"/>
                    </a:ext>
                  </a:extLst>
                </p14:cNvPr>
                <p14:cNvContentPartPr/>
                <p14:nvPr/>
              </p14:nvContentPartPr>
              <p14:xfrm>
                <a:off x="6178920" y="1740240"/>
                <a:ext cx="1126800" cy="69948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D54D23B6-0703-F946-FDD3-AEC25A2377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61280" y="1722240"/>
                  <a:ext cx="1162440" cy="73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13D51FF1-5698-7CFB-EF7A-2251711A52DD}"/>
                    </a:ext>
                  </a:extLst>
                </p14:cNvPr>
                <p14:cNvContentPartPr/>
                <p14:nvPr/>
              </p14:nvContentPartPr>
              <p14:xfrm>
                <a:off x="7384560" y="1697040"/>
                <a:ext cx="65520" cy="24696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13D51FF1-5698-7CFB-EF7A-2251711A52D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66920" y="1679040"/>
                  <a:ext cx="1011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5A67601A-2AA2-CE45-6F50-25532393D572}"/>
                    </a:ext>
                  </a:extLst>
                </p14:cNvPr>
                <p14:cNvContentPartPr/>
                <p14:nvPr/>
              </p14:nvContentPartPr>
              <p14:xfrm>
                <a:off x="7388160" y="1636200"/>
                <a:ext cx="156600" cy="15012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5A67601A-2AA2-CE45-6F50-25532393D5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70160" y="1618200"/>
                  <a:ext cx="192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8AA8D8C9-68CE-A46C-C13D-4DFFAF193F7B}"/>
                    </a:ext>
                  </a:extLst>
                </p14:cNvPr>
                <p14:cNvContentPartPr/>
                <p14:nvPr/>
              </p14:nvContentPartPr>
              <p14:xfrm>
                <a:off x="7592280" y="1715760"/>
                <a:ext cx="159480" cy="11664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8AA8D8C9-68CE-A46C-C13D-4DFFAF193F7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74280" y="1698120"/>
                  <a:ext cx="195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6232EFB2-6144-A8F9-A473-22F284757956}"/>
                    </a:ext>
                  </a:extLst>
                </p14:cNvPr>
                <p14:cNvContentPartPr/>
                <p14:nvPr/>
              </p14:nvContentPartPr>
              <p14:xfrm>
                <a:off x="7769040" y="1712520"/>
                <a:ext cx="157680" cy="12600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6232EFB2-6144-A8F9-A473-22F28475795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51400" y="1694520"/>
                  <a:ext cx="193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BD373CB9-8CF8-FAE6-52E9-2A77B9A95B17}"/>
                    </a:ext>
                  </a:extLst>
                </p14:cNvPr>
                <p14:cNvContentPartPr/>
                <p14:nvPr/>
              </p14:nvContentPartPr>
              <p14:xfrm>
                <a:off x="7096200" y="1118520"/>
                <a:ext cx="1311480" cy="3348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BD373CB9-8CF8-FAE6-52E9-2A77B9A95B1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78200" y="1100880"/>
                  <a:ext cx="1347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762EDAD4-9DA9-DFA8-86FE-F6EB88483D2A}"/>
                    </a:ext>
                  </a:extLst>
                </p14:cNvPr>
                <p14:cNvContentPartPr/>
                <p14:nvPr/>
              </p14:nvContentPartPr>
              <p14:xfrm>
                <a:off x="8362680" y="1145520"/>
                <a:ext cx="70920" cy="46008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762EDAD4-9DA9-DFA8-86FE-F6EB88483D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45040" y="1127520"/>
                  <a:ext cx="10656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811603D7-FB02-6E73-488C-BED8C44095E0}"/>
                    </a:ext>
                  </a:extLst>
                </p14:cNvPr>
                <p14:cNvContentPartPr/>
                <p14:nvPr/>
              </p14:nvContentPartPr>
              <p14:xfrm>
                <a:off x="8233800" y="1494360"/>
                <a:ext cx="547200" cy="55368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811603D7-FB02-6E73-488C-BED8C44095E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15800" y="1476360"/>
                  <a:ext cx="58284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FC586CDC-B638-D433-4BC6-132A77E55A4E}"/>
                    </a:ext>
                  </a:extLst>
                </p14:cNvPr>
                <p14:cNvContentPartPr/>
                <p14:nvPr/>
              </p14:nvContentPartPr>
              <p14:xfrm>
                <a:off x="8513160" y="1680120"/>
                <a:ext cx="37080" cy="21888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FC586CDC-B638-D433-4BC6-132A77E55A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95520" y="1662120"/>
                  <a:ext cx="72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FDCB5DEC-6AB5-5097-6696-01F09EB7BE05}"/>
                    </a:ext>
                  </a:extLst>
                </p14:cNvPr>
                <p14:cNvContentPartPr/>
                <p14:nvPr/>
              </p14:nvContentPartPr>
              <p14:xfrm>
                <a:off x="8445840" y="1657080"/>
                <a:ext cx="176760" cy="13752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FDCB5DEC-6AB5-5097-6696-01F09EB7BE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28200" y="1639080"/>
                  <a:ext cx="212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693AF504-D042-322A-491A-708D682185EA}"/>
                    </a:ext>
                  </a:extLst>
                </p14:cNvPr>
                <p14:cNvContentPartPr/>
                <p14:nvPr/>
              </p14:nvContentPartPr>
              <p14:xfrm>
                <a:off x="7252080" y="1982880"/>
                <a:ext cx="1352880" cy="42912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693AF504-D042-322A-491A-708D682185E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34080" y="1965240"/>
                  <a:ext cx="138852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3EF60D95-5418-19DC-26AE-B849E9A7E23A}"/>
                    </a:ext>
                  </a:extLst>
                </p14:cNvPr>
                <p14:cNvContentPartPr/>
                <p14:nvPr/>
              </p14:nvContentPartPr>
              <p14:xfrm>
                <a:off x="9195360" y="1635840"/>
                <a:ext cx="26640" cy="22500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3EF60D95-5418-19DC-26AE-B849E9A7E23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77360" y="1617840"/>
                  <a:ext cx="622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71AA569A-EC5B-375A-E2F3-52B71FDD7F7B}"/>
                    </a:ext>
                  </a:extLst>
                </p14:cNvPr>
                <p14:cNvContentPartPr/>
                <p14:nvPr/>
              </p14:nvContentPartPr>
              <p14:xfrm>
                <a:off x="9190680" y="1633680"/>
                <a:ext cx="178200" cy="14688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71AA569A-EC5B-375A-E2F3-52B71FDD7F7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73040" y="1616040"/>
                  <a:ext cx="213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8450D16F-D664-D5CB-A6BC-EF4D1FAF5DF3}"/>
                    </a:ext>
                  </a:extLst>
                </p14:cNvPr>
                <p14:cNvContentPartPr/>
                <p14:nvPr/>
              </p14:nvContentPartPr>
              <p14:xfrm>
                <a:off x="9202200" y="1728000"/>
                <a:ext cx="108720" cy="4104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8450D16F-D664-D5CB-A6BC-EF4D1FAF5DF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84560" y="1710360"/>
                  <a:ext cx="14436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7BDD3C70-AA8E-3AE1-0F70-AB0DE953591C}"/>
              </a:ext>
            </a:extLst>
          </p:cNvPr>
          <p:cNvGrpSpPr/>
          <p:nvPr/>
        </p:nvGrpSpPr>
        <p:grpSpPr>
          <a:xfrm>
            <a:off x="6018000" y="2752920"/>
            <a:ext cx="4916520" cy="994320"/>
            <a:chOff x="6018000" y="2752920"/>
            <a:chExt cx="4916520" cy="99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227D5DDF-3FF1-8EF1-2AFE-C53C4B7E1657}"/>
                    </a:ext>
                  </a:extLst>
                </p14:cNvPr>
                <p14:cNvContentPartPr/>
                <p14:nvPr/>
              </p14:nvContentPartPr>
              <p14:xfrm>
                <a:off x="6197640" y="2752920"/>
                <a:ext cx="60120" cy="47268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227D5DDF-3FF1-8EF1-2AFE-C53C4B7E165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79640" y="2734920"/>
                  <a:ext cx="957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377FCD6D-3E0C-999B-256A-53C69EBCFFD5}"/>
                    </a:ext>
                  </a:extLst>
                </p14:cNvPr>
                <p14:cNvContentPartPr/>
                <p14:nvPr/>
              </p14:nvContentPartPr>
              <p14:xfrm>
                <a:off x="6018000" y="3244680"/>
                <a:ext cx="481680" cy="2196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377FCD6D-3E0C-999B-256A-53C69EBCFFD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00360" y="3227040"/>
                  <a:ext cx="517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203E254D-8D35-BBE2-42BF-F24705088BE1}"/>
                    </a:ext>
                  </a:extLst>
                </p14:cNvPr>
                <p14:cNvContentPartPr/>
                <p14:nvPr/>
              </p14:nvContentPartPr>
              <p14:xfrm>
                <a:off x="6180360" y="3451320"/>
                <a:ext cx="57240" cy="29592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203E254D-8D35-BBE2-42BF-F24705088BE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62720" y="3433320"/>
                  <a:ext cx="928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C29AFFCD-A615-A32A-4F57-5B73B8EB05D3}"/>
                    </a:ext>
                  </a:extLst>
                </p14:cNvPr>
                <p14:cNvContentPartPr/>
                <p14:nvPr/>
              </p14:nvContentPartPr>
              <p14:xfrm>
                <a:off x="6173520" y="3414960"/>
                <a:ext cx="159120" cy="17388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C29AFFCD-A615-A32A-4F57-5B73B8EB05D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55880" y="3396960"/>
                  <a:ext cx="1947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DA3389A8-B59D-A38F-A639-8CEB24A8ADAB}"/>
                    </a:ext>
                  </a:extLst>
                </p14:cNvPr>
                <p14:cNvContentPartPr/>
                <p14:nvPr/>
              </p14:nvContentPartPr>
              <p14:xfrm>
                <a:off x="6389160" y="3497040"/>
                <a:ext cx="131040" cy="18540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DA3389A8-B59D-A38F-A639-8CEB24A8ADA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371160" y="3479040"/>
                  <a:ext cx="1666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792D107A-7FD6-4E98-6D02-A28DABFCF331}"/>
                    </a:ext>
                  </a:extLst>
                </p14:cNvPr>
                <p14:cNvContentPartPr/>
                <p14:nvPr/>
              </p14:nvContentPartPr>
              <p14:xfrm>
                <a:off x="6572400" y="3565800"/>
                <a:ext cx="158400" cy="12312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792D107A-7FD6-4E98-6D02-A28DABFCF33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54400" y="3548160"/>
                  <a:ext cx="194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084C4C82-5DDE-E196-5551-F2B569E7B4BC}"/>
                    </a:ext>
                  </a:extLst>
                </p14:cNvPr>
                <p14:cNvContentPartPr/>
                <p14:nvPr/>
              </p14:nvContentPartPr>
              <p14:xfrm>
                <a:off x="6885960" y="3235680"/>
                <a:ext cx="44280" cy="3852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084C4C82-5DDE-E196-5551-F2B569E7B4B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67960" y="3217680"/>
                  <a:ext cx="79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80375297-D9CE-B1B3-A68E-CC09C8327F8D}"/>
                    </a:ext>
                  </a:extLst>
                </p14:cNvPr>
                <p14:cNvContentPartPr/>
                <p14:nvPr/>
              </p14:nvContentPartPr>
              <p14:xfrm>
                <a:off x="6930600" y="3299040"/>
                <a:ext cx="77400" cy="3348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80375297-D9CE-B1B3-A68E-CC09C8327F8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12960" y="3281400"/>
                  <a:ext cx="113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93AAEC24-C7D9-8849-D381-1D64B69B0870}"/>
                    </a:ext>
                  </a:extLst>
                </p14:cNvPr>
                <p14:cNvContentPartPr/>
                <p14:nvPr/>
              </p14:nvContentPartPr>
              <p14:xfrm>
                <a:off x="7432800" y="2846880"/>
                <a:ext cx="28080" cy="36072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93AAEC24-C7D9-8849-D381-1D64B69B087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14800" y="2828880"/>
                  <a:ext cx="637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8DD7AD28-0A33-B816-1BD4-4BB4A6CB5A61}"/>
                    </a:ext>
                  </a:extLst>
                </p14:cNvPr>
                <p14:cNvContentPartPr/>
                <p14:nvPr/>
              </p14:nvContentPartPr>
              <p14:xfrm>
                <a:off x="7251720" y="3190680"/>
                <a:ext cx="530280" cy="3420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8DD7AD28-0A33-B816-1BD4-4BB4A6CB5A6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33720" y="3172680"/>
                  <a:ext cx="565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AF6C3D3B-453B-D2E2-8CC1-E812AF8DA970}"/>
                    </a:ext>
                  </a:extLst>
                </p14:cNvPr>
                <p14:cNvContentPartPr/>
                <p14:nvPr/>
              </p14:nvContentPartPr>
              <p14:xfrm>
                <a:off x="7510560" y="3411720"/>
                <a:ext cx="144000" cy="19008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AF6C3D3B-453B-D2E2-8CC1-E812AF8DA97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92920" y="3394080"/>
                  <a:ext cx="179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A0B9B470-0529-8EB4-9860-8411A0C62E73}"/>
                    </a:ext>
                  </a:extLst>
                </p14:cNvPr>
                <p14:cNvContentPartPr/>
                <p14:nvPr/>
              </p14:nvContentPartPr>
              <p14:xfrm>
                <a:off x="7968840" y="3174480"/>
                <a:ext cx="223560" cy="2268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A0B9B470-0529-8EB4-9860-8411A0C62E7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50840" y="3156480"/>
                  <a:ext cx="259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8D3BC6E7-5992-2616-02AC-DD7E931E2ACB}"/>
                    </a:ext>
                  </a:extLst>
                </p14:cNvPr>
                <p14:cNvContentPartPr/>
                <p14:nvPr/>
              </p14:nvContentPartPr>
              <p14:xfrm>
                <a:off x="8105280" y="3074040"/>
                <a:ext cx="37080" cy="19764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8D3BC6E7-5992-2616-02AC-DD7E931E2AC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87640" y="3056400"/>
                  <a:ext cx="72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6AF2A924-C01E-C934-E207-1254211F7030}"/>
                    </a:ext>
                  </a:extLst>
                </p14:cNvPr>
                <p14:cNvContentPartPr/>
                <p14:nvPr/>
              </p14:nvContentPartPr>
              <p14:xfrm>
                <a:off x="8507400" y="2864880"/>
                <a:ext cx="11880" cy="31068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6AF2A924-C01E-C934-E207-1254211F70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89760" y="2846880"/>
                  <a:ext cx="475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4E6C9352-70A5-D400-DC39-348D8F58CF38}"/>
                    </a:ext>
                  </a:extLst>
                </p14:cNvPr>
                <p14:cNvContentPartPr/>
                <p14:nvPr/>
              </p14:nvContentPartPr>
              <p14:xfrm>
                <a:off x="8396520" y="3142080"/>
                <a:ext cx="288720" cy="5544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4E6C9352-70A5-D400-DC39-348D8F58CF3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378880" y="3124440"/>
                  <a:ext cx="3243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5EFB5E78-1AD3-74C0-CE86-28F855D0FB58}"/>
                    </a:ext>
                  </a:extLst>
                </p14:cNvPr>
                <p14:cNvContentPartPr/>
                <p14:nvPr/>
              </p14:nvContentPartPr>
              <p14:xfrm>
                <a:off x="8533320" y="3332160"/>
                <a:ext cx="172080" cy="24840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5EFB5E78-1AD3-74C0-CE86-28F855D0FB5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15680" y="3314520"/>
                  <a:ext cx="2077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AD78699-AA04-FC1B-ABDB-C6C5267F03EB}"/>
                    </a:ext>
                  </a:extLst>
                </p14:cNvPr>
                <p14:cNvContentPartPr/>
                <p14:nvPr/>
              </p14:nvContentPartPr>
              <p14:xfrm>
                <a:off x="8868120" y="3133080"/>
                <a:ext cx="131040" cy="3240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AD78699-AA04-FC1B-ABDB-C6C5267F03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50120" y="3115440"/>
                  <a:ext cx="166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C8F87B92-8459-DCDB-EA13-3667646C6F44}"/>
                    </a:ext>
                  </a:extLst>
                </p14:cNvPr>
                <p14:cNvContentPartPr/>
                <p14:nvPr/>
              </p14:nvContentPartPr>
              <p14:xfrm>
                <a:off x="8941560" y="3212280"/>
                <a:ext cx="91080" cy="4104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C8F87B92-8459-DCDB-EA13-3667646C6F4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23920" y="3194640"/>
                  <a:ext cx="126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35A6B514-271F-A69E-393E-B8F8219364FE}"/>
                    </a:ext>
                  </a:extLst>
                </p14:cNvPr>
                <p14:cNvContentPartPr/>
                <p14:nvPr/>
              </p14:nvContentPartPr>
              <p14:xfrm>
                <a:off x="8973240" y="2987280"/>
                <a:ext cx="293760" cy="43668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35A6B514-271F-A69E-393E-B8F8219364F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55240" y="2969640"/>
                  <a:ext cx="32940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D36BA189-5A4C-2754-E7FA-5FE138A0B26D}"/>
                    </a:ext>
                  </a:extLst>
                </p14:cNvPr>
                <p14:cNvContentPartPr/>
                <p14:nvPr/>
              </p14:nvContentPartPr>
              <p14:xfrm>
                <a:off x="9580920" y="3026160"/>
                <a:ext cx="34200" cy="27792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D36BA189-5A4C-2754-E7FA-5FE138A0B26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563280" y="3008520"/>
                  <a:ext cx="69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BF42D578-0E0E-79BC-13E1-11E11EA4F0FD}"/>
                    </a:ext>
                  </a:extLst>
                </p14:cNvPr>
                <p14:cNvContentPartPr/>
                <p14:nvPr/>
              </p14:nvContentPartPr>
              <p14:xfrm>
                <a:off x="9571560" y="2995560"/>
                <a:ext cx="194760" cy="19584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BF42D578-0E0E-79BC-13E1-11E11EA4F0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53560" y="2977560"/>
                  <a:ext cx="2304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1C7C7D3B-BB62-2A8E-BBB9-BD59E5AFE802}"/>
                    </a:ext>
                  </a:extLst>
                </p14:cNvPr>
                <p14:cNvContentPartPr/>
                <p14:nvPr/>
              </p14:nvContentPartPr>
              <p14:xfrm>
                <a:off x="9811320" y="3111840"/>
                <a:ext cx="169200" cy="15120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1C7C7D3B-BB62-2A8E-BBB9-BD59E5AFE80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793680" y="3093840"/>
                  <a:ext cx="2048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4ED880CA-F997-A7A4-BD0B-959186F403B2}"/>
                    </a:ext>
                  </a:extLst>
                </p14:cNvPr>
                <p14:cNvContentPartPr/>
                <p14:nvPr/>
              </p14:nvContentPartPr>
              <p14:xfrm>
                <a:off x="9993840" y="3157200"/>
                <a:ext cx="169920" cy="21636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4ED880CA-F997-A7A4-BD0B-959186F403B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975840" y="3139200"/>
                  <a:ext cx="2055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9C4C5781-8F4D-20C4-3EB4-E1724EAF8522}"/>
                    </a:ext>
                  </a:extLst>
                </p14:cNvPr>
                <p14:cNvContentPartPr/>
                <p14:nvPr/>
              </p14:nvContentPartPr>
              <p14:xfrm>
                <a:off x="10283280" y="3132000"/>
                <a:ext cx="69840" cy="5076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9C4C5781-8F4D-20C4-3EB4-E1724EAF852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65280" y="3114000"/>
                  <a:ext cx="105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38A023F8-CBAB-1DA9-1E0D-E0ABF2AA3AFD}"/>
                    </a:ext>
                  </a:extLst>
                </p14:cNvPr>
                <p14:cNvContentPartPr/>
                <p14:nvPr/>
              </p14:nvContentPartPr>
              <p14:xfrm>
                <a:off x="10330800" y="3199320"/>
                <a:ext cx="71640" cy="1908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38A023F8-CBAB-1DA9-1E0D-E0ABF2AA3AF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13160" y="3181680"/>
                  <a:ext cx="1072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E5C4E5F0-39C9-59D2-C332-15A7DF3A2BC5}"/>
                    </a:ext>
                  </a:extLst>
                </p14:cNvPr>
                <p14:cNvContentPartPr/>
                <p14:nvPr/>
              </p14:nvContentPartPr>
              <p14:xfrm>
                <a:off x="10485600" y="3044880"/>
                <a:ext cx="212040" cy="20952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E5C4E5F0-39C9-59D2-C332-15A7DF3A2BC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67960" y="3026880"/>
                  <a:ext cx="247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379F4806-30B9-817B-8821-9FB943CE5599}"/>
                    </a:ext>
                  </a:extLst>
                </p14:cNvPr>
                <p14:cNvContentPartPr/>
                <p14:nvPr/>
              </p14:nvContentPartPr>
              <p14:xfrm>
                <a:off x="9318840" y="2863440"/>
                <a:ext cx="1615680" cy="69516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379F4806-30B9-817B-8821-9FB943CE559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00840" y="2845800"/>
                  <a:ext cx="165132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25090DD2-0F0C-46FE-B76B-97D7EBF7A0AF}"/>
                    </a:ext>
                  </a:extLst>
                </p14:cNvPr>
                <p14:cNvContentPartPr/>
                <p14:nvPr/>
              </p14:nvContentPartPr>
              <p14:xfrm>
                <a:off x="9314880" y="2850480"/>
                <a:ext cx="73080" cy="73512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25090DD2-0F0C-46FE-B76B-97D7EBF7A0A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296880" y="2832480"/>
                  <a:ext cx="10872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5E2E96A5-0E61-1F67-C26D-3030905F9D1F}"/>
                    </a:ext>
                  </a:extLst>
                </p14:cNvPr>
                <p14:cNvContentPartPr/>
                <p14:nvPr/>
              </p14:nvContentPartPr>
              <p14:xfrm>
                <a:off x="9344040" y="2806200"/>
                <a:ext cx="1475640" cy="8604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5E2E96A5-0E61-1F67-C26D-3030905F9D1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26040" y="2788560"/>
                  <a:ext cx="151128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6" name="Group 595">
            <a:extLst>
              <a:ext uri="{FF2B5EF4-FFF2-40B4-BE49-F238E27FC236}">
                <a16:creationId xmlns:a16="http://schemas.microsoft.com/office/drawing/2014/main" id="{888D71B7-32B3-6D35-423B-1B2E9308E9C5}"/>
              </a:ext>
            </a:extLst>
          </p:cNvPr>
          <p:cNvGrpSpPr/>
          <p:nvPr/>
        </p:nvGrpSpPr>
        <p:grpSpPr>
          <a:xfrm>
            <a:off x="497760" y="3339360"/>
            <a:ext cx="3808800" cy="2056680"/>
            <a:chOff x="497760" y="3339360"/>
            <a:chExt cx="3808800" cy="20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F50F61D0-BCE1-3926-5CFD-56E19A4BA7F5}"/>
                    </a:ext>
                  </a:extLst>
                </p14:cNvPr>
                <p14:cNvContentPartPr/>
                <p14:nvPr/>
              </p14:nvContentPartPr>
              <p14:xfrm>
                <a:off x="497760" y="4494600"/>
                <a:ext cx="190800" cy="275760"/>
              </p14:xfrm>
            </p:contentPart>
          </mc:Choice>
          <mc:Fallback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F50F61D0-BCE1-3926-5CFD-56E19A4BA7F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79760" y="4476600"/>
                  <a:ext cx="2264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0246165B-2C3E-E1FE-1A01-FF564EA39479}"/>
                    </a:ext>
                  </a:extLst>
                </p14:cNvPr>
                <p14:cNvContentPartPr/>
                <p14:nvPr/>
              </p14:nvContentPartPr>
              <p14:xfrm>
                <a:off x="1039200" y="3865680"/>
                <a:ext cx="18000" cy="49752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0246165B-2C3E-E1FE-1A01-FF564EA3947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1200" y="3847680"/>
                  <a:ext cx="5364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3A71A1FB-AFDB-344E-72CB-BF831AD79999}"/>
                    </a:ext>
                  </a:extLst>
                </p14:cNvPr>
                <p14:cNvContentPartPr/>
                <p14:nvPr/>
              </p14:nvContentPartPr>
              <p14:xfrm>
                <a:off x="1008960" y="4384080"/>
                <a:ext cx="119520" cy="33876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3A71A1FB-AFDB-344E-72CB-BF831AD7999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1320" y="4366080"/>
                  <a:ext cx="1551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1704B588-35AC-43ED-A0C1-FB4DDD974BA4}"/>
                    </a:ext>
                  </a:extLst>
                </p14:cNvPr>
                <p14:cNvContentPartPr/>
                <p14:nvPr/>
              </p14:nvContentPartPr>
              <p14:xfrm>
                <a:off x="1095720" y="4695120"/>
                <a:ext cx="41040" cy="60048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1704B588-35AC-43ED-A0C1-FB4DDD974BA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78080" y="4677480"/>
                  <a:ext cx="7668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85C0AB47-2F34-0D99-4DC2-3FCEB615F094}"/>
                    </a:ext>
                  </a:extLst>
                </p14:cNvPr>
                <p14:cNvContentPartPr/>
                <p14:nvPr/>
              </p14:nvContentPartPr>
              <p14:xfrm>
                <a:off x="1042440" y="3851280"/>
                <a:ext cx="1022760" cy="74520"/>
              </p14:xfrm>
            </p:contentPart>
          </mc:Choice>
          <mc:Fallback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85C0AB47-2F34-0D99-4DC2-3FCEB615F09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24440" y="3833640"/>
                  <a:ext cx="1058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18036B84-3659-3D50-1A98-D30236ED56F8}"/>
                    </a:ext>
                  </a:extLst>
                </p14:cNvPr>
                <p14:cNvContentPartPr/>
                <p14:nvPr/>
              </p14:nvContentPartPr>
              <p14:xfrm>
                <a:off x="2022720" y="3877200"/>
                <a:ext cx="31680" cy="56556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18036B84-3659-3D50-1A98-D30236ED56F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005080" y="3859200"/>
                  <a:ext cx="6732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BA144B91-7EB8-4836-EBEB-E3A75FBDACE5}"/>
                    </a:ext>
                  </a:extLst>
                </p14:cNvPr>
                <p14:cNvContentPartPr/>
                <p14:nvPr/>
              </p14:nvContentPartPr>
              <p14:xfrm>
                <a:off x="1224600" y="4510080"/>
                <a:ext cx="979920" cy="84132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BA144B91-7EB8-4836-EBEB-E3A75FBDACE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06960" y="4492440"/>
                  <a:ext cx="101556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DD1D9E41-BE92-AC9A-D3B8-F09242B900BF}"/>
                    </a:ext>
                  </a:extLst>
                </p14:cNvPr>
                <p14:cNvContentPartPr/>
                <p14:nvPr/>
              </p14:nvContentPartPr>
              <p14:xfrm>
                <a:off x="1946400" y="3878280"/>
                <a:ext cx="830520" cy="3996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DD1D9E41-BE92-AC9A-D3B8-F09242B900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28760" y="3860640"/>
                  <a:ext cx="866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370BF237-505C-6E80-DD0F-947FB964015B}"/>
                    </a:ext>
                  </a:extLst>
                </p14:cNvPr>
                <p14:cNvContentPartPr/>
                <p14:nvPr/>
              </p14:nvContentPartPr>
              <p14:xfrm>
                <a:off x="2774760" y="3916800"/>
                <a:ext cx="68040" cy="50544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370BF237-505C-6E80-DD0F-947FB964015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56760" y="3898800"/>
                  <a:ext cx="10368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7A34026A-CFA4-35BD-2E54-21CE3B9BAA46}"/>
                    </a:ext>
                  </a:extLst>
                </p14:cNvPr>
                <p14:cNvContentPartPr/>
                <p14:nvPr/>
              </p14:nvContentPartPr>
              <p14:xfrm>
                <a:off x="2667480" y="4312440"/>
                <a:ext cx="570600" cy="60228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7A34026A-CFA4-35BD-2E54-21CE3B9BAA4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49840" y="4294440"/>
                  <a:ext cx="60624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FDF5E5E5-B1E4-5B80-4892-359D9AF565BE}"/>
                    </a:ext>
                  </a:extLst>
                </p14:cNvPr>
                <p14:cNvContentPartPr/>
                <p14:nvPr/>
              </p14:nvContentPartPr>
              <p14:xfrm>
                <a:off x="2910840" y="4521960"/>
                <a:ext cx="52560" cy="27144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FDF5E5E5-B1E4-5B80-4892-359D9AF565B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93200" y="4503960"/>
                  <a:ext cx="882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C05B14D5-A508-5C1D-F98D-3B4F5C818797}"/>
                    </a:ext>
                  </a:extLst>
                </p14:cNvPr>
                <p14:cNvContentPartPr/>
                <p14:nvPr/>
              </p14:nvContentPartPr>
              <p14:xfrm>
                <a:off x="2859000" y="4516920"/>
                <a:ext cx="208800" cy="19044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C05B14D5-A508-5C1D-F98D-3B4F5C8187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41000" y="4498920"/>
                  <a:ext cx="244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AEB25BFD-7B90-75C0-4C94-8EA931BD8351}"/>
                    </a:ext>
                  </a:extLst>
                </p14:cNvPr>
                <p14:cNvContentPartPr/>
                <p14:nvPr/>
              </p14:nvContentPartPr>
              <p14:xfrm>
                <a:off x="2216400" y="4910400"/>
                <a:ext cx="853560" cy="48564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AEB25BFD-7B90-75C0-4C94-8EA931BD835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198400" y="4892400"/>
                  <a:ext cx="88920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2EBF71CE-9C83-08C6-383D-1356B9BF3A3F}"/>
                    </a:ext>
                  </a:extLst>
                </p14:cNvPr>
                <p14:cNvContentPartPr/>
                <p14:nvPr/>
              </p14:nvContentPartPr>
              <p14:xfrm>
                <a:off x="1526640" y="4665600"/>
                <a:ext cx="249120" cy="205920"/>
              </p14:xfrm>
            </p:contentPart>
          </mc:Choice>
          <mc:Fallback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2EBF71CE-9C83-08C6-383D-1356B9BF3A3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509000" y="4647960"/>
                  <a:ext cx="284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B152A0DE-5A37-C5F3-45C3-A03F2B57C459}"/>
                    </a:ext>
                  </a:extLst>
                </p14:cNvPr>
                <p14:cNvContentPartPr/>
                <p14:nvPr/>
              </p14:nvContentPartPr>
              <p14:xfrm>
                <a:off x="3588720" y="4397040"/>
                <a:ext cx="23040" cy="250920"/>
              </p14:xfrm>
            </p:contentPart>
          </mc:Choice>
          <mc:Fallback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B152A0DE-5A37-C5F3-45C3-A03F2B57C45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570720" y="4379400"/>
                  <a:ext cx="58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D1F1520E-53C5-EA73-FCA3-1E7932742B0B}"/>
                    </a:ext>
                  </a:extLst>
                </p14:cNvPr>
                <p14:cNvContentPartPr/>
                <p14:nvPr/>
              </p14:nvContentPartPr>
              <p14:xfrm>
                <a:off x="3591240" y="4400640"/>
                <a:ext cx="176400" cy="13716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D1F1520E-53C5-EA73-FCA3-1E7932742B0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573600" y="4382640"/>
                  <a:ext cx="212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36F9322E-4E4D-2DDC-23E2-2CEFE1092A07}"/>
                    </a:ext>
                  </a:extLst>
                </p14:cNvPr>
                <p14:cNvContentPartPr/>
                <p14:nvPr/>
              </p14:nvContentPartPr>
              <p14:xfrm>
                <a:off x="3612120" y="4479840"/>
                <a:ext cx="112680" cy="2700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36F9322E-4E4D-2DDC-23E2-2CEFE1092A0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594480" y="4461840"/>
                  <a:ext cx="148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2CACF4D3-42B4-F58E-3F3B-6BE9F7A425B2}"/>
                    </a:ext>
                  </a:extLst>
                </p14:cNvPr>
                <p14:cNvContentPartPr/>
                <p14:nvPr/>
              </p14:nvContentPartPr>
              <p14:xfrm>
                <a:off x="2400360" y="3723480"/>
                <a:ext cx="181440" cy="283680"/>
              </p14:xfrm>
            </p:contentPart>
          </mc:Choice>
          <mc:Fallback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2CACF4D3-42B4-F58E-3F3B-6BE9F7A425B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82720" y="3705480"/>
                  <a:ext cx="2170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6A63E7A1-FB10-C7DF-FB89-1322A74E08DC}"/>
                    </a:ext>
                  </a:extLst>
                </p14:cNvPr>
                <p14:cNvContentPartPr/>
                <p14:nvPr/>
              </p14:nvContentPartPr>
              <p14:xfrm>
                <a:off x="2773320" y="3423600"/>
                <a:ext cx="73080" cy="321480"/>
              </p14:xfrm>
            </p:contentPart>
          </mc:Choice>
          <mc:Fallback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6A63E7A1-FB10-C7DF-FB89-1322A74E08D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755680" y="3405600"/>
                  <a:ext cx="1087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51B56988-42EF-E914-07B9-4009100A7A41}"/>
                    </a:ext>
                  </a:extLst>
                </p14:cNvPr>
                <p14:cNvContentPartPr/>
                <p14:nvPr/>
              </p14:nvContentPartPr>
              <p14:xfrm>
                <a:off x="2702400" y="3460320"/>
                <a:ext cx="150120" cy="42120"/>
              </p14:xfrm>
            </p:contentPart>
          </mc:Choice>
          <mc:Fallback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51B56988-42EF-E914-07B9-4009100A7A4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84400" y="3442680"/>
                  <a:ext cx="185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9AADB424-27F8-5068-DF64-6A53940F3A2D}"/>
                    </a:ext>
                  </a:extLst>
                </p14:cNvPr>
                <p14:cNvContentPartPr/>
                <p14:nvPr/>
              </p14:nvContentPartPr>
              <p14:xfrm>
                <a:off x="2793120" y="3664440"/>
                <a:ext cx="113760" cy="74880"/>
              </p14:xfrm>
            </p:contentPart>
          </mc:Choice>
          <mc:Fallback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9AADB424-27F8-5068-DF64-6A53940F3A2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775480" y="3646440"/>
                  <a:ext cx="149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2E944DA7-1489-70AE-50A0-A29A5D56B8A6}"/>
                    </a:ext>
                  </a:extLst>
                </p14:cNvPr>
                <p14:cNvContentPartPr/>
                <p14:nvPr/>
              </p14:nvContentPartPr>
              <p14:xfrm>
                <a:off x="3023160" y="3601800"/>
                <a:ext cx="77760" cy="171360"/>
              </p14:xfrm>
            </p:contentPart>
          </mc:Choice>
          <mc:Fallback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2E944DA7-1489-70AE-50A0-A29A5D56B8A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005520" y="3583800"/>
                  <a:ext cx="113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C5DB2FB1-93CD-73EA-45D5-2396E086869E}"/>
                    </a:ext>
                  </a:extLst>
                </p14:cNvPr>
                <p14:cNvContentPartPr/>
                <p14:nvPr/>
              </p14:nvContentPartPr>
              <p14:xfrm>
                <a:off x="3028920" y="3674520"/>
                <a:ext cx="98280" cy="88920"/>
              </p14:xfrm>
            </p:contentPart>
          </mc:Choice>
          <mc:Fallback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C5DB2FB1-93CD-73EA-45D5-2396E086869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010920" y="3656880"/>
                  <a:ext cx="133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51E2E4A6-0B61-5A92-70CC-12BF2A8AC9F9}"/>
                    </a:ext>
                  </a:extLst>
                </p14:cNvPr>
                <p14:cNvContentPartPr/>
                <p14:nvPr/>
              </p14:nvContentPartPr>
              <p14:xfrm>
                <a:off x="3205680" y="3614760"/>
                <a:ext cx="54000" cy="101520"/>
              </p14:xfrm>
            </p:contentPart>
          </mc:Choice>
          <mc:Fallback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51E2E4A6-0B61-5A92-70CC-12BF2A8AC9F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187680" y="3596760"/>
                  <a:ext cx="89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B15C6FF1-D2C8-8743-EB17-57F2A2A7EE45}"/>
                    </a:ext>
                  </a:extLst>
                </p14:cNvPr>
                <p14:cNvContentPartPr/>
                <p14:nvPr/>
              </p14:nvContentPartPr>
              <p14:xfrm>
                <a:off x="3330960" y="3521160"/>
                <a:ext cx="74880" cy="207720"/>
              </p14:xfrm>
            </p:contentPart>
          </mc:Choice>
          <mc:Fallback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B15C6FF1-D2C8-8743-EB17-57F2A2A7EE4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313320" y="3503520"/>
                  <a:ext cx="110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E691AC3A-EB2C-7EF0-1CBD-FE21C0A9A00E}"/>
                    </a:ext>
                  </a:extLst>
                </p14:cNvPr>
                <p14:cNvContentPartPr/>
                <p14:nvPr/>
              </p14:nvContentPartPr>
              <p14:xfrm>
                <a:off x="3321240" y="3609360"/>
                <a:ext cx="62640" cy="43200"/>
              </p14:xfrm>
            </p:contentPart>
          </mc:Choice>
          <mc:Fallback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E691AC3A-EB2C-7EF0-1CBD-FE21C0A9A00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303600" y="3591360"/>
                  <a:ext cx="98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F475BCB1-98F1-1016-5374-D1736E907200}"/>
                    </a:ext>
                  </a:extLst>
                </p14:cNvPr>
                <p14:cNvContentPartPr/>
                <p14:nvPr/>
              </p14:nvContentPartPr>
              <p14:xfrm>
                <a:off x="3581160" y="3458520"/>
                <a:ext cx="93960" cy="5652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F475BCB1-98F1-1016-5374-D1736E90720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563520" y="3440520"/>
                  <a:ext cx="1296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876006F8-994D-F784-C810-0BFC592BEC02}"/>
                    </a:ext>
                  </a:extLst>
                </p14:cNvPr>
                <p14:cNvContentPartPr/>
                <p14:nvPr/>
              </p14:nvContentPartPr>
              <p14:xfrm>
                <a:off x="3662520" y="3510000"/>
                <a:ext cx="72720" cy="4392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876006F8-994D-F784-C810-0BFC592BEC0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644880" y="3492360"/>
                  <a:ext cx="108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14A9CE9B-E552-C598-F633-B7F108F8A287}"/>
                    </a:ext>
                  </a:extLst>
                </p14:cNvPr>
                <p14:cNvContentPartPr/>
                <p14:nvPr/>
              </p14:nvContentPartPr>
              <p14:xfrm>
                <a:off x="3820200" y="3372120"/>
                <a:ext cx="161640" cy="20484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14A9CE9B-E552-C598-F633-B7F108F8A28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02200" y="3354480"/>
                  <a:ext cx="197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FDC14645-C8EF-8EED-63E0-F6936F0AD5A7}"/>
                    </a:ext>
                  </a:extLst>
                </p14:cNvPr>
                <p14:cNvContentPartPr/>
                <p14:nvPr/>
              </p14:nvContentPartPr>
              <p14:xfrm>
                <a:off x="3931800" y="3444840"/>
                <a:ext cx="52920" cy="18720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FDC14645-C8EF-8EED-63E0-F6936F0AD5A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914160" y="3426840"/>
                  <a:ext cx="885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D2F1791A-EF48-DE70-6A22-CBF69708AEE6}"/>
                    </a:ext>
                  </a:extLst>
                </p14:cNvPr>
                <p14:cNvContentPartPr/>
                <p14:nvPr/>
              </p14:nvContentPartPr>
              <p14:xfrm>
                <a:off x="4135200" y="3339360"/>
                <a:ext cx="15840" cy="30276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D2F1791A-EF48-DE70-6A22-CBF69708AEE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117200" y="3321360"/>
                  <a:ext cx="514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7682B9EF-4360-A814-5896-6798A6A54878}"/>
                    </a:ext>
                  </a:extLst>
                </p14:cNvPr>
                <p14:cNvContentPartPr/>
                <p14:nvPr/>
              </p14:nvContentPartPr>
              <p14:xfrm>
                <a:off x="4128720" y="3371400"/>
                <a:ext cx="177840" cy="13500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7682B9EF-4360-A814-5896-6798A6A5487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110720" y="3353400"/>
                  <a:ext cx="213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7BFF12B2-4EBF-E6B7-74BF-27F8A1CA618A}"/>
                    </a:ext>
                  </a:extLst>
                </p14:cNvPr>
                <p14:cNvContentPartPr/>
                <p14:nvPr/>
              </p14:nvContentPartPr>
              <p14:xfrm>
                <a:off x="4190280" y="3440520"/>
                <a:ext cx="103320" cy="7164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7BFF12B2-4EBF-E6B7-74BF-27F8A1CA618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72280" y="3422880"/>
                  <a:ext cx="138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28C5AE6C-1E68-D328-FE06-AFE4F8807B63}"/>
                    </a:ext>
                  </a:extLst>
                </p14:cNvPr>
                <p14:cNvContentPartPr/>
                <p14:nvPr/>
              </p14:nvContentPartPr>
              <p14:xfrm>
                <a:off x="1962240" y="4079520"/>
                <a:ext cx="158400" cy="143640"/>
              </p14:xfrm>
            </p:contentPart>
          </mc:Choice>
          <mc:Fallback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28C5AE6C-1E68-D328-FE06-AFE4F8807B6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44600" y="4061880"/>
                  <a:ext cx="1940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F2AF1923-96C0-5C19-53D8-B67EB020BEBC}"/>
                    </a:ext>
                  </a:extLst>
                </p14:cNvPr>
                <p14:cNvContentPartPr/>
                <p14:nvPr/>
              </p14:nvContentPartPr>
              <p14:xfrm>
                <a:off x="2296680" y="4156200"/>
                <a:ext cx="87120" cy="274680"/>
              </p14:xfrm>
            </p:contentPart>
          </mc:Choice>
          <mc:Fallback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F2AF1923-96C0-5C19-53D8-B67EB020BEB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78680" y="4138560"/>
                  <a:ext cx="1227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937E1A4E-D646-9C6A-7C29-5FC64D7B5F24}"/>
                    </a:ext>
                  </a:extLst>
                </p14:cNvPr>
                <p14:cNvContentPartPr/>
                <p14:nvPr/>
              </p14:nvContentPartPr>
              <p14:xfrm>
                <a:off x="2254560" y="4177080"/>
                <a:ext cx="86400" cy="5256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937E1A4E-D646-9C6A-7C29-5FC64D7B5F2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36920" y="4159080"/>
                  <a:ext cx="122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EE820B25-16D2-2D64-097B-EBBE289BADFF}"/>
                    </a:ext>
                  </a:extLst>
                </p14:cNvPr>
                <p14:cNvContentPartPr/>
                <p14:nvPr/>
              </p14:nvContentPartPr>
              <p14:xfrm>
                <a:off x="2335200" y="4352760"/>
                <a:ext cx="101520" cy="10476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EE820B25-16D2-2D64-097B-EBBE289BADF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317560" y="4334760"/>
                  <a:ext cx="137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ADF5824D-E576-883E-096D-85AA8BE1460D}"/>
                    </a:ext>
                  </a:extLst>
                </p14:cNvPr>
                <p14:cNvContentPartPr/>
                <p14:nvPr/>
              </p14:nvContentPartPr>
              <p14:xfrm>
                <a:off x="2523840" y="4262400"/>
                <a:ext cx="102240" cy="95400"/>
              </p14:xfrm>
            </p:contentPart>
          </mc:Choice>
          <mc:Fallback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ADF5824D-E576-883E-096D-85AA8BE1460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506200" y="4244400"/>
                  <a:ext cx="137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C274D577-5F9E-789B-60B4-AE661463180D}"/>
                    </a:ext>
                  </a:extLst>
                </p14:cNvPr>
                <p14:cNvContentPartPr/>
                <p14:nvPr/>
              </p14:nvContentPartPr>
              <p14:xfrm>
                <a:off x="2514480" y="4195080"/>
                <a:ext cx="105120" cy="17964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C274D577-5F9E-789B-60B4-AE661463180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496840" y="4177440"/>
                  <a:ext cx="140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379E370B-EFD1-26AB-BE65-483690FEF527}"/>
                    </a:ext>
                  </a:extLst>
                </p14:cNvPr>
                <p14:cNvContentPartPr/>
                <p14:nvPr/>
              </p14:nvContentPartPr>
              <p14:xfrm>
                <a:off x="2578560" y="4338720"/>
                <a:ext cx="58320" cy="4428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379E370B-EFD1-26AB-BE65-483690FEF52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560560" y="4321080"/>
                  <a:ext cx="93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8720D831-7C28-3638-8EC5-D79E491DD107}"/>
                    </a:ext>
                  </a:extLst>
                </p14:cNvPr>
                <p14:cNvContentPartPr/>
                <p14:nvPr/>
              </p14:nvContentPartPr>
              <p14:xfrm>
                <a:off x="943080" y="4077360"/>
                <a:ext cx="189720" cy="12276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8720D831-7C28-3638-8EC5-D79E491DD10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25080" y="4059360"/>
                  <a:ext cx="225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D15BDA66-3D42-4A87-668D-375390609F8C}"/>
                    </a:ext>
                  </a:extLst>
                </p14:cNvPr>
                <p14:cNvContentPartPr/>
                <p14:nvPr/>
              </p14:nvContentPartPr>
              <p14:xfrm>
                <a:off x="1313880" y="3985920"/>
                <a:ext cx="82080" cy="282600"/>
              </p14:xfrm>
            </p:contentPart>
          </mc:Choice>
          <mc:Fallback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D15BDA66-3D42-4A87-668D-375390609F8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296240" y="3967920"/>
                  <a:ext cx="117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9B5DF7CE-0760-5AA5-66D0-389C7F285622}"/>
                    </a:ext>
                  </a:extLst>
                </p14:cNvPr>
                <p14:cNvContentPartPr/>
                <p14:nvPr/>
              </p14:nvContentPartPr>
              <p14:xfrm>
                <a:off x="1284000" y="4051080"/>
                <a:ext cx="77040" cy="6768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9B5DF7CE-0760-5AA5-66D0-389C7F28562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266360" y="4033440"/>
                  <a:ext cx="112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AC9BA98A-B39C-6904-5522-F12EC1546D25}"/>
                    </a:ext>
                  </a:extLst>
                </p14:cNvPr>
                <p14:cNvContentPartPr/>
                <p14:nvPr/>
              </p14:nvContentPartPr>
              <p14:xfrm>
                <a:off x="1365720" y="4185000"/>
                <a:ext cx="156240" cy="13176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AC9BA98A-B39C-6904-5522-F12EC1546D2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348080" y="4167360"/>
                  <a:ext cx="191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6B838BFD-D616-BECB-BEAE-19227547B407}"/>
                    </a:ext>
                  </a:extLst>
                </p14:cNvPr>
                <p14:cNvContentPartPr/>
                <p14:nvPr/>
              </p14:nvContentPartPr>
              <p14:xfrm>
                <a:off x="1541760" y="4125600"/>
                <a:ext cx="142560" cy="16092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6B838BFD-D616-BECB-BEAE-19227547B40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524120" y="4107600"/>
                  <a:ext cx="178200" cy="19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622" name="Ink 621">
                <a:extLst>
                  <a:ext uri="{FF2B5EF4-FFF2-40B4-BE49-F238E27FC236}">
                    <a16:creationId xmlns:a16="http://schemas.microsoft.com/office/drawing/2014/main" id="{B3745704-F331-5CF0-640C-9FE8E63A702E}"/>
                  </a:ext>
                </a:extLst>
              </p14:cNvPr>
              <p14:cNvContentPartPr/>
              <p14:nvPr/>
            </p14:nvContentPartPr>
            <p14:xfrm>
              <a:off x="1160160" y="3875760"/>
              <a:ext cx="581760" cy="625680"/>
            </p14:xfrm>
          </p:contentPart>
        </mc:Choice>
        <mc:Fallback>
          <p:pic>
            <p:nvPicPr>
              <p:cNvPr id="622" name="Ink 621">
                <a:extLst>
                  <a:ext uri="{FF2B5EF4-FFF2-40B4-BE49-F238E27FC236}">
                    <a16:creationId xmlns:a16="http://schemas.microsoft.com/office/drawing/2014/main" id="{B3745704-F331-5CF0-640C-9FE8E63A702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142520" y="3858120"/>
                <a:ext cx="61740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657" name="Ink 656">
                <a:extLst>
                  <a:ext uri="{FF2B5EF4-FFF2-40B4-BE49-F238E27FC236}">
                    <a16:creationId xmlns:a16="http://schemas.microsoft.com/office/drawing/2014/main" id="{746E6B36-3C86-A186-27A6-3BA7A232B5AE}"/>
                  </a:ext>
                </a:extLst>
              </p14:cNvPr>
              <p14:cNvContentPartPr/>
              <p14:nvPr/>
            </p14:nvContentPartPr>
            <p14:xfrm>
              <a:off x="8573280" y="5101560"/>
              <a:ext cx="660600" cy="82800"/>
            </p14:xfrm>
          </p:contentPart>
        </mc:Choice>
        <mc:Fallback>
          <p:pic>
            <p:nvPicPr>
              <p:cNvPr id="657" name="Ink 656">
                <a:extLst>
                  <a:ext uri="{FF2B5EF4-FFF2-40B4-BE49-F238E27FC236}">
                    <a16:creationId xmlns:a16="http://schemas.microsoft.com/office/drawing/2014/main" id="{746E6B36-3C86-A186-27A6-3BA7A232B5A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555280" y="5083920"/>
                <a:ext cx="69624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0" name="Group 659">
            <a:extLst>
              <a:ext uri="{FF2B5EF4-FFF2-40B4-BE49-F238E27FC236}">
                <a16:creationId xmlns:a16="http://schemas.microsoft.com/office/drawing/2014/main" id="{EE2C15C0-762F-68DF-C776-2B0BBD59807F}"/>
              </a:ext>
            </a:extLst>
          </p:cNvPr>
          <p:cNvGrpSpPr/>
          <p:nvPr/>
        </p:nvGrpSpPr>
        <p:grpSpPr>
          <a:xfrm>
            <a:off x="8773080" y="5341680"/>
            <a:ext cx="335160" cy="268560"/>
            <a:chOff x="8773080" y="5341680"/>
            <a:chExt cx="335160" cy="2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0A4EC634-74E2-CF6A-37EE-B1A3CFFF5DFE}"/>
                    </a:ext>
                  </a:extLst>
                </p14:cNvPr>
                <p14:cNvContentPartPr/>
                <p14:nvPr/>
              </p14:nvContentPartPr>
              <p14:xfrm>
                <a:off x="8773080" y="5341680"/>
                <a:ext cx="26640" cy="268560"/>
              </p14:xfrm>
            </p:contentPart>
          </mc:Choice>
          <mc:Fallback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0A4EC634-74E2-CF6A-37EE-B1A3CFFF5DF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755440" y="5323680"/>
                  <a:ext cx="622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98FCAFA1-A233-208E-538D-BA887642D7A3}"/>
                    </a:ext>
                  </a:extLst>
                </p14:cNvPr>
                <p14:cNvContentPartPr/>
                <p14:nvPr/>
              </p14:nvContentPartPr>
              <p14:xfrm>
                <a:off x="8955240" y="5391000"/>
                <a:ext cx="153000" cy="199080"/>
              </p14:xfrm>
            </p:contentPart>
          </mc:Choice>
          <mc:Fallback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98FCAFA1-A233-208E-538D-BA887642D7A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937240" y="5373000"/>
                  <a:ext cx="18864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662" name="Ink 661">
                <a:extLst>
                  <a:ext uri="{FF2B5EF4-FFF2-40B4-BE49-F238E27FC236}">
                    <a16:creationId xmlns:a16="http://schemas.microsoft.com/office/drawing/2014/main" id="{607390C9-0ED4-53C1-A50B-1C6064C9EF7E}"/>
                  </a:ext>
                </a:extLst>
              </p14:cNvPr>
              <p14:cNvContentPartPr/>
              <p14:nvPr/>
            </p14:nvContentPartPr>
            <p14:xfrm>
              <a:off x="4165080" y="1756440"/>
              <a:ext cx="228960" cy="203760"/>
            </p14:xfrm>
          </p:contentPart>
        </mc:Choice>
        <mc:Fallback>
          <p:pic>
            <p:nvPicPr>
              <p:cNvPr id="662" name="Ink 661">
                <a:extLst>
                  <a:ext uri="{FF2B5EF4-FFF2-40B4-BE49-F238E27FC236}">
                    <a16:creationId xmlns:a16="http://schemas.microsoft.com/office/drawing/2014/main" id="{607390C9-0ED4-53C1-A50B-1C6064C9EF7E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4147080" y="1738440"/>
                <a:ext cx="2646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663" name="Ink 662">
                <a:extLst>
                  <a:ext uri="{FF2B5EF4-FFF2-40B4-BE49-F238E27FC236}">
                    <a16:creationId xmlns:a16="http://schemas.microsoft.com/office/drawing/2014/main" id="{945C76A7-A5D1-1FBE-5EBB-B21A95F9EB56}"/>
                  </a:ext>
                </a:extLst>
              </p14:cNvPr>
              <p14:cNvContentPartPr/>
              <p14:nvPr/>
            </p14:nvContentPartPr>
            <p14:xfrm>
              <a:off x="3339240" y="4421520"/>
              <a:ext cx="128160" cy="163440"/>
            </p14:xfrm>
          </p:contentPart>
        </mc:Choice>
        <mc:Fallback>
          <p:pic>
            <p:nvPicPr>
              <p:cNvPr id="663" name="Ink 662">
                <a:extLst>
                  <a:ext uri="{FF2B5EF4-FFF2-40B4-BE49-F238E27FC236}">
                    <a16:creationId xmlns:a16="http://schemas.microsoft.com/office/drawing/2014/main" id="{945C76A7-A5D1-1FBE-5EBB-B21A95F9EB56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3321240" y="4403520"/>
                <a:ext cx="1638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664" name="Ink 663">
                <a:extLst>
                  <a:ext uri="{FF2B5EF4-FFF2-40B4-BE49-F238E27FC236}">
                    <a16:creationId xmlns:a16="http://schemas.microsoft.com/office/drawing/2014/main" id="{BA3BDA5A-8986-0545-6644-8B67FD1F9ED4}"/>
                  </a:ext>
                </a:extLst>
              </p14:cNvPr>
              <p14:cNvContentPartPr/>
              <p14:nvPr/>
            </p14:nvContentPartPr>
            <p14:xfrm>
              <a:off x="8921040" y="1631880"/>
              <a:ext cx="186840" cy="171360"/>
            </p14:xfrm>
          </p:contentPart>
        </mc:Choice>
        <mc:Fallback>
          <p:pic>
            <p:nvPicPr>
              <p:cNvPr id="664" name="Ink 663">
                <a:extLst>
                  <a:ext uri="{FF2B5EF4-FFF2-40B4-BE49-F238E27FC236}">
                    <a16:creationId xmlns:a16="http://schemas.microsoft.com/office/drawing/2014/main" id="{BA3BDA5A-8986-0545-6644-8B67FD1F9ED4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903400" y="1613880"/>
                <a:ext cx="2224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665" name="Ink 664">
                <a:extLst>
                  <a:ext uri="{FF2B5EF4-FFF2-40B4-BE49-F238E27FC236}">
                    <a16:creationId xmlns:a16="http://schemas.microsoft.com/office/drawing/2014/main" id="{242513B7-A2D4-81F6-6E76-4CD510932203}"/>
                  </a:ext>
                </a:extLst>
              </p14:cNvPr>
              <p14:cNvContentPartPr/>
              <p14:nvPr/>
            </p14:nvContentPartPr>
            <p14:xfrm>
              <a:off x="7742040" y="4423320"/>
              <a:ext cx="720" cy="2880"/>
            </p14:xfrm>
          </p:contentPart>
        </mc:Choice>
        <mc:Fallback>
          <p:pic>
            <p:nvPicPr>
              <p:cNvPr id="665" name="Ink 664">
                <a:extLst>
                  <a:ext uri="{FF2B5EF4-FFF2-40B4-BE49-F238E27FC236}">
                    <a16:creationId xmlns:a16="http://schemas.microsoft.com/office/drawing/2014/main" id="{242513B7-A2D4-81F6-6E76-4CD51093220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7724400" y="4405680"/>
                <a:ext cx="363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8" name="Group 667">
            <a:extLst>
              <a:ext uri="{FF2B5EF4-FFF2-40B4-BE49-F238E27FC236}">
                <a16:creationId xmlns:a16="http://schemas.microsoft.com/office/drawing/2014/main" id="{E19D3A95-4564-850B-C461-433D133020C1}"/>
              </a:ext>
            </a:extLst>
          </p:cNvPr>
          <p:cNvGrpSpPr/>
          <p:nvPr/>
        </p:nvGrpSpPr>
        <p:grpSpPr>
          <a:xfrm>
            <a:off x="4174080" y="3906720"/>
            <a:ext cx="4070880" cy="1765440"/>
            <a:chOff x="4174080" y="3906720"/>
            <a:chExt cx="4070880" cy="176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5B53C9BE-CFA7-2903-68BC-0A67B73BE9F3}"/>
                    </a:ext>
                  </a:extLst>
                </p14:cNvPr>
                <p14:cNvContentPartPr/>
                <p14:nvPr/>
              </p14:nvContentPartPr>
              <p14:xfrm>
                <a:off x="4474680" y="4142520"/>
                <a:ext cx="163800" cy="263160"/>
              </p14:xfrm>
            </p:contentPart>
          </mc:Choice>
          <mc:Fallback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5B53C9BE-CFA7-2903-68BC-0A67B73BE9F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456680" y="4124880"/>
                  <a:ext cx="199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6B633243-4FA8-601C-FFC8-00FAF1E346F0}"/>
                    </a:ext>
                  </a:extLst>
                </p14:cNvPr>
                <p14:cNvContentPartPr/>
                <p14:nvPr/>
              </p14:nvContentPartPr>
              <p14:xfrm>
                <a:off x="4699320" y="4275360"/>
                <a:ext cx="171000" cy="14796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6B633243-4FA8-601C-FFC8-00FAF1E346F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681680" y="4257720"/>
                  <a:ext cx="206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6FB9AD13-C6F9-E0E6-F386-FBC107C7CC83}"/>
                    </a:ext>
                  </a:extLst>
                </p14:cNvPr>
                <p14:cNvContentPartPr/>
                <p14:nvPr/>
              </p14:nvContentPartPr>
              <p14:xfrm>
                <a:off x="4885080" y="4234320"/>
                <a:ext cx="155520" cy="133200"/>
              </p14:xfrm>
            </p:contentPart>
          </mc:Choice>
          <mc:Fallback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6FB9AD13-C6F9-E0E6-F386-FBC107C7CC8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67080" y="4216680"/>
                  <a:ext cx="191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AB24DA30-6C23-E9E1-5DDC-BB0447F73ACD}"/>
                    </a:ext>
                  </a:extLst>
                </p14:cNvPr>
                <p14:cNvContentPartPr/>
                <p14:nvPr/>
              </p14:nvContentPartPr>
              <p14:xfrm>
                <a:off x="5132400" y="4187880"/>
                <a:ext cx="120960" cy="151920"/>
              </p14:xfrm>
            </p:contentPart>
          </mc:Choice>
          <mc:Fallback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AB24DA30-6C23-E9E1-5DDC-BB0447F73AC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114400" y="4169880"/>
                  <a:ext cx="156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F0EFCBBD-B480-2711-D752-A04A27F0E1E6}"/>
                    </a:ext>
                  </a:extLst>
                </p14:cNvPr>
                <p14:cNvContentPartPr/>
                <p14:nvPr/>
              </p14:nvContentPartPr>
              <p14:xfrm>
                <a:off x="5334360" y="4211280"/>
                <a:ext cx="329400" cy="113400"/>
              </p14:xfrm>
            </p:contentPart>
          </mc:Choice>
          <mc:Fallback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F0EFCBBD-B480-2711-D752-A04A27F0E1E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16720" y="4193640"/>
                  <a:ext cx="365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1678F167-9D59-E75D-A5D6-A44915AA2DC0}"/>
                    </a:ext>
                  </a:extLst>
                </p14:cNvPr>
                <p14:cNvContentPartPr/>
                <p14:nvPr/>
              </p14:nvContentPartPr>
              <p14:xfrm>
                <a:off x="5718480" y="4103640"/>
                <a:ext cx="99360" cy="22320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1678F167-9D59-E75D-A5D6-A44915AA2DC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00840" y="4086000"/>
                  <a:ext cx="135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8227135B-46D7-C25A-0020-E3DAE90E0FE9}"/>
                    </a:ext>
                  </a:extLst>
                </p14:cNvPr>
                <p14:cNvContentPartPr/>
                <p14:nvPr/>
              </p14:nvContentPartPr>
              <p14:xfrm>
                <a:off x="5750160" y="4190400"/>
                <a:ext cx="76680" cy="27000"/>
              </p14:xfrm>
            </p:contentPart>
          </mc:Choice>
          <mc:Fallback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8227135B-46D7-C25A-0020-E3DAE90E0FE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732520" y="4172760"/>
                  <a:ext cx="112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42DADB0B-F95F-6DEB-C9C7-3C32C8DADBFC}"/>
                    </a:ext>
                  </a:extLst>
                </p14:cNvPr>
                <p14:cNvContentPartPr/>
                <p14:nvPr/>
              </p14:nvContentPartPr>
              <p14:xfrm>
                <a:off x="6153720" y="4015800"/>
                <a:ext cx="178920" cy="266760"/>
              </p14:xfrm>
            </p:contentPart>
          </mc:Choice>
          <mc:Fallback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42DADB0B-F95F-6DEB-C9C7-3C32C8DADBF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136080" y="3998160"/>
                  <a:ext cx="2145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F234B8DB-52A3-AEB0-78BF-028AD75D30A7}"/>
                    </a:ext>
                  </a:extLst>
                </p14:cNvPr>
                <p14:cNvContentPartPr/>
                <p14:nvPr/>
              </p14:nvContentPartPr>
              <p14:xfrm>
                <a:off x="6424440" y="4133160"/>
                <a:ext cx="28800" cy="106920"/>
              </p14:xfrm>
            </p:contentPart>
          </mc:Choice>
          <mc:Fallback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F234B8DB-52A3-AEB0-78BF-028AD75D30A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406440" y="4115520"/>
                  <a:ext cx="64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46C3403B-1A3E-DB4F-7B73-332878BB36A8}"/>
                    </a:ext>
                  </a:extLst>
                </p14:cNvPr>
                <p14:cNvContentPartPr/>
                <p14:nvPr/>
              </p14:nvContentPartPr>
              <p14:xfrm>
                <a:off x="6410040" y="4044600"/>
                <a:ext cx="14400" cy="41760"/>
              </p14:xfrm>
            </p:contentPart>
          </mc:Choice>
          <mc:Fallback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46C3403B-1A3E-DB4F-7B73-332878BB36A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92040" y="4026960"/>
                  <a:ext cx="50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24AE4785-18ED-FC12-E801-AE4A63FF91D5}"/>
                    </a:ext>
                  </a:extLst>
                </p14:cNvPr>
                <p14:cNvContentPartPr/>
                <p14:nvPr/>
              </p14:nvContentPartPr>
              <p14:xfrm>
                <a:off x="6507960" y="4099320"/>
                <a:ext cx="168480" cy="108720"/>
              </p14:xfrm>
            </p:contentPart>
          </mc:Choice>
          <mc:Fallback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24AE4785-18ED-FC12-E801-AE4A63FF91D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490320" y="4081320"/>
                  <a:ext cx="204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D2A0BFAA-98FC-D10E-73C2-F7B17F89D646}"/>
                    </a:ext>
                  </a:extLst>
                </p14:cNvPr>
                <p14:cNvContentPartPr/>
                <p14:nvPr/>
              </p14:nvContentPartPr>
              <p14:xfrm>
                <a:off x="6762840" y="4098960"/>
                <a:ext cx="22680" cy="116640"/>
              </p14:xfrm>
            </p:contentPart>
          </mc:Choice>
          <mc:Fallback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D2A0BFAA-98FC-D10E-73C2-F7B17F89D64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745200" y="4080960"/>
                  <a:ext cx="58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B48F3EA-22FF-FB9C-7066-1AEB024F622F}"/>
                    </a:ext>
                  </a:extLst>
                </p14:cNvPr>
                <p14:cNvContentPartPr/>
                <p14:nvPr/>
              </p14:nvContentPartPr>
              <p14:xfrm>
                <a:off x="6739440" y="3985920"/>
                <a:ext cx="34200" cy="1872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B48F3EA-22FF-FB9C-7066-1AEB024F622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721440" y="3967920"/>
                  <a:ext cx="69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62F299BE-F488-49F2-0A07-4452B7AF41A5}"/>
                    </a:ext>
                  </a:extLst>
                </p14:cNvPr>
                <p14:cNvContentPartPr/>
                <p14:nvPr/>
              </p14:nvContentPartPr>
              <p14:xfrm>
                <a:off x="6895320" y="3906720"/>
                <a:ext cx="231480" cy="287640"/>
              </p14:xfrm>
            </p:contentPart>
          </mc:Choice>
          <mc:Fallback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62F299BE-F488-49F2-0A07-4452B7AF41A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877680" y="3889080"/>
                  <a:ext cx="267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B75D5A98-F5CE-0CCB-9C97-E8B25EC26872}"/>
                    </a:ext>
                  </a:extLst>
                </p14:cNvPr>
                <p14:cNvContentPartPr/>
                <p14:nvPr/>
              </p14:nvContentPartPr>
              <p14:xfrm>
                <a:off x="7167840" y="4052520"/>
                <a:ext cx="103680" cy="126360"/>
              </p14:xfrm>
            </p:contentPart>
          </mc:Choice>
          <mc:Fallback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B75D5A98-F5CE-0CCB-9C97-E8B25EC2687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50200" y="4034520"/>
                  <a:ext cx="1393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5320A95B-0121-7983-F9CD-CE62703BFB5A}"/>
                    </a:ext>
                  </a:extLst>
                </p14:cNvPr>
                <p14:cNvContentPartPr/>
                <p14:nvPr/>
              </p14:nvContentPartPr>
              <p14:xfrm>
                <a:off x="7332360" y="4061520"/>
                <a:ext cx="167400" cy="118080"/>
              </p14:xfrm>
            </p:contentPart>
          </mc:Choice>
          <mc:Fallback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5320A95B-0121-7983-F9CD-CE62703BFB5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14360" y="4043520"/>
                  <a:ext cx="203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E653E6A1-E043-5178-B96D-E32E23C08635}"/>
                    </a:ext>
                  </a:extLst>
                </p14:cNvPr>
                <p14:cNvContentPartPr/>
                <p14:nvPr/>
              </p14:nvContentPartPr>
              <p14:xfrm>
                <a:off x="4483680" y="5028120"/>
                <a:ext cx="38880" cy="383400"/>
              </p14:xfrm>
            </p:contentPart>
          </mc:Choice>
          <mc:Fallback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E653E6A1-E043-5178-B96D-E32E23C0863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466040" y="5010480"/>
                  <a:ext cx="745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10A97260-5625-2107-B41D-79741AC8DA6A}"/>
                    </a:ext>
                  </a:extLst>
                </p14:cNvPr>
                <p14:cNvContentPartPr/>
                <p14:nvPr/>
              </p14:nvContentPartPr>
              <p14:xfrm>
                <a:off x="4416720" y="5037120"/>
                <a:ext cx="171000" cy="41040"/>
              </p14:xfrm>
            </p:contentPart>
          </mc:Choice>
          <mc:Fallback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10A97260-5625-2107-B41D-79741AC8DA6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399080" y="5019480"/>
                  <a:ext cx="206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D97EDB3A-1EA3-0402-618E-4949832AF7E4}"/>
                    </a:ext>
                  </a:extLst>
                </p14:cNvPr>
                <p14:cNvContentPartPr/>
                <p14:nvPr/>
              </p14:nvContentPartPr>
              <p14:xfrm>
                <a:off x="4414200" y="5339520"/>
                <a:ext cx="140760" cy="24840"/>
              </p14:xfrm>
            </p:contentPart>
          </mc:Choice>
          <mc:Fallback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D97EDB3A-1EA3-0402-618E-4949832AF7E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396200" y="5321520"/>
                  <a:ext cx="176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FF02ED09-2A55-887F-FF9A-EDC6F36CEEFE}"/>
                    </a:ext>
                  </a:extLst>
                </p14:cNvPr>
                <p14:cNvContentPartPr/>
                <p14:nvPr/>
              </p14:nvContentPartPr>
              <p14:xfrm>
                <a:off x="4741440" y="5236920"/>
                <a:ext cx="225000" cy="196560"/>
              </p14:xfrm>
            </p:contentPart>
          </mc:Choice>
          <mc:Fallback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FF02ED09-2A55-887F-FF9A-EDC6F36CEEF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723440" y="5218920"/>
                  <a:ext cx="260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64FC291B-E5F2-E702-D6B9-87403E91AD3C}"/>
                    </a:ext>
                  </a:extLst>
                </p14:cNvPr>
                <p14:cNvContentPartPr/>
                <p14:nvPr/>
              </p14:nvContentPartPr>
              <p14:xfrm>
                <a:off x="4174080" y="4794480"/>
                <a:ext cx="1087920" cy="877680"/>
              </p14:xfrm>
            </p:contentPart>
          </mc:Choice>
          <mc:Fallback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64FC291B-E5F2-E702-D6B9-87403E91AD3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56080" y="4776840"/>
                  <a:ext cx="1123560" cy="9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FFBE4414-F73E-4F53-2536-83345171E094}"/>
                    </a:ext>
                  </a:extLst>
                </p14:cNvPr>
                <p14:cNvContentPartPr/>
                <p14:nvPr/>
              </p14:nvContentPartPr>
              <p14:xfrm>
                <a:off x="5445600" y="5184000"/>
                <a:ext cx="62640" cy="15480"/>
              </p14:xfrm>
            </p:contentPart>
          </mc:Choice>
          <mc:Fallback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FFBE4414-F73E-4F53-2536-83345171E09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427960" y="5166000"/>
                  <a:ext cx="98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D58B32A7-F3BE-79B2-A050-3F8B1A4EC304}"/>
                    </a:ext>
                  </a:extLst>
                </p14:cNvPr>
                <p14:cNvContentPartPr/>
                <p14:nvPr/>
              </p14:nvContentPartPr>
              <p14:xfrm>
                <a:off x="5497080" y="5205600"/>
                <a:ext cx="67680" cy="18000"/>
              </p14:xfrm>
            </p:contentPart>
          </mc:Choice>
          <mc:Fallback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D58B32A7-F3BE-79B2-A050-3F8B1A4EC30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479440" y="5187600"/>
                  <a:ext cx="1033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8EA72FC8-1031-A0F5-DCCD-ED90EDEA7F7D}"/>
                    </a:ext>
                  </a:extLst>
                </p14:cNvPr>
                <p14:cNvContentPartPr/>
                <p14:nvPr/>
              </p14:nvContentPartPr>
              <p14:xfrm>
                <a:off x="5830440" y="5081040"/>
                <a:ext cx="1447200" cy="108720"/>
              </p14:xfrm>
            </p:contentPart>
          </mc:Choice>
          <mc:Fallback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8EA72FC8-1031-A0F5-DCCD-ED90EDEA7F7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812440" y="5063400"/>
                  <a:ext cx="1482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05048615-82A4-0F45-706C-CE36CA911AEE}"/>
                    </a:ext>
                  </a:extLst>
                </p14:cNvPr>
                <p14:cNvContentPartPr/>
                <p14:nvPr/>
              </p14:nvContentPartPr>
              <p14:xfrm>
                <a:off x="6064440" y="5328360"/>
                <a:ext cx="222840" cy="270360"/>
              </p14:xfrm>
            </p:contentPart>
          </mc:Choice>
          <mc:Fallback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05048615-82A4-0F45-706C-CE36CA911AE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046800" y="5310720"/>
                  <a:ext cx="2584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C69FC582-5C59-8390-541B-4A76493DA65A}"/>
                    </a:ext>
                  </a:extLst>
                </p14:cNvPr>
                <p14:cNvContentPartPr/>
                <p14:nvPr/>
              </p14:nvContentPartPr>
              <p14:xfrm>
                <a:off x="6379800" y="5424120"/>
                <a:ext cx="173520" cy="34560"/>
              </p14:xfrm>
            </p:contentPart>
          </mc:Choice>
          <mc:Fallback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C69FC582-5C59-8390-541B-4A76493DA65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362160" y="5406120"/>
                  <a:ext cx="20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05E20B8E-CA15-08EB-625A-420F7849FBAC}"/>
                    </a:ext>
                  </a:extLst>
                </p14:cNvPr>
                <p14:cNvContentPartPr/>
                <p14:nvPr/>
              </p14:nvContentPartPr>
              <p14:xfrm>
                <a:off x="6478440" y="5322960"/>
                <a:ext cx="48600" cy="281520"/>
              </p14:xfrm>
            </p:contentPart>
          </mc:Choice>
          <mc:Fallback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05E20B8E-CA15-08EB-625A-420F7849FBA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460800" y="5304960"/>
                  <a:ext cx="842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3FAC3228-48C6-B8DA-015F-506719926DD8}"/>
                    </a:ext>
                  </a:extLst>
                </p14:cNvPr>
                <p14:cNvContentPartPr/>
                <p14:nvPr/>
              </p14:nvContentPartPr>
              <p14:xfrm>
                <a:off x="6744120" y="5333040"/>
                <a:ext cx="200160" cy="205200"/>
              </p14:xfrm>
            </p:contentPart>
          </mc:Choice>
          <mc:Fallback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3FAC3228-48C6-B8DA-015F-506719926DD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726480" y="5315400"/>
                  <a:ext cx="235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E7E101AB-7E0F-45D4-AF65-B1D9569B245F}"/>
                    </a:ext>
                  </a:extLst>
                </p14:cNvPr>
                <p14:cNvContentPartPr/>
                <p14:nvPr/>
              </p14:nvContentPartPr>
              <p14:xfrm>
                <a:off x="5870400" y="4798440"/>
                <a:ext cx="22680" cy="25560"/>
              </p14:xfrm>
            </p:contentPart>
          </mc:Choice>
          <mc:Fallback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E7E101AB-7E0F-45D4-AF65-B1D9569B245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52760" y="4780800"/>
                  <a:ext cx="58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AAB0821D-5109-73C6-3FCC-494473F285C1}"/>
                    </a:ext>
                  </a:extLst>
                </p14:cNvPr>
                <p14:cNvContentPartPr/>
                <p14:nvPr/>
              </p14:nvContentPartPr>
              <p14:xfrm>
                <a:off x="5837640" y="4759920"/>
                <a:ext cx="241560" cy="240120"/>
              </p14:xfrm>
            </p:contentPart>
          </mc:Choice>
          <mc:Fallback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AAB0821D-5109-73C6-3FCC-494473F285C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20000" y="4742280"/>
                  <a:ext cx="2772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69592647-64B3-C3A6-8D73-F42721D3FBEA}"/>
                    </a:ext>
                  </a:extLst>
                </p14:cNvPr>
                <p14:cNvContentPartPr/>
                <p14:nvPr/>
              </p14:nvContentPartPr>
              <p14:xfrm>
                <a:off x="6283680" y="4845960"/>
                <a:ext cx="138960" cy="116640"/>
              </p14:xfrm>
            </p:contentPart>
          </mc:Choice>
          <mc:Fallback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69592647-64B3-C3A6-8D73-F42721D3FBE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266040" y="4828320"/>
                  <a:ext cx="1746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8036E55D-A81B-DD1C-DBBF-B084B12F9D97}"/>
                    </a:ext>
                  </a:extLst>
                </p14:cNvPr>
                <p14:cNvContentPartPr/>
                <p14:nvPr/>
              </p14:nvContentPartPr>
              <p14:xfrm>
                <a:off x="6301320" y="4803120"/>
                <a:ext cx="114480" cy="194400"/>
              </p14:xfrm>
            </p:contentPart>
          </mc:Choice>
          <mc:Fallback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8036E55D-A81B-DD1C-DBBF-B084B12F9D9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83320" y="4785120"/>
                  <a:ext cx="150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2342A499-9076-0725-1AD4-1033D2BC1997}"/>
                    </a:ext>
                  </a:extLst>
                </p14:cNvPr>
                <p14:cNvContentPartPr/>
                <p14:nvPr/>
              </p14:nvContentPartPr>
              <p14:xfrm>
                <a:off x="6660960" y="4719960"/>
                <a:ext cx="78840" cy="232560"/>
              </p14:xfrm>
            </p:contentPart>
          </mc:Choice>
          <mc:Fallback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2342A499-9076-0725-1AD4-1033D2BC199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642960" y="4701960"/>
                  <a:ext cx="114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974FF225-0816-8377-327C-B13A4870F4DC}"/>
                    </a:ext>
                  </a:extLst>
                </p14:cNvPr>
                <p14:cNvContentPartPr/>
                <p14:nvPr/>
              </p14:nvContentPartPr>
              <p14:xfrm>
                <a:off x="6858240" y="4815720"/>
                <a:ext cx="75600" cy="114120"/>
              </p14:xfrm>
            </p:contentPart>
          </mc:Choice>
          <mc:Fallback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974FF225-0816-8377-327C-B13A4870F4D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840240" y="4798080"/>
                  <a:ext cx="111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E5EC9B7C-9B15-4DA4-F961-FE86332ED846}"/>
                    </a:ext>
                  </a:extLst>
                </p14:cNvPr>
                <p14:cNvContentPartPr/>
                <p14:nvPr/>
              </p14:nvContentPartPr>
              <p14:xfrm>
                <a:off x="6984600" y="4799520"/>
                <a:ext cx="155520" cy="121320"/>
              </p14:xfrm>
            </p:contentPart>
          </mc:Choice>
          <mc:Fallback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E5EC9B7C-9B15-4DA4-F961-FE86332ED84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966960" y="4781880"/>
                  <a:ext cx="191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B0A7F09A-E933-61C4-F297-FFA4502037D6}"/>
                    </a:ext>
                  </a:extLst>
                </p14:cNvPr>
                <p14:cNvContentPartPr/>
                <p14:nvPr/>
              </p14:nvContentPartPr>
              <p14:xfrm>
                <a:off x="7179000" y="4786200"/>
                <a:ext cx="82440" cy="105840"/>
              </p14:xfrm>
            </p:contentPart>
          </mc:Choice>
          <mc:Fallback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B0A7F09A-E933-61C4-F297-FFA4502037D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161360" y="4768560"/>
                  <a:ext cx="118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C5DFB29C-2E9E-A0E1-75FE-3A72DE76A4A1}"/>
                    </a:ext>
                  </a:extLst>
                </p14:cNvPr>
                <p14:cNvContentPartPr/>
                <p14:nvPr/>
              </p14:nvContentPartPr>
              <p14:xfrm>
                <a:off x="7351800" y="4782960"/>
                <a:ext cx="98640" cy="133200"/>
              </p14:xfrm>
            </p:contentPart>
          </mc:Choice>
          <mc:Fallback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C5DFB29C-2E9E-A0E1-75FE-3A72DE76A4A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334160" y="4764960"/>
                  <a:ext cx="134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BD74FD81-6E2F-5830-DA0D-9D4FFCCDE7BC}"/>
                    </a:ext>
                  </a:extLst>
                </p14:cNvPr>
                <p14:cNvContentPartPr/>
                <p14:nvPr/>
              </p14:nvContentPartPr>
              <p14:xfrm>
                <a:off x="7512720" y="4775400"/>
                <a:ext cx="115200" cy="107280"/>
              </p14:xfrm>
            </p:contentPart>
          </mc:Choice>
          <mc:Fallback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BD74FD81-6E2F-5830-DA0D-9D4FFCCDE7B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495080" y="4757400"/>
                  <a:ext cx="150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ACFBA524-C0A0-BD2D-D09B-17E85F571F94}"/>
                    </a:ext>
                  </a:extLst>
                </p14:cNvPr>
                <p14:cNvContentPartPr/>
                <p14:nvPr/>
              </p14:nvContentPartPr>
              <p14:xfrm>
                <a:off x="6514080" y="4594320"/>
                <a:ext cx="1277640" cy="487440"/>
              </p14:xfrm>
            </p:contentPart>
          </mc:Choice>
          <mc:Fallback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ACFBA524-C0A0-BD2D-D09B-17E85F571F9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496080" y="4576320"/>
                  <a:ext cx="13132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EB5D7FDF-D7EE-6EB9-42CB-4DA5077F5FB3}"/>
                    </a:ext>
                  </a:extLst>
                </p14:cNvPr>
                <p14:cNvContentPartPr/>
                <p14:nvPr/>
              </p14:nvContentPartPr>
              <p14:xfrm>
                <a:off x="6565200" y="4709520"/>
                <a:ext cx="19080" cy="257400"/>
              </p14:xfrm>
            </p:contentPart>
          </mc:Choice>
          <mc:Fallback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EB5D7FDF-D7EE-6EB9-42CB-4DA5077F5FB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547560" y="4691520"/>
                  <a:ext cx="547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EC18B802-458D-6C0E-7508-3A8F89C7DBB4}"/>
                    </a:ext>
                  </a:extLst>
                </p14:cNvPr>
                <p14:cNvContentPartPr/>
                <p14:nvPr/>
              </p14:nvContentPartPr>
              <p14:xfrm>
                <a:off x="7067760" y="4339440"/>
                <a:ext cx="468720" cy="895320"/>
              </p14:xfrm>
            </p:contentPart>
          </mc:Choice>
          <mc:Fallback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EC18B802-458D-6C0E-7508-3A8F89C7DBB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050120" y="4321440"/>
                  <a:ext cx="504360" cy="9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8525DE30-F959-5B10-843F-56EE10318D33}"/>
                    </a:ext>
                  </a:extLst>
                </p14:cNvPr>
                <p14:cNvContentPartPr/>
                <p14:nvPr/>
              </p14:nvContentPartPr>
              <p14:xfrm>
                <a:off x="7328040" y="4348080"/>
                <a:ext cx="239760" cy="192960"/>
              </p14:xfrm>
            </p:contentPart>
          </mc:Choice>
          <mc:Fallback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8525DE30-F959-5B10-843F-56EE10318D3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310040" y="4330440"/>
                  <a:ext cx="275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94906734-B2EC-CBDF-CD1E-A2C341C6D8F3}"/>
                    </a:ext>
                  </a:extLst>
                </p14:cNvPr>
                <p14:cNvContentPartPr/>
                <p14:nvPr/>
              </p14:nvContentPartPr>
              <p14:xfrm>
                <a:off x="8003040" y="4323240"/>
                <a:ext cx="11160" cy="204840"/>
              </p14:xfrm>
            </p:contentPart>
          </mc:Choice>
          <mc:Fallback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94906734-B2EC-CBDF-CD1E-A2C341C6D8F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985040" y="4305600"/>
                  <a:ext cx="46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30B61E0F-4D83-C507-2FC6-E10258275C2C}"/>
                    </a:ext>
                  </a:extLst>
                </p14:cNvPr>
                <p14:cNvContentPartPr/>
                <p14:nvPr/>
              </p14:nvContentPartPr>
              <p14:xfrm>
                <a:off x="7995120" y="4300560"/>
                <a:ext cx="165600" cy="186840"/>
              </p14:xfrm>
            </p:contentPart>
          </mc:Choice>
          <mc:Fallback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30B61E0F-4D83-C507-2FC6-E10258275C2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977480" y="4282920"/>
                  <a:ext cx="201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27E29EDB-3A0B-456D-E273-69BCA4965EA5}"/>
                    </a:ext>
                  </a:extLst>
                </p14:cNvPr>
                <p14:cNvContentPartPr/>
                <p14:nvPr/>
              </p14:nvContentPartPr>
              <p14:xfrm>
                <a:off x="8032560" y="4425120"/>
                <a:ext cx="104040" cy="29160"/>
              </p14:xfrm>
            </p:contentPart>
          </mc:Choice>
          <mc:Fallback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27E29EDB-3A0B-456D-E273-69BCA4965EA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014920" y="4407120"/>
                  <a:ext cx="139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C929108A-31EB-0462-6504-FCDE1C0D79AB}"/>
                    </a:ext>
                  </a:extLst>
                </p14:cNvPr>
                <p14:cNvContentPartPr/>
                <p14:nvPr/>
              </p14:nvContentPartPr>
              <p14:xfrm>
                <a:off x="8119680" y="5111640"/>
                <a:ext cx="87840" cy="16560"/>
              </p14:xfrm>
            </p:contentPart>
          </mc:Choice>
          <mc:Fallback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C929108A-31EB-0462-6504-FCDE1C0D79A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102040" y="5094000"/>
                  <a:ext cx="123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CD6ACA3F-BB40-96BD-9A44-C41A7DE97404}"/>
                    </a:ext>
                  </a:extLst>
                </p14:cNvPr>
                <p14:cNvContentPartPr/>
                <p14:nvPr/>
              </p14:nvContentPartPr>
              <p14:xfrm>
                <a:off x="8157840" y="5167080"/>
                <a:ext cx="87120" cy="18720"/>
              </p14:xfrm>
            </p:contentPart>
          </mc:Choice>
          <mc:Fallback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CD6ACA3F-BB40-96BD-9A44-C41A7DE9740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139840" y="5149080"/>
                  <a:ext cx="122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8E728AA1-8DAF-E115-3E6D-DB51405090FD}"/>
                    </a:ext>
                  </a:extLst>
                </p14:cNvPr>
                <p14:cNvContentPartPr/>
                <p14:nvPr/>
              </p14:nvContentPartPr>
              <p14:xfrm>
                <a:off x="7697040" y="4280040"/>
                <a:ext cx="254160" cy="186120"/>
              </p14:xfrm>
            </p:contentPart>
          </mc:Choice>
          <mc:Fallback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8E728AA1-8DAF-E115-3E6D-DB51405090F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679400" y="4262040"/>
                  <a:ext cx="28980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4" name="Group 683">
            <a:extLst>
              <a:ext uri="{FF2B5EF4-FFF2-40B4-BE49-F238E27FC236}">
                <a16:creationId xmlns:a16="http://schemas.microsoft.com/office/drawing/2014/main" id="{356E931B-FBA9-8DE0-A91E-9BBCF613C5E6}"/>
              </a:ext>
            </a:extLst>
          </p:cNvPr>
          <p:cNvGrpSpPr/>
          <p:nvPr/>
        </p:nvGrpSpPr>
        <p:grpSpPr>
          <a:xfrm>
            <a:off x="8755440" y="4730040"/>
            <a:ext cx="183240" cy="302760"/>
            <a:chOff x="8755440" y="4730040"/>
            <a:chExt cx="18324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C7E0C8DA-D52B-EF72-E2D5-5B2BBEE88A0D}"/>
                    </a:ext>
                  </a:extLst>
                </p14:cNvPr>
                <p14:cNvContentPartPr/>
                <p14:nvPr/>
              </p14:nvContentPartPr>
              <p14:xfrm>
                <a:off x="8755440" y="4730040"/>
                <a:ext cx="183240" cy="223200"/>
              </p14:xfrm>
            </p:contentPart>
          </mc:Choice>
          <mc:Fallback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C7E0C8DA-D52B-EF72-E2D5-5B2BBEE88A0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737800" y="4712040"/>
                  <a:ext cx="2188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D6E7AAF3-2293-BBC4-CFA5-18E2FB7E46A1}"/>
                    </a:ext>
                  </a:extLst>
                </p14:cNvPr>
                <p14:cNvContentPartPr/>
                <p14:nvPr/>
              </p14:nvContentPartPr>
              <p14:xfrm>
                <a:off x="8870280" y="4810680"/>
                <a:ext cx="47880" cy="222120"/>
              </p14:xfrm>
            </p:contentPart>
          </mc:Choice>
          <mc:Fallback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D6E7AAF3-2293-BBC4-CFA5-18E2FB7E46A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852280" y="4792680"/>
                  <a:ext cx="8352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3" name="Group 682">
            <a:extLst>
              <a:ext uri="{FF2B5EF4-FFF2-40B4-BE49-F238E27FC236}">
                <a16:creationId xmlns:a16="http://schemas.microsoft.com/office/drawing/2014/main" id="{15F50B07-BE47-E5D2-F218-F4F0911408A2}"/>
              </a:ext>
            </a:extLst>
          </p:cNvPr>
          <p:cNvGrpSpPr/>
          <p:nvPr/>
        </p:nvGrpSpPr>
        <p:grpSpPr>
          <a:xfrm>
            <a:off x="9384000" y="4952520"/>
            <a:ext cx="467640" cy="313560"/>
            <a:chOff x="9384000" y="4952520"/>
            <a:chExt cx="46764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CADFFA57-DFF3-B019-DF66-6FA030026751}"/>
                    </a:ext>
                  </a:extLst>
                </p14:cNvPr>
                <p14:cNvContentPartPr/>
                <p14:nvPr/>
              </p14:nvContentPartPr>
              <p14:xfrm>
                <a:off x="9384000" y="5012640"/>
                <a:ext cx="59760" cy="253440"/>
              </p14:xfrm>
            </p:contentPart>
          </mc:Choice>
          <mc:Fallback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CADFFA57-DFF3-B019-DF66-6FA03002675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366360" y="4994640"/>
                  <a:ext cx="95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9047F972-B42E-22D1-D712-A352AD6CD264}"/>
                    </a:ext>
                  </a:extLst>
                </p14:cNvPr>
                <p14:cNvContentPartPr/>
                <p14:nvPr/>
              </p14:nvContentPartPr>
              <p14:xfrm>
                <a:off x="9446640" y="4952520"/>
                <a:ext cx="137520" cy="155880"/>
              </p14:xfrm>
            </p:contentPart>
          </mc:Choice>
          <mc:Fallback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9047F972-B42E-22D1-D712-A352AD6CD26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428640" y="4934520"/>
                  <a:ext cx="173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14F086F1-A09A-84BA-E1F3-A1BDE553C37F}"/>
                    </a:ext>
                  </a:extLst>
                </p14:cNvPr>
                <p14:cNvContentPartPr/>
                <p14:nvPr/>
              </p14:nvContentPartPr>
              <p14:xfrm>
                <a:off x="9414600" y="5076000"/>
                <a:ext cx="129600" cy="49680"/>
              </p14:xfrm>
            </p:contentPart>
          </mc:Choice>
          <mc:Fallback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14F086F1-A09A-84BA-E1F3-A1BDE553C37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396600" y="5058000"/>
                  <a:ext cx="165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8473A436-9BC4-478D-3997-EA7F446F6CAF}"/>
                    </a:ext>
                  </a:extLst>
                </p14:cNvPr>
                <p14:cNvContentPartPr/>
                <p14:nvPr/>
              </p14:nvContentPartPr>
              <p14:xfrm>
                <a:off x="9774240" y="5068440"/>
                <a:ext cx="77400" cy="28080"/>
              </p14:xfrm>
            </p:contentPart>
          </mc:Choice>
          <mc:Fallback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8473A436-9BC4-478D-3997-EA7F446F6CA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756600" y="5050440"/>
                  <a:ext cx="113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BD9AAE88-F440-DE39-ABEB-B26F6443C7C5}"/>
                    </a:ext>
                  </a:extLst>
                </p14:cNvPr>
                <p14:cNvContentPartPr/>
                <p14:nvPr/>
              </p14:nvContentPartPr>
              <p14:xfrm>
                <a:off x="9817080" y="5156640"/>
                <a:ext cx="33480" cy="10080"/>
              </p14:xfrm>
            </p:contentPart>
          </mc:Choice>
          <mc:Fallback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BD9AAE88-F440-DE39-ABEB-B26F6443C7C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799440" y="5139000"/>
                  <a:ext cx="691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2" name="Group 681">
            <a:extLst>
              <a:ext uri="{FF2B5EF4-FFF2-40B4-BE49-F238E27FC236}">
                <a16:creationId xmlns:a16="http://schemas.microsoft.com/office/drawing/2014/main" id="{0CD40D9B-5074-81E8-A554-1E44B3228358}"/>
              </a:ext>
            </a:extLst>
          </p:cNvPr>
          <p:cNvGrpSpPr/>
          <p:nvPr/>
        </p:nvGrpSpPr>
        <p:grpSpPr>
          <a:xfrm>
            <a:off x="10132800" y="4925880"/>
            <a:ext cx="632160" cy="380160"/>
            <a:chOff x="10132800" y="4925880"/>
            <a:chExt cx="632160" cy="38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D4446E3D-9530-C8F0-A31D-BB48D2598F3C}"/>
                    </a:ext>
                  </a:extLst>
                </p14:cNvPr>
                <p14:cNvContentPartPr/>
                <p14:nvPr/>
              </p14:nvContentPartPr>
              <p14:xfrm>
                <a:off x="10132800" y="5030640"/>
                <a:ext cx="24120" cy="30960"/>
              </p14:xfrm>
            </p:contentPart>
          </mc:Choice>
          <mc:Fallback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D4446E3D-9530-C8F0-A31D-BB48D2598F3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114800" y="5013000"/>
                  <a:ext cx="59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38FFE4B5-DFE4-D507-EE6F-BB182891203A}"/>
                    </a:ext>
                  </a:extLst>
                </p14:cNvPr>
                <p14:cNvContentPartPr/>
                <p14:nvPr/>
              </p14:nvContentPartPr>
              <p14:xfrm>
                <a:off x="10303440" y="4925880"/>
                <a:ext cx="170280" cy="222480"/>
              </p14:xfrm>
            </p:contentPart>
          </mc:Choice>
          <mc:Fallback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38FFE4B5-DFE4-D507-EE6F-BB182891203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285800" y="4908240"/>
                  <a:ext cx="205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8FC6FAD4-BBCB-341D-E0BF-FA66067F5B05}"/>
                    </a:ext>
                  </a:extLst>
                </p14:cNvPr>
                <p14:cNvContentPartPr/>
                <p14:nvPr/>
              </p14:nvContentPartPr>
              <p14:xfrm>
                <a:off x="10427640" y="5044680"/>
                <a:ext cx="30600" cy="182160"/>
              </p14:xfrm>
            </p:contentPart>
          </mc:Choice>
          <mc:Fallback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8FC6FAD4-BBCB-341D-E0BF-FA66067F5B0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409640" y="5026680"/>
                  <a:ext cx="66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503C10C3-628F-8D67-BCFA-44ECD029E0C2}"/>
                    </a:ext>
                  </a:extLst>
                </p14:cNvPr>
                <p14:cNvContentPartPr/>
                <p14:nvPr/>
              </p14:nvContentPartPr>
              <p14:xfrm>
                <a:off x="10625640" y="4981320"/>
                <a:ext cx="27360" cy="324720"/>
              </p14:xfrm>
            </p:contentPart>
          </mc:Choice>
          <mc:Fallback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503C10C3-628F-8D67-BCFA-44ECD029E0C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607640" y="4963680"/>
                  <a:ext cx="630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B5497AC2-2AA5-C4D2-0E6D-BDB80EE3557D}"/>
                    </a:ext>
                  </a:extLst>
                </p14:cNvPr>
                <p14:cNvContentPartPr/>
                <p14:nvPr/>
              </p14:nvContentPartPr>
              <p14:xfrm>
                <a:off x="10638240" y="4995000"/>
                <a:ext cx="126720" cy="186120"/>
              </p14:xfrm>
            </p:contentPart>
          </mc:Choice>
          <mc:Fallback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B5497AC2-2AA5-C4D2-0E6D-BDB80EE3557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620600" y="4977000"/>
                  <a:ext cx="1623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FD04979F-D08E-4F01-76B1-5CAC2983A2ED}"/>
                    </a:ext>
                  </a:extLst>
                </p14:cNvPr>
                <p14:cNvContentPartPr/>
                <p14:nvPr/>
              </p14:nvContentPartPr>
              <p14:xfrm>
                <a:off x="10638240" y="5155560"/>
                <a:ext cx="104400" cy="21240"/>
              </p14:xfrm>
            </p:contentPart>
          </mc:Choice>
          <mc:Fallback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FD04979F-D08E-4F01-76B1-5CAC2983A2E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620600" y="5137920"/>
                  <a:ext cx="14004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685" name="Ink 684">
                <a:extLst>
                  <a:ext uri="{FF2B5EF4-FFF2-40B4-BE49-F238E27FC236}">
                    <a16:creationId xmlns:a16="http://schemas.microsoft.com/office/drawing/2014/main" id="{B3C63664-B542-5B97-5258-373F2F439708}"/>
                  </a:ext>
                </a:extLst>
              </p14:cNvPr>
              <p14:cNvContentPartPr/>
              <p14:nvPr/>
            </p14:nvContentPartPr>
            <p14:xfrm>
              <a:off x="566520" y="1163160"/>
              <a:ext cx="832320" cy="1612440"/>
            </p14:xfrm>
          </p:contentPart>
        </mc:Choice>
        <mc:Fallback>
          <p:pic>
            <p:nvPicPr>
              <p:cNvPr id="685" name="Ink 684">
                <a:extLst>
                  <a:ext uri="{FF2B5EF4-FFF2-40B4-BE49-F238E27FC236}">
                    <a16:creationId xmlns:a16="http://schemas.microsoft.com/office/drawing/2014/main" id="{B3C63664-B542-5B97-5258-373F2F439708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512520" y="1055160"/>
                <a:ext cx="939960" cy="18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686" name="Ink 685">
                <a:extLst>
                  <a:ext uri="{FF2B5EF4-FFF2-40B4-BE49-F238E27FC236}">
                    <a16:creationId xmlns:a16="http://schemas.microsoft.com/office/drawing/2014/main" id="{6078ED24-EE8A-A9F9-4CCD-EFCFF451DEE8}"/>
                  </a:ext>
                </a:extLst>
              </p14:cNvPr>
              <p14:cNvContentPartPr/>
              <p14:nvPr/>
            </p14:nvContentPartPr>
            <p14:xfrm>
              <a:off x="2208840" y="1215000"/>
              <a:ext cx="846360" cy="1305000"/>
            </p14:xfrm>
          </p:contentPart>
        </mc:Choice>
        <mc:Fallback>
          <p:pic>
            <p:nvPicPr>
              <p:cNvPr id="686" name="Ink 685">
                <a:extLst>
                  <a:ext uri="{FF2B5EF4-FFF2-40B4-BE49-F238E27FC236}">
                    <a16:creationId xmlns:a16="http://schemas.microsoft.com/office/drawing/2014/main" id="{6078ED24-EE8A-A9F9-4CCD-EFCFF451DEE8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2154840" y="1107000"/>
                <a:ext cx="954000" cy="15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687" name="Ink 686">
                <a:extLst>
                  <a:ext uri="{FF2B5EF4-FFF2-40B4-BE49-F238E27FC236}">
                    <a16:creationId xmlns:a16="http://schemas.microsoft.com/office/drawing/2014/main" id="{2F520253-2C88-DC35-37E1-3B3BDD6A6052}"/>
                  </a:ext>
                </a:extLst>
              </p14:cNvPr>
              <p14:cNvContentPartPr/>
              <p14:nvPr/>
            </p14:nvContentPartPr>
            <p14:xfrm>
              <a:off x="3009480" y="2473200"/>
              <a:ext cx="12600" cy="67320"/>
            </p14:xfrm>
          </p:contentPart>
        </mc:Choice>
        <mc:Fallback>
          <p:pic>
            <p:nvPicPr>
              <p:cNvPr id="687" name="Ink 686">
                <a:extLst>
                  <a:ext uri="{FF2B5EF4-FFF2-40B4-BE49-F238E27FC236}">
                    <a16:creationId xmlns:a16="http://schemas.microsoft.com/office/drawing/2014/main" id="{2F520253-2C88-DC35-37E1-3B3BDD6A6052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2955840" y="2365200"/>
                <a:ext cx="120240" cy="28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9" name="Group 708">
            <a:extLst>
              <a:ext uri="{FF2B5EF4-FFF2-40B4-BE49-F238E27FC236}">
                <a16:creationId xmlns:a16="http://schemas.microsoft.com/office/drawing/2014/main" id="{D333A37A-52AE-C8D0-AAB9-0ACAF93101D2}"/>
              </a:ext>
            </a:extLst>
          </p:cNvPr>
          <p:cNvGrpSpPr/>
          <p:nvPr/>
        </p:nvGrpSpPr>
        <p:grpSpPr>
          <a:xfrm>
            <a:off x="10211280" y="1095120"/>
            <a:ext cx="1776600" cy="564840"/>
            <a:chOff x="10211280" y="1095120"/>
            <a:chExt cx="1776600" cy="56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43425D26-ED9B-282B-883C-4DE31946DE8D}"/>
                    </a:ext>
                  </a:extLst>
                </p14:cNvPr>
                <p14:cNvContentPartPr/>
                <p14:nvPr/>
              </p14:nvContentPartPr>
              <p14:xfrm>
                <a:off x="10211280" y="1584360"/>
                <a:ext cx="442800" cy="47160"/>
              </p14:xfrm>
            </p:contentPart>
          </mc:Choice>
          <mc:Fallback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43425D26-ED9B-282B-883C-4DE31946DE8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193640" y="1566720"/>
                  <a:ext cx="478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FA82C71E-6600-811E-A5EB-62BB51365A07}"/>
                    </a:ext>
                  </a:extLst>
                </p14:cNvPr>
                <p14:cNvContentPartPr/>
                <p14:nvPr/>
              </p14:nvContentPartPr>
              <p14:xfrm>
                <a:off x="10645440" y="1477800"/>
                <a:ext cx="317160" cy="158400"/>
              </p14:xfrm>
            </p:contentPart>
          </mc:Choice>
          <mc:Fallback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FA82C71E-6600-811E-A5EB-62BB51365A0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627440" y="1459800"/>
                  <a:ext cx="3528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8875E58A-A4E6-01C5-934B-45F74EE8DD69}"/>
                    </a:ext>
                  </a:extLst>
                </p14:cNvPr>
                <p14:cNvContentPartPr/>
                <p14:nvPr/>
              </p14:nvContentPartPr>
              <p14:xfrm>
                <a:off x="11002560" y="1572840"/>
                <a:ext cx="193680" cy="23400"/>
              </p14:xfrm>
            </p:contentPart>
          </mc:Choice>
          <mc:Fallback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8875E58A-A4E6-01C5-934B-45F74EE8DD6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984920" y="1554840"/>
                  <a:ext cx="229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9FF8FDE3-E4F1-C444-EE66-EF30F544CFEA}"/>
                    </a:ext>
                  </a:extLst>
                </p14:cNvPr>
                <p14:cNvContentPartPr/>
                <p14:nvPr/>
              </p14:nvContentPartPr>
              <p14:xfrm>
                <a:off x="11320800" y="1454040"/>
                <a:ext cx="305280" cy="131040"/>
              </p14:xfrm>
            </p:contentPart>
          </mc:Choice>
          <mc:Fallback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9FF8FDE3-E4F1-C444-EE66-EF30F544CFE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302800" y="1436040"/>
                  <a:ext cx="3409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6B7BF6A7-93F2-A4BD-B07A-BAA4EEA9BE23}"/>
                    </a:ext>
                  </a:extLst>
                </p14:cNvPr>
                <p14:cNvContentPartPr/>
                <p14:nvPr/>
              </p14:nvContentPartPr>
              <p14:xfrm>
                <a:off x="11612040" y="1495080"/>
                <a:ext cx="375840" cy="73080"/>
              </p14:xfrm>
            </p:contentPart>
          </mc:Choice>
          <mc:Fallback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6B7BF6A7-93F2-A4BD-B07A-BAA4EEA9BE2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594400" y="1477080"/>
                  <a:ext cx="411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96CF928D-EE1C-B101-2551-729681ABAB90}"/>
                    </a:ext>
                  </a:extLst>
                </p14:cNvPr>
                <p14:cNvContentPartPr/>
                <p14:nvPr/>
              </p14:nvContentPartPr>
              <p14:xfrm>
                <a:off x="10294080" y="1581840"/>
                <a:ext cx="58680" cy="78120"/>
              </p14:xfrm>
            </p:contentPart>
          </mc:Choice>
          <mc:Fallback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96CF928D-EE1C-B101-2551-729681ABAB9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276440" y="1563840"/>
                  <a:ext cx="94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3A3A605F-1F32-B384-8502-3A58B111864B}"/>
                    </a:ext>
                  </a:extLst>
                </p14:cNvPr>
                <p14:cNvContentPartPr/>
                <p14:nvPr/>
              </p14:nvContentPartPr>
              <p14:xfrm>
                <a:off x="10582800" y="1215720"/>
                <a:ext cx="61920" cy="158400"/>
              </p14:xfrm>
            </p:contentPart>
          </mc:Choice>
          <mc:Fallback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3A3A605F-1F32-B384-8502-3A58B111864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564800" y="1198080"/>
                  <a:ext cx="97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C6E3B0B4-90B8-199B-A84C-F319B122619F}"/>
                    </a:ext>
                  </a:extLst>
                </p14:cNvPr>
                <p14:cNvContentPartPr/>
                <p14:nvPr/>
              </p14:nvContentPartPr>
              <p14:xfrm>
                <a:off x="10605840" y="1129320"/>
                <a:ext cx="157680" cy="188640"/>
              </p14:xfrm>
            </p:contentPart>
          </mc:Choice>
          <mc:Fallback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C6E3B0B4-90B8-199B-A84C-F319B122619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587840" y="1111320"/>
                  <a:ext cx="193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3037B9F6-987A-48F1-0309-AC22F6A726DA}"/>
                    </a:ext>
                  </a:extLst>
                </p14:cNvPr>
                <p14:cNvContentPartPr/>
                <p14:nvPr/>
              </p14:nvContentPartPr>
              <p14:xfrm>
                <a:off x="10906800" y="1213200"/>
                <a:ext cx="66600" cy="96840"/>
              </p14:xfrm>
            </p:contentPart>
          </mc:Choice>
          <mc:Fallback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3037B9F6-987A-48F1-0309-AC22F6A726D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888800" y="1195560"/>
                  <a:ext cx="1022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E60CD73B-D783-FED4-94A5-A99D08DED3DA}"/>
                    </a:ext>
                  </a:extLst>
                </p14:cNvPr>
                <p14:cNvContentPartPr/>
                <p14:nvPr/>
              </p14:nvContentPartPr>
              <p14:xfrm>
                <a:off x="11328720" y="1133640"/>
                <a:ext cx="74880" cy="210240"/>
              </p14:xfrm>
            </p:contentPart>
          </mc:Choice>
          <mc:Fallback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E60CD73B-D783-FED4-94A5-A99D08DED3D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311080" y="1115640"/>
                  <a:ext cx="1105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82259AEC-7501-E2CF-E3FB-4B978949F208}"/>
                    </a:ext>
                  </a:extLst>
                </p14:cNvPr>
                <p14:cNvContentPartPr/>
                <p14:nvPr/>
              </p14:nvContentPartPr>
              <p14:xfrm>
                <a:off x="11325480" y="1095120"/>
                <a:ext cx="162000" cy="196200"/>
              </p14:xfrm>
            </p:contentPart>
          </mc:Choice>
          <mc:Fallback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82259AEC-7501-E2CF-E3FB-4B978949F20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1307840" y="1077480"/>
                  <a:ext cx="197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6E657E09-C0CA-820F-5FB3-6B753ECE2451}"/>
                    </a:ext>
                  </a:extLst>
                </p14:cNvPr>
                <p14:cNvContentPartPr/>
                <p14:nvPr/>
              </p14:nvContentPartPr>
              <p14:xfrm>
                <a:off x="11539320" y="1215720"/>
                <a:ext cx="178200" cy="120240"/>
              </p14:xfrm>
            </p:contentPart>
          </mc:Choice>
          <mc:Fallback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6E657E09-C0CA-820F-5FB3-6B753ECE245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1521680" y="1198080"/>
                  <a:ext cx="2138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8" name="Group 707">
            <a:extLst>
              <a:ext uri="{FF2B5EF4-FFF2-40B4-BE49-F238E27FC236}">
                <a16:creationId xmlns:a16="http://schemas.microsoft.com/office/drawing/2014/main" id="{348579D0-AC4C-2D7A-6350-89435CED05B1}"/>
              </a:ext>
            </a:extLst>
          </p:cNvPr>
          <p:cNvGrpSpPr/>
          <p:nvPr/>
        </p:nvGrpSpPr>
        <p:grpSpPr>
          <a:xfrm>
            <a:off x="10685040" y="1826640"/>
            <a:ext cx="851400" cy="367920"/>
            <a:chOff x="10685040" y="1826640"/>
            <a:chExt cx="85140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3E3B9DBA-B93C-E8C2-7232-FB3E801A6D4E}"/>
                    </a:ext>
                  </a:extLst>
                </p14:cNvPr>
                <p14:cNvContentPartPr/>
                <p14:nvPr/>
              </p14:nvContentPartPr>
              <p14:xfrm>
                <a:off x="10708080" y="1922760"/>
                <a:ext cx="36360" cy="172440"/>
              </p14:xfrm>
            </p:contentPart>
          </mc:Choice>
          <mc:Fallback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3E3B9DBA-B93C-E8C2-7232-FB3E801A6D4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690080" y="1905120"/>
                  <a:ext cx="72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4E93AA7C-3433-C488-641E-3714518E6720}"/>
                    </a:ext>
                  </a:extLst>
                </p14:cNvPr>
                <p14:cNvContentPartPr/>
                <p14:nvPr/>
              </p14:nvContentPartPr>
              <p14:xfrm>
                <a:off x="10685040" y="1874520"/>
                <a:ext cx="188280" cy="155160"/>
              </p14:xfrm>
            </p:contentPart>
          </mc:Choice>
          <mc:Fallback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4E93AA7C-3433-C488-641E-3714518E672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667040" y="1856880"/>
                  <a:ext cx="223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DBDFF475-9555-8D8D-0FF0-BE4CFFEC3E8C}"/>
                    </a:ext>
                  </a:extLst>
                </p14:cNvPr>
                <p14:cNvContentPartPr/>
                <p14:nvPr/>
              </p14:nvContentPartPr>
              <p14:xfrm>
                <a:off x="10926960" y="1952640"/>
                <a:ext cx="117720" cy="29160"/>
              </p14:xfrm>
            </p:contentPart>
          </mc:Choice>
          <mc:Fallback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DBDFF475-9555-8D8D-0FF0-BE4CFFEC3E8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909320" y="1934640"/>
                  <a:ext cx="153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9266CED2-D3BF-56CA-212F-389CA1C34EA1}"/>
                    </a:ext>
                  </a:extLst>
                </p14:cNvPr>
                <p14:cNvContentPartPr/>
                <p14:nvPr/>
              </p14:nvContentPartPr>
              <p14:xfrm>
                <a:off x="10996800" y="1892880"/>
                <a:ext cx="23760" cy="137520"/>
              </p14:xfrm>
            </p:contentPart>
          </mc:Choice>
          <mc:Fallback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9266CED2-D3BF-56CA-212F-389CA1C34EA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978800" y="1875240"/>
                  <a:ext cx="59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D14C7B11-2E55-70CD-6837-4ED969F79856}"/>
                    </a:ext>
                  </a:extLst>
                </p14:cNvPr>
                <p14:cNvContentPartPr/>
                <p14:nvPr/>
              </p14:nvContentPartPr>
              <p14:xfrm>
                <a:off x="11249880" y="1873440"/>
                <a:ext cx="12960" cy="194040"/>
              </p14:xfrm>
            </p:contentPart>
          </mc:Choice>
          <mc:Fallback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D14C7B11-2E55-70CD-6837-4ED969F7985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1232240" y="1855800"/>
                  <a:ext cx="486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3B0A9A83-D406-A813-0CA3-F15F50452ACF}"/>
                    </a:ext>
                  </a:extLst>
                </p14:cNvPr>
                <p14:cNvContentPartPr/>
                <p14:nvPr/>
              </p14:nvContentPartPr>
              <p14:xfrm>
                <a:off x="11230440" y="1826640"/>
                <a:ext cx="153000" cy="169200"/>
              </p14:xfrm>
            </p:contentPart>
          </mc:Choice>
          <mc:Fallback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3B0A9A83-D406-A813-0CA3-F15F50452AC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212440" y="1808640"/>
                  <a:ext cx="188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745B175B-CE33-C6E1-78A5-4C4E957F448C}"/>
                    </a:ext>
                  </a:extLst>
                </p14:cNvPr>
                <p14:cNvContentPartPr/>
                <p14:nvPr/>
              </p14:nvContentPartPr>
              <p14:xfrm>
                <a:off x="11419440" y="1952640"/>
                <a:ext cx="117000" cy="109440"/>
              </p14:xfrm>
            </p:contentPart>
          </mc:Choice>
          <mc:Fallback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745B175B-CE33-C6E1-78A5-4C4E957F448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401440" y="1934640"/>
                  <a:ext cx="152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138F104E-3FC9-A2AA-7CEE-37571C8DF787}"/>
                    </a:ext>
                  </a:extLst>
                </p14:cNvPr>
                <p14:cNvContentPartPr/>
                <p14:nvPr/>
              </p14:nvContentPartPr>
              <p14:xfrm>
                <a:off x="10941000" y="2104200"/>
                <a:ext cx="25200" cy="90360"/>
              </p14:xfrm>
            </p:contentPart>
          </mc:Choice>
          <mc:Fallback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138F104E-3FC9-A2AA-7CEE-37571C8DF78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923000" y="2086200"/>
                  <a:ext cx="6084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1" name="Group 720">
            <a:extLst>
              <a:ext uri="{FF2B5EF4-FFF2-40B4-BE49-F238E27FC236}">
                <a16:creationId xmlns:a16="http://schemas.microsoft.com/office/drawing/2014/main" id="{A370BADB-0057-DE17-8D4A-CB4D47C70A11}"/>
              </a:ext>
            </a:extLst>
          </p:cNvPr>
          <p:cNvGrpSpPr/>
          <p:nvPr/>
        </p:nvGrpSpPr>
        <p:grpSpPr>
          <a:xfrm>
            <a:off x="10636800" y="2375280"/>
            <a:ext cx="1418760" cy="551520"/>
            <a:chOff x="10636800" y="2375280"/>
            <a:chExt cx="1418760" cy="55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0663E14B-C227-0CD8-9285-00870F8D9C16}"/>
                    </a:ext>
                  </a:extLst>
                </p14:cNvPr>
                <p14:cNvContentPartPr/>
                <p14:nvPr/>
              </p14:nvContentPartPr>
              <p14:xfrm>
                <a:off x="10636800" y="2521440"/>
                <a:ext cx="366480" cy="41760"/>
              </p14:xfrm>
            </p:contentPart>
          </mc:Choice>
          <mc:Fallback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0663E14B-C227-0CD8-9285-00870F8D9C1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619160" y="2503440"/>
                  <a:ext cx="402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6D7A78CD-B6EE-A6B0-BB99-26E4CE5A3A65}"/>
                    </a:ext>
                  </a:extLst>
                </p14:cNvPr>
                <p14:cNvContentPartPr/>
                <p14:nvPr/>
              </p14:nvContentPartPr>
              <p14:xfrm>
                <a:off x="11052240" y="2375280"/>
                <a:ext cx="361080" cy="140760"/>
              </p14:xfrm>
            </p:contentPart>
          </mc:Choice>
          <mc:Fallback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6D7A78CD-B6EE-A6B0-BB99-26E4CE5A3A6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034240" y="2357640"/>
                  <a:ext cx="396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BE740A55-C639-DB63-874B-4BE3FE7E9545}"/>
                    </a:ext>
                  </a:extLst>
                </p14:cNvPr>
                <p14:cNvContentPartPr/>
                <p14:nvPr/>
              </p14:nvContentPartPr>
              <p14:xfrm>
                <a:off x="11414400" y="2375640"/>
                <a:ext cx="304200" cy="67320"/>
              </p14:xfrm>
            </p:contentPart>
          </mc:Choice>
          <mc:Fallback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BE740A55-C639-DB63-874B-4BE3FE7E954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396760" y="2358000"/>
                  <a:ext cx="339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44366EB8-C991-0B5A-F016-DF0A3A63CD99}"/>
                    </a:ext>
                  </a:extLst>
                </p14:cNvPr>
                <p14:cNvContentPartPr/>
                <p14:nvPr/>
              </p14:nvContentPartPr>
              <p14:xfrm>
                <a:off x="10840920" y="2579040"/>
                <a:ext cx="141120" cy="307800"/>
              </p14:xfrm>
            </p:contentPart>
          </mc:Choice>
          <mc:Fallback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44366EB8-C991-0B5A-F016-DF0A3A63CD99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822920" y="2561400"/>
                  <a:ext cx="1767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424CAD21-4C91-D212-C37E-F4FAAF644EE3}"/>
                    </a:ext>
                  </a:extLst>
                </p14:cNvPr>
                <p14:cNvContentPartPr/>
                <p14:nvPr/>
              </p14:nvContentPartPr>
              <p14:xfrm>
                <a:off x="11015880" y="2849760"/>
                <a:ext cx="338760" cy="77040"/>
              </p14:xfrm>
            </p:contentPart>
          </mc:Choice>
          <mc:Fallback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424CAD21-4C91-D212-C37E-F4FAAF644EE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998240" y="2831760"/>
                  <a:ext cx="374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F4718C3D-FB94-C8C1-9120-7875384D7470}"/>
                    </a:ext>
                  </a:extLst>
                </p14:cNvPr>
                <p14:cNvContentPartPr/>
                <p14:nvPr/>
              </p14:nvContentPartPr>
              <p14:xfrm>
                <a:off x="11371200" y="2710440"/>
                <a:ext cx="270360" cy="137880"/>
              </p14:xfrm>
            </p:contentPart>
          </mc:Choice>
          <mc:Fallback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F4718C3D-FB94-C8C1-9120-7875384D747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353200" y="2692800"/>
                  <a:ext cx="306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138A0273-805F-3A8E-89D1-40ADE52A44C3}"/>
                    </a:ext>
                  </a:extLst>
                </p14:cNvPr>
                <p14:cNvContentPartPr/>
                <p14:nvPr/>
              </p14:nvContentPartPr>
              <p14:xfrm>
                <a:off x="11677560" y="2724840"/>
                <a:ext cx="133560" cy="28800"/>
              </p14:xfrm>
            </p:contentPart>
          </mc:Choice>
          <mc:Fallback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138A0273-805F-3A8E-89D1-40ADE52A44C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659920" y="2707200"/>
                  <a:ext cx="169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599C4118-FEDB-B7F2-95D1-A21E777EE838}"/>
                    </a:ext>
                  </a:extLst>
                </p14:cNvPr>
                <p14:cNvContentPartPr/>
                <p14:nvPr/>
              </p14:nvContentPartPr>
              <p14:xfrm>
                <a:off x="11801760" y="2405520"/>
                <a:ext cx="50040" cy="345240"/>
              </p14:xfrm>
            </p:contentPart>
          </mc:Choice>
          <mc:Fallback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599C4118-FEDB-B7F2-95D1-A21E777EE83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784120" y="2387520"/>
                  <a:ext cx="856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AABAB86E-F004-A1FD-8D7D-73CDC3D11FA0}"/>
                    </a:ext>
                  </a:extLst>
                </p14:cNvPr>
                <p14:cNvContentPartPr/>
                <p14:nvPr/>
              </p14:nvContentPartPr>
              <p14:xfrm>
                <a:off x="11843160" y="2496600"/>
                <a:ext cx="201600" cy="51840"/>
              </p14:xfrm>
            </p:contentPart>
          </mc:Choice>
          <mc:Fallback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AABAB86E-F004-A1FD-8D7D-73CDC3D11FA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1825160" y="2478960"/>
                  <a:ext cx="237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C736BFA7-26F2-260A-739A-D0CC050A54B0}"/>
                    </a:ext>
                  </a:extLst>
                </p14:cNvPr>
                <p14:cNvContentPartPr/>
                <p14:nvPr/>
              </p14:nvContentPartPr>
              <p14:xfrm>
                <a:off x="12028920" y="2484000"/>
                <a:ext cx="26640" cy="22320"/>
              </p14:xfrm>
            </p:contentPart>
          </mc:Choice>
          <mc:Fallback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C736BFA7-26F2-260A-739A-D0CC050A54B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2010920" y="2466000"/>
                  <a:ext cx="62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F5814037-FEDC-464A-47BB-9318879072AC}"/>
                    </a:ext>
                  </a:extLst>
                </p14:cNvPr>
                <p14:cNvContentPartPr/>
                <p14:nvPr/>
              </p14:nvContentPartPr>
              <p14:xfrm>
                <a:off x="10863240" y="2743200"/>
                <a:ext cx="65160" cy="36000"/>
              </p14:xfrm>
            </p:contentPart>
          </mc:Choice>
          <mc:Fallback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F5814037-FEDC-464A-47BB-9318879072A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845600" y="2725200"/>
                  <a:ext cx="10080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2" name="Group 741">
            <a:extLst>
              <a:ext uri="{FF2B5EF4-FFF2-40B4-BE49-F238E27FC236}">
                <a16:creationId xmlns:a16="http://schemas.microsoft.com/office/drawing/2014/main" id="{EE6D7A68-48C0-52AA-1CD6-BABADDF8FE5D}"/>
              </a:ext>
            </a:extLst>
          </p:cNvPr>
          <p:cNvGrpSpPr/>
          <p:nvPr/>
        </p:nvGrpSpPr>
        <p:grpSpPr>
          <a:xfrm>
            <a:off x="10528800" y="3514320"/>
            <a:ext cx="1685520" cy="835560"/>
            <a:chOff x="10528800" y="3514320"/>
            <a:chExt cx="1685520" cy="83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51E3FFB3-E020-DD9E-0AEB-CFAD479C9164}"/>
                    </a:ext>
                  </a:extLst>
                </p14:cNvPr>
                <p14:cNvContentPartPr/>
                <p14:nvPr/>
              </p14:nvContentPartPr>
              <p14:xfrm>
                <a:off x="10597560" y="3708720"/>
                <a:ext cx="90360" cy="224640"/>
              </p14:xfrm>
            </p:contentPart>
          </mc:Choice>
          <mc:Fallback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51E3FFB3-E020-DD9E-0AEB-CFAD479C9164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579920" y="3690720"/>
                  <a:ext cx="1260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DB885780-DC75-5CF1-77D2-B56C0B13A677}"/>
                    </a:ext>
                  </a:extLst>
                </p14:cNvPr>
                <p14:cNvContentPartPr/>
                <p14:nvPr/>
              </p14:nvContentPartPr>
              <p14:xfrm>
                <a:off x="10528800" y="3897360"/>
                <a:ext cx="383760" cy="125640"/>
              </p14:xfrm>
            </p:contentPart>
          </mc:Choice>
          <mc:Fallback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DB885780-DC75-5CF1-77D2-B56C0B13A677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510800" y="3879720"/>
                  <a:ext cx="4194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D0C6562E-B405-AE0B-A114-A0629C7E6FAE}"/>
                    </a:ext>
                  </a:extLst>
                </p14:cNvPr>
                <p14:cNvContentPartPr/>
                <p14:nvPr/>
              </p14:nvContentPartPr>
              <p14:xfrm>
                <a:off x="10693320" y="4128480"/>
                <a:ext cx="69480" cy="221400"/>
              </p14:xfrm>
            </p:contentPart>
          </mc:Choice>
          <mc:Fallback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D0C6562E-B405-AE0B-A114-A0629C7E6FA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675320" y="4110840"/>
                  <a:ext cx="105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359366BF-1271-43CC-6C81-35D7F282198D}"/>
                    </a:ext>
                  </a:extLst>
                </p14:cNvPr>
                <p14:cNvContentPartPr/>
                <p14:nvPr/>
              </p14:nvContentPartPr>
              <p14:xfrm>
                <a:off x="10673880" y="4066920"/>
                <a:ext cx="164160" cy="144720"/>
              </p14:xfrm>
            </p:contentPart>
          </mc:Choice>
          <mc:Fallback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359366BF-1271-43CC-6C81-35D7F282198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655880" y="4049280"/>
                  <a:ext cx="199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456E46CA-E13C-B240-65D7-C709604EF413}"/>
                    </a:ext>
                  </a:extLst>
                </p14:cNvPr>
                <p14:cNvContentPartPr/>
                <p14:nvPr/>
              </p14:nvContentPartPr>
              <p14:xfrm>
                <a:off x="10917960" y="4122000"/>
                <a:ext cx="87120" cy="93600"/>
              </p14:xfrm>
            </p:contentPart>
          </mc:Choice>
          <mc:Fallback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456E46CA-E13C-B240-65D7-C709604EF413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900320" y="4104360"/>
                  <a:ext cx="122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624509FC-0EAE-4B24-5F39-C00A68E8EEB8}"/>
                    </a:ext>
                  </a:extLst>
                </p14:cNvPr>
                <p14:cNvContentPartPr/>
                <p14:nvPr/>
              </p14:nvContentPartPr>
              <p14:xfrm>
                <a:off x="11092200" y="4112640"/>
                <a:ext cx="151560" cy="110880"/>
              </p14:xfrm>
            </p:contentPart>
          </mc:Choice>
          <mc:Fallback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624509FC-0EAE-4B24-5F39-C00A68E8EEB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1074200" y="4095000"/>
                  <a:ext cx="1872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2EF627A6-F35C-82EE-83F3-BD6BF26DB622}"/>
                    </a:ext>
                  </a:extLst>
                </p14:cNvPr>
                <p14:cNvContentPartPr/>
                <p14:nvPr/>
              </p14:nvContentPartPr>
              <p14:xfrm>
                <a:off x="11201280" y="3809880"/>
                <a:ext cx="64800" cy="72000"/>
              </p14:xfrm>
            </p:contentPart>
          </mc:Choice>
          <mc:Fallback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2EF627A6-F35C-82EE-83F3-BD6BF26DB622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183280" y="3791880"/>
                  <a:ext cx="100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F6414EAD-FCC2-E421-E63E-636791BAF2B7}"/>
                    </a:ext>
                  </a:extLst>
                </p14:cNvPr>
                <p14:cNvContentPartPr/>
                <p14:nvPr/>
              </p14:nvContentPartPr>
              <p14:xfrm>
                <a:off x="11240520" y="3872880"/>
                <a:ext cx="64080" cy="41040"/>
              </p14:xfrm>
            </p:contentPart>
          </mc:Choice>
          <mc:Fallback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F6414EAD-FCC2-E421-E63E-636791BAF2B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222520" y="3854880"/>
                  <a:ext cx="99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D7CC9F8A-8B50-34D7-96CA-468905E946DC}"/>
                    </a:ext>
                  </a:extLst>
                </p14:cNvPr>
                <p14:cNvContentPartPr/>
                <p14:nvPr/>
              </p14:nvContentPartPr>
              <p14:xfrm>
                <a:off x="11364720" y="3570840"/>
                <a:ext cx="88560" cy="195840"/>
              </p14:xfrm>
            </p:contentPart>
          </mc:Choice>
          <mc:Fallback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D7CC9F8A-8B50-34D7-96CA-468905E946D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347080" y="3553200"/>
                  <a:ext cx="124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4E1DF43E-C46C-14DC-60AF-509605680E76}"/>
                    </a:ext>
                  </a:extLst>
                </p14:cNvPr>
                <p14:cNvContentPartPr/>
                <p14:nvPr/>
              </p14:nvContentPartPr>
              <p14:xfrm>
                <a:off x="11356440" y="3753720"/>
                <a:ext cx="225720" cy="100800"/>
              </p14:xfrm>
            </p:contentPart>
          </mc:Choice>
          <mc:Fallback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4E1DF43E-C46C-14DC-60AF-509605680E7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338800" y="3736080"/>
                  <a:ext cx="261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2B1AD4EF-43BE-68A2-1CD2-319A2D79C5B4}"/>
                    </a:ext>
                  </a:extLst>
                </p14:cNvPr>
                <p14:cNvContentPartPr/>
                <p14:nvPr/>
              </p14:nvContentPartPr>
              <p14:xfrm>
                <a:off x="11491080" y="3947760"/>
                <a:ext cx="91800" cy="154800"/>
              </p14:xfrm>
            </p:contentPart>
          </mc:Choice>
          <mc:Fallback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2B1AD4EF-43BE-68A2-1CD2-319A2D79C5B4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473440" y="3930120"/>
                  <a:ext cx="1274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E07926D3-BAD1-9A88-33B8-DA7D3AE61B00}"/>
                    </a:ext>
                  </a:extLst>
                </p14:cNvPr>
                <p14:cNvContentPartPr/>
                <p14:nvPr/>
              </p14:nvContentPartPr>
              <p14:xfrm>
                <a:off x="11499720" y="3889440"/>
                <a:ext cx="148680" cy="109440"/>
              </p14:xfrm>
            </p:contentPart>
          </mc:Choice>
          <mc:Fallback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E07926D3-BAD1-9A88-33B8-DA7D3AE61B00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482080" y="3871800"/>
                  <a:ext cx="184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89DB21CB-4432-2BEF-44DD-2E1C2955D0D5}"/>
                    </a:ext>
                  </a:extLst>
                </p14:cNvPr>
                <p14:cNvContentPartPr/>
                <p14:nvPr/>
              </p14:nvContentPartPr>
              <p14:xfrm>
                <a:off x="11736960" y="3942360"/>
                <a:ext cx="42120" cy="77040"/>
              </p14:xfrm>
            </p:contentPart>
          </mc:Choice>
          <mc:Fallback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89DB21CB-4432-2BEF-44DD-2E1C2955D0D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719320" y="3924720"/>
                  <a:ext cx="77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F884F6EC-1718-7E48-787F-4BF2162800D9}"/>
                    </a:ext>
                  </a:extLst>
                </p14:cNvPr>
                <p14:cNvContentPartPr/>
                <p14:nvPr/>
              </p14:nvContentPartPr>
              <p14:xfrm>
                <a:off x="11755680" y="3710880"/>
                <a:ext cx="149040" cy="58680"/>
              </p14:xfrm>
            </p:contentPart>
          </mc:Choice>
          <mc:Fallback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F884F6EC-1718-7E48-787F-4BF2162800D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738040" y="3693240"/>
                  <a:ext cx="184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F5C78985-80C0-E578-9589-BF91D6B40AED}"/>
                    </a:ext>
                  </a:extLst>
                </p14:cNvPr>
                <p14:cNvContentPartPr/>
                <p14:nvPr/>
              </p14:nvContentPartPr>
              <p14:xfrm>
                <a:off x="11873040" y="3657600"/>
                <a:ext cx="31320" cy="123120"/>
              </p14:xfrm>
            </p:contentPart>
          </mc:Choice>
          <mc:Fallback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F5C78985-80C0-E578-9589-BF91D6B40AE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855400" y="3639960"/>
                  <a:ext cx="66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95D624B0-413F-FCC5-B99F-CF311CE1278F}"/>
                    </a:ext>
                  </a:extLst>
                </p14:cNvPr>
                <p14:cNvContentPartPr/>
                <p14:nvPr/>
              </p14:nvContentPartPr>
              <p14:xfrm>
                <a:off x="11953320" y="3514320"/>
                <a:ext cx="38520" cy="104400"/>
              </p14:xfrm>
            </p:contentPart>
          </mc:Choice>
          <mc:Fallback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95D624B0-413F-FCC5-B99F-CF311CE1278F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935680" y="3496320"/>
                  <a:ext cx="74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D5A9338B-AF8A-6DE7-6345-468E72D534E6}"/>
                    </a:ext>
                  </a:extLst>
                </p14:cNvPr>
                <p14:cNvContentPartPr/>
                <p14:nvPr/>
              </p14:nvContentPartPr>
              <p14:xfrm>
                <a:off x="12001560" y="3708720"/>
                <a:ext cx="146160" cy="61200"/>
              </p14:xfrm>
            </p:contentPart>
          </mc:Choice>
          <mc:Fallback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D5A9338B-AF8A-6DE7-6345-468E72D534E6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1983920" y="3690720"/>
                  <a:ext cx="181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549913D0-5580-9E41-F397-3655A58EA6CE}"/>
                    </a:ext>
                  </a:extLst>
                </p14:cNvPr>
                <p14:cNvContentPartPr/>
                <p14:nvPr/>
              </p14:nvContentPartPr>
              <p14:xfrm>
                <a:off x="12045120" y="3807360"/>
                <a:ext cx="50760" cy="203400"/>
              </p14:xfrm>
            </p:contentPart>
          </mc:Choice>
          <mc:Fallback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549913D0-5580-9E41-F397-3655A58EA6CE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2027480" y="3789720"/>
                  <a:ext cx="86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7DC4E0E7-EE3D-C5F6-2949-0D6224C64AC4}"/>
                    </a:ext>
                  </a:extLst>
                </p14:cNvPr>
                <p14:cNvContentPartPr/>
                <p14:nvPr/>
              </p14:nvContentPartPr>
              <p14:xfrm>
                <a:off x="12033600" y="3814920"/>
                <a:ext cx="102240" cy="91080"/>
              </p14:xfrm>
            </p:contentPart>
          </mc:Choice>
          <mc:Fallback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7DC4E0E7-EE3D-C5F6-2949-0D6224C64AC4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2015960" y="3796920"/>
                  <a:ext cx="137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7DCC981A-F602-B0A3-A6B9-27A96D86995D}"/>
                    </a:ext>
                  </a:extLst>
                </p14:cNvPr>
                <p14:cNvContentPartPr/>
                <p14:nvPr/>
              </p14:nvContentPartPr>
              <p14:xfrm>
                <a:off x="12159600" y="3887280"/>
                <a:ext cx="54720" cy="40680"/>
              </p14:xfrm>
            </p:contentPart>
          </mc:Choice>
          <mc:Fallback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7DCC981A-F602-B0A3-A6B9-27A96D86995D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2141960" y="3869280"/>
                  <a:ext cx="90360" cy="7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7376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3D4A-AB69-1EDB-8B60-1D8129DB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5F8D-CD1F-E18B-E839-8C7C2650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884FD-387A-C2B2-796A-F2745739E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B3F3490-2199-2EB6-64F0-5FB8CB5C86B9}"/>
                  </a:ext>
                </a:extLst>
              </p14:cNvPr>
              <p14:cNvContentPartPr/>
              <p14:nvPr/>
            </p14:nvContentPartPr>
            <p14:xfrm>
              <a:off x="4987565" y="1163441"/>
              <a:ext cx="389160" cy="70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B3F3490-2199-2EB6-64F0-5FB8CB5C86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9565" y="1145441"/>
                <a:ext cx="4248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9E117DF-D9CA-CB36-3903-8148B6E4A7F9}"/>
                  </a:ext>
                </a:extLst>
              </p14:cNvPr>
              <p14:cNvContentPartPr/>
              <p14:nvPr/>
            </p14:nvContentPartPr>
            <p14:xfrm>
              <a:off x="2752325" y="1002521"/>
              <a:ext cx="38520" cy="953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9E117DF-D9CA-CB36-3903-8148B6E4A7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4325" y="984521"/>
                <a:ext cx="74160" cy="9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0A47007-EAD3-9FBF-D74F-0D851510F929}"/>
                  </a:ext>
                </a:extLst>
              </p14:cNvPr>
              <p14:cNvContentPartPr/>
              <p14:nvPr/>
            </p14:nvContentPartPr>
            <p14:xfrm>
              <a:off x="2621285" y="1929881"/>
              <a:ext cx="197640" cy="37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0A47007-EAD3-9FBF-D74F-0D851510F9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03285" y="1911881"/>
                <a:ext cx="233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31867B4-CF00-0D77-A7E6-14078085C260}"/>
                  </a:ext>
                </a:extLst>
              </p14:cNvPr>
              <p14:cNvContentPartPr/>
              <p14:nvPr/>
            </p14:nvContentPartPr>
            <p14:xfrm>
              <a:off x="2382965" y="2098721"/>
              <a:ext cx="820440" cy="51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31867B4-CF00-0D77-A7E6-14078085C2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64957" y="2080595"/>
                <a:ext cx="856096" cy="87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F71BE39-5736-B59D-21BC-504D2FE481E5}"/>
                  </a:ext>
                </a:extLst>
              </p14:cNvPr>
              <p14:cNvContentPartPr/>
              <p14:nvPr/>
            </p14:nvContentPartPr>
            <p14:xfrm>
              <a:off x="2798405" y="2166401"/>
              <a:ext cx="39240" cy="992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F71BE39-5736-B59D-21BC-504D2FE481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80405" y="2148401"/>
                <a:ext cx="74880" cy="10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F40BCE9-D399-C3FD-CCF9-269F9130BFB8}"/>
                  </a:ext>
                </a:extLst>
              </p14:cNvPr>
              <p14:cNvContentPartPr/>
              <p14:nvPr/>
            </p14:nvContentPartPr>
            <p14:xfrm>
              <a:off x="2760605" y="1053641"/>
              <a:ext cx="1138680" cy="108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F40BCE9-D399-C3FD-CCF9-269F9130BF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42605" y="1035581"/>
                <a:ext cx="1174320" cy="144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6EE8AEF-74B6-FF9B-25F1-9DB638EFE902}"/>
                  </a:ext>
                </a:extLst>
              </p14:cNvPr>
              <p14:cNvContentPartPr/>
              <p14:nvPr/>
            </p14:nvContentPartPr>
            <p14:xfrm>
              <a:off x="3904685" y="1056521"/>
              <a:ext cx="405000" cy="167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6EE8AEF-74B6-FF9B-25F1-9DB638EFE9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86685" y="1038560"/>
                <a:ext cx="440640" cy="202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A3C68FD-A16B-4134-D5E6-519028E89794}"/>
                  </a:ext>
                </a:extLst>
              </p14:cNvPr>
              <p14:cNvContentPartPr/>
              <p14:nvPr/>
            </p14:nvContentPartPr>
            <p14:xfrm>
              <a:off x="4287725" y="1168481"/>
              <a:ext cx="695160" cy="694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A3C68FD-A16B-4134-D5E6-519028E897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69725" y="1150481"/>
                <a:ext cx="7308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348C950-E984-8DCD-89C6-9BDE67B9B5BC}"/>
                  </a:ext>
                </a:extLst>
              </p14:cNvPr>
              <p14:cNvContentPartPr/>
              <p14:nvPr/>
            </p14:nvContentPartPr>
            <p14:xfrm>
              <a:off x="4278005" y="584201"/>
              <a:ext cx="212400" cy="2592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348C950-E984-8DCD-89C6-9BDE67B9B5B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60005" y="566201"/>
                <a:ext cx="2480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E8E9CFC-F1F1-10DC-3BC9-DAF7C05F550A}"/>
                  </a:ext>
                </a:extLst>
              </p14:cNvPr>
              <p14:cNvContentPartPr/>
              <p14:nvPr/>
            </p14:nvContentPartPr>
            <p14:xfrm>
              <a:off x="5350445" y="1142201"/>
              <a:ext cx="207720" cy="50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E8E9CFC-F1F1-10DC-3BC9-DAF7C05F55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32445" y="1124201"/>
                <a:ext cx="243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3D60D6D-9896-A34C-E8FC-93312F69197C}"/>
                  </a:ext>
                </a:extLst>
              </p14:cNvPr>
              <p14:cNvContentPartPr/>
              <p14:nvPr/>
            </p14:nvContentPartPr>
            <p14:xfrm>
              <a:off x="5502005" y="1163441"/>
              <a:ext cx="44280" cy="792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3D60D6D-9896-A34C-E8FC-93312F69197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84150" y="1145441"/>
                <a:ext cx="79633" cy="82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4B06933-2F0B-2337-2B9D-1957AB46C416}"/>
                  </a:ext>
                </a:extLst>
              </p14:cNvPr>
              <p14:cNvContentPartPr/>
              <p14:nvPr/>
            </p14:nvContentPartPr>
            <p14:xfrm>
              <a:off x="5402285" y="1987121"/>
              <a:ext cx="166320" cy="494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4B06933-2F0B-2337-2B9D-1957AB46C41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84285" y="1969108"/>
                <a:ext cx="201960" cy="530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3CBE292-E9BE-EBC5-5AA6-9283CEBA8542}"/>
                  </a:ext>
                </a:extLst>
              </p14:cNvPr>
              <p14:cNvContentPartPr/>
              <p14:nvPr/>
            </p14:nvContentPartPr>
            <p14:xfrm>
              <a:off x="5508845" y="2431721"/>
              <a:ext cx="29160" cy="7164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3CBE292-E9BE-EBC5-5AA6-9283CEBA854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90845" y="2413721"/>
                <a:ext cx="64800" cy="7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35DE1E2-81A7-E9B7-7EAC-587ED59EE720}"/>
                  </a:ext>
                </a:extLst>
              </p14:cNvPr>
              <p14:cNvContentPartPr/>
              <p14:nvPr/>
            </p14:nvContentPartPr>
            <p14:xfrm>
              <a:off x="2798405" y="3068201"/>
              <a:ext cx="2719080" cy="148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35DE1E2-81A7-E9B7-7EAC-587ED59EE72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80403" y="3050201"/>
                <a:ext cx="2754725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BAE6DB2-BFD0-6DBD-9111-E9A0750062E2}"/>
                  </a:ext>
                </a:extLst>
              </p14:cNvPr>
              <p14:cNvContentPartPr/>
              <p14:nvPr/>
            </p14:nvContentPartPr>
            <p14:xfrm>
              <a:off x="5580485" y="1069841"/>
              <a:ext cx="2170440" cy="88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BAE6DB2-BFD0-6DBD-9111-E9A0750062E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62485" y="1051841"/>
                <a:ext cx="22060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F4AA887-59EE-110F-EE65-512B752A3A3F}"/>
                  </a:ext>
                </a:extLst>
              </p14:cNvPr>
              <p14:cNvContentPartPr/>
              <p14:nvPr/>
            </p14:nvContentPartPr>
            <p14:xfrm>
              <a:off x="7098245" y="1094681"/>
              <a:ext cx="82800" cy="758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F4AA887-59EE-110F-EE65-512B752A3A3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80245" y="1076681"/>
                <a:ext cx="118440" cy="7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C0CEE7D-3CED-AFC8-62F8-4A44D9BF3C8E}"/>
                  </a:ext>
                </a:extLst>
              </p14:cNvPr>
              <p14:cNvContentPartPr/>
              <p14:nvPr/>
            </p14:nvContentPartPr>
            <p14:xfrm>
              <a:off x="7101125" y="1903601"/>
              <a:ext cx="290880" cy="451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C0CEE7D-3CED-AFC8-62F8-4A44D9BF3C8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83125" y="1885601"/>
                <a:ext cx="32652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5713A0B-4628-99B1-9158-39E4034C111F}"/>
                  </a:ext>
                </a:extLst>
              </p14:cNvPr>
              <p14:cNvContentPartPr/>
              <p14:nvPr/>
            </p14:nvContentPartPr>
            <p14:xfrm>
              <a:off x="5478245" y="2344961"/>
              <a:ext cx="1996200" cy="810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5713A0B-4628-99B1-9158-39E4034C111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60245" y="2326961"/>
                <a:ext cx="2031840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F535047-2A19-6897-6B00-590372207749}"/>
                  </a:ext>
                </a:extLst>
              </p14:cNvPr>
              <p14:cNvContentPartPr/>
              <p14:nvPr/>
            </p14:nvContentPartPr>
            <p14:xfrm>
              <a:off x="7737245" y="1003601"/>
              <a:ext cx="1077840" cy="1216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F535047-2A19-6897-6B00-59037220774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19245" y="985601"/>
                <a:ext cx="1113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30AE6D5-F2DC-BF9C-93E4-588725AB3499}"/>
                  </a:ext>
                </a:extLst>
              </p14:cNvPr>
              <p14:cNvContentPartPr/>
              <p14:nvPr/>
            </p14:nvContentPartPr>
            <p14:xfrm>
              <a:off x="8737685" y="1053641"/>
              <a:ext cx="81720" cy="6530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30AE6D5-F2DC-BF9C-93E4-588725AB349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19605" y="1035641"/>
                <a:ext cx="117518" cy="68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9C903A2-D487-44C0-D6D6-6D1F6BD3E4D9}"/>
                  </a:ext>
                </a:extLst>
              </p14:cNvPr>
              <p14:cNvContentPartPr/>
              <p14:nvPr/>
            </p14:nvContentPartPr>
            <p14:xfrm>
              <a:off x="8520605" y="1638641"/>
              <a:ext cx="543240" cy="520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9C903A2-D487-44C0-D6D6-6D1F6BD3E4D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02605" y="1620641"/>
                <a:ext cx="57888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1FB460B-89AB-1A70-E2CF-ABCCB530BD9C}"/>
                  </a:ext>
                </a:extLst>
              </p14:cNvPr>
              <p14:cNvContentPartPr/>
              <p14:nvPr/>
            </p14:nvContentPartPr>
            <p14:xfrm>
              <a:off x="8764325" y="1791281"/>
              <a:ext cx="41400" cy="2854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1FB460B-89AB-1A70-E2CF-ABCCB530BD9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46325" y="1773304"/>
                <a:ext cx="77040" cy="321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339AFA4-3428-EAE1-5EFB-AAF451912C6B}"/>
                  </a:ext>
                </a:extLst>
              </p14:cNvPr>
              <p14:cNvContentPartPr/>
              <p14:nvPr/>
            </p14:nvContentPartPr>
            <p14:xfrm>
              <a:off x="8704925" y="1792361"/>
              <a:ext cx="150120" cy="117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339AFA4-3428-EAE1-5EFB-AAF451912C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686925" y="1774361"/>
                <a:ext cx="1857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BD4831F-CBE2-370C-EA0D-C2402576DFCB}"/>
                  </a:ext>
                </a:extLst>
              </p14:cNvPr>
              <p14:cNvContentPartPr/>
              <p14:nvPr/>
            </p14:nvContentPartPr>
            <p14:xfrm>
              <a:off x="7501805" y="2141201"/>
              <a:ext cx="1337760" cy="998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BD4831F-CBE2-370C-EA0D-C2402576DFC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83805" y="2123195"/>
                <a:ext cx="1373400" cy="1033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FF37664-B87F-2101-0C4D-ABC616F18AF6}"/>
                  </a:ext>
                </a:extLst>
              </p14:cNvPr>
              <p14:cNvContentPartPr/>
              <p14:nvPr/>
            </p14:nvContentPartPr>
            <p14:xfrm>
              <a:off x="7471925" y="1843841"/>
              <a:ext cx="170640" cy="2710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FF37664-B87F-2101-0C4D-ABC616F18AF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53925" y="1825841"/>
                <a:ext cx="206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FEC6BD3-EB50-3298-15EB-8FA3C1787FA9}"/>
                  </a:ext>
                </a:extLst>
              </p14:cNvPr>
              <p14:cNvContentPartPr/>
              <p14:nvPr/>
            </p14:nvContentPartPr>
            <p14:xfrm>
              <a:off x="4830245" y="2164601"/>
              <a:ext cx="210600" cy="2286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FEC6BD3-EB50-3298-15EB-8FA3C1787FA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812245" y="2146601"/>
                <a:ext cx="246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AE958CD-738C-6707-0F80-8DFD9F06BE9A}"/>
                  </a:ext>
                </a:extLst>
              </p14:cNvPr>
              <p14:cNvContentPartPr/>
              <p14:nvPr/>
            </p14:nvContentPartPr>
            <p14:xfrm>
              <a:off x="5773085" y="2164961"/>
              <a:ext cx="147240" cy="177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AE958CD-738C-6707-0F80-8DFD9F06BE9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755041" y="2146961"/>
                <a:ext cx="182967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228B92B-F81D-3250-DF70-D33480D11957}"/>
                  </a:ext>
                </a:extLst>
              </p14:cNvPr>
              <p14:cNvContentPartPr/>
              <p14:nvPr/>
            </p14:nvContentPartPr>
            <p14:xfrm>
              <a:off x="6062885" y="2286641"/>
              <a:ext cx="100080" cy="1134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228B92B-F81D-3250-DF70-D33480D1195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44885" y="2268641"/>
                <a:ext cx="1357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B6BC972-F2BB-35BC-C4D1-CAB0A48E202E}"/>
                  </a:ext>
                </a:extLst>
              </p14:cNvPr>
              <p14:cNvContentPartPr/>
              <p14:nvPr/>
            </p14:nvContentPartPr>
            <p14:xfrm>
              <a:off x="6218765" y="2157041"/>
              <a:ext cx="57600" cy="468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B6BC972-F2BB-35BC-C4D1-CAB0A48E202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200765" y="2139178"/>
                <a:ext cx="93240" cy="82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E7FF1E2-446D-C5E5-F2D3-4D7F17BE065B}"/>
                  </a:ext>
                </a:extLst>
              </p14:cNvPr>
              <p14:cNvContentPartPr/>
              <p14:nvPr/>
            </p14:nvContentPartPr>
            <p14:xfrm>
              <a:off x="6271685" y="2232281"/>
              <a:ext cx="43920" cy="280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E7FF1E2-446D-C5E5-F2D3-4D7F17BE065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53685" y="2214281"/>
                <a:ext cx="795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E581DEF-88B7-E9D5-85FE-238C1E0BAF2E}"/>
                  </a:ext>
                </a:extLst>
              </p14:cNvPr>
              <p14:cNvContentPartPr/>
              <p14:nvPr/>
            </p14:nvContentPartPr>
            <p14:xfrm>
              <a:off x="6391205" y="2050481"/>
              <a:ext cx="107280" cy="190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E581DEF-88B7-E9D5-85FE-238C1E0BAF2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73205" y="2032481"/>
                <a:ext cx="1429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256F6E7-4263-A1C0-C62D-C7E4B9A386D4}"/>
                  </a:ext>
                </a:extLst>
              </p14:cNvPr>
              <p14:cNvContentPartPr/>
              <p14:nvPr/>
            </p14:nvContentPartPr>
            <p14:xfrm>
              <a:off x="6586685" y="2375921"/>
              <a:ext cx="20520" cy="356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256F6E7-4263-A1C0-C62D-C7E4B9A386D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68685" y="2357921"/>
                <a:ext cx="561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057C17A-E00C-C608-FAC8-6ADCFB309DA4}"/>
                  </a:ext>
                </a:extLst>
              </p14:cNvPr>
              <p14:cNvContentPartPr/>
              <p14:nvPr/>
            </p14:nvContentPartPr>
            <p14:xfrm>
              <a:off x="5801165" y="1667801"/>
              <a:ext cx="146880" cy="262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057C17A-E00C-C608-FAC8-6ADCFB309DA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783165" y="1649801"/>
                <a:ext cx="1825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0F3DFCC-CBCA-68AC-2EEF-EC2E15AB7E9A}"/>
                  </a:ext>
                </a:extLst>
              </p14:cNvPr>
              <p14:cNvContentPartPr/>
              <p14:nvPr/>
            </p14:nvContentPartPr>
            <p14:xfrm>
              <a:off x="5913845" y="1620641"/>
              <a:ext cx="19440" cy="1501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0F3DFCC-CBCA-68AC-2EEF-EC2E15AB7E9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95845" y="1602641"/>
                <a:ext cx="55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12ABF500-E049-A9CD-A6EB-AF81C23088BC}"/>
                  </a:ext>
                </a:extLst>
              </p14:cNvPr>
              <p14:cNvContentPartPr/>
              <p14:nvPr/>
            </p14:nvContentPartPr>
            <p14:xfrm>
              <a:off x="5860205" y="2703881"/>
              <a:ext cx="160920" cy="259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12ABF500-E049-A9CD-A6EB-AF81C23088B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42205" y="2685627"/>
                <a:ext cx="196560" cy="62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40F3FE7-9B37-A47C-1D27-3FDDDB95B39F}"/>
                  </a:ext>
                </a:extLst>
              </p14:cNvPr>
              <p14:cNvContentPartPr/>
              <p14:nvPr/>
            </p14:nvContentPartPr>
            <p14:xfrm>
              <a:off x="1829645" y="2145881"/>
              <a:ext cx="165240" cy="2062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40F3FE7-9B37-A47C-1D27-3FDDDB95B39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11606" y="2127912"/>
                <a:ext cx="200958" cy="241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760BD271-4ABC-8E0D-0FCE-A4B58A950654}"/>
                  </a:ext>
                </a:extLst>
              </p14:cNvPr>
              <p14:cNvContentPartPr/>
              <p14:nvPr/>
            </p14:nvContentPartPr>
            <p14:xfrm>
              <a:off x="1960325" y="2076401"/>
              <a:ext cx="202320" cy="1515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760BD271-4ABC-8E0D-0FCE-A4B58A95065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42325" y="2058401"/>
                <a:ext cx="2379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36FB367C-DCD1-D64C-0846-45EC5D97E8C4}"/>
                  </a:ext>
                </a:extLst>
              </p14:cNvPr>
              <p14:cNvContentPartPr/>
              <p14:nvPr/>
            </p14:nvContentPartPr>
            <p14:xfrm>
              <a:off x="2039885" y="1728641"/>
              <a:ext cx="221760" cy="283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36FB367C-DCD1-D64C-0846-45EC5D97E8C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21885" y="1710618"/>
                <a:ext cx="257400" cy="319005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F0F4527-698D-C913-226E-59AB70604D31}"/>
              </a:ext>
            </a:extLst>
          </p:cNvPr>
          <p:cNvGrpSpPr/>
          <p:nvPr/>
        </p:nvGrpSpPr>
        <p:grpSpPr>
          <a:xfrm>
            <a:off x="9391805" y="1608761"/>
            <a:ext cx="596520" cy="447840"/>
            <a:chOff x="9383854" y="4499718"/>
            <a:chExt cx="59652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7DF24A0-72BF-DE8F-4680-778B8E3DA860}"/>
                    </a:ext>
                  </a:extLst>
                </p14:cNvPr>
                <p14:cNvContentPartPr/>
                <p14:nvPr/>
              </p14:nvContentPartPr>
              <p14:xfrm>
                <a:off x="9383854" y="4499718"/>
                <a:ext cx="228600" cy="241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7DF24A0-72BF-DE8F-4680-778B8E3DA86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65826" y="4481718"/>
                  <a:ext cx="264296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5988A1D-FF0C-DA51-BEAD-8A7F4E88A4DF}"/>
                    </a:ext>
                  </a:extLst>
                </p14:cNvPr>
                <p14:cNvContentPartPr/>
                <p14:nvPr/>
              </p14:nvContentPartPr>
              <p14:xfrm>
                <a:off x="9549454" y="4594398"/>
                <a:ext cx="30960" cy="2520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5988A1D-FF0C-DA51-BEAD-8A7F4E88A4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31454" y="4576398"/>
                  <a:ext cx="666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F5BFE07-4F38-CF71-26D4-1FFF43750BD1}"/>
                    </a:ext>
                  </a:extLst>
                </p14:cNvPr>
                <p14:cNvContentPartPr/>
                <p14:nvPr/>
              </p14:nvContentPartPr>
              <p14:xfrm>
                <a:off x="9729094" y="4572438"/>
                <a:ext cx="18000" cy="218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F5BFE07-4F38-CF71-26D4-1FFF43750BD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11094" y="4554438"/>
                  <a:ext cx="53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852BC8E-2DBC-6973-7910-0DBDC5242E46}"/>
                    </a:ext>
                  </a:extLst>
                </p14:cNvPr>
                <p14:cNvContentPartPr/>
                <p14:nvPr/>
              </p14:nvContentPartPr>
              <p14:xfrm>
                <a:off x="9742774" y="4585398"/>
                <a:ext cx="127080" cy="114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852BC8E-2DBC-6973-7910-0DBDC5242E4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24774" y="4567398"/>
                  <a:ext cx="162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B4BEC0B-5A58-D677-02EC-EF88A46E0716}"/>
                    </a:ext>
                  </a:extLst>
                </p14:cNvPr>
                <p14:cNvContentPartPr/>
                <p14:nvPr/>
              </p14:nvContentPartPr>
              <p14:xfrm>
                <a:off x="9729814" y="4703838"/>
                <a:ext cx="111600" cy="49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B4BEC0B-5A58-D677-02EC-EF88A46E071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11814" y="4685838"/>
                  <a:ext cx="147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1C82164-FD8E-225B-63AC-4A82E0305D30}"/>
                    </a:ext>
                  </a:extLst>
                </p14:cNvPr>
                <p14:cNvContentPartPr/>
                <p14:nvPr/>
              </p14:nvContentPartPr>
              <p14:xfrm>
                <a:off x="9755014" y="4767558"/>
                <a:ext cx="62640" cy="180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1C82164-FD8E-225B-63AC-4A82E0305D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37014" y="4749558"/>
                  <a:ext cx="98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ACFAB05-AC29-114C-A376-454918CDC82A}"/>
                    </a:ext>
                  </a:extLst>
                </p14:cNvPr>
                <p14:cNvContentPartPr/>
                <p14:nvPr/>
              </p14:nvContentPartPr>
              <p14:xfrm>
                <a:off x="9891454" y="4656318"/>
                <a:ext cx="88920" cy="127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ACFAB05-AC29-114C-A376-454918CDC82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73527" y="4638318"/>
                  <a:ext cx="124416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F7C5B1C-1779-20DE-109E-BD70BEED454E}"/>
              </a:ext>
            </a:extLst>
          </p:cNvPr>
          <p:cNvGrpSpPr/>
          <p:nvPr/>
        </p:nvGrpSpPr>
        <p:grpSpPr>
          <a:xfrm>
            <a:off x="2382934" y="3823998"/>
            <a:ext cx="6393960" cy="2156400"/>
            <a:chOff x="2382934" y="3823998"/>
            <a:chExt cx="6393960" cy="21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C9A78CE-3186-BA12-B481-81446CE07B4C}"/>
                    </a:ext>
                  </a:extLst>
                </p14:cNvPr>
                <p14:cNvContentPartPr/>
                <p14:nvPr/>
              </p14:nvContentPartPr>
              <p14:xfrm>
                <a:off x="3334774" y="3975198"/>
                <a:ext cx="72720" cy="736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C9A78CE-3186-BA12-B481-81446CE07B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16774" y="3957198"/>
                  <a:ext cx="10836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E9D9F7-BD81-DE96-4544-62C50264DB5C}"/>
                    </a:ext>
                  </a:extLst>
                </p14:cNvPr>
                <p14:cNvContentPartPr/>
                <p14:nvPr/>
              </p14:nvContentPartPr>
              <p14:xfrm>
                <a:off x="3073054" y="4607358"/>
                <a:ext cx="643320" cy="686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E9D9F7-BD81-DE96-4544-62C50264DB5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55054" y="4589358"/>
                  <a:ext cx="67896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0F7C9D6-2B50-22FF-27F4-586476BC9AD3}"/>
                    </a:ext>
                  </a:extLst>
                </p14:cNvPr>
                <p14:cNvContentPartPr/>
                <p14:nvPr/>
              </p14:nvContentPartPr>
              <p14:xfrm>
                <a:off x="3380134" y="4830918"/>
                <a:ext cx="36720" cy="317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0F7C9D6-2B50-22FF-27F4-586476BC9AD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62134" y="4812918"/>
                  <a:ext cx="723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70672E-DA72-5B43-756A-4D3B1225A25E}"/>
                    </a:ext>
                  </a:extLst>
                </p14:cNvPr>
                <p14:cNvContentPartPr/>
                <p14:nvPr/>
              </p14:nvContentPartPr>
              <p14:xfrm>
                <a:off x="3299494" y="5003718"/>
                <a:ext cx="183960" cy="11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70672E-DA72-5B43-756A-4D3B1225A25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81494" y="4986078"/>
                  <a:ext cx="219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C047EC-628A-F0BE-8F28-2240999633DC}"/>
                    </a:ext>
                  </a:extLst>
                </p14:cNvPr>
                <p14:cNvContentPartPr/>
                <p14:nvPr/>
              </p14:nvContentPartPr>
              <p14:xfrm>
                <a:off x="3300214" y="3982758"/>
                <a:ext cx="59040" cy="3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C047EC-628A-F0BE-8F28-2240999633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82574" y="3965118"/>
                  <a:ext cx="94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929C339-A230-D586-22D8-2515EA0A3A83}"/>
                    </a:ext>
                  </a:extLst>
                </p14:cNvPr>
                <p14:cNvContentPartPr/>
                <p14:nvPr/>
              </p14:nvContentPartPr>
              <p14:xfrm>
                <a:off x="3307054" y="3947838"/>
                <a:ext cx="132732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929C339-A230-D586-22D8-2515EA0A3A8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89414" y="3930198"/>
                  <a:ext cx="1362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62AB5FB-F053-5F77-FF3A-A12990A7EEB4}"/>
                    </a:ext>
                  </a:extLst>
                </p14:cNvPr>
                <p14:cNvContentPartPr/>
                <p14:nvPr/>
              </p14:nvContentPartPr>
              <p14:xfrm>
                <a:off x="4702414" y="3939558"/>
                <a:ext cx="46440" cy="566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62AB5FB-F053-5F77-FF3A-A12990A7EEB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84414" y="3921558"/>
                  <a:ext cx="8208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69E23F-E780-17F2-6F73-AD0CF8AE13A9}"/>
                    </a:ext>
                  </a:extLst>
                </p14:cNvPr>
                <p14:cNvContentPartPr/>
                <p14:nvPr/>
              </p14:nvContentPartPr>
              <p14:xfrm>
                <a:off x="4633294" y="4520238"/>
                <a:ext cx="139320" cy="86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69E23F-E780-17F2-6F73-AD0CF8AE13A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15294" y="4502238"/>
                  <a:ext cx="17496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DF6AC6-6E3A-5A5D-3E78-16D39CA55F0C}"/>
                    </a:ext>
                  </a:extLst>
                </p14:cNvPr>
                <p14:cNvContentPartPr/>
                <p14:nvPr/>
              </p14:nvContentPartPr>
              <p14:xfrm>
                <a:off x="4736974" y="5342838"/>
                <a:ext cx="28080" cy="637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DF6AC6-6E3A-5A5D-3E78-16D39CA55F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19334" y="5324838"/>
                  <a:ext cx="6372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EEB8EA-D711-ED7D-D6E3-3C52E73A9786}"/>
                    </a:ext>
                  </a:extLst>
                </p14:cNvPr>
                <p14:cNvContentPartPr/>
                <p14:nvPr/>
              </p14:nvContentPartPr>
              <p14:xfrm>
                <a:off x="3443494" y="5288118"/>
                <a:ext cx="42480" cy="635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EEB8EA-D711-ED7D-D6E3-3C52E73A978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25854" y="5270118"/>
                  <a:ext cx="7812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6AA333-D7ED-C82C-44A0-0DDE5AD471FE}"/>
                    </a:ext>
                  </a:extLst>
                </p14:cNvPr>
                <p14:cNvContentPartPr/>
                <p14:nvPr/>
              </p14:nvContentPartPr>
              <p14:xfrm>
                <a:off x="3456454" y="5854758"/>
                <a:ext cx="1244520" cy="74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6AA333-D7ED-C82C-44A0-0DDE5AD471F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38454" y="5837118"/>
                  <a:ext cx="1280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4A7FD77-15BF-13B6-A786-6AE768E8E65B}"/>
                    </a:ext>
                  </a:extLst>
                </p14:cNvPr>
                <p14:cNvContentPartPr/>
                <p14:nvPr/>
              </p14:nvContentPartPr>
              <p14:xfrm>
                <a:off x="2382934" y="4979958"/>
                <a:ext cx="180720" cy="20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4A7FD77-15BF-13B6-A786-6AE768E8E65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64934" y="4962318"/>
                  <a:ext cx="216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9252B3-5EF0-359F-8503-DC8D42CB4AEE}"/>
                    </a:ext>
                  </a:extLst>
                </p14:cNvPr>
                <p14:cNvContentPartPr/>
                <p14:nvPr/>
              </p14:nvContentPartPr>
              <p14:xfrm>
                <a:off x="2528014" y="4876278"/>
                <a:ext cx="105840" cy="216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9252B3-5EF0-359F-8503-DC8D42CB4A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10374" y="4858278"/>
                  <a:ext cx="141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66EE85F-C40D-F977-9EDC-79DA0C79DDC0}"/>
                    </a:ext>
                  </a:extLst>
                </p14:cNvPr>
                <p14:cNvContentPartPr/>
                <p14:nvPr/>
              </p14:nvContentPartPr>
              <p14:xfrm>
                <a:off x="2529094" y="4861878"/>
                <a:ext cx="156600" cy="8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66EE85F-C40D-F977-9EDC-79DA0C79DDC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11094" y="4844238"/>
                  <a:ext cx="192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5E3A1A-3AC9-EEE9-6142-95FA5C7EB5EC}"/>
                    </a:ext>
                  </a:extLst>
                </p14:cNvPr>
                <p14:cNvContentPartPr/>
                <p14:nvPr/>
              </p14:nvContentPartPr>
              <p14:xfrm>
                <a:off x="2603974" y="4943598"/>
                <a:ext cx="35640" cy="28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5E3A1A-3AC9-EEE9-6142-95FA5C7EB5E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85974" y="4925598"/>
                  <a:ext cx="71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212126-3057-8E56-F6AF-0C1B3ED1B004}"/>
                    </a:ext>
                  </a:extLst>
                </p14:cNvPr>
                <p14:cNvContentPartPr/>
                <p14:nvPr/>
              </p14:nvContentPartPr>
              <p14:xfrm>
                <a:off x="4225414" y="4645878"/>
                <a:ext cx="197640" cy="22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212126-3057-8E56-F6AF-0C1B3ED1B00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07774" y="4628238"/>
                  <a:ext cx="233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8EB294-004C-26B2-6349-510C53689B91}"/>
                    </a:ext>
                  </a:extLst>
                </p14:cNvPr>
                <p14:cNvContentPartPr/>
                <p14:nvPr/>
              </p14:nvContentPartPr>
              <p14:xfrm>
                <a:off x="4694134" y="3952158"/>
                <a:ext cx="810360" cy="4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8EB294-004C-26B2-6349-510C53689B9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76494" y="3934158"/>
                  <a:ext cx="8460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32C696-84B5-1BCD-FD51-56F4517A31D9}"/>
                    </a:ext>
                  </a:extLst>
                </p14:cNvPr>
                <p14:cNvContentPartPr/>
                <p14:nvPr/>
              </p14:nvContentPartPr>
              <p14:xfrm>
                <a:off x="5465254" y="4001478"/>
                <a:ext cx="95760" cy="53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32C696-84B5-1BCD-FD51-56F4517A31D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47614" y="3983838"/>
                  <a:ext cx="13140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D16E106-E23B-2C82-F2A3-28BE5C7B1868}"/>
                    </a:ext>
                  </a:extLst>
                </p14:cNvPr>
                <p14:cNvContentPartPr/>
                <p14:nvPr/>
              </p14:nvContentPartPr>
              <p14:xfrm>
                <a:off x="5558854" y="4528158"/>
                <a:ext cx="33840" cy="170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D16E106-E23B-2C82-F2A3-28BE5C7B186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40854" y="4510518"/>
                  <a:ext cx="69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64AED07-1B14-B1B1-715F-84B3F6DEBFA6}"/>
                    </a:ext>
                  </a:extLst>
                </p14:cNvPr>
                <p14:cNvContentPartPr/>
                <p14:nvPr/>
              </p14:nvContentPartPr>
              <p14:xfrm>
                <a:off x="5546254" y="4765398"/>
                <a:ext cx="125280" cy="331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64AED07-1B14-B1B1-715F-84B3F6DEBFA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528614" y="4747758"/>
                  <a:ext cx="1609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8C98DA-72E2-56B6-17FE-6571ADA1A35D}"/>
                    </a:ext>
                  </a:extLst>
                </p14:cNvPr>
                <p14:cNvContentPartPr/>
                <p14:nvPr/>
              </p14:nvContentPartPr>
              <p14:xfrm>
                <a:off x="4945414" y="5098038"/>
                <a:ext cx="761760" cy="838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88C98DA-72E2-56B6-17FE-6571ADA1A3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27414" y="5080398"/>
                  <a:ext cx="79740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224B15-13F4-63D2-9B7F-CAAD8E292B15}"/>
                    </a:ext>
                  </a:extLst>
                </p14:cNvPr>
                <p14:cNvContentPartPr/>
                <p14:nvPr/>
              </p14:nvContentPartPr>
              <p14:xfrm>
                <a:off x="5200654" y="4904718"/>
                <a:ext cx="194040" cy="168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224B15-13F4-63D2-9B7F-CAAD8E292B1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83014" y="4887078"/>
                  <a:ext cx="229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28D0C6-F2CB-80F1-1973-4DC311E316FF}"/>
                    </a:ext>
                  </a:extLst>
                </p14:cNvPr>
                <p14:cNvContentPartPr/>
                <p14:nvPr/>
              </p14:nvContentPartPr>
              <p14:xfrm>
                <a:off x="5807974" y="4743798"/>
                <a:ext cx="135360" cy="164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28D0C6-F2CB-80F1-1973-4DC311E316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90334" y="4725798"/>
                  <a:ext cx="171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DF64910-CB9A-8FB7-B31E-D3F0C27EAD4A}"/>
                    </a:ext>
                  </a:extLst>
                </p14:cNvPr>
                <p14:cNvContentPartPr/>
                <p14:nvPr/>
              </p14:nvContentPartPr>
              <p14:xfrm>
                <a:off x="6055654" y="4799238"/>
                <a:ext cx="86400" cy="88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DF64910-CB9A-8FB7-B31E-D3F0C27EAD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37654" y="4781598"/>
                  <a:ext cx="122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DBAC75-920E-DF49-EBF9-7F6D4FAA3095}"/>
                    </a:ext>
                  </a:extLst>
                </p14:cNvPr>
                <p14:cNvContentPartPr/>
                <p14:nvPr/>
              </p14:nvContentPartPr>
              <p14:xfrm>
                <a:off x="5897254" y="4380918"/>
                <a:ext cx="23760" cy="18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DBAC75-920E-DF49-EBF9-7F6D4FAA309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79254" y="4362918"/>
                  <a:ext cx="59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EE64B6-7DDD-0FE0-2762-8E574D485185}"/>
                    </a:ext>
                  </a:extLst>
                </p14:cNvPr>
                <p14:cNvContentPartPr/>
                <p14:nvPr/>
              </p14:nvContentPartPr>
              <p14:xfrm>
                <a:off x="5824174" y="4358238"/>
                <a:ext cx="129960" cy="7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EE64B6-7DDD-0FE0-2762-8E574D48518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806534" y="4340238"/>
                  <a:ext cx="165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660A87-8A4E-2830-D80A-3C90CFEC69E6}"/>
                    </a:ext>
                  </a:extLst>
                </p14:cNvPr>
                <p14:cNvContentPartPr/>
                <p14:nvPr/>
              </p14:nvContentPartPr>
              <p14:xfrm>
                <a:off x="5972854" y="5032158"/>
                <a:ext cx="40320" cy="248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660A87-8A4E-2830-D80A-3C90CFEC69E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54854" y="5014518"/>
                  <a:ext cx="75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D5D9E71-DCE4-EF93-A51B-744572292E2C}"/>
                    </a:ext>
                  </a:extLst>
                </p14:cNvPr>
                <p14:cNvContentPartPr/>
                <p14:nvPr/>
              </p14:nvContentPartPr>
              <p14:xfrm>
                <a:off x="5932174" y="5245998"/>
                <a:ext cx="128880" cy="3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D5D9E71-DCE4-EF93-A51B-744572292E2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14174" y="5227998"/>
                  <a:ext cx="164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CBCF8D4-CBFD-D0A6-3A79-EF6F1CD9E896}"/>
                    </a:ext>
                  </a:extLst>
                </p14:cNvPr>
                <p14:cNvContentPartPr/>
                <p14:nvPr/>
              </p14:nvContentPartPr>
              <p14:xfrm>
                <a:off x="5511694" y="3931278"/>
                <a:ext cx="1449720" cy="48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CBCF8D4-CBFD-D0A6-3A79-EF6F1CD9E89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93694" y="3913278"/>
                  <a:ext cx="1485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7EDD271-D748-5595-89E4-8A4FC25870F2}"/>
                    </a:ext>
                  </a:extLst>
                </p14:cNvPr>
                <p14:cNvContentPartPr/>
                <p14:nvPr/>
              </p14:nvContentPartPr>
              <p14:xfrm>
                <a:off x="6844774" y="3983118"/>
                <a:ext cx="39960" cy="652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7EDD271-D748-5595-89E4-8A4FC25870F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26774" y="3965478"/>
                  <a:ext cx="7560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76D5CB-934B-4DFF-6F98-564F7169AF58}"/>
                    </a:ext>
                  </a:extLst>
                </p14:cNvPr>
                <p14:cNvContentPartPr/>
                <p14:nvPr/>
              </p14:nvContentPartPr>
              <p14:xfrm>
                <a:off x="6843694" y="4649118"/>
                <a:ext cx="138600" cy="35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76D5CB-934B-4DFF-6F98-564F7169AF5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25694" y="4631478"/>
                  <a:ext cx="1742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1F306D-19AD-E1D7-BAD9-32F9D803323A}"/>
                    </a:ext>
                  </a:extLst>
                </p14:cNvPr>
                <p14:cNvContentPartPr/>
                <p14:nvPr/>
              </p14:nvContentPartPr>
              <p14:xfrm>
                <a:off x="5696374" y="4968078"/>
                <a:ext cx="1319040" cy="90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1F306D-19AD-E1D7-BAD9-32F9D803323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78734" y="4950078"/>
                  <a:ext cx="135468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E689A1B-D3D0-F6DB-043A-B6642BA2F220}"/>
                    </a:ext>
                  </a:extLst>
                </p14:cNvPr>
                <p14:cNvContentPartPr/>
                <p14:nvPr/>
              </p14:nvContentPartPr>
              <p14:xfrm>
                <a:off x="7187494" y="4687998"/>
                <a:ext cx="207720" cy="39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E689A1B-D3D0-F6DB-043A-B6642BA2F22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69494" y="4670358"/>
                  <a:ext cx="2433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1BC229-0CBC-B7F5-B20E-A3EEA4F10938}"/>
                    </a:ext>
                  </a:extLst>
                </p14:cNvPr>
                <p14:cNvContentPartPr/>
                <p14:nvPr/>
              </p14:nvContentPartPr>
              <p14:xfrm>
                <a:off x="6962494" y="3823998"/>
                <a:ext cx="1647720" cy="114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1BC229-0CBC-B7F5-B20E-A3EEA4F1093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44494" y="3806358"/>
                  <a:ext cx="1683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32E956-8E2D-090E-3B20-3922D175E3C7}"/>
                    </a:ext>
                  </a:extLst>
                </p14:cNvPr>
                <p14:cNvContentPartPr/>
                <p14:nvPr/>
              </p14:nvContentPartPr>
              <p14:xfrm>
                <a:off x="8336254" y="3840918"/>
                <a:ext cx="69120" cy="88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632E956-8E2D-090E-3B20-3922D175E3C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318254" y="3822918"/>
                  <a:ext cx="104760" cy="9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B712A3C-082C-ACD0-C330-83CBCB4CBB67}"/>
                    </a:ext>
                  </a:extLst>
                </p14:cNvPr>
                <p14:cNvContentPartPr/>
                <p14:nvPr/>
              </p14:nvContentPartPr>
              <p14:xfrm>
                <a:off x="8147614" y="4558398"/>
                <a:ext cx="629280" cy="51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B712A3C-082C-ACD0-C330-83CBCB4CBB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29614" y="4540398"/>
                  <a:ext cx="6649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CA98F8-FF99-D2AA-151B-AC185D46CEA4}"/>
                    </a:ext>
                  </a:extLst>
                </p14:cNvPr>
                <p14:cNvContentPartPr/>
                <p14:nvPr/>
              </p14:nvContentPartPr>
              <p14:xfrm>
                <a:off x="8446774" y="4703478"/>
                <a:ext cx="38880" cy="252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CA98F8-FF99-D2AA-151B-AC185D46CEA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28774" y="4685478"/>
                  <a:ext cx="74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DD2294-2DB7-B714-DA46-725AABA0FAB2}"/>
                    </a:ext>
                  </a:extLst>
                </p14:cNvPr>
                <p14:cNvContentPartPr/>
                <p14:nvPr/>
              </p14:nvContentPartPr>
              <p14:xfrm>
                <a:off x="8320774" y="4689078"/>
                <a:ext cx="281520" cy="154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DD2294-2DB7-B714-DA46-725AABA0FAB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03134" y="4671438"/>
                  <a:ext cx="317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997706A-9DE5-2B75-0272-D8920183775B}"/>
                    </a:ext>
                  </a:extLst>
                </p14:cNvPr>
                <p14:cNvContentPartPr/>
                <p14:nvPr/>
              </p14:nvContentPartPr>
              <p14:xfrm>
                <a:off x="6986254" y="5049798"/>
                <a:ext cx="1562040" cy="90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997706A-9DE5-2B75-0272-D8920183775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68254" y="5031798"/>
                  <a:ext cx="1597680" cy="9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8D33289-92C3-6298-2F87-6369241AB475}"/>
              </a:ext>
            </a:extLst>
          </p:cNvPr>
          <p:cNvGrpSpPr/>
          <p:nvPr/>
        </p:nvGrpSpPr>
        <p:grpSpPr>
          <a:xfrm>
            <a:off x="9207814" y="4386678"/>
            <a:ext cx="577080" cy="476640"/>
            <a:chOff x="9207814" y="4386678"/>
            <a:chExt cx="577080" cy="47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6633C15-1176-EA64-582F-A9BB08ADC361}"/>
                    </a:ext>
                  </a:extLst>
                </p14:cNvPr>
                <p14:cNvContentPartPr/>
                <p14:nvPr/>
              </p14:nvContentPartPr>
              <p14:xfrm>
                <a:off x="9207814" y="4386678"/>
                <a:ext cx="224280" cy="295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6633C15-1176-EA64-582F-A9BB08ADC36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189814" y="4368678"/>
                  <a:ext cx="2599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6832128-5F3C-6612-2582-F5EB9B7C1702}"/>
                    </a:ext>
                  </a:extLst>
                </p14:cNvPr>
                <p14:cNvContentPartPr/>
                <p14:nvPr/>
              </p14:nvContentPartPr>
              <p14:xfrm>
                <a:off x="9353254" y="4541838"/>
                <a:ext cx="76680" cy="321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6832128-5F3C-6612-2582-F5EB9B7C170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35614" y="4524198"/>
                  <a:ext cx="1123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4CC893-49E9-83FC-7106-B99D0F05D451}"/>
                    </a:ext>
                  </a:extLst>
                </p14:cNvPr>
                <p14:cNvContentPartPr/>
                <p14:nvPr/>
              </p14:nvContentPartPr>
              <p14:xfrm>
                <a:off x="9578254" y="4456878"/>
                <a:ext cx="23760" cy="302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4CC893-49E9-83FC-7106-B99D0F05D4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60614" y="4438878"/>
                  <a:ext cx="594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6B2821E-DA10-24EE-D22B-DA4E83864BD2}"/>
                    </a:ext>
                  </a:extLst>
                </p14:cNvPr>
                <p14:cNvContentPartPr/>
                <p14:nvPr/>
              </p14:nvContentPartPr>
              <p14:xfrm>
                <a:off x="9639814" y="4469478"/>
                <a:ext cx="145080" cy="148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6B2821E-DA10-24EE-D22B-DA4E83864BD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621814" y="4451838"/>
                  <a:ext cx="180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0A06AEB-6821-E818-9443-34D21C0CBC48}"/>
                    </a:ext>
                  </a:extLst>
                </p14:cNvPr>
                <p14:cNvContentPartPr/>
                <p14:nvPr/>
              </p14:nvContentPartPr>
              <p14:xfrm>
                <a:off x="9593734" y="4547238"/>
                <a:ext cx="128160" cy="78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0A06AEB-6821-E818-9443-34D21C0CBC4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576094" y="4529598"/>
                  <a:ext cx="163800" cy="11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31C56E0-3080-D7B6-265B-DE17728385E3}"/>
                  </a:ext>
                </a:extLst>
              </p14:cNvPr>
              <p14:cNvContentPartPr/>
              <p14:nvPr/>
            </p14:nvContentPartPr>
            <p14:xfrm>
              <a:off x="1518214" y="1595958"/>
              <a:ext cx="1827720" cy="6760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31C56E0-3080-D7B6-265B-DE17728385E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464574" y="1488318"/>
                <a:ext cx="1935360" cy="89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7771D414-BBC7-22A3-4384-1DEC58179054}"/>
                  </a:ext>
                </a:extLst>
              </p14:cNvPr>
              <p14:cNvContentPartPr/>
              <p14:nvPr/>
            </p14:nvContentPartPr>
            <p14:xfrm>
              <a:off x="3757414" y="541158"/>
              <a:ext cx="1072800" cy="8521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7771D414-BBC7-22A3-4384-1DEC5817905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703774" y="433158"/>
                <a:ext cx="1180440" cy="106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3435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164FB-9CF6-7F4A-4141-FD611D1A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E74C-AD92-BAE0-9FF6-C66F7CF62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10783-70EC-54E0-244D-D347FBB94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0EE6177-D62B-07A7-F562-9E77F1FB71FD}"/>
              </a:ext>
            </a:extLst>
          </p:cNvPr>
          <p:cNvGrpSpPr/>
          <p:nvPr/>
        </p:nvGrpSpPr>
        <p:grpSpPr>
          <a:xfrm>
            <a:off x="2343177" y="1080798"/>
            <a:ext cx="6393960" cy="2156400"/>
            <a:chOff x="2382934" y="3823998"/>
            <a:chExt cx="6393960" cy="21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5380FC9-64D5-4DDD-77E9-30318F17B5CE}"/>
                    </a:ext>
                  </a:extLst>
                </p14:cNvPr>
                <p14:cNvContentPartPr/>
                <p14:nvPr/>
              </p14:nvContentPartPr>
              <p14:xfrm>
                <a:off x="3334774" y="3975198"/>
                <a:ext cx="72720" cy="736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5380FC9-64D5-4DDD-77E9-30318F17B5C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16774" y="3957207"/>
                  <a:ext cx="108360" cy="7721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F90BAF-262F-5E20-6BBF-EA6F4A3DC233}"/>
                    </a:ext>
                  </a:extLst>
                </p14:cNvPr>
                <p14:cNvContentPartPr/>
                <p14:nvPr/>
              </p14:nvContentPartPr>
              <p14:xfrm>
                <a:off x="3073054" y="4607358"/>
                <a:ext cx="643320" cy="686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F90BAF-262F-5E20-6BBF-EA6F4A3DC2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55054" y="4589358"/>
                  <a:ext cx="67896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171D3F-7971-12E7-44E7-245F1244E647}"/>
                    </a:ext>
                  </a:extLst>
                </p14:cNvPr>
                <p14:cNvContentPartPr/>
                <p14:nvPr/>
              </p14:nvContentPartPr>
              <p14:xfrm>
                <a:off x="3380134" y="4830918"/>
                <a:ext cx="36720" cy="317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171D3F-7971-12E7-44E7-245F1244E6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62134" y="4812918"/>
                  <a:ext cx="723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AB0F11-F81C-EF3F-068D-E5B8984B39E5}"/>
                    </a:ext>
                  </a:extLst>
                </p14:cNvPr>
                <p14:cNvContentPartPr/>
                <p14:nvPr/>
              </p14:nvContentPartPr>
              <p14:xfrm>
                <a:off x="3299494" y="5003718"/>
                <a:ext cx="183960" cy="11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AB0F11-F81C-EF3F-068D-E5B8984B39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81494" y="4985663"/>
                  <a:ext cx="219600" cy="153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BA0F9D-3418-B9F4-523B-5B0526B6BC2C}"/>
                    </a:ext>
                  </a:extLst>
                </p14:cNvPr>
                <p14:cNvContentPartPr/>
                <p14:nvPr/>
              </p14:nvContentPartPr>
              <p14:xfrm>
                <a:off x="3300214" y="3982758"/>
                <a:ext cx="59040" cy="3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BA0F9D-3418-B9F4-523B-5B0526B6BC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82214" y="3964556"/>
                  <a:ext cx="94680" cy="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41F39F-30C8-A011-1B91-CFBAAF7087C8}"/>
                    </a:ext>
                  </a:extLst>
                </p14:cNvPr>
                <p14:cNvContentPartPr/>
                <p14:nvPr/>
              </p14:nvContentPartPr>
              <p14:xfrm>
                <a:off x="3307054" y="3947838"/>
                <a:ext cx="132732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41F39F-30C8-A011-1B91-CFBAAF7087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89054" y="3929838"/>
                  <a:ext cx="1362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58F059-7C63-FBFB-DFFE-31C38EEAD757}"/>
                    </a:ext>
                  </a:extLst>
                </p14:cNvPr>
                <p14:cNvContentPartPr/>
                <p14:nvPr/>
              </p14:nvContentPartPr>
              <p14:xfrm>
                <a:off x="4702414" y="3939558"/>
                <a:ext cx="46440" cy="566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58F059-7C63-FBFB-DFFE-31C38EEAD7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84414" y="3921569"/>
                  <a:ext cx="82080" cy="6022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37577B0-24CF-632B-B25E-5C9EBDD463E8}"/>
                    </a:ext>
                  </a:extLst>
                </p14:cNvPr>
                <p14:cNvContentPartPr/>
                <p14:nvPr/>
              </p14:nvContentPartPr>
              <p14:xfrm>
                <a:off x="4633294" y="4520238"/>
                <a:ext cx="139320" cy="86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37577B0-24CF-632B-B25E-5C9EBDD463E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15294" y="4502246"/>
                  <a:ext cx="174960" cy="898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F7AF3BC-E242-9EDC-FCBA-380C1A7987D3}"/>
                    </a:ext>
                  </a:extLst>
                </p14:cNvPr>
                <p14:cNvContentPartPr/>
                <p14:nvPr/>
              </p14:nvContentPartPr>
              <p14:xfrm>
                <a:off x="4736974" y="5342838"/>
                <a:ext cx="28080" cy="637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F7AF3BC-E242-9EDC-FCBA-380C1A7987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18974" y="5324848"/>
                  <a:ext cx="63720" cy="673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5564038-0616-919C-D260-F3B385F27B91}"/>
                    </a:ext>
                  </a:extLst>
                </p14:cNvPr>
                <p14:cNvContentPartPr/>
                <p14:nvPr/>
              </p14:nvContentPartPr>
              <p14:xfrm>
                <a:off x="3443494" y="5288118"/>
                <a:ext cx="42480" cy="635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5564038-0616-919C-D260-F3B385F27B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25340" y="5270128"/>
                  <a:ext cx="78425" cy="6710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D6ED5D2-2F0A-BB55-9294-E343AC80CEC6}"/>
                    </a:ext>
                  </a:extLst>
                </p14:cNvPr>
                <p14:cNvContentPartPr/>
                <p14:nvPr/>
              </p14:nvContentPartPr>
              <p14:xfrm>
                <a:off x="3456454" y="5854758"/>
                <a:ext cx="1244520" cy="74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D6ED5D2-2F0A-BB55-9294-E343AC80CE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38454" y="5836671"/>
                  <a:ext cx="1280160" cy="1103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0DB1B7-4A21-F5F7-6BC0-586E5180C6F4}"/>
                    </a:ext>
                  </a:extLst>
                </p14:cNvPr>
                <p14:cNvContentPartPr/>
                <p14:nvPr/>
              </p14:nvContentPartPr>
              <p14:xfrm>
                <a:off x="2382934" y="4979958"/>
                <a:ext cx="180720" cy="20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0DB1B7-4A21-F5F7-6BC0-586E5180C6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64934" y="4961926"/>
                  <a:ext cx="216360" cy="2387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7C2931-CD03-19B3-A2BF-6675871DFFC7}"/>
                    </a:ext>
                  </a:extLst>
                </p14:cNvPr>
                <p14:cNvContentPartPr/>
                <p14:nvPr/>
              </p14:nvContentPartPr>
              <p14:xfrm>
                <a:off x="2528014" y="4876278"/>
                <a:ext cx="105840" cy="216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7C2931-CD03-19B3-A2BF-6675871DFF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0014" y="4858308"/>
                  <a:ext cx="141480" cy="2515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FBC18D-DF6E-F5E4-E99A-C9FA118AB762}"/>
                    </a:ext>
                  </a:extLst>
                </p14:cNvPr>
                <p14:cNvContentPartPr/>
                <p14:nvPr/>
              </p14:nvContentPartPr>
              <p14:xfrm>
                <a:off x="2529094" y="4861878"/>
                <a:ext cx="156600" cy="8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FBC18D-DF6E-F5E4-E99A-C9FA118AB7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11094" y="4843878"/>
                  <a:ext cx="192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71CC02-6DAB-9BD8-3E49-435FE9FDBEA8}"/>
                    </a:ext>
                  </a:extLst>
                </p14:cNvPr>
                <p14:cNvContentPartPr/>
                <p14:nvPr/>
              </p14:nvContentPartPr>
              <p14:xfrm>
                <a:off x="2603974" y="4943598"/>
                <a:ext cx="35640" cy="28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71CC02-6DAB-9BD8-3E49-435FE9FDBE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85974" y="4925598"/>
                  <a:ext cx="71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C3781EA-E445-B291-6696-7F7196FA9A5B}"/>
                    </a:ext>
                  </a:extLst>
                </p14:cNvPr>
                <p14:cNvContentPartPr/>
                <p14:nvPr/>
              </p14:nvContentPartPr>
              <p14:xfrm>
                <a:off x="4225414" y="4645878"/>
                <a:ext cx="197640" cy="22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C3781EA-E445-B291-6696-7F7196FA9A5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07381" y="4627878"/>
                  <a:ext cx="233345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AC2D09-3105-40B4-CDB3-827733DA4AE1}"/>
                    </a:ext>
                  </a:extLst>
                </p14:cNvPr>
                <p14:cNvContentPartPr/>
                <p14:nvPr/>
              </p14:nvContentPartPr>
              <p14:xfrm>
                <a:off x="4694134" y="3952158"/>
                <a:ext cx="810360" cy="4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AC2D09-3105-40B4-CDB3-827733DA4AE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76126" y="3934158"/>
                  <a:ext cx="846016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4C917C-296C-DE59-68C7-D3E785B76918}"/>
                    </a:ext>
                  </a:extLst>
                </p14:cNvPr>
                <p14:cNvContentPartPr/>
                <p14:nvPr/>
              </p14:nvContentPartPr>
              <p14:xfrm>
                <a:off x="5465254" y="4001478"/>
                <a:ext cx="95760" cy="53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4C917C-296C-DE59-68C7-D3E785B769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47254" y="3983478"/>
                  <a:ext cx="13140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D559E2C-F1BC-2092-EB8A-8918CA81B5FE}"/>
                    </a:ext>
                  </a:extLst>
                </p14:cNvPr>
                <p14:cNvContentPartPr/>
                <p14:nvPr/>
              </p14:nvContentPartPr>
              <p14:xfrm>
                <a:off x="5558854" y="4528158"/>
                <a:ext cx="33840" cy="170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D559E2C-F1BC-2092-EB8A-8918CA81B5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40854" y="4510158"/>
                  <a:ext cx="69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E057247-9345-D6CA-0B7D-9ADC567AA524}"/>
                    </a:ext>
                  </a:extLst>
                </p14:cNvPr>
                <p14:cNvContentPartPr/>
                <p14:nvPr/>
              </p14:nvContentPartPr>
              <p14:xfrm>
                <a:off x="5546254" y="4765398"/>
                <a:ext cx="125280" cy="331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E057247-9345-D6CA-0B7D-9ADC567AA5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28254" y="4747398"/>
                  <a:ext cx="1609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839D43-20E0-2180-11A2-9C920F88C774}"/>
                    </a:ext>
                  </a:extLst>
                </p14:cNvPr>
                <p14:cNvContentPartPr/>
                <p14:nvPr/>
              </p14:nvContentPartPr>
              <p14:xfrm>
                <a:off x="4945414" y="5098038"/>
                <a:ext cx="761760" cy="838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839D43-20E0-2180-11A2-9C920F88C7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27414" y="5080038"/>
                  <a:ext cx="79740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D7243D-1140-0C79-66CE-67716BA99ACC}"/>
                    </a:ext>
                  </a:extLst>
                </p14:cNvPr>
                <p14:cNvContentPartPr/>
                <p14:nvPr/>
              </p14:nvContentPartPr>
              <p14:xfrm>
                <a:off x="5200654" y="4904718"/>
                <a:ext cx="194040" cy="168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D7243D-1140-0C79-66CE-67716BA99A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82654" y="4886718"/>
                  <a:ext cx="229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7429DD-0D2B-F9EF-9C61-FEBE4F58AA37}"/>
                    </a:ext>
                  </a:extLst>
                </p14:cNvPr>
                <p14:cNvContentPartPr/>
                <p14:nvPr/>
              </p14:nvContentPartPr>
              <p14:xfrm>
                <a:off x="5807974" y="4743798"/>
                <a:ext cx="135360" cy="164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7429DD-0D2B-F9EF-9C61-FEBE4F58AA3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89974" y="4725798"/>
                  <a:ext cx="171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E53813-C403-5065-2A05-E15A892A0AD7}"/>
                    </a:ext>
                  </a:extLst>
                </p14:cNvPr>
                <p14:cNvContentPartPr/>
                <p14:nvPr/>
              </p14:nvContentPartPr>
              <p14:xfrm>
                <a:off x="6055654" y="4799238"/>
                <a:ext cx="86400" cy="88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E53813-C403-5065-2A05-E15A892A0A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37654" y="4781238"/>
                  <a:ext cx="122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A6DB0F7-345A-22E8-2C54-33C29B350C97}"/>
                    </a:ext>
                  </a:extLst>
                </p14:cNvPr>
                <p14:cNvContentPartPr/>
                <p14:nvPr/>
              </p14:nvContentPartPr>
              <p14:xfrm>
                <a:off x="5897254" y="4380918"/>
                <a:ext cx="23760" cy="18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A6DB0F7-345A-22E8-2C54-33C29B350C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79254" y="4362918"/>
                  <a:ext cx="59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A52AA7-0A68-15E1-CB52-66DA4E718AA9}"/>
                    </a:ext>
                  </a:extLst>
                </p14:cNvPr>
                <p14:cNvContentPartPr/>
                <p14:nvPr/>
              </p14:nvContentPartPr>
              <p14:xfrm>
                <a:off x="5824174" y="4358238"/>
                <a:ext cx="129960" cy="7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A52AA7-0A68-15E1-CB52-66DA4E718AA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06124" y="4340322"/>
                  <a:ext cx="165699" cy="112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C593AEB-72FC-42E8-1FA4-68EDE44B10A5}"/>
                    </a:ext>
                  </a:extLst>
                </p14:cNvPr>
                <p14:cNvContentPartPr/>
                <p14:nvPr/>
              </p14:nvContentPartPr>
              <p14:xfrm>
                <a:off x="5972854" y="5032158"/>
                <a:ext cx="40320" cy="248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C593AEB-72FC-42E8-1FA4-68EDE44B10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54854" y="5014158"/>
                  <a:ext cx="75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802845-9992-870D-CC40-E0DE4E203DC0}"/>
                    </a:ext>
                  </a:extLst>
                </p14:cNvPr>
                <p14:cNvContentPartPr/>
                <p14:nvPr/>
              </p14:nvContentPartPr>
              <p14:xfrm>
                <a:off x="5932174" y="5245998"/>
                <a:ext cx="128880" cy="3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802845-9992-870D-CC40-E0DE4E203D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14174" y="5227998"/>
                  <a:ext cx="164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DE81DD-1AC0-3457-73A9-EB4F06FD5C56}"/>
                    </a:ext>
                  </a:extLst>
                </p14:cNvPr>
                <p14:cNvContentPartPr/>
                <p14:nvPr/>
              </p14:nvContentPartPr>
              <p14:xfrm>
                <a:off x="5511694" y="3931278"/>
                <a:ext cx="1449720" cy="48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DE81DD-1AC0-3457-73A9-EB4F06FD5C5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93694" y="3913278"/>
                  <a:ext cx="1485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4DCC74-DE07-456C-14C9-045D07E60097}"/>
                    </a:ext>
                  </a:extLst>
                </p14:cNvPr>
                <p14:cNvContentPartPr/>
                <p14:nvPr/>
              </p14:nvContentPartPr>
              <p14:xfrm>
                <a:off x="6844774" y="3983118"/>
                <a:ext cx="39960" cy="652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4DCC74-DE07-456C-14C9-045D07E6009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26774" y="3965108"/>
                  <a:ext cx="75600" cy="688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012703C-2FB6-90D5-61B8-F91F8330B475}"/>
                    </a:ext>
                  </a:extLst>
                </p14:cNvPr>
                <p14:cNvContentPartPr/>
                <p14:nvPr/>
              </p14:nvContentPartPr>
              <p14:xfrm>
                <a:off x="6843694" y="4649118"/>
                <a:ext cx="138600" cy="35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012703C-2FB6-90D5-61B8-F91F8330B47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25694" y="4631118"/>
                  <a:ext cx="1742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0E4C16-4CC0-2DBB-A7E4-5159D9F058A1}"/>
                    </a:ext>
                  </a:extLst>
                </p14:cNvPr>
                <p14:cNvContentPartPr/>
                <p14:nvPr/>
              </p14:nvContentPartPr>
              <p14:xfrm>
                <a:off x="5696374" y="4968078"/>
                <a:ext cx="1319040" cy="90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0E4C16-4CC0-2DBB-A7E4-5159D9F058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78374" y="4950078"/>
                  <a:ext cx="135468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FA31AA9-4755-37CC-FDD0-6792EFC13BB4}"/>
                    </a:ext>
                  </a:extLst>
                </p14:cNvPr>
                <p14:cNvContentPartPr/>
                <p14:nvPr/>
              </p14:nvContentPartPr>
              <p14:xfrm>
                <a:off x="7187494" y="4687998"/>
                <a:ext cx="207720" cy="39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FA31AA9-4755-37CC-FDD0-6792EFC13BB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69494" y="4669998"/>
                  <a:ext cx="2433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B7C1B5-69E7-E2CF-AB6D-56BA1F71EE06}"/>
                    </a:ext>
                  </a:extLst>
                </p14:cNvPr>
                <p14:cNvContentPartPr/>
                <p14:nvPr/>
              </p14:nvContentPartPr>
              <p14:xfrm>
                <a:off x="6962494" y="3823998"/>
                <a:ext cx="1647720" cy="114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B7C1B5-69E7-E2CF-AB6D-56BA1F71EE0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44494" y="3805998"/>
                  <a:ext cx="1683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53BEC3B-1B28-7568-5DE9-212783EE26FD}"/>
                    </a:ext>
                  </a:extLst>
                </p14:cNvPr>
                <p14:cNvContentPartPr/>
                <p14:nvPr/>
              </p14:nvContentPartPr>
              <p14:xfrm>
                <a:off x="8336254" y="3840918"/>
                <a:ext cx="69120" cy="88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53BEC3B-1B28-7568-5DE9-212783EE26F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18347" y="3822918"/>
                  <a:ext cx="104575" cy="9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C5A402-B727-267E-2CC5-ACBBEA238101}"/>
                    </a:ext>
                  </a:extLst>
                </p14:cNvPr>
                <p14:cNvContentPartPr/>
                <p14:nvPr/>
              </p14:nvContentPartPr>
              <p14:xfrm>
                <a:off x="8147614" y="4558398"/>
                <a:ext cx="629280" cy="51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FC5A402-B727-267E-2CC5-ACBBEA23810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29614" y="4540398"/>
                  <a:ext cx="6649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40DA042-AB21-F3FB-0A60-841CF439AFDB}"/>
                    </a:ext>
                  </a:extLst>
                </p14:cNvPr>
                <p14:cNvContentPartPr/>
                <p14:nvPr/>
              </p14:nvContentPartPr>
              <p14:xfrm>
                <a:off x="8446774" y="4703478"/>
                <a:ext cx="38880" cy="252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40DA042-AB21-F3FB-0A60-841CF439AFD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28774" y="4685478"/>
                  <a:ext cx="74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0BCBDD-BD88-4A58-1561-0BFFEF4257DA}"/>
                    </a:ext>
                  </a:extLst>
                </p14:cNvPr>
                <p14:cNvContentPartPr/>
                <p14:nvPr/>
              </p14:nvContentPartPr>
              <p14:xfrm>
                <a:off x="8320774" y="4689078"/>
                <a:ext cx="281520" cy="154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0BCBDD-BD88-4A58-1561-0BFFEF4257D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02774" y="4671078"/>
                  <a:ext cx="317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8616B48-730E-B8B4-CFAD-ACC0D5E3BCA5}"/>
                    </a:ext>
                  </a:extLst>
                </p14:cNvPr>
                <p14:cNvContentPartPr/>
                <p14:nvPr/>
              </p14:nvContentPartPr>
              <p14:xfrm>
                <a:off x="6986254" y="5049798"/>
                <a:ext cx="1562040" cy="90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8616B48-730E-B8B4-CFAD-ACC0D5E3BCA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68258" y="5031798"/>
                  <a:ext cx="1597672" cy="9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7B8403B-49D3-6F69-5C75-2BE6A1AEAFCA}"/>
              </a:ext>
            </a:extLst>
          </p:cNvPr>
          <p:cNvGrpSpPr/>
          <p:nvPr/>
        </p:nvGrpSpPr>
        <p:grpSpPr>
          <a:xfrm>
            <a:off x="9168057" y="1643478"/>
            <a:ext cx="577080" cy="476640"/>
            <a:chOff x="9207814" y="4386678"/>
            <a:chExt cx="577080" cy="47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8937E4-A71E-F418-D8A6-54D160E65B72}"/>
                    </a:ext>
                  </a:extLst>
                </p14:cNvPr>
                <p14:cNvContentPartPr/>
                <p14:nvPr/>
              </p14:nvContentPartPr>
              <p14:xfrm>
                <a:off x="9207814" y="4386678"/>
                <a:ext cx="224280" cy="295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8937E4-A71E-F418-D8A6-54D160E65B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89814" y="4368678"/>
                  <a:ext cx="2599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AE7308-14E9-4CD3-8FAB-83B3724E4AD6}"/>
                    </a:ext>
                  </a:extLst>
                </p14:cNvPr>
                <p14:cNvContentPartPr/>
                <p14:nvPr/>
              </p14:nvContentPartPr>
              <p14:xfrm>
                <a:off x="9353254" y="4541838"/>
                <a:ext cx="76680" cy="321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AE7308-14E9-4CD3-8FAB-83B3724E4A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35254" y="4523838"/>
                  <a:ext cx="1123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649828-9F37-BCDE-4676-0A6261EE6BEB}"/>
                    </a:ext>
                  </a:extLst>
                </p14:cNvPr>
                <p14:cNvContentPartPr/>
                <p14:nvPr/>
              </p14:nvContentPartPr>
              <p14:xfrm>
                <a:off x="9578254" y="4456878"/>
                <a:ext cx="23760" cy="302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649828-9F37-BCDE-4676-0A6261EE6BE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60254" y="4438878"/>
                  <a:ext cx="594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7439E4E-C648-E521-275C-54337740FF4B}"/>
                    </a:ext>
                  </a:extLst>
                </p14:cNvPr>
                <p14:cNvContentPartPr/>
                <p14:nvPr/>
              </p14:nvContentPartPr>
              <p14:xfrm>
                <a:off x="9639814" y="4469478"/>
                <a:ext cx="145080" cy="148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7439E4E-C648-E521-275C-54337740FF4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21814" y="4451478"/>
                  <a:ext cx="180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A602479-A7D5-88D1-00FD-90D6B31F1B27}"/>
                    </a:ext>
                  </a:extLst>
                </p14:cNvPr>
                <p14:cNvContentPartPr/>
                <p14:nvPr/>
              </p14:nvContentPartPr>
              <p14:xfrm>
                <a:off x="9593734" y="4547238"/>
                <a:ext cx="128160" cy="78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A602479-A7D5-88D1-00FD-90D6B31F1B2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75683" y="4529238"/>
                  <a:ext cx="16390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600CFEE-0EEB-A755-899D-3C2241C092EE}"/>
              </a:ext>
            </a:extLst>
          </p:cNvPr>
          <p:cNvGrpSpPr/>
          <p:nvPr/>
        </p:nvGrpSpPr>
        <p:grpSpPr>
          <a:xfrm>
            <a:off x="2375734" y="3518718"/>
            <a:ext cx="7311960" cy="2623320"/>
            <a:chOff x="2375734" y="3518718"/>
            <a:chExt cx="7311960" cy="262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C22E71-6284-093F-60F8-64C37196C996}"/>
                    </a:ext>
                  </a:extLst>
                </p14:cNvPr>
                <p14:cNvContentPartPr/>
                <p14:nvPr/>
              </p14:nvContentPartPr>
              <p14:xfrm>
                <a:off x="8460094" y="4037838"/>
                <a:ext cx="65880" cy="730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C22E71-6284-093F-60F8-64C37196C99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42454" y="4019838"/>
                  <a:ext cx="1015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02FF72-2873-8760-197D-16E3BD068ECA}"/>
                    </a:ext>
                  </a:extLst>
                </p14:cNvPr>
                <p14:cNvContentPartPr/>
                <p14:nvPr/>
              </p14:nvContentPartPr>
              <p14:xfrm>
                <a:off x="8307454" y="4651998"/>
                <a:ext cx="516960" cy="555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02FF72-2873-8760-197D-16E3BD068E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89454" y="4633998"/>
                  <a:ext cx="55260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6A8EC2-17FC-D455-EC90-73417DDCAF76}"/>
                    </a:ext>
                  </a:extLst>
                </p14:cNvPr>
                <p14:cNvContentPartPr/>
                <p14:nvPr/>
              </p14:nvContentPartPr>
              <p14:xfrm>
                <a:off x="8513374" y="4848558"/>
                <a:ext cx="10440" cy="212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6A8EC2-17FC-D455-EC90-73417DDCAF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95734" y="4830558"/>
                  <a:ext cx="46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949D2F2-5DEE-D61D-6A8D-3B3733606B2E}"/>
                    </a:ext>
                  </a:extLst>
                </p14:cNvPr>
                <p14:cNvContentPartPr/>
                <p14:nvPr/>
              </p14:nvContentPartPr>
              <p14:xfrm>
                <a:off x="8441374" y="4788798"/>
                <a:ext cx="196200" cy="204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949D2F2-5DEE-D61D-6A8D-3B3733606B2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23734" y="4771158"/>
                  <a:ext cx="2318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8FBA1FF-9CA9-85BB-D874-03A007391342}"/>
                    </a:ext>
                  </a:extLst>
                </p14:cNvPr>
                <p14:cNvContentPartPr/>
                <p14:nvPr/>
              </p14:nvContentPartPr>
              <p14:xfrm>
                <a:off x="8558374" y="5162838"/>
                <a:ext cx="44280" cy="979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8FBA1FF-9CA9-85BB-D874-03A00739134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40374" y="5145198"/>
                  <a:ext cx="79920" cy="10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E639BAF-1BB8-3025-C733-D59E068E2384}"/>
                    </a:ext>
                  </a:extLst>
                </p14:cNvPr>
                <p14:cNvContentPartPr/>
                <p14:nvPr/>
              </p14:nvContentPartPr>
              <p14:xfrm>
                <a:off x="9144814" y="4799238"/>
                <a:ext cx="207360" cy="234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639BAF-1BB8-3025-C733-D59E068E238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26814" y="4781598"/>
                  <a:ext cx="2430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5B38CB-80BF-7283-2CDB-6CB9B299D953}"/>
                    </a:ext>
                  </a:extLst>
                </p14:cNvPr>
                <p14:cNvContentPartPr/>
                <p14:nvPr/>
              </p14:nvContentPartPr>
              <p14:xfrm>
                <a:off x="9299974" y="4902558"/>
                <a:ext cx="52560" cy="309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5B38CB-80BF-7283-2CDB-6CB9B299D95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82334" y="4884918"/>
                  <a:ext cx="882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5F29887-1513-F71F-A619-A9DCCC8C5BFF}"/>
                    </a:ext>
                  </a:extLst>
                </p14:cNvPr>
                <p14:cNvContentPartPr/>
                <p14:nvPr/>
              </p14:nvContentPartPr>
              <p14:xfrm>
                <a:off x="9491854" y="4799958"/>
                <a:ext cx="19800" cy="295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5F29887-1513-F71F-A619-A9DCCC8C5B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74214" y="4781958"/>
                  <a:ext cx="554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7FD6F1B-D731-0641-10C8-66A50EEC89EC}"/>
                    </a:ext>
                  </a:extLst>
                </p14:cNvPr>
                <p14:cNvContentPartPr/>
                <p14:nvPr/>
              </p14:nvContentPartPr>
              <p14:xfrm>
                <a:off x="9483934" y="4817958"/>
                <a:ext cx="203760" cy="13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FD6F1B-D731-0641-10C8-66A50EEC89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65934" y="4799958"/>
                  <a:ext cx="239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CCC7FE6-6B99-6633-2F9E-7E026C1644BC}"/>
                    </a:ext>
                  </a:extLst>
                </p14:cNvPr>
                <p14:cNvContentPartPr/>
                <p14:nvPr/>
              </p14:nvContentPartPr>
              <p14:xfrm>
                <a:off x="9563134" y="4926678"/>
                <a:ext cx="94680" cy="58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CCC7FE6-6B99-6633-2F9E-7E026C1644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45134" y="4908678"/>
                  <a:ext cx="130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184F98B-F305-9669-4F95-A861BC112E10}"/>
                    </a:ext>
                  </a:extLst>
                </p14:cNvPr>
                <p14:cNvContentPartPr/>
                <p14:nvPr/>
              </p14:nvContentPartPr>
              <p14:xfrm>
                <a:off x="8473774" y="4074558"/>
                <a:ext cx="16200" cy="11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184F98B-F305-9669-4F95-A861BC112E1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56134" y="4056558"/>
                  <a:ext cx="51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7CF80A0-D8ED-B6FD-C082-89471F9E0A3B}"/>
                    </a:ext>
                  </a:extLst>
                </p14:cNvPr>
                <p14:cNvContentPartPr/>
                <p14:nvPr/>
              </p14:nvContentPartPr>
              <p14:xfrm>
                <a:off x="3247294" y="4045758"/>
                <a:ext cx="5214600" cy="238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7CF80A0-D8ED-B6FD-C082-89471F9E0A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29294" y="4027758"/>
                  <a:ext cx="52502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3FFB99B-0470-9FA1-F696-D84647975FFF}"/>
                    </a:ext>
                  </a:extLst>
                </p14:cNvPr>
                <p14:cNvContentPartPr/>
                <p14:nvPr/>
              </p14:nvContentPartPr>
              <p14:xfrm>
                <a:off x="5238094" y="4293798"/>
                <a:ext cx="83520" cy="509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3FFB99B-0470-9FA1-F696-D84647975FF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20094" y="4276158"/>
                  <a:ext cx="11916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5B30EE5-77F8-8BE0-49F4-ADD4D7744CF7}"/>
                    </a:ext>
                  </a:extLst>
                </p14:cNvPr>
                <p14:cNvContentPartPr/>
                <p14:nvPr/>
              </p14:nvContentPartPr>
              <p14:xfrm>
                <a:off x="5274454" y="4773678"/>
                <a:ext cx="146160" cy="431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5B30EE5-77F8-8BE0-49F4-ADD4D7744C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56454" y="4756038"/>
                  <a:ext cx="1818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0FE886-A51E-B80F-408D-91FF19EC66A9}"/>
                    </a:ext>
                  </a:extLst>
                </p14:cNvPr>
                <p14:cNvContentPartPr/>
                <p14:nvPr/>
              </p14:nvContentPartPr>
              <p14:xfrm>
                <a:off x="5399734" y="5203878"/>
                <a:ext cx="17280" cy="608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0FE886-A51E-B80F-408D-91FF19EC66A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82094" y="5185878"/>
                  <a:ext cx="5292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CC09F4D-6FE2-0243-AF6F-220E9FD06459}"/>
                    </a:ext>
                  </a:extLst>
                </p14:cNvPr>
                <p14:cNvContentPartPr/>
                <p14:nvPr/>
              </p14:nvContentPartPr>
              <p14:xfrm>
                <a:off x="6306574" y="4333758"/>
                <a:ext cx="30960" cy="421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CC09F4D-6FE2-0243-AF6F-220E9FD0645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88574" y="4315758"/>
                  <a:ext cx="666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99AE52C-2B02-C482-3CB6-4A26C384D0A1}"/>
                    </a:ext>
                  </a:extLst>
                </p14:cNvPr>
                <p14:cNvContentPartPr/>
                <p14:nvPr/>
              </p14:nvContentPartPr>
              <p14:xfrm>
                <a:off x="6280294" y="4807878"/>
                <a:ext cx="97560" cy="399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99AE52C-2B02-C482-3CB6-4A26C384D0A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62294" y="4789878"/>
                  <a:ext cx="1332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E852968-98E2-04C5-485A-05DF9A0F9D9C}"/>
                    </a:ext>
                  </a:extLst>
                </p14:cNvPr>
                <p14:cNvContentPartPr/>
                <p14:nvPr/>
              </p14:nvContentPartPr>
              <p14:xfrm>
                <a:off x="6399454" y="5191278"/>
                <a:ext cx="66600" cy="488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E852968-98E2-04C5-485A-05DF9A0F9D9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81454" y="5173638"/>
                  <a:ext cx="10224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B94628-5DA5-6FFF-2B5B-0C8D93B1AA7B}"/>
                    </a:ext>
                  </a:extLst>
                </p14:cNvPr>
                <p14:cNvContentPartPr/>
                <p14:nvPr/>
              </p14:nvContentPartPr>
              <p14:xfrm>
                <a:off x="7081654" y="4219998"/>
                <a:ext cx="25560" cy="519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DB94628-5DA5-6FFF-2B5B-0C8D93B1AA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64014" y="4201998"/>
                  <a:ext cx="6120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4F2350B-BE3D-4F3C-157F-5122DCF755B5}"/>
                    </a:ext>
                  </a:extLst>
                </p14:cNvPr>
                <p14:cNvContentPartPr/>
                <p14:nvPr/>
              </p14:nvContentPartPr>
              <p14:xfrm>
                <a:off x="7060414" y="4789518"/>
                <a:ext cx="127080" cy="355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4F2350B-BE3D-4F3C-157F-5122DCF755B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42774" y="4771518"/>
                  <a:ext cx="1627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417E56D-DB6B-6E23-425C-1D2F2E306300}"/>
                    </a:ext>
                  </a:extLst>
                </p14:cNvPr>
                <p14:cNvContentPartPr/>
                <p14:nvPr/>
              </p14:nvContentPartPr>
              <p14:xfrm>
                <a:off x="7142854" y="5157798"/>
                <a:ext cx="80640" cy="440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417E56D-DB6B-6E23-425C-1D2F2E30630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24854" y="5140158"/>
                  <a:ext cx="1162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2EEBB5F-D8AB-91FA-701D-CA4CDD22DF34}"/>
                    </a:ext>
                  </a:extLst>
                </p14:cNvPr>
                <p14:cNvContentPartPr/>
                <p14:nvPr/>
              </p14:nvContentPartPr>
              <p14:xfrm>
                <a:off x="5429254" y="5774118"/>
                <a:ext cx="3143160" cy="131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2EEBB5F-D8AB-91FA-701D-CA4CDD22DF3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11254" y="5756478"/>
                  <a:ext cx="3178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3097E76-1756-BBF5-2EFB-4D99DD7B50EE}"/>
                    </a:ext>
                  </a:extLst>
                </p14:cNvPr>
                <p14:cNvContentPartPr/>
                <p14:nvPr/>
              </p14:nvContentPartPr>
              <p14:xfrm>
                <a:off x="3438814" y="4126038"/>
                <a:ext cx="52200" cy="653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3097E76-1756-BBF5-2EFB-4D99DD7B50E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20814" y="4108398"/>
                  <a:ext cx="8784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7EDE26F-D9E3-0352-2BAA-06190D6065F9}"/>
                    </a:ext>
                  </a:extLst>
                </p14:cNvPr>
                <p14:cNvContentPartPr/>
                <p14:nvPr/>
              </p14:nvContentPartPr>
              <p14:xfrm>
                <a:off x="3195454" y="4700958"/>
                <a:ext cx="568800" cy="563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7EDE26F-D9E3-0352-2BAA-06190D6065F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77814" y="4682958"/>
                  <a:ext cx="60444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CD5424D-924F-2BAE-2E45-67452542AE45}"/>
                    </a:ext>
                  </a:extLst>
                </p14:cNvPr>
                <p14:cNvContentPartPr/>
                <p14:nvPr/>
              </p14:nvContentPartPr>
              <p14:xfrm>
                <a:off x="3484894" y="4910838"/>
                <a:ext cx="44280" cy="253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CD5424D-924F-2BAE-2E45-67452542AE4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67254" y="4893198"/>
                  <a:ext cx="799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4AA6CC8-DE24-8DFA-B6D5-BCCF63968299}"/>
                    </a:ext>
                  </a:extLst>
                </p14:cNvPr>
                <p14:cNvContentPartPr/>
                <p14:nvPr/>
              </p14:nvContentPartPr>
              <p14:xfrm>
                <a:off x="3388774" y="5015958"/>
                <a:ext cx="193320" cy="137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4AA6CC8-DE24-8DFA-B6D5-BCCF6396829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71134" y="4998318"/>
                  <a:ext cx="228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5E27E7-47F2-FECA-6A9B-DF02A534DE26}"/>
                    </a:ext>
                  </a:extLst>
                </p14:cNvPr>
                <p14:cNvContentPartPr/>
                <p14:nvPr/>
              </p14:nvContentPartPr>
              <p14:xfrm>
                <a:off x="3592534" y="5270478"/>
                <a:ext cx="19440" cy="425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5E27E7-47F2-FECA-6A9B-DF02A534DE2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74534" y="5252478"/>
                  <a:ext cx="550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9A33D6D-EB1F-BCDD-2C6D-2F6C6E79500C}"/>
                    </a:ext>
                  </a:extLst>
                </p14:cNvPr>
                <p14:cNvContentPartPr/>
                <p14:nvPr/>
              </p14:nvContentPartPr>
              <p14:xfrm>
                <a:off x="3570934" y="5665398"/>
                <a:ext cx="1920240" cy="325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9A33D6D-EB1F-BCDD-2C6D-2F6C6E79500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552934" y="5647758"/>
                  <a:ext cx="19558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D278AEA-AC10-333A-B7D2-F7B6026E79FE}"/>
                    </a:ext>
                  </a:extLst>
                </p14:cNvPr>
                <p14:cNvContentPartPr/>
                <p14:nvPr/>
              </p14:nvContentPartPr>
              <p14:xfrm>
                <a:off x="2375734" y="4864038"/>
                <a:ext cx="271800" cy="253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D278AEA-AC10-333A-B7D2-F7B6026E79F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58094" y="4846398"/>
                  <a:ext cx="3074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3AFA05E-ED28-5165-853B-FB7E1BCAB56E}"/>
                    </a:ext>
                  </a:extLst>
                </p14:cNvPr>
                <p14:cNvContentPartPr/>
                <p14:nvPr/>
              </p14:nvContentPartPr>
              <p14:xfrm>
                <a:off x="2683174" y="4766478"/>
                <a:ext cx="144000" cy="238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3AFA05E-ED28-5165-853B-FB7E1BCAB5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65534" y="4748478"/>
                  <a:ext cx="179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E1BBE48-ED5F-27E4-DF46-4C7E783DBC55}"/>
                    </a:ext>
                  </a:extLst>
                </p14:cNvPr>
                <p14:cNvContentPartPr/>
                <p14:nvPr/>
              </p14:nvContentPartPr>
              <p14:xfrm>
                <a:off x="2675254" y="4730118"/>
                <a:ext cx="280080" cy="129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E1BBE48-ED5F-27E4-DF46-4C7E783DBC5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57254" y="4712478"/>
                  <a:ext cx="315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916EFE1-BCD5-A6AF-9AE6-A2449D5EFEC9}"/>
                    </a:ext>
                  </a:extLst>
                </p14:cNvPr>
                <p14:cNvContentPartPr/>
                <p14:nvPr/>
              </p14:nvContentPartPr>
              <p14:xfrm>
                <a:off x="2790814" y="4806438"/>
                <a:ext cx="118440" cy="95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916EFE1-BCD5-A6AF-9AE6-A2449D5EFEC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773174" y="4788798"/>
                  <a:ext cx="154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9BF88B0-FAE1-F1AF-2234-8CCD36BD5EFB}"/>
                    </a:ext>
                  </a:extLst>
                </p14:cNvPr>
                <p14:cNvContentPartPr/>
                <p14:nvPr/>
              </p14:nvContentPartPr>
              <p14:xfrm>
                <a:off x="7709494" y="3639678"/>
                <a:ext cx="323280" cy="270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9BF88B0-FAE1-F1AF-2234-8CCD36BD5E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91494" y="3621678"/>
                  <a:ext cx="3589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EA3A534-1258-9B8E-46DA-712DCF0CA402}"/>
                    </a:ext>
                  </a:extLst>
                </p14:cNvPr>
                <p14:cNvContentPartPr/>
                <p14:nvPr/>
              </p14:nvContentPartPr>
              <p14:xfrm>
                <a:off x="8049334" y="3686478"/>
                <a:ext cx="360" cy="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EA3A534-1258-9B8E-46DA-712DCF0CA40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31694" y="366883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3E6692E-8DA4-DD10-E356-FE4511A7BA0E}"/>
                    </a:ext>
                  </a:extLst>
                </p14:cNvPr>
                <p14:cNvContentPartPr/>
                <p14:nvPr/>
              </p14:nvContentPartPr>
              <p14:xfrm>
                <a:off x="7747654" y="3759558"/>
                <a:ext cx="286560" cy="28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3E6692E-8DA4-DD10-E356-FE4511A7BA0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29654" y="3741558"/>
                  <a:ext cx="322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0705B35-F7E5-139B-B8B8-1B570DF06619}"/>
                    </a:ext>
                  </a:extLst>
                </p14:cNvPr>
                <p14:cNvContentPartPr/>
                <p14:nvPr/>
              </p14:nvContentPartPr>
              <p14:xfrm>
                <a:off x="7658014" y="3529878"/>
                <a:ext cx="242280" cy="390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0705B35-F7E5-139B-B8B8-1B570DF0661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40014" y="3512238"/>
                  <a:ext cx="2779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8AF9077-0441-2F51-ACFA-910E06930A56}"/>
                    </a:ext>
                  </a:extLst>
                </p14:cNvPr>
                <p14:cNvContentPartPr/>
                <p14:nvPr/>
              </p14:nvContentPartPr>
              <p14:xfrm>
                <a:off x="8284414" y="3543558"/>
                <a:ext cx="214560" cy="237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8AF9077-0441-2F51-ACFA-910E06930A5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266414" y="3525558"/>
                  <a:ext cx="2502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AE39DFA-CCAB-BE6C-F7EB-CD2BEBE6C3DF}"/>
                    </a:ext>
                  </a:extLst>
                </p14:cNvPr>
                <p14:cNvContentPartPr/>
                <p14:nvPr/>
              </p14:nvContentPartPr>
              <p14:xfrm>
                <a:off x="8420494" y="3624198"/>
                <a:ext cx="102240" cy="197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AE39DFA-CCAB-BE6C-F7EB-CD2BEBE6C3D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02494" y="3606558"/>
                  <a:ext cx="137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6D7AB42-8B70-0CD6-995A-6F06487448EB}"/>
                    </a:ext>
                  </a:extLst>
                </p14:cNvPr>
                <p14:cNvContentPartPr/>
                <p14:nvPr/>
              </p14:nvContentPartPr>
              <p14:xfrm>
                <a:off x="8734774" y="3533118"/>
                <a:ext cx="39960" cy="264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6D7AB42-8B70-0CD6-995A-6F06487448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717134" y="3515118"/>
                  <a:ext cx="756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52BF5F1-29A4-C86F-E62A-24698897326C}"/>
                    </a:ext>
                  </a:extLst>
                </p14:cNvPr>
                <p14:cNvContentPartPr/>
                <p14:nvPr/>
              </p14:nvContentPartPr>
              <p14:xfrm>
                <a:off x="8748094" y="3518718"/>
                <a:ext cx="213480" cy="182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52BF5F1-29A4-C86F-E62A-24698897326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30094" y="3501078"/>
                  <a:ext cx="249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440527C-9CDE-37B0-0594-DF145DCAE602}"/>
                    </a:ext>
                  </a:extLst>
                </p14:cNvPr>
                <p14:cNvContentPartPr/>
                <p14:nvPr/>
              </p14:nvContentPartPr>
              <p14:xfrm>
                <a:off x="8775094" y="3618078"/>
                <a:ext cx="96480" cy="565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440527C-9CDE-37B0-0594-DF145DCAE6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57454" y="3600078"/>
                  <a:ext cx="1321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01519CE-2EC5-616C-A201-5CF28DFBD814}"/>
              </a:ext>
            </a:extLst>
          </p:cNvPr>
          <p:cNvGrpSpPr/>
          <p:nvPr/>
        </p:nvGrpSpPr>
        <p:grpSpPr>
          <a:xfrm>
            <a:off x="1902694" y="4130718"/>
            <a:ext cx="426960" cy="410760"/>
            <a:chOff x="1902694" y="4130718"/>
            <a:chExt cx="426960" cy="41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6C05D8A-FE02-829B-8049-6AA13FE42660}"/>
                    </a:ext>
                  </a:extLst>
                </p14:cNvPr>
                <p14:cNvContentPartPr/>
                <p14:nvPr/>
              </p14:nvContentPartPr>
              <p14:xfrm>
                <a:off x="2017894" y="4171398"/>
                <a:ext cx="25200" cy="312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6C05D8A-FE02-829B-8049-6AA13FE4266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99894" y="4153398"/>
                  <a:ext cx="608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54D6893-D5AD-E620-46A6-1588479AAEA3}"/>
                    </a:ext>
                  </a:extLst>
                </p14:cNvPr>
                <p14:cNvContentPartPr/>
                <p14:nvPr/>
              </p14:nvContentPartPr>
              <p14:xfrm>
                <a:off x="2173774" y="4130718"/>
                <a:ext cx="42480" cy="311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54D6893-D5AD-E620-46A6-1588479AAE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56134" y="4112718"/>
                  <a:ext cx="781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FDE38E8-1FD6-D1F9-3E60-B7FADD73917B}"/>
                    </a:ext>
                  </a:extLst>
                </p14:cNvPr>
                <p14:cNvContentPartPr/>
                <p14:nvPr/>
              </p14:nvContentPartPr>
              <p14:xfrm>
                <a:off x="1902694" y="4333758"/>
                <a:ext cx="426960" cy="207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FDE38E8-1FD6-D1F9-3E60-B7FADD7391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85054" y="4315758"/>
                  <a:ext cx="46260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E9CC63F-7882-0044-2876-2305803E1919}"/>
              </a:ext>
            </a:extLst>
          </p:cNvPr>
          <p:cNvGrpSpPr/>
          <p:nvPr/>
        </p:nvGrpSpPr>
        <p:grpSpPr>
          <a:xfrm>
            <a:off x="1140214" y="4432398"/>
            <a:ext cx="496800" cy="336600"/>
            <a:chOff x="1140214" y="4432398"/>
            <a:chExt cx="49680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903B959-9808-130E-46E3-D83082211DA3}"/>
                    </a:ext>
                  </a:extLst>
                </p14:cNvPr>
                <p14:cNvContentPartPr/>
                <p14:nvPr/>
              </p14:nvContentPartPr>
              <p14:xfrm>
                <a:off x="1140214" y="4538958"/>
                <a:ext cx="228240" cy="230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903B959-9808-130E-46E3-D83082211DA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22214" y="4521318"/>
                  <a:ext cx="263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C791E93-2835-40F4-7B54-95027027CF67}"/>
                    </a:ext>
                  </a:extLst>
                </p14:cNvPr>
                <p14:cNvContentPartPr/>
                <p14:nvPr/>
              </p14:nvContentPartPr>
              <p14:xfrm>
                <a:off x="1351894" y="4441038"/>
                <a:ext cx="115920" cy="243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C791E93-2835-40F4-7B54-95027027CF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334254" y="4423398"/>
                  <a:ext cx="1515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CDE73E9-9832-1C79-AFD8-9667C09130A0}"/>
                    </a:ext>
                  </a:extLst>
                </p14:cNvPr>
                <p14:cNvContentPartPr/>
                <p14:nvPr/>
              </p14:nvContentPartPr>
              <p14:xfrm>
                <a:off x="1335334" y="4432398"/>
                <a:ext cx="181440" cy="73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CDE73E9-9832-1C79-AFD8-9667C09130A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317334" y="4414758"/>
                  <a:ext cx="217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A07BE8D-F91B-139D-408F-B31D14D73A6A}"/>
                    </a:ext>
                  </a:extLst>
                </p14:cNvPr>
                <p14:cNvContentPartPr/>
                <p14:nvPr/>
              </p14:nvContentPartPr>
              <p14:xfrm>
                <a:off x="1472134" y="4499718"/>
                <a:ext cx="53640" cy="63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A07BE8D-F91B-139D-408F-B31D14D73A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454494" y="4481718"/>
                  <a:ext cx="892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25235C2-3DE3-A7D4-358C-65CCACF5E86F}"/>
                    </a:ext>
                  </a:extLst>
                </p14:cNvPr>
                <p14:cNvContentPartPr/>
                <p14:nvPr/>
              </p14:nvContentPartPr>
              <p14:xfrm>
                <a:off x="1405534" y="4530318"/>
                <a:ext cx="72720" cy="75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25235C2-3DE3-A7D4-358C-65CCACF5E86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87534" y="4512678"/>
                  <a:ext cx="108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6A0EA3D-5252-7414-A6CD-EDFAEFDACD49}"/>
                    </a:ext>
                  </a:extLst>
                </p14:cNvPr>
                <p14:cNvContentPartPr/>
                <p14:nvPr/>
              </p14:nvContentPartPr>
              <p14:xfrm>
                <a:off x="1513534" y="4513758"/>
                <a:ext cx="123480" cy="64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6A0EA3D-5252-7414-A6CD-EDFAEFDACD4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95894" y="4495758"/>
                  <a:ext cx="15912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F88472A4-0CC0-C620-1E3C-34264E60933D}"/>
              </a:ext>
            </a:extLst>
          </p:cNvPr>
          <p:cNvGrpSpPr/>
          <p:nvPr/>
        </p:nvGrpSpPr>
        <p:grpSpPr>
          <a:xfrm>
            <a:off x="1538734" y="3839478"/>
            <a:ext cx="502200" cy="474840"/>
            <a:chOff x="1538734" y="3839478"/>
            <a:chExt cx="502200" cy="47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5AA0C23-C6C8-B7EB-C980-E08C38E92868}"/>
                    </a:ext>
                  </a:extLst>
                </p14:cNvPr>
                <p14:cNvContentPartPr/>
                <p14:nvPr/>
              </p14:nvContentPartPr>
              <p14:xfrm>
                <a:off x="1538734" y="4222158"/>
                <a:ext cx="114840" cy="92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5AA0C23-C6C8-B7EB-C980-E08C38E9286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21094" y="4204518"/>
                  <a:ext cx="150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68F31DA-F7D1-8560-0345-DE2CED5361BE}"/>
                    </a:ext>
                  </a:extLst>
                </p14:cNvPr>
                <p14:cNvContentPartPr/>
                <p14:nvPr/>
              </p14:nvContentPartPr>
              <p14:xfrm>
                <a:off x="1655734" y="3969078"/>
                <a:ext cx="156960" cy="194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68F31DA-F7D1-8560-0345-DE2CED5361B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638094" y="3951438"/>
                  <a:ext cx="1926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1D43A82-A3C7-6A49-58E1-1E95050F61C4}"/>
                    </a:ext>
                  </a:extLst>
                </p14:cNvPr>
                <p14:cNvContentPartPr/>
                <p14:nvPr/>
              </p14:nvContentPartPr>
              <p14:xfrm>
                <a:off x="1833934" y="3839478"/>
                <a:ext cx="98280" cy="231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1D43A82-A3C7-6A49-58E1-1E95050F61C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815934" y="3821478"/>
                  <a:ext cx="1339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7AC952A-2817-0A02-7F73-0A1B1CF57E91}"/>
                    </a:ext>
                  </a:extLst>
                </p14:cNvPr>
                <p14:cNvContentPartPr/>
                <p14:nvPr/>
              </p14:nvContentPartPr>
              <p14:xfrm>
                <a:off x="1824934" y="3841278"/>
                <a:ext cx="211680" cy="111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7AC952A-2817-0A02-7F73-0A1B1CF57E9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806934" y="3823278"/>
                  <a:ext cx="247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288F84B-8913-158B-21F0-DAE6D30148C2}"/>
                    </a:ext>
                  </a:extLst>
                </p14:cNvPr>
                <p14:cNvContentPartPr/>
                <p14:nvPr/>
              </p14:nvContentPartPr>
              <p14:xfrm>
                <a:off x="1912774" y="3890958"/>
                <a:ext cx="128160" cy="136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288F84B-8913-158B-21F0-DAE6D30148C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95134" y="3872958"/>
                  <a:ext cx="1638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263F69F6-3492-5C5D-0A3B-19A855900155}"/>
              </a:ext>
            </a:extLst>
          </p:cNvPr>
          <p:cNvGrpSpPr/>
          <p:nvPr/>
        </p:nvGrpSpPr>
        <p:grpSpPr>
          <a:xfrm>
            <a:off x="9117454" y="3345558"/>
            <a:ext cx="714600" cy="344880"/>
            <a:chOff x="9117454" y="3345558"/>
            <a:chExt cx="71460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A2A5DA8-6DDF-C654-946D-A55AAF52CAD1}"/>
                    </a:ext>
                  </a:extLst>
                </p14:cNvPr>
                <p14:cNvContentPartPr/>
                <p14:nvPr/>
              </p14:nvContentPartPr>
              <p14:xfrm>
                <a:off x="9117454" y="3540678"/>
                <a:ext cx="139680" cy="33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A2A5DA8-6DDF-C654-946D-A55AAF52CAD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99454" y="3522678"/>
                  <a:ext cx="175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C902178-A686-045C-9162-94AFCCBEE8EE}"/>
                    </a:ext>
                  </a:extLst>
                </p14:cNvPr>
                <p14:cNvContentPartPr/>
                <p14:nvPr/>
              </p14:nvContentPartPr>
              <p14:xfrm>
                <a:off x="9377374" y="3422958"/>
                <a:ext cx="192240" cy="177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C902178-A686-045C-9162-94AFCCBEE8E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59734" y="3405318"/>
                  <a:ext cx="227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5C54DF8-89B8-9BA8-3AC7-60F3F27B10D4}"/>
                    </a:ext>
                  </a:extLst>
                </p14:cNvPr>
                <p14:cNvContentPartPr/>
                <p14:nvPr/>
              </p14:nvContentPartPr>
              <p14:xfrm>
                <a:off x="9684814" y="3345558"/>
                <a:ext cx="18720" cy="344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5C54DF8-89B8-9BA8-3AC7-60F3F27B10D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667174" y="3327918"/>
                  <a:ext cx="543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CC0294A-69CB-E89F-A029-E6C2162E7FB0}"/>
                    </a:ext>
                  </a:extLst>
                </p14:cNvPr>
                <p14:cNvContentPartPr/>
                <p14:nvPr/>
              </p14:nvContentPartPr>
              <p14:xfrm>
                <a:off x="9656734" y="3365358"/>
                <a:ext cx="175320" cy="206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CC0294A-69CB-E89F-A029-E6C2162E7FB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38734" y="3347718"/>
                  <a:ext cx="210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1AE60E3-137C-9196-2810-B0EEDD5F6589}"/>
                    </a:ext>
                  </a:extLst>
                </p14:cNvPr>
                <p14:cNvContentPartPr/>
                <p14:nvPr/>
              </p14:nvContentPartPr>
              <p14:xfrm>
                <a:off x="9720454" y="3472278"/>
                <a:ext cx="101880" cy="72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1AE60E3-137C-9196-2810-B0EEDD5F658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702454" y="3454278"/>
                  <a:ext cx="1375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E91E39C-93E7-0555-F4D0-A5282AC7FFAB}"/>
              </a:ext>
            </a:extLst>
          </p:cNvPr>
          <p:cNvGrpSpPr/>
          <p:nvPr/>
        </p:nvGrpSpPr>
        <p:grpSpPr>
          <a:xfrm>
            <a:off x="10341454" y="4128558"/>
            <a:ext cx="1790640" cy="1467360"/>
            <a:chOff x="10341454" y="4128558"/>
            <a:chExt cx="1790640" cy="14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7C193CD-D22B-7C3A-6656-42B79C5AC244}"/>
                    </a:ext>
                  </a:extLst>
                </p14:cNvPr>
                <p14:cNvContentPartPr/>
                <p14:nvPr/>
              </p14:nvContentPartPr>
              <p14:xfrm>
                <a:off x="10406974" y="4128558"/>
                <a:ext cx="36720" cy="487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7C193CD-D22B-7C3A-6656-42B79C5AC2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88974" y="4110918"/>
                  <a:ext cx="7236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138C8B2-8268-4989-7C8E-BAD9D6CCD7DA}"/>
                    </a:ext>
                  </a:extLst>
                </p14:cNvPr>
                <p14:cNvContentPartPr/>
                <p14:nvPr/>
              </p14:nvContentPartPr>
              <p14:xfrm>
                <a:off x="10341454" y="4627158"/>
                <a:ext cx="103680" cy="376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138C8B2-8268-4989-7C8E-BAD9D6CCD7D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23814" y="4609518"/>
                  <a:ext cx="1393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6467575-C4A8-66AF-4A10-1AE456DF3496}"/>
                    </a:ext>
                  </a:extLst>
                </p14:cNvPr>
                <p14:cNvContentPartPr/>
                <p14:nvPr/>
              </p14:nvContentPartPr>
              <p14:xfrm>
                <a:off x="10441534" y="5063478"/>
                <a:ext cx="20880" cy="3567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6467575-C4A8-66AF-4A10-1AE456DF349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423534" y="5045838"/>
                  <a:ext cx="565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BB07F3F-F067-C005-03B3-015266CD9D07}"/>
                    </a:ext>
                  </a:extLst>
                </p14:cNvPr>
                <p14:cNvContentPartPr/>
                <p14:nvPr/>
              </p14:nvContentPartPr>
              <p14:xfrm>
                <a:off x="10374214" y="4151238"/>
                <a:ext cx="339840" cy="52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BB07F3F-F067-C005-03B3-015266CD9D0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356214" y="4133598"/>
                  <a:ext cx="375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579682A-6ED6-F4A4-71AC-522B12DD1FFF}"/>
                    </a:ext>
                  </a:extLst>
                </p14:cNvPr>
                <p14:cNvContentPartPr/>
                <p14:nvPr/>
              </p14:nvContentPartPr>
              <p14:xfrm>
                <a:off x="10684894" y="4192638"/>
                <a:ext cx="39960" cy="444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579682A-6ED6-F4A4-71AC-522B12DD1FF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666894" y="4174998"/>
                  <a:ext cx="756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BDAA2FE-90AD-99C2-049C-4D42948213BE}"/>
                    </a:ext>
                  </a:extLst>
                </p14:cNvPr>
                <p14:cNvContentPartPr/>
                <p14:nvPr/>
              </p14:nvContentPartPr>
              <p14:xfrm>
                <a:off x="10671574" y="4729758"/>
                <a:ext cx="72720" cy="283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BDAA2FE-90AD-99C2-049C-4D42948213B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653934" y="4711758"/>
                  <a:ext cx="1083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680DDAA-E376-7433-F279-FA7642203727}"/>
                    </a:ext>
                  </a:extLst>
                </p14:cNvPr>
                <p14:cNvContentPartPr/>
                <p14:nvPr/>
              </p14:nvContentPartPr>
              <p14:xfrm>
                <a:off x="10738174" y="5085798"/>
                <a:ext cx="32400" cy="321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680DDAA-E376-7433-F279-FA764220372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20534" y="5067798"/>
                  <a:ext cx="680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590DB3D-8AA9-6BF0-3D92-BC9E0A2E4220}"/>
                    </a:ext>
                  </a:extLst>
                </p14:cNvPr>
                <p14:cNvContentPartPr/>
                <p14:nvPr/>
              </p14:nvContentPartPr>
              <p14:xfrm>
                <a:off x="10755094" y="4220358"/>
                <a:ext cx="216720" cy="22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590DB3D-8AA9-6BF0-3D92-BC9E0A2E422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37454" y="4202358"/>
                  <a:ext cx="252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FF2EE6F-724C-EB3B-33B2-1ADF5F4BE18A}"/>
                    </a:ext>
                  </a:extLst>
                </p14:cNvPr>
                <p14:cNvContentPartPr/>
                <p14:nvPr/>
              </p14:nvContentPartPr>
              <p14:xfrm>
                <a:off x="10984414" y="4240518"/>
                <a:ext cx="43920" cy="504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FF2EE6F-724C-EB3B-33B2-1ADF5F4BE18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966774" y="4222878"/>
                  <a:ext cx="7956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FDD6FF7-CE34-D017-599E-4976B4BF7631}"/>
                    </a:ext>
                  </a:extLst>
                </p14:cNvPr>
                <p14:cNvContentPartPr/>
                <p14:nvPr/>
              </p14:nvContentPartPr>
              <p14:xfrm>
                <a:off x="10994494" y="4738038"/>
                <a:ext cx="99360" cy="249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FDD6FF7-CE34-D017-599E-4976B4BF763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76494" y="4720038"/>
                  <a:ext cx="135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099F58C-5986-BD12-72F4-9B00941670B7}"/>
                    </a:ext>
                  </a:extLst>
                </p14:cNvPr>
                <p14:cNvContentPartPr/>
                <p14:nvPr/>
              </p14:nvContentPartPr>
              <p14:xfrm>
                <a:off x="10604974" y="4999398"/>
                <a:ext cx="545760" cy="513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099F58C-5986-BD12-72F4-9B00941670B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87334" y="4981758"/>
                  <a:ext cx="5814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DB056C9-3922-09EF-A75A-47C5ED1694C9}"/>
                    </a:ext>
                  </a:extLst>
                </p14:cNvPr>
                <p14:cNvContentPartPr/>
                <p14:nvPr/>
              </p14:nvContentPartPr>
              <p14:xfrm>
                <a:off x="10998814" y="4250238"/>
                <a:ext cx="491040" cy="37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DB056C9-3922-09EF-A75A-47C5ED1694C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981174" y="4232598"/>
                  <a:ext cx="526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A0F72D4-7E8B-15AB-CD54-8DED09F61FAE}"/>
                    </a:ext>
                  </a:extLst>
                </p14:cNvPr>
                <p14:cNvContentPartPr/>
                <p14:nvPr/>
              </p14:nvContentPartPr>
              <p14:xfrm>
                <a:off x="11481574" y="4247358"/>
                <a:ext cx="45720" cy="457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A0F72D4-7E8B-15AB-CD54-8DED09F61FA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463934" y="4229718"/>
                  <a:ext cx="8136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36F453E-4BA8-5445-0962-9F6E114873BE}"/>
                    </a:ext>
                  </a:extLst>
                </p14:cNvPr>
                <p14:cNvContentPartPr/>
                <p14:nvPr/>
              </p14:nvContentPartPr>
              <p14:xfrm>
                <a:off x="11351974" y="4662438"/>
                <a:ext cx="460080" cy="389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36F453E-4BA8-5445-0962-9F6E114873B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334334" y="4644798"/>
                  <a:ext cx="4957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83C2846-E7DC-3DE3-D45F-48CB13FEB46B}"/>
                    </a:ext>
                  </a:extLst>
                </p14:cNvPr>
                <p14:cNvContentPartPr/>
                <p14:nvPr/>
              </p14:nvContentPartPr>
              <p14:xfrm>
                <a:off x="11551414" y="4767558"/>
                <a:ext cx="15120" cy="243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83C2846-E7DC-3DE3-D45F-48CB13FEB46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533414" y="4749558"/>
                  <a:ext cx="50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57C2565-1A23-DE0D-2B0C-8A48A105D806}"/>
                    </a:ext>
                  </a:extLst>
                </p14:cNvPr>
                <p14:cNvContentPartPr/>
                <p14:nvPr/>
              </p14:nvContentPartPr>
              <p14:xfrm>
                <a:off x="11475814" y="4761798"/>
                <a:ext cx="143640" cy="1155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57C2565-1A23-DE0D-2B0C-8A48A105D80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58174" y="4743798"/>
                  <a:ext cx="179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68D406C-9D58-D5A1-7BF5-4779183DE0BF}"/>
                    </a:ext>
                  </a:extLst>
                </p14:cNvPr>
                <p14:cNvContentPartPr/>
                <p14:nvPr/>
              </p14:nvContentPartPr>
              <p14:xfrm>
                <a:off x="11223094" y="5028198"/>
                <a:ext cx="403920" cy="567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68D406C-9D58-D5A1-7BF5-4779183DE0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205454" y="5010198"/>
                  <a:ext cx="43956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F6265DE-85B7-3310-FBE6-AF2E95249CE4}"/>
                    </a:ext>
                  </a:extLst>
                </p14:cNvPr>
                <p14:cNvContentPartPr/>
                <p14:nvPr/>
              </p14:nvContentPartPr>
              <p14:xfrm>
                <a:off x="11773174" y="4463358"/>
                <a:ext cx="182160" cy="224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F6265DE-85B7-3310-FBE6-AF2E95249CE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755534" y="4445358"/>
                  <a:ext cx="217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0506D55-0D92-04FB-65F9-A17628FD2D9C}"/>
                    </a:ext>
                  </a:extLst>
                </p14:cNvPr>
                <p14:cNvContentPartPr/>
                <p14:nvPr/>
              </p14:nvContentPartPr>
              <p14:xfrm>
                <a:off x="11988814" y="4429518"/>
                <a:ext cx="19440" cy="273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0506D55-0D92-04FB-65F9-A17628FD2D9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971174" y="4411518"/>
                  <a:ext cx="550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6D6B52F-5FD4-A842-503B-3630AAFF692B}"/>
                    </a:ext>
                  </a:extLst>
                </p14:cNvPr>
                <p14:cNvContentPartPr/>
                <p14:nvPr/>
              </p14:nvContentPartPr>
              <p14:xfrm>
                <a:off x="11976214" y="4469478"/>
                <a:ext cx="155880" cy="158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6D6B52F-5FD4-A842-503B-3630AAFF692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958574" y="4451478"/>
                  <a:ext cx="191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D84D7DA-ECE2-3BF0-89F6-7E97D0DB85BF}"/>
                    </a:ext>
                  </a:extLst>
                </p14:cNvPr>
                <p14:cNvContentPartPr/>
                <p14:nvPr/>
              </p14:nvContentPartPr>
              <p14:xfrm>
                <a:off x="12033094" y="4590078"/>
                <a:ext cx="86040" cy="464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D84D7DA-ECE2-3BF0-89F6-7E97D0DB85B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015094" y="4572438"/>
                  <a:ext cx="121680" cy="8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9121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4978-36B9-2366-66C0-B159D11E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B298-9315-5A4E-D3CF-7398DAC2E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AC4B2-8A78-3569-91E6-D71422060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FB7D4F3-8421-C1C4-30AB-E54CE62187A2}"/>
              </a:ext>
            </a:extLst>
          </p:cNvPr>
          <p:cNvGrpSpPr/>
          <p:nvPr/>
        </p:nvGrpSpPr>
        <p:grpSpPr>
          <a:xfrm>
            <a:off x="2994214" y="1293918"/>
            <a:ext cx="5407200" cy="2898000"/>
            <a:chOff x="2994214" y="1293918"/>
            <a:chExt cx="5407200" cy="28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EB6FBFA-4B4B-5290-BDBF-73A475573430}"/>
                    </a:ext>
                  </a:extLst>
                </p14:cNvPr>
                <p14:cNvContentPartPr/>
                <p14:nvPr/>
              </p14:nvContentPartPr>
              <p14:xfrm>
                <a:off x="3623494" y="1473918"/>
                <a:ext cx="110520" cy="1119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EB6FBFA-4B4B-5290-BDBF-73A4755734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05854" y="1455918"/>
                  <a:ext cx="146160" cy="11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33B949-A2A0-DF1A-35FB-20C87932415D}"/>
                    </a:ext>
                  </a:extLst>
                </p14:cNvPr>
                <p14:cNvContentPartPr/>
                <p14:nvPr/>
              </p14:nvContentPartPr>
              <p14:xfrm>
                <a:off x="3581734" y="2510718"/>
                <a:ext cx="232200" cy="835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33B949-A2A0-DF1A-35FB-20C8793241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64094" y="2492718"/>
                  <a:ext cx="267840" cy="87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9E9954-E81B-E00A-AF92-2F30E5E67D28}"/>
                    </a:ext>
                  </a:extLst>
                </p14:cNvPr>
                <p14:cNvContentPartPr/>
                <p14:nvPr/>
              </p14:nvContentPartPr>
              <p14:xfrm>
                <a:off x="3623854" y="1315518"/>
                <a:ext cx="1242720" cy="1285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9E9954-E81B-E00A-AF92-2F30E5E67D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06214" y="1297518"/>
                  <a:ext cx="1278360" cy="13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BC2A155-F69B-647F-9B9C-8E5D88FEAF41}"/>
                    </a:ext>
                  </a:extLst>
                </p14:cNvPr>
                <p14:cNvContentPartPr/>
                <p14:nvPr/>
              </p14:nvContentPartPr>
              <p14:xfrm>
                <a:off x="4812574" y="2597838"/>
                <a:ext cx="154080" cy="986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BC2A155-F69B-647F-9B9C-8E5D88FEAF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94574" y="2579838"/>
                  <a:ext cx="189720" cy="10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99B9940-EECC-23FB-D0EE-F1BB9C469079}"/>
                    </a:ext>
                  </a:extLst>
                </p14:cNvPr>
                <p14:cNvContentPartPr/>
                <p14:nvPr/>
              </p14:nvContentPartPr>
              <p14:xfrm>
                <a:off x="4884574" y="1293918"/>
                <a:ext cx="1032480" cy="87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99B9940-EECC-23FB-D0EE-F1BB9C4690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66574" y="1276278"/>
                  <a:ext cx="1068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78EE468-DE5A-F064-ADFA-95BB3568806F}"/>
                    </a:ext>
                  </a:extLst>
                </p14:cNvPr>
                <p14:cNvContentPartPr/>
                <p14:nvPr/>
              </p14:nvContentPartPr>
              <p14:xfrm>
                <a:off x="6018934" y="1405878"/>
                <a:ext cx="68760" cy="820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78EE468-DE5A-F064-ADFA-95BB356880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01294" y="1387878"/>
                  <a:ext cx="104400" cy="85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7BBFF70-72E7-C355-59DF-5B1344BA7B5F}"/>
                    </a:ext>
                  </a:extLst>
                </p14:cNvPr>
                <p14:cNvContentPartPr/>
                <p14:nvPr/>
              </p14:nvContentPartPr>
              <p14:xfrm>
                <a:off x="5992294" y="2299038"/>
                <a:ext cx="117000" cy="407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7BBFF70-72E7-C355-59DF-5B1344BA7B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74654" y="2281038"/>
                  <a:ext cx="15264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2046C25-0C0A-BD12-C0CA-D2659796F9BA}"/>
                    </a:ext>
                  </a:extLst>
                </p14:cNvPr>
                <p14:cNvContentPartPr/>
                <p14:nvPr/>
              </p14:nvContentPartPr>
              <p14:xfrm>
                <a:off x="6064294" y="2699358"/>
                <a:ext cx="96120" cy="732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2046C25-0C0A-BD12-C0CA-D2659796F9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46654" y="2681358"/>
                  <a:ext cx="13176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07DAB36-DC13-E594-C74F-45108762EAF3}"/>
                    </a:ext>
                  </a:extLst>
                </p14:cNvPr>
                <p14:cNvContentPartPr/>
                <p14:nvPr/>
              </p14:nvContentPartPr>
              <p14:xfrm>
                <a:off x="6189934" y="3498558"/>
                <a:ext cx="16920" cy="30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07DAB36-DC13-E594-C74F-45108762EA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72294" y="3480558"/>
                  <a:ext cx="52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69560C0-ECF3-41C7-2DBC-3EA482BC0E5D}"/>
                    </a:ext>
                  </a:extLst>
                </p14:cNvPr>
                <p14:cNvContentPartPr/>
                <p14:nvPr/>
              </p14:nvContentPartPr>
              <p14:xfrm>
                <a:off x="3782614" y="3376518"/>
                <a:ext cx="35280" cy="607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69560C0-ECF3-41C7-2DBC-3EA482BC0E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64974" y="3358878"/>
                  <a:ext cx="7092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E38530F-FA59-97FC-41BB-CB9EB38305A6}"/>
                    </a:ext>
                  </a:extLst>
                </p14:cNvPr>
                <p14:cNvContentPartPr/>
                <p14:nvPr/>
              </p14:nvContentPartPr>
              <p14:xfrm>
                <a:off x="3781534" y="3874038"/>
                <a:ext cx="2501280" cy="317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E38530F-FA59-97FC-41BB-CB9EB38305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3894" y="3856038"/>
                  <a:ext cx="25369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F8E3C5-C90F-68DE-E0FE-58AB67CC2189}"/>
                    </a:ext>
                  </a:extLst>
                </p14:cNvPr>
                <p14:cNvContentPartPr/>
                <p14:nvPr/>
              </p14:nvContentPartPr>
              <p14:xfrm>
                <a:off x="4926334" y="3575238"/>
                <a:ext cx="31320" cy="597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F8E3C5-C90F-68DE-E0FE-58AB67CC218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08334" y="3557238"/>
                  <a:ext cx="6696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66BAB4A-DDB2-8FF1-427A-4D30952A95A1}"/>
                    </a:ext>
                  </a:extLst>
                </p14:cNvPr>
                <p14:cNvContentPartPr/>
                <p14:nvPr/>
              </p14:nvContentPartPr>
              <p14:xfrm>
                <a:off x="6172654" y="3504678"/>
                <a:ext cx="15480" cy="428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66BAB4A-DDB2-8FF1-427A-4D30952A95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54654" y="3487038"/>
                  <a:ext cx="511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1E1693D-F35D-0E2E-7CEA-A57024C10E37}"/>
                    </a:ext>
                  </a:extLst>
                </p14:cNvPr>
                <p14:cNvContentPartPr/>
                <p14:nvPr/>
              </p14:nvContentPartPr>
              <p14:xfrm>
                <a:off x="6008494" y="1378878"/>
                <a:ext cx="1274040" cy="149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1E1693D-F35D-0E2E-7CEA-A57024C10E3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90854" y="1360878"/>
                  <a:ext cx="1309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D5BB628-4022-FCFC-C308-F8E378050820}"/>
                    </a:ext>
                  </a:extLst>
                </p14:cNvPr>
                <p14:cNvContentPartPr/>
                <p14:nvPr/>
              </p14:nvContentPartPr>
              <p14:xfrm>
                <a:off x="7242214" y="1528278"/>
                <a:ext cx="71640" cy="106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D5BB628-4022-FCFC-C308-F8E3780508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24214" y="1510638"/>
                  <a:ext cx="107280" cy="11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5A625DA-C610-EE99-21E8-C5E12FBB36E3}"/>
                    </a:ext>
                  </a:extLst>
                </p14:cNvPr>
                <p14:cNvContentPartPr/>
                <p14:nvPr/>
              </p14:nvContentPartPr>
              <p14:xfrm>
                <a:off x="7036654" y="2509998"/>
                <a:ext cx="604440" cy="588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5A625DA-C610-EE99-21E8-C5E12FBB36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18654" y="2491998"/>
                  <a:ext cx="64008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9E0887C-43DC-76B1-F8F7-AB943C3D4836}"/>
                    </a:ext>
                  </a:extLst>
                </p14:cNvPr>
                <p14:cNvContentPartPr/>
                <p14:nvPr/>
              </p14:nvContentPartPr>
              <p14:xfrm>
                <a:off x="7310614" y="2693958"/>
                <a:ext cx="32400" cy="267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9E0887C-43DC-76B1-F8F7-AB943C3D483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92974" y="2676318"/>
                  <a:ext cx="680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C157EAB-690E-33E6-A071-FDC9182CDF67}"/>
                    </a:ext>
                  </a:extLst>
                </p14:cNvPr>
                <p14:cNvContentPartPr/>
                <p14:nvPr/>
              </p14:nvContentPartPr>
              <p14:xfrm>
                <a:off x="7236094" y="2674878"/>
                <a:ext cx="227160" cy="136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C157EAB-690E-33E6-A071-FDC9182CDF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18094" y="2656878"/>
                  <a:ext cx="262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FCBF25F-FFDE-C00D-73EF-33382C7BF159}"/>
                    </a:ext>
                  </a:extLst>
                </p14:cNvPr>
                <p14:cNvContentPartPr/>
                <p14:nvPr/>
              </p14:nvContentPartPr>
              <p14:xfrm>
                <a:off x="7863214" y="2597838"/>
                <a:ext cx="177480" cy="260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FCBF25F-FFDE-C00D-73EF-33382C7BF15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45574" y="2579838"/>
                  <a:ext cx="2131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8E17716-E250-F9DA-0126-BEE94BABC1D3}"/>
                    </a:ext>
                  </a:extLst>
                </p14:cNvPr>
                <p14:cNvContentPartPr/>
                <p14:nvPr/>
              </p14:nvContentPartPr>
              <p14:xfrm>
                <a:off x="8183614" y="2561478"/>
                <a:ext cx="40320" cy="384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8E17716-E250-F9DA-0126-BEE94BABC1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65974" y="2543838"/>
                  <a:ext cx="7596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A14717-61B9-D5A2-BC10-EFF9AE1FB33F}"/>
                    </a:ext>
                  </a:extLst>
                </p14:cNvPr>
                <p14:cNvContentPartPr/>
                <p14:nvPr/>
              </p14:nvContentPartPr>
              <p14:xfrm>
                <a:off x="8230054" y="2578398"/>
                <a:ext cx="162720" cy="150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A14717-61B9-D5A2-BC10-EFF9AE1FB3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12054" y="2560398"/>
                  <a:ext cx="1983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F3086F2-74F9-6408-1949-2C3E008EE47F}"/>
                    </a:ext>
                  </a:extLst>
                </p14:cNvPr>
                <p14:cNvContentPartPr/>
                <p14:nvPr/>
              </p14:nvContentPartPr>
              <p14:xfrm>
                <a:off x="8272894" y="2652918"/>
                <a:ext cx="128520" cy="84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F3086F2-74F9-6408-1949-2C3E008EE4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55254" y="2634918"/>
                  <a:ext cx="164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E2243A5-C2DE-6F2B-4EA4-994400CD9CEB}"/>
                    </a:ext>
                  </a:extLst>
                </p14:cNvPr>
                <p14:cNvContentPartPr/>
                <p14:nvPr/>
              </p14:nvContentPartPr>
              <p14:xfrm>
                <a:off x="6171934" y="3111918"/>
                <a:ext cx="1368720" cy="96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E2243A5-C2DE-6F2B-4EA4-994400CD9C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53934" y="3094278"/>
                  <a:ext cx="1404360" cy="10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1A321C-F1DB-436F-7A5D-CB2406C839F7}"/>
                    </a:ext>
                  </a:extLst>
                </p14:cNvPr>
                <p14:cNvContentPartPr/>
                <p14:nvPr/>
              </p14:nvContentPartPr>
              <p14:xfrm>
                <a:off x="2994214" y="2781798"/>
                <a:ext cx="263520" cy="351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1A321C-F1DB-436F-7A5D-CB2406C839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76214" y="2764158"/>
                  <a:ext cx="2991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E780A1-F947-0C4C-A6C4-E804D26CED21}"/>
                    </a:ext>
                  </a:extLst>
                </p14:cNvPr>
                <p14:cNvContentPartPr/>
                <p14:nvPr/>
              </p14:nvContentPartPr>
              <p14:xfrm>
                <a:off x="4307134" y="2660838"/>
                <a:ext cx="234360" cy="318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E780A1-F947-0C4C-A6C4-E804D26CED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89134" y="2642838"/>
                  <a:ext cx="2700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FD01D3B-B6DD-98DC-605C-944FB702F935}"/>
                    </a:ext>
                  </a:extLst>
                </p14:cNvPr>
                <p14:cNvContentPartPr/>
                <p14:nvPr/>
              </p14:nvContentPartPr>
              <p14:xfrm>
                <a:off x="5564614" y="2512158"/>
                <a:ext cx="118080" cy="166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FD01D3B-B6DD-98DC-605C-944FB702F9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46614" y="2494518"/>
                  <a:ext cx="153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5EF478-4428-35BE-6ABF-659B0DED7F01}"/>
                    </a:ext>
                  </a:extLst>
                </p14:cNvPr>
                <p14:cNvContentPartPr/>
                <p14:nvPr/>
              </p14:nvContentPartPr>
              <p14:xfrm>
                <a:off x="5608534" y="2621238"/>
                <a:ext cx="191160" cy="216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5EF478-4428-35BE-6ABF-659B0DED7F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90534" y="2603598"/>
                  <a:ext cx="22680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96BAADD-4A19-934E-AE18-96761D38BEC8}"/>
                  </a:ext>
                </a:extLst>
              </p14:cNvPr>
              <p14:cNvContentPartPr/>
              <p14:nvPr/>
            </p14:nvContentPartPr>
            <p14:xfrm>
              <a:off x="2547454" y="2392998"/>
              <a:ext cx="1186920" cy="10771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96BAADD-4A19-934E-AE18-96761D38BEC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493814" y="2285358"/>
                <a:ext cx="1294560" cy="12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9BEBE37-7489-C17C-025B-DD7936A55662}"/>
                  </a:ext>
                </a:extLst>
              </p14:cNvPr>
              <p14:cNvContentPartPr/>
              <p14:nvPr/>
            </p14:nvContentPartPr>
            <p14:xfrm>
              <a:off x="5311174" y="1976118"/>
              <a:ext cx="864360" cy="12222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9BEBE37-7489-C17C-025B-DD7936A5566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57534" y="1868118"/>
                <a:ext cx="972000" cy="143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F8BA168-0A12-F8AA-1D48-AF0AC375E62F}"/>
              </a:ext>
            </a:extLst>
          </p:cNvPr>
          <p:cNvGrpSpPr/>
          <p:nvPr/>
        </p:nvGrpSpPr>
        <p:grpSpPr>
          <a:xfrm>
            <a:off x="3549334" y="4997238"/>
            <a:ext cx="1161360" cy="1281960"/>
            <a:chOff x="3549334" y="4997238"/>
            <a:chExt cx="1161360" cy="12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2B9A038-2909-5568-99AB-BE0CB28E25DD}"/>
                    </a:ext>
                  </a:extLst>
                </p14:cNvPr>
                <p14:cNvContentPartPr/>
                <p14:nvPr/>
              </p14:nvContentPartPr>
              <p14:xfrm>
                <a:off x="3786934" y="4997238"/>
                <a:ext cx="65160" cy="552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2B9A038-2909-5568-99AB-BE0CB28E25D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68934" y="4979598"/>
                  <a:ext cx="10080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A533C5E-C72D-1CD0-BC07-BDF5330A938B}"/>
                    </a:ext>
                  </a:extLst>
                </p14:cNvPr>
                <p14:cNvContentPartPr/>
                <p14:nvPr/>
              </p14:nvContentPartPr>
              <p14:xfrm>
                <a:off x="3549334" y="5528238"/>
                <a:ext cx="604080" cy="144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A533C5E-C72D-1CD0-BC07-BDF5330A938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31334" y="5510598"/>
                  <a:ext cx="639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A29F31A-0B3C-8F6A-238B-AE94004115E1}"/>
                    </a:ext>
                  </a:extLst>
                </p14:cNvPr>
                <p14:cNvContentPartPr/>
                <p14:nvPr/>
              </p14:nvContentPartPr>
              <p14:xfrm>
                <a:off x="3759214" y="5852958"/>
                <a:ext cx="62640" cy="426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A29F31A-0B3C-8F6A-238B-AE94004115E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41214" y="5835318"/>
                  <a:ext cx="982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7664D12-B920-2413-0076-37EEF0E0F6B9}"/>
                    </a:ext>
                  </a:extLst>
                </p14:cNvPr>
                <p14:cNvContentPartPr/>
                <p14:nvPr/>
              </p14:nvContentPartPr>
              <p14:xfrm>
                <a:off x="3803134" y="5800038"/>
                <a:ext cx="176400" cy="219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7664D12-B920-2413-0076-37EEF0E0F6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85494" y="5782038"/>
                  <a:ext cx="212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AC8ACD9-1FEB-E911-DD5A-0460E6ABEB00}"/>
                    </a:ext>
                  </a:extLst>
                </p14:cNvPr>
                <p14:cNvContentPartPr/>
                <p14:nvPr/>
              </p14:nvContentPartPr>
              <p14:xfrm>
                <a:off x="4081774" y="5931438"/>
                <a:ext cx="151920" cy="178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AC8ACD9-1FEB-E911-DD5A-0460E6ABEB0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64134" y="5913438"/>
                  <a:ext cx="1875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A3BCF14-C773-04AA-B0FC-28173EE074EF}"/>
                    </a:ext>
                  </a:extLst>
                </p14:cNvPr>
                <p14:cNvContentPartPr/>
                <p14:nvPr/>
              </p14:nvContentPartPr>
              <p14:xfrm>
                <a:off x="4311814" y="5859078"/>
                <a:ext cx="180360" cy="211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A3BCF14-C773-04AA-B0FC-28173EE074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94174" y="5841078"/>
                  <a:ext cx="216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88BB2DA-6D01-03A2-5C69-F5B795872428}"/>
                    </a:ext>
                  </a:extLst>
                </p14:cNvPr>
                <p14:cNvContentPartPr/>
                <p14:nvPr/>
              </p14:nvContentPartPr>
              <p14:xfrm>
                <a:off x="4562734" y="5448678"/>
                <a:ext cx="34200" cy="15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88BB2DA-6D01-03A2-5C69-F5B79587242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45094" y="5430678"/>
                  <a:ext cx="69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1E18224-C643-ED52-C8CB-4B2DF09C84C8}"/>
                    </a:ext>
                  </a:extLst>
                </p14:cNvPr>
                <p14:cNvContentPartPr/>
                <p14:nvPr/>
              </p14:nvContentPartPr>
              <p14:xfrm>
                <a:off x="4601254" y="5554878"/>
                <a:ext cx="109440" cy="43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1E18224-C643-ED52-C8CB-4B2DF09C84C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83614" y="5536878"/>
                  <a:ext cx="14508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E9F0270-049D-0F48-1B9F-9D5C48D5331B}"/>
              </a:ext>
            </a:extLst>
          </p:cNvPr>
          <p:cNvGrpSpPr/>
          <p:nvPr/>
        </p:nvGrpSpPr>
        <p:grpSpPr>
          <a:xfrm>
            <a:off x="5188774" y="4843158"/>
            <a:ext cx="1656360" cy="986400"/>
            <a:chOff x="5188774" y="4843158"/>
            <a:chExt cx="1656360" cy="98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BE49370-98E4-BA83-F8E0-6AE7EF6EACB7}"/>
                    </a:ext>
                  </a:extLst>
                </p14:cNvPr>
                <p14:cNvContentPartPr/>
                <p14:nvPr/>
              </p14:nvContentPartPr>
              <p14:xfrm>
                <a:off x="5361934" y="4843158"/>
                <a:ext cx="43560" cy="349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BE49370-98E4-BA83-F8E0-6AE7EF6EACB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44294" y="4825158"/>
                  <a:ext cx="792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B869D71-E1D4-93B3-02C5-0B9B3DF60C16}"/>
                    </a:ext>
                  </a:extLst>
                </p14:cNvPr>
                <p14:cNvContentPartPr/>
                <p14:nvPr/>
              </p14:nvContentPartPr>
              <p14:xfrm>
                <a:off x="5188774" y="5223318"/>
                <a:ext cx="677160" cy="156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B869D71-E1D4-93B3-02C5-0B9B3DF60C1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70774" y="5205678"/>
                  <a:ext cx="712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20E85E0-453C-AA4D-4DCB-451CDDD780B0}"/>
                    </a:ext>
                  </a:extLst>
                </p14:cNvPr>
                <p14:cNvContentPartPr/>
                <p14:nvPr/>
              </p14:nvContentPartPr>
              <p14:xfrm>
                <a:off x="5470654" y="5613558"/>
                <a:ext cx="127080" cy="216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20E85E0-453C-AA4D-4DCB-451CDDD780B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53014" y="5595558"/>
                  <a:ext cx="162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41CBB40-90F8-D284-2694-26C784C8301C}"/>
                    </a:ext>
                  </a:extLst>
                </p14:cNvPr>
                <p14:cNvContentPartPr/>
                <p14:nvPr/>
              </p14:nvContentPartPr>
              <p14:xfrm>
                <a:off x="6099574" y="5205678"/>
                <a:ext cx="210960" cy="66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41CBB40-90F8-D284-2694-26C784C8301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81934" y="5188038"/>
                  <a:ext cx="246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1AFEC80-29F6-EA15-48B2-CA175CE5BC14}"/>
                    </a:ext>
                  </a:extLst>
                </p14:cNvPr>
                <p14:cNvContentPartPr/>
                <p14:nvPr/>
              </p14:nvContentPartPr>
              <p14:xfrm>
                <a:off x="6200734" y="5130438"/>
                <a:ext cx="31680" cy="209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1AFEC80-29F6-EA15-48B2-CA175CE5BC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83094" y="5112438"/>
                  <a:ext cx="67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EEF6FD5-C86D-FAEE-B396-523BD34B95C2}"/>
                    </a:ext>
                  </a:extLst>
                </p14:cNvPr>
                <p14:cNvContentPartPr/>
                <p14:nvPr/>
              </p14:nvContentPartPr>
              <p14:xfrm>
                <a:off x="6506374" y="4855758"/>
                <a:ext cx="58680" cy="213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EEF6FD5-C86D-FAEE-B396-523BD34B95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88734" y="4838118"/>
                  <a:ext cx="94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810C033-1199-2C58-9639-4726146C5C04}"/>
                    </a:ext>
                  </a:extLst>
                </p14:cNvPr>
                <p14:cNvContentPartPr/>
                <p14:nvPr/>
              </p14:nvContentPartPr>
              <p14:xfrm>
                <a:off x="6451294" y="5165358"/>
                <a:ext cx="393840" cy="105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810C033-1199-2C58-9639-4726146C5C0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33654" y="5147718"/>
                  <a:ext cx="429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998392D-3599-0EDC-6463-91B9E840EC96}"/>
                    </a:ext>
                  </a:extLst>
                </p14:cNvPr>
                <p14:cNvContentPartPr/>
                <p14:nvPr/>
              </p14:nvContentPartPr>
              <p14:xfrm>
                <a:off x="6590974" y="5405118"/>
                <a:ext cx="150480" cy="298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998392D-3599-0EDC-6463-91B9E840EC9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73334" y="5387478"/>
                  <a:ext cx="186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1BC3ACC-7BAF-8C22-93EA-563B0D460ED4}"/>
              </a:ext>
            </a:extLst>
          </p:cNvPr>
          <p:cNvGrpSpPr/>
          <p:nvPr/>
        </p:nvGrpSpPr>
        <p:grpSpPr>
          <a:xfrm>
            <a:off x="7215574" y="4948638"/>
            <a:ext cx="1285200" cy="666360"/>
            <a:chOff x="7215574" y="4948638"/>
            <a:chExt cx="1285200" cy="66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AFBCB7A-1E3D-1905-FC13-B301246DC7B5}"/>
                    </a:ext>
                  </a:extLst>
                </p14:cNvPr>
                <p14:cNvContentPartPr/>
                <p14:nvPr/>
              </p14:nvContentPartPr>
              <p14:xfrm>
                <a:off x="7215574" y="5133678"/>
                <a:ext cx="57240" cy="9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AFBCB7A-1E3D-1905-FC13-B301246DC7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97934" y="5116038"/>
                  <a:ext cx="92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56DA15F-5BB2-C4C7-DB04-48902B087C60}"/>
                    </a:ext>
                  </a:extLst>
                </p14:cNvPr>
                <p14:cNvContentPartPr/>
                <p14:nvPr/>
              </p14:nvContentPartPr>
              <p14:xfrm>
                <a:off x="7266694" y="5230878"/>
                <a:ext cx="46800" cy="27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56DA15F-5BB2-C4C7-DB04-48902B087C6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48694" y="5213238"/>
                  <a:ext cx="82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663F763-8B8C-4589-AF2A-2AD3DEC6E3E0}"/>
                    </a:ext>
                  </a:extLst>
                </p14:cNvPr>
                <p14:cNvContentPartPr/>
                <p14:nvPr/>
              </p14:nvContentPartPr>
              <p14:xfrm>
                <a:off x="7587454" y="4948638"/>
                <a:ext cx="913320" cy="210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663F763-8B8C-4589-AF2A-2AD3DEC6E3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69454" y="4930638"/>
                  <a:ext cx="948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B2A59B5-6AA6-5AA3-BDAC-6A6341785F7A}"/>
                    </a:ext>
                  </a:extLst>
                </p14:cNvPr>
                <p14:cNvContentPartPr/>
                <p14:nvPr/>
              </p14:nvContentPartPr>
              <p14:xfrm>
                <a:off x="7991374" y="5289558"/>
                <a:ext cx="18720" cy="325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B2A59B5-6AA6-5AA3-BDAC-6A6341785F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73734" y="5271558"/>
                  <a:ext cx="543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8763559-3FA5-B945-7042-D6B00063A381}"/>
                    </a:ext>
                  </a:extLst>
                </p14:cNvPr>
                <p14:cNvContentPartPr/>
                <p14:nvPr/>
              </p14:nvContentPartPr>
              <p14:xfrm>
                <a:off x="8173894" y="5297478"/>
                <a:ext cx="144360" cy="244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8763559-3FA5-B945-7042-D6B00063A3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56254" y="5279478"/>
                  <a:ext cx="18000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D3BA5D7-13DF-557E-F637-C1964AC9D3A0}"/>
                  </a:ext>
                </a:extLst>
              </p14:cNvPr>
              <p14:cNvContentPartPr/>
              <p14:nvPr/>
            </p14:nvContentPartPr>
            <p14:xfrm>
              <a:off x="7853494" y="4657758"/>
              <a:ext cx="177840" cy="325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D3BA5D7-13DF-557E-F637-C1964AC9D3A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835494" y="4640118"/>
                <a:ext cx="213480" cy="36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2F3CA4D-B949-DAAB-EC90-3B0A52E300A6}"/>
              </a:ext>
            </a:extLst>
          </p:cNvPr>
          <p:cNvGrpSpPr/>
          <p:nvPr/>
        </p:nvGrpSpPr>
        <p:grpSpPr>
          <a:xfrm>
            <a:off x="8775454" y="4786278"/>
            <a:ext cx="389520" cy="384480"/>
            <a:chOff x="8775454" y="4786278"/>
            <a:chExt cx="38952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C2BE589-AE45-1C1E-5015-42D449B15897}"/>
                    </a:ext>
                  </a:extLst>
                </p14:cNvPr>
                <p14:cNvContentPartPr/>
                <p14:nvPr/>
              </p14:nvContentPartPr>
              <p14:xfrm>
                <a:off x="8822254" y="4827678"/>
                <a:ext cx="360" cy="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C2BE589-AE45-1C1E-5015-42D449B158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04614" y="481003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99E1D9E-FE0C-AF4F-EFC1-8BAE1DD86CBB}"/>
                    </a:ext>
                  </a:extLst>
                </p14:cNvPr>
                <p14:cNvContentPartPr/>
                <p14:nvPr/>
              </p14:nvContentPartPr>
              <p14:xfrm>
                <a:off x="8775454" y="4859718"/>
                <a:ext cx="48240" cy="26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99E1D9E-FE0C-AF4F-EFC1-8BAE1DD86CB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57814" y="4842078"/>
                  <a:ext cx="838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D4D02B5-DF59-64E1-E037-86C69BD8A092}"/>
                    </a:ext>
                  </a:extLst>
                </p14:cNvPr>
                <p14:cNvContentPartPr/>
                <p14:nvPr/>
              </p14:nvContentPartPr>
              <p14:xfrm>
                <a:off x="8800294" y="4984638"/>
                <a:ext cx="66960" cy="17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D4D02B5-DF59-64E1-E037-86C69BD8A09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82654" y="4966638"/>
                  <a:ext cx="102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EDF479E-E9DB-7836-E9DB-91A3DC5F7920}"/>
                    </a:ext>
                  </a:extLst>
                </p14:cNvPr>
                <p14:cNvContentPartPr/>
                <p14:nvPr/>
              </p14:nvContentPartPr>
              <p14:xfrm>
                <a:off x="8859694" y="4786278"/>
                <a:ext cx="305280" cy="384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EDF479E-E9DB-7836-E9DB-91A3DC5F792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41694" y="4768638"/>
                  <a:ext cx="340920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E51FDBA-2B7F-8CD8-9605-2FD0B7709E18}"/>
              </a:ext>
            </a:extLst>
          </p:cNvPr>
          <p:cNvGrpSpPr/>
          <p:nvPr/>
        </p:nvGrpSpPr>
        <p:grpSpPr>
          <a:xfrm>
            <a:off x="9447934" y="4729398"/>
            <a:ext cx="1144080" cy="361440"/>
            <a:chOff x="9447934" y="4729398"/>
            <a:chExt cx="114408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8C30811-7C7C-960F-1E5A-CCA11524C0F3}"/>
                    </a:ext>
                  </a:extLst>
                </p14:cNvPr>
                <p14:cNvContentPartPr/>
                <p14:nvPr/>
              </p14:nvContentPartPr>
              <p14:xfrm>
                <a:off x="9463054" y="4823358"/>
                <a:ext cx="47520" cy="235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8C30811-7C7C-960F-1E5A-CCA11524C0F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445414" y="4805718"/>
                  <a:ext cx="831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314DCE9-F694-B8EE-B32A-DAFAFF0027A2}"/>
                    </a:ext>
                  </a:extLst>
                </p14:cNvPr>
                <p14:cNvContentPartPr/>
                <p14:nvPr/>
              </p14:nvContentPartPr>
              <p14:xfrm>
                <a:off x="9447934" y="4759638"/>
                <a:ext cx="159480" cy="185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314DCE9-F694-B8EE-B32A-DAFAFF0027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29934" y="4741998"/>
                  <a:ext cx="195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C39CC1A-D29E-F4E5-3FC0-1953B42D9BCC}"/>
                    </a:ext>
                  </a:extLst>
                </p14:cNvPr>
                <p14:cNvContentPartPr/>
                <p14:nvPr/>
              </p14:nvContentPartPr>
              <p14:xfrm>
                <a:off x="9711814" y="4887438"/>
                <a:ext cx="64080" cy="128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C39CC1A-D29E-F4E5-3FC0-1953B42D9BC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93814" y="4869798"/>
                  <a:ext cx="99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88AD588-58DF-1D4C-4BE1-44ADC6BF04EA}"/>
                    </a:ext>
                  </a:extLst>
                </p14:cNvPr>
                <p14:cNvContentPartPr/>
                <p14:nvPr/>
              </p14:nvContentPartPr>
              <p14:xfrm>
                <a:off x="9861574" y="4935678"/>
                <a:ext cx="140760" cy="155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88AD588-58DF-1D4C-4BE1-44ADC6BF04E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43574" y="4918038"/>
                  <a:ext cx="176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45E49A8-8DA2-E1D4-E93C-33BF3ACDDB8F}"/>
                    </a:ext>
                  </a:extLst>
                </p14:cNvPr>
                <p14:cNvContentPartPr/>
                <p14:nvPr/>
              </p14:nvContentPartPr>
              <p14:xfrm>
                <a:off x="10171174" y="4803198"/>
                <a:ext cx="19800" cy="21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45E49A8-8DA2-E1D4-E93C-33BF3ACDDB8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53174" y="4785558"/>
                  <a:ext cx="55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CD6DAA4-A4C6-8C6F-315D-7CC71303E979}"/>
                    </a:ext>
                  </a:extLst>
                </p14:cNvPr>
                <p14:cNvContentPartPr/>
                <p14:nvPr/>
              </p14:nvContentPartPr>
              <p14:xfrm>
                <a:off x="10170814" y="4854318"/>
                <a:ext cx="57960" cy="342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CD6DAA4-A4C6-8C6F-315D-7CC71303E97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52814" y="4836318"/>
                  <a:ext cx="93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624949A-7FFA-4C17-19E1-F7392A828219}"/>
                    </a:ext>
                  </a:extLst>
                </p14:cNvPr>
                <p14:cNvContentPartPr/>
                <p14:nvPr/>
              </p14:nvContentPartPr>
              <p14:xfrm>
                <a:off x="10416694" y="4729398"/>
                <a:ext cx="175320" cy="2106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624949A-7FFA-4C17-19E1-F7392A82821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99054" y="4711398"/>
                  <a:ext cx="21096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2A35581E-E1FE-F826-48F5-A8AE48A0B805}"/>
                  </a:ext>
                </a:extLst>
              </p14:cNvPr>
              <p14:cNvContentPartPr/>
              <p14:nvPr/>
            </p14:nvContentPartPr>
            <p14:xfrm>
              <a:off x="2337214" y="2002758"/>
              <a:ext cx="1599840" cy="175608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2A35581E-E1FE-F826-48F5-A8AE48A0B80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319574" y="1984758"/>
                <a:ext cx="1635480" cy="179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D98CD863-F825-FC0F-D1E2-1FC6FF829EA7}"/>
                  </a:ext>
                </a:extLst>
              </p14:cNvPr>
              <p14:cNvContentPartPr/>
              <p14:nvPr/>
            </p14:nvContentPartPr>
            <p14:xfrm>
              <a:off x="5069614" y="1815918"/>
              <a:ext cx="1485720" cy="15742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D98CD863-F825-FC0F-D1E2-1FC6FF829EA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051614" y="1797918"/>
                <a:ext cx="1521360" cy="160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74E7477F-D869-59B7-2D2B-F3F626A25F4A}"/>
              </a:ext>
            </a:extLst>
          </p:cNvPr>
          <p:cNvGrpSpPr/>
          <p:nvPr/>
        </p:nvGrpSpPr>
        <p:grpSpPr>
          <a:xfrm>
            <a:off x="2475094" y="4002918"/>
            <a:ext cx="853560" cy="1980360"/>
            <a:chOff x="2475094" y="4002918"/>
            <a:chExt cx="853560" cy="19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ACC704A-B17D-A408-834D-B0E302D1FEDE}"/>
                    </a:ext>
                  </a:extLst>
                </p14:cNvPr>
                <p14:cNvContentPartPr/>
                <p14:nvPr/>
              </p14:nvContentPartPr>
              <p14:xfrm>
                <a:off x="2475094" y="4002918"/>
                <a:ext cx="853560" cy="1765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ACC704A-B17D-A408-834D-B0E302D1FED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57094" y="3984918"/>
                  <a:ext cx="889200" cy="180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9790DA6-4709-C8C8-AB98-3E3B45C6C4FE}"/>
                    </a:ext>
                  </a:extLst>
                </p14:cNvPr>
                <p14:cNvContentPartPr/>
                <p14:nvPr/>
              </p14:nvContentPartPr>
              <p14:xfrm>
                <a:off x="3073774" y="5563518"/>
                <a:ext cx="203040" cy="419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9790DA6-4709-C8C8-AB98-3E3B45C6C4F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55774" y="5545878"/>
                  <a:ext cx="238680" cy="45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6A7C32D-DE2F-6E49-3A4C-1F63C5BB8834}"/>
              </a:ext>
            </a:extLst>
          </p:cNvPr>
          <p:cNvGrpSpPr/>
          <p:nvPr/>
        </p:nvGrpSpPr>
        <p:grpSpPr>
          <a:xfrm>
            <a:off x="9282694" y="1527198"/>
            <a:ext cx="2826720" cy="2386800"/>
            <a:chOff x="9282694" y="1527198"/>
            <a:chExt cx="2826720" cy="238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93BC101-27A7-013E-2A7A-F5066431BE73}"/>
                    </a:ext>
                  </a:extLst>
                </p14:cNvPr>
                <p14:cNvContentPartPr/>
                <p14:nvPr/>
              </p14:nvContentPartPr>
              <p14:xfrm>
                <a:off x="9794614" y="1527198"/>
                <a:ext cx="150120" cy="8085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93BC101-27A7-013E-2A7A-F5066431BE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76614" y="1509558"/>
                  <a:ext cx="18576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C537510-51C9-38A7-E328-5746029D2295}"/>
                    </a:ext>
                  </a:extLst>
                </p14:cNvPr>
                <p14:cNvContentPartPr/>
                <p14:nvPr/>
              </p14:nvContentPartPr>
              <p14:xfrm>
                <a:off x="9795334" y="2338278"/>
                <a:ext cx="167400" cy="1346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C537510-51C9-38A7-E328-5746029D229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77334" y="2320638"/>
                  <a:ext cx="203040" cy="13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077E6B9-FFE2-48BF-C704-E140A412BEB1}"/>
                    </a:ext>
                  </a:extLst>
                </p14:cNvPr>
                <p14:cNvContentPartPr/>
                <p14:nvPr/>
              </p14:nvContentPartPr>
              <p14:xfrm>
                <a:off x="9854374" y="1590198"/>
                <a:ext cx="960840" cy="590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077E6B9-FFE2-48BF-C704-E140A412BEB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36374" y="1572198"/>
                  <a:ext cx="996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C8D682F-BDEF-CCB4-A552-919387286CF5}"/>
                    </a:ext>
                  </a:extLst>
                </p14:cNvPr>
                <p14:cNvContentPartPr/>
                <p14:nvPr/>
              </p14:nvContentPartPr>
              <p14:xfrm>
                <a:off x="10748974" y="1621518"/>
                <a:ext cx="55440" cy="558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C8D682F-BDEF-CCB4-A552-919387286CF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31334" y="1603518"/>
                  <a:ext cx="9108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E2E13FE-D1DC-6EC9-5924-A896661DF755}"/>
                    </a:ext>
                  </a:extLst>
                </p14:cNvPr>
                <p14:cNvContentPartPr/>
                <p14:nvPr/>
              </p14:nvContentPartPr>
              <p14:xfrm>
                <a:off x="10778494" y="2259438"/>
                <a:ext cx="9000" cy="186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E2E13FE-D1DC-6EC9-5924-A896661DF75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60854" y="2241438"/>
                  <a:ext cx="44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863588A-D316-C026-ED03-891755C4E443}"/>
                    </a:ext>
                  </a:extLst>
                </p14:cNvPr>
                <p14:cNvContentPartPr/>
                <p14:nvPr/>
              </p14:nvContentPartPr>
              <p14:xfrm>
                <a:off x="9933574" y="2488758"/>
                <a:ext cx="955800" cy="1248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863588A-D316-C026-ED03-891755C4E44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15574" y="2470758"/>
                  <a:ext cx="991440" cy="12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2AFAFC0-1F9D-7F78-67DA-C477CE1969AF}"/>
                    </a:ext>
                  </a:extLst>
                </p14:cNvPr>
                <p14:cNvContentPartPr/>
                <p14:nvPr/>
              </p14:nvContentPartPr>
              <p14:xfrm>
                <a:off x="10723774" y="1570398"/>
                <a:ext cx="977400" cy="101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2AFAFC0-1F9D-7F78-67DA-C477CE1969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06134" y="1552758"/>
                  <a:ext cx="1013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BB674FB-1671-9760-A7DD-B34D2734E12C}"/>
                    </a:ext>
                  </a:extLst>
                </p14:cNvPr>
                <p14:cNvContentPartPr/>
                <p14:nvPr/>
              </p14:nvContentPartPr>
              <p14:xfrm>
                <a:off x="11511454" y="1645998"/>
                <a:ext cx="55080" cy="846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BB674FB-1671-9760-A7DD-B34D2734E12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493454" y="1628358"/>
                  <a:ext cx="9072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A75B4DC-D5AF-59C2-F092-0027A28C556F}"/>
                    </a:ext>
                  </a:extLst>
                </p14:cNvPr>
                <p14:cNvContentPartPr/>
                <p14:nvPr/>
              </p14:nvContentPartPr>
              <p14:xfrm>
                <a:off x="11396614" y="2462478"/>
                <a:ext cx="497520" cy="420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A75B4DC-D5AF-59C2-F092-0027A28C556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378974" y="2444838"/>
                  <a:ext cx="5331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CD33E49-82C9-D028-5A19-1DC4E39E6B8B}"/>
                    </a:ext>
                  </a:extLst>
                </p14:cNvPr>
                <p14:cNvContentPartPr/>
                <p14:nvPr/>
              </p14:nvContentPartPr>
              <p14:xfrm>
                <a:off x="11596414" y="2652198"/>
                <a:ext cx="20880" cy="997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CD33E49-82C9-D028-5A19-1DC4E39E6B8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78774" y="2634558"/>
                  <a:ext cx="56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1DB849A-9122-1A5B-8904-489E0CBF5675}"/>
                    </a:ext>
                  </a:extLst>
                </p14:cNvPr>
                <p14:cNvContentPartPr/>
                <p14:nvPr/>
              </p14:nvContentPartPr>
              <p14:xfrm>
                <a:off x="11515774" y="2576958"/>
                <a:ext cx="183240" cy="132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1DB849A-9122-1A5B-8904-489E0CBF567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497774" y="2559318"/>
                  <a:ext cx="218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13A28FA-7D2E-AF39-4174-41D216EE9021}"/>
                    </a:ext>
                  </a:extLst>
                </p14:cNvPr>
                <p14:cNvContentPartPr/>
                <p14:nvPr/>
              </p14:nvContentPartPr>
              <p14:xfrm>
                <a:off x="10918174" y="2858478"/>
                <a:ext cx="717480" cy="1055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13A28FA-7D2E-AF39-4174-41D216EE90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00174" y="2840478"/>
                  <a:ext cx="753120" cy="10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EAD0100-5FFE-45BB-E804-91F8EC2A73C8}"/>
                    </a:ext>
                  </a:extLst>
                </p14:cNvPr>
                <p14:cNvContentPartPr/>
                <p14:nvPr/>
              </p14:nvContentPartPr>
              <p14:xfrm>
                <a:off x="11512174" y="2578038"/>
                <a:ext cx="210960" cy="137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EAD0100-5FFE-45BB-E804-91F8EC2A73C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494534" y="2560038"/>
                  <a:ext cx="246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118EEB8-5076-D5D5-6E1C-F0E55C29E38C}"/>
                    </a:ext>
                  </a:extLst>
                </p14:cNvPr>
                <p14:cNvContentPartPr/>
                <p14:nvPr/>
              </p14:nvContentPartPr>
              <p14:xfrm>
                <a:off x="11619814" y="2620158"/>
                <a:ext cx="11880" cy="212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118EEB8-5076-D5D5-6E1C-F0E55C29E38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601814" y="2602518"/>
                  <a:ext cx="475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1A62FEB-6256-2B97-80B8-5D0299FCBE24}"/>
                    </a:ext>
                  </a:extLst>
                </p14:cNvPr>
                <p14:cNvContentPartPr/>
                <p14:nvPr/>
              </p14:nvContentPartPr>
              <p14:xfrm>
                <a:off x="11737534" y="2163318"/>
                <a:ext cx="150120" cy="1800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1A62FEB-6256-2B97-80B8-5D0299FCBE2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719534" y="2145678"/>
                  <a:ext cx="185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3FED191-EE16-42E8-665A-534A2095D0FA}"/>
                    </a:ext>
                  </a:extLst>
                </p14:cNvPr>
                <p14:cNvContentPartPr/>
                <p14:nvPr/>
              </p14:nvContentPartPr>
              <p14:xfrm>
                <a:off x="11937694" y="2142798"/>
                <a:ext cx="50760" cy="225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3FED191-EE16-42E8-665A-534A2095D0F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919694" y="2124798"/>
                  <a:ext cx="864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537AB43-5AB4-9614-2758-4466D67CBFFF}"/>
                    </a:ext>
                  </a:extLst>
                </p14:cNvPr>
                <p14:cNvContentPartPr/>
                <p14:nvPr/>
              </p14:nvContentPartPr>
              <p14:xfrm>
                <a:off x="11933374" y="2167998"/>
                <a:ext cx="155520" cy="127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537AB43-5AB4-9614-2758-4466D67CBFF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915734" y="2150358"/>
                  <a:ext cx="191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7FF455D-D6ED-F7EA-8BDE-D5C9C8F8D047}"/>
                    </a:ext>
                  </a:extLst>
                </p14:cNvPr>
                <p14:cNvContentPartPr/>
                <p14:nvPr/>
              </p14:nvContentPartPr>
              <p14:xfrm>
                <a:off x="12016534" y="2219478"/>
                <a:ext cx="92880" cy="75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7FF455D-D6ED-F7EA-8BDE-D5C9C8F8D04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998894" y="2201838"/>
                  <a:ext cx="128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E711282-3AB5-051E-388B-445AF9EE36CE}"/>
                    </a:ext>
                  </a:extLst>
                </p14:cNvPr>
                <p14:cNvContentPartPr/>
                <p14:nvPr/>
              </p14:nvContentPartPr>
              <p14:xfrm>
                <a:off x="10366654" y="2587398"/>
                <a:ext cx="164880" cy="248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E711282-3AB5-051E-388B-445AF9EE36C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48654" y="2569758"/>
                  <a:ext cx="2005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D3336E5-8245-EB61-0896-A10243250D32}"/>
                    </a:ext>
                  </a:extLst>
                </p14:cNvPr>
                <p14:cNvContentPartPr/>
                <p14:nvPr/>
              </p14:nvContentPartPr>
              <p14:xfrm>
                <a:off x="9282694" y="2493078"/>
                <a:ext cx="208440" cy="207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D3336E5-8245-EB61-0896-A10243250D3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64694" y="2475438"/>
                  <a:ext cx="244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295C100-72CE-71D9-9B76-2C5671B42BCE}"/>
                    </a:ext>
                  </a:extLst>
                </p14:cNvPr>
                <p14:cNvContentPartPr/>
                <p14:nvPr/>
              </p14:nvContentPartPr>
              <p14:xfrm>
                <a:off x="9488974" y="2288238"/>
                <a:ext cx="133200" cy="248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295C100-72CE-71D9-9B76-2C5671B42BC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470974" y="2270238"/>
                  <a:ext cx="168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8AFEDCD-72EB-B939-F486-447324EBF972}"/>
                    </a:ext>
                  </a:extLst>
                </p14:cNvPr>
                <p14:cNvContentPartPr/>
                <p14:nvPr/>
              </p14:nvContentPartPr>
              <p14:xfrm>
                <a:off x="11003134" y="2381838"/>
                <a:ext cx="11520" cy="115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8AFEDCD-72EB-B939-F486-447324EBF9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985134" y="2363838"/>
                  <a:ext cx="47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D930F4A-592A-BD30-1094-FB18D907240E}"/>
                    </a:ext>
                  </a:extLst>
                </p14:cNvPr>
                <p14:cNvContentPartPr/>
                <p14:nvPr/>
              </p14:nvContentPartPr>
              <p14:xfrm>
                <a:off x="10953454" y="2440158"/>
                <a:ext cx="148680" cy="182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D930F4A-592A-BD30-1094-FB18D907240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935454" y="2422518"/>
                  <a:ext cx="184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E827345-F4A2-CB43-48B4-229D315F2778}"/>
                    </a:ext>
                  </a:extLst>
                </p14:cNvPr>
                <p14:cNvContentPartPr/>
                <p14:nvPr/>
              </p14:nvContentPartPr>
              <p14:xfrm>
                <a:off x="11089894" y="2711238"/>
                <a:ext cx="93600" cy="1368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E827345-F4A2-CB43-48B4-229D315F277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071894" y="2693598"/>
                  <a:ext cx="129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DD45FDF-CBCD-DFD0-EE8B-F94BDFEEE8F9}"/>
                    </a:ext>
                  </a:extLst>
                </p14:cNvPr>
                <p14:cNvContentPartPr/>
                <p14:nvPr/>
              </p14:nvContentPartPr>
              <p14:xfrm>
                <a:off x="10980814" y="2098878"/>
                <a:ext cx="24480" cy="1828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DD45FDF-CBCD-DFD0-EE8B-F94BDFEEE8F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962814" y="2080878"/>
                  <a:ext cx="60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CCA7553-109C-05A4-B27F-CB35F5E6AB36}"/>
                    </a:ext>
                  </a:extLst>
                </p14:cNvPr>
                <p14:cNvContentPartPr/>
                <p14:nvPr/>
              </p14:nvContentPartPr>
              <p14:xfrm>
                <a:off x="10932934" y="2040558"/>
                <a:ext cx="99360" cy="91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CCA7553-109C-05A4-B27F-CB35F5E6AB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914934" y="2022558"/>
                  <a:ext cx="135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0821F1B-CA11-EB2D-B5E0-F0626A13C6EC}"/>
                    </a:ext>
                  </a:extLst>
                </p14:cNvPr>
                <p14:cNvContentPartPr/>
                <p14:nvPr/>
              </p14:nvContentPartPr>
              <p14:xfrm>
                <a:off x="10977214" y="2989878"/>
                <a:ext cx="14400" cy="2847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0821F1B-CA11-EB2D-B5E0-F0626A13C6E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59214" y="2971878"/>
                  <a:ext cx="500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205F4EB-B707-AC54-3A53-BE82027E8281}"/>
                    </a:ext>
                  </a:extLst>
                </p14:cNvPr>
                <p14:cNvContentPartPr/>
                <p14:nvPr/>
              </p14:nvContentPartPr>
              <p14:xfrm>
                <a:off x="10912414" y="3217038"/>
                <a:ext cx="118080" cy="66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205F4EB-B707-AC54-3A53-BE82027E828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894774" y="3199038"/>
                  <a:ext cx="153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78B2297-C609-E1BC-FA85-0A6D932C2C37}"/>
                    </a:ext>
                  </a:extLst>
                </p14:cNvPr>
                <p14:cNvContentPartPr/>
                <p14:nvPr/>
              </p14:nvContentPartPr>
              <p14:xfrm>
                <a:off x="11040214" y="3213078"/>
                <a:ext cx="18000" cy="36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78B2297-C609-E1BC-FA85-0A6D932C2C3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022214" y="3195078"/>
                  <a:ext cx="5364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5317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0D9A-6066-63DD-865C-8C8AE192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9719-3B04-93BE-20E2-41C66144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EA426-4229-A9E5-68AC-39663E543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08088A55-EAE7-EB75-D185-89C94C159E50}"/>
              </a:ext>
            </a:extLst>
          </p:cNvPr>
          <p:cNvGrpSpPr/>
          <p:nvPr/>
        </p:nvGrpSpPr>
        <p:grpSpPr>
          <a:xfrm>
            <a:off x="393136" y="1861153"/>
            <a:ext cx="2826720" cy="2386800"/>
            <a:chOff x="9282694" y="1527198"/>
            <a:chExt cx="2826720" cy="238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9441FA0-4B8E-B50B-D216-19D3E449D389}"/>
                    </a:ext>
                  </a:extLst>
                </p14:cNvPr>
                <p14:cNvContentPartPr/>
                <p14:nvPr/>
              </p14:nvContentPartPr>
              <p14:xfrm>
                <a:off x="9794614" y="1527198"/>
                <a:ext cx="150120" cy="8085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9441FA0-4B8E-B50B-D216-19D3E449D38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76614" y="1509198"/>
                  <a:ext cx="18576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3D123D6-D906-4E33-C812-95ABA7B925ED}"/>
                    </a:ext>
                  </a:extLst>
                </p14:cNvPr>
                <p14:cNvContentPartPr/>
                <p14:nvPr/>
              </p14:nvContentPartPr>
              <p14:xfrm>
                <a:off x="9795334" y="2338278"/>
                <a:ext cx="167400" cy="1346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3D123D6-D906-4E33-C812-95ABA7B925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77334" y="2320278"/>
                  <a:ext cx="203040" cy="13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4DE5850-3C8D-15D6-ADC2-B46B9E8357D9}"/>
                    </a:ext>
                  </a:extLst>
                </p14:cNvPr>
                <p14:cNvContentPartPr/>
                <p14:nvPr/>
              </p14:nvContentPartPr>
              <p14:xfrm>
                <a:off x="9854374" y="1590198"/>
                <a:ext cx="960840" cy="590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4DE5850-3C8D-15D6-ADC2-B46B9E8357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36374" y="1572198"/>
                  <a:ext cx="996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0217862-2030-5A71-7FEB-28F0B6CAAF87}"/>
                    </a:ext>
                  </a:extLst>
                </p14:cNvPr>
                <p14:cNvContentPartPr/>
                <p14:nvPr/>
              </p14:nvContentPartPr>
              <p14:xfrm>
                <a:off x="10748974" y="1621518"/>
                <a:ext cx="55440" cy="558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0217862-2030-5A71-7FEB-28F0B6CAAF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30974" y="1603530"/>
                  <a:ext cx="91080" cy="5943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B1905FB-5493-9D79-2182-1EA4065003CD}"/>
                    </a:ext>
                  </a:extLst>
                </p14:cNvPr>
                <p14:cNvContentPartPr/>
                <p14:nvPr/>
              </p14:nvContentPartPr>
              <p14:xfrm>
                <a:off x="10778494" y="2259438"/>
                <a:ext cx="9000" cy="186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B1905FB-5493-9D79-2182-1EA4065003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60494" y="2241438"/>
                  <a:ext cx="44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E252119-B242-E97A-0D61-539053EDB310}"/>
                    </a:ext>
                  </a:extLst>
                </p14:cNvPr>
                <p14:cNvContentPartPr/>
                <p14:nvPr/>
              </p14:nvContentPartPr>
              <p14:xfrm>
                <a:off x="9933574" y="2488758"/>
                <a:ext cx="955800" cy="1248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E252119-B242-E97A-0D61-539053EDB31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15574" y="2470758"/>
                  <a:ext cx="991440" cy="12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A0BC91E-A6F1-6286-A0A3-A730992E5440}"/>
                    </a:ext>
                  </a:extLst>
                </p14:cNvPr>
                <p14:cNvContentPartPr/>
                <p14:nvPr/>
              </p14:nvContentPartPr>
              <p14:xfrm>
                <a:off x="10723774" y="1570398"/>
                <a:ext cx="977400" cy="101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A0BC91E-A6F1-6286-A0A3-A730992E54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05767" y="1552398"/>
                  <a:ext cx="1013053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9C0E78B-59C1-BC60-96B6-D427A84F8E9E}"/>
                    </a:ext>
                  </a:extLst>
                </p14:cNvPr>
                <p14:cNvContentPartPr/>
                <p14:nvPr/>
              </p14:nvContentPartPr>
              <p14:xfrm>
                <a:off x="11511454" y="1645998"/>
                <a:ext cx="55080" cy="846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9C0E78B-59C1-BC60-96B6-D427A84F8E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493454" y="1627998"/>
                  <a:ext cx="9072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25D6E45-A3A0-CE8E-729F-E7C31BF014B7}"/>
                    </a:ext>
                  </a:extLst>
                </p14:cNvPr>
                <p14:cNvContentPartPr/>
                <p14:nvPr/>
              </p14:nvContentPartPr>
              <p14:xfrm>
                <a:off x="11396614" y="2462478"/>
                <a:ext cx="497520" cy="420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25D6E45-A3A0-CE8E-729F-E7C31BF014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378601" y="2444478"/>
                  <a:ext cx="533186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FEA211B-5A02-231C-01C1-2B1F8D6D8243}"/>
                    </a:ext>
                  </a:extLst>
                </p14:cNvPr>
                <p14:cNvContentPartPr/>
                <p14:nvPr/>
              </p14:nvContentPartPr>
              <p14:xfrm>
                <a:off x="11596414" y="2652198"/>
                <a:ext cx="20880" cy="997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FEA211B-5A02-231C-01C1-2B1F8D6D82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78098" y="2634133"/>
                  <a:ext cx="57145" cy="1354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BD71CEA-C230-8D6C-D8BA-231681C6617D}"/>
                    </a:ext>
                  </a:extLst>
                </p14:cNvPr>
                <p14:cNvContentPartPr/>
                <p14:nvPr/>
              </p14:nvContentPartPr>
              <p14:xfrm>
                <a:off x="11515774" y="2576958"/>
                <a:ext cx="183240" cy="132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BD71CEA-C230-8D6C-D8BA-231681C661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97774" y="2558958"/>
                  <a:ext cx="218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739F734-31A6-3ED1-BC5E-53E4017AB5EB}"/>
                    </a:ext>
                  </a:extLst>
                </p14:cNvPr>
                <p14:cNvContentPartPr/>
                <p14:nvPr/>
              </p14:nvContentPartPr>
              <p14:xfrm>
                <a:off x="10918174" y="2858478"/>
                <a:ext cx="717480" cy="1055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739F734-31A6-3ED1-BC5E-53E4017AB5E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900174" y="2840484"/>
                  <a:ext cx="753120" cy="10911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A17BB04-58B1-923F-C45A-0D3890EEF0A5}"/>
                    </a:ext>
                  </a:extLst>
                </p14:cNvPr>
                <p14:cNvContentPartPr/>
                <p14:nvPr/>
              </p14:nvContentPartPr>
              <p14:xfrm>
                <a:off x="11512174" y="2578038"/>
                <a:ext cx="210960" cy="137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A17BB04-58B1-923F-C45A-0D3890EEF0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494174" y="2560085"/>
                  <a:ext cx="246600" cy="1727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EB2B7F0-777E-19E5-473C-B17987DCC6D2}"/>
                    </a:ext>
                  </a:extLst>
                </p14:cNvPr>
                <p14:cNvContentPartPr/>
                <p14:nvPr/>
              </p14:nvContentPartPr>
              <p14:xfrm>
                <a:off x="11619814" y="2620158"/>
                <a:ext cx="11880" cy="212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EB2B7F0-777E-19E5-473C-B17987DCC6D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601814" y="2602158"/>
                  <a:ext cx="475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3248BDE-7F05-1BC2-8839-D9F606E1118F}"/>
                    </a:ext>
                  </a:extLst>
                </p14:cNvPr>
                <p14:cNvContentPartPr/>
                <p14:nvPr/>
              </p14:nvContentPartPr>
              <p14:xfrm>
                <a:off x="11737534" y="2163318"/>
                <a:ext cx="150120" cy="1800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3248BDE-7F05-1BC2-8839-D9F606E111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719534" y="2145318"/>
                  <a:ext cx="185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94CEE7E-F153-BC96-CA98-B40E5B0EDDCD}"/>
                    </a:ext>
                  </a:extLst>
                </p14:cNvPr>
                <p14:cNvContentPartPr/>
                <p14:nvPr/>
              </p14:nvContentPartPr>
              <p14:xfrm>
                <a:off x="11937694" y="2142798"/>
                <a:ext cx="50760" cy="225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94CEE7E-F153-BC96-CA98-B40E5B0EDD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919694" y="2124798"/>
                  <a:ext cx="864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B2BE338-BF5E-4271-0419-B406A668F89A}"/>
                    </a:ext>
                  </a:extLst>
                </p14:cNvPr>
                <p14:cNvContentPartPr/>
                <p14:nvPr/>
              </p14:nvContentPartPr>
              <p14:xfrm>
                <a:off x="11933374" y="2167998"/>
                <a:ext cx="155520" cy="127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B2BE338-BF5E-4271-0419-B406A668F8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915374" y="2149998"/>
                  <a:ext cx="191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263BFC2-18CD-45FC-406E-90A3C68CA9ED}"/>
                    </a:ext>
                  </a:extLst>
                </p14:cNvPr>
                <p14:cNvContentPartPr/>
                <p14:nvPr/>
              </p14:nvContentPartPr>
              <p14:xfrm>
                <a:off x="12016534" y="2219478"/>
                <a:ext cx="92880" cy="75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263BFC2-18CD-45FC-406E-90A3C68CA9E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998534" y="2201392"/>
                  <a:ext cx="128520" cy="1117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77684BC-27A6-C528-B7C0-A7A30D7A3199}"/>
                    </a:ext>
                  </a:extLst>
                </p14:cNvPr>
                <p14:cNvContentPartPr/>
                <p14:nvPr/>
              </p14:nvContentPartPr>
              <p14:xfrm>
                <a:off x="10366654" y="2587398"/>
                <a:ext cx="164880" cy="248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77684BC-27A6-C528-B7C0-A7A30D7A31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48654" y="2569398"/>
                  <a:ext cx="2005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C6B8CDC-5A83-8A28-C83F-9F11024B0208}"/>
                    </a:ext>
                  </a:extLst>
                </p14:cNvPr>
                <p14:cNvContentPartPr/>
                <p14:nvPr/>
              </p14:nvContentPartPr>
              <p14:xfrm>
                <a:off x="9282694" y="2493078"/>
                <a:ext cx="208440" cy="207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C6B8CDC-5A83-8A28-C83F-9F11024B02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64694" y="2475078"/>
                  <a:ext cx="244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5E3E011-DFF0-B512-7963-29571530E679}"/>
                    </a:ext>
                  </a:extLst>
                </p14:cNvPr>
                <p14:cNvContentPartPr/>
                <p14:nvPr/>
              </p14:nvContentPartPr>
              <p14:xfrm>
                <a:off x="9488974" y="2288238"/>
                <a:ext cx="133200" cy="248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5E3E011-DFF0-B512-7963-29571530E67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470974" y="2270238"/>
                  <a:ext cx="168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87DF064-1B4D-B80E-085B-55C380B47D85}"/>
                    </a:ext>
                  </a:extLst>
                </p14:cNvPr>
                <p14:cNvContentPartPr/>
                <p14:nvPr/>
              </p14:nvContentPartPr>
              <p14:xfrm>
                <a:off x="11003134" y="2381838"/>
                <a:ext cx="11520" cy="115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87DF064-1B4D-B80E-085B-55C380B47D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85679" y="2364383"/>
                  <a:ext cx="46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AC1B567-F29A-91A5-DE7B-35E043DF7C10}"/>
                    </a:ext>
                  </a:extLst>
                </p14:cNvPr>
                <p14:cNvContentPartPr/>
                <p14:nvPr/>
              </p14:nvContentPartPr>
              <p14:xfrm>
                <a:off x="10953454" y="2440158"/>
                <a:ext cx="148680" cy="182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AC1B567-F29A-91A5-DE7B-35E043DF7C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35454" y="2422158"/>
                  <a:ext cx="184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1C068CB-543E-8445-B1D9-8A5BB959C0C5}"/>
                    </a:ext>
                  </a:extLst>
                </p14:cNvPr>
                <p14:cNvContentPartPr/>
                <p14:nvPr/>
              </p14:nvContentPartPr>
              <p14:xfrm>
                <a:off x="11089894" y="2711238"/>
                <a:ext cx="93600" cy="1368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1C068CB-543E-8445-B1D9-8A5BB959C0C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71894" y="2693238"/>
                  <a:ext cx="129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E4907ED-36DF-B69E-88EB-B94C6023ACCA}"/>
                    </a:ext>
                  </a:extLst>
                </p14:cNvPr>
                <p14:cNvContentPartPr/>
                <p14:nvPr/>
              </p14:nvContentPartPr>
              <p14:xfrm>
                <a:off x="10980814" y="2098878"/>
                <a:ext cx="24480" cy="1828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E4907ED-36DF-B69E-88EB-B94C6023ACC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62814" y="2080878"/>
                  <a:ext cx="60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8CE0521-0DFD-A409-FBCA-BF5AD769097D}"/>
                    </a:ext>
                  </a:extLst>
                </p14:cNvPr>
                <p14:cNvContentPartPr/>
                <p14:nvPr/>
              </p14:nvContentPartPr>
              <p14:xfrm>
                <a:off x="10932934" y="2040558"/>
                <a:ext cx="99360" cy="91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8CE0521-0DFD-A409-FBCA-BF5AD76909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14999" y="2022558"/>
                  <a:ext cx="134871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35E9571-98B2-E197-BFBF-24690C32EF3B}"/>
                    </a:ext>
                  </a:extLst>
                </p14:cNvPr>
                <p14:cNvContentPartPr/>
                <p14:nvPr/>
              </p14:nvContentPartPr>
              <p14:xfrm>
                <a:off x="10977214" y="2989878"/>
                <a:ext cx="14400" cy="2847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35E9571-98B2-E197-BFBF-24690C32EF3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959214" y="2971878"/>
                  <a:ext cx="500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2F9F489-6AC8-A953-B952-C0659428D635}"/>
                    </a:ext>
                  </a:extLst>
                </p14:cNvPr>
                <p14:cNvContentPartPr/>
                <p14:nvPr/>
              </p14:nvContentPartPr>
              <p14:xfrm>
                <a:off x="10912414" y="3217038"/>
                <a:ext cx="118080" cy="66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2F9F489-6AC8-A953-B952-C0659428D63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94359" y="3199134"/>
                  <a:ext cx="153829" cy="1024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4BD32E1-BB34-345B-A92B-C230BC1BB949}"/>
                    </a:ext>
                  </a:extLst>
                </p14:cNvPr>
                <p14:cNvContentPartPr/>
                <p14:nvPr/>
              </p14:nvContentPartPr>
              <p14:xfrm>
                <a:off x="11040214" y="3213078"/>
                <a:ext cx="18000" cy="36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4BD32E1-BB34-345B-A92B-C230BC1BB9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22214" y="3195078"/>
                  <a:ext cx="536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FE7393-6433-7A22-C0F0-C1550142B731}"/>
              </a:ext>
            </a:extLst>
          </p:cNvPr>
          <p:cNvGrpSpPr/>
          <p:nvPr/>
        </p:nvGrpSpPr>
        <p:grpSpPr>
          <a:xfrm>
            <a:off x="352174" y="1693158"/>
            <a:ext cx="745200" cy="645480"/>
            <a:chOff x="352174" y="1693158"/>
            <a:chExt cx="745200" cy="64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1CCBF90-B86C-B9B3-637F-A726687B07C3}"/>
                    </a:ext>
                  </a:extLst>
                </p14:cNvPr>
                <p14:cNvContentPartPr/>
                <p14:nvPr/>
              </p14:nvContentPartPr>
              <p14:xfrm>
                <a:off x="820894" y="2128398"/>
                <a:ext cx="276480" cy="210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1CCBF90-B86C-B9B3-637F-A726687B07C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2894" y="2110398"/>
                  <a:ext cx="3121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5B81C4D-53FF-4434-1183-7CF061B4A343}"/>
                    </a:ext>
                  </a:extLst>
                </p14:cNvPr>
                <p14:cNvContentPartPr/>
                <p14:nvPr/>
              </p14:nvContentPartPr>
              <p14:xfrm>
                <a:off x="405094" y="1698198"/>
                <a:ext cx="208080" cy="330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5B81C4D-53FF-4434-1183-7CF061B4A34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7454" y="1680558"/>
                  <a:ext cx="2437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3F2401-7497-EE87-A76F-D6B356BA13AC}"/>
                    </a:ext>
                  </a:extLst>
                </p14:cNvPr>
                <p14:cNvContentPartPr/>
                <p14:nvPr/>
              </p14:nvContentPartPr>
              <p14:xfrm>
                <a:off x="352174" y="1712598"/>
                <a:ext cx="94680" cy="108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3F2401-7497-EE87-A76F-D6B356BA13A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4174" y="1694958"/>
                  <a:ext cx="1303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02E86E4-AC47-0766-A127-A9176DC003E7}"/>
                    </a:ext>
                  </a:extLst>
                </p14:cNvPr>
                <p14:cNvContentPartPr/>
                <p14:nvPr/>
              </p14:nvContentPartPr>
              <p14:xfrm>
                <a:off x="508774" y="1921038"/>
                <a:ext cx="62640" cy="67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02E86E4-AC47-0766-A127-A9176DC003E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1134" y="1903038"/>
                  <a:ext cx="98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A76027-A07E-5E45-3E74-89A6E3F258A0}"/>
                    </a:ext>
                  </a:extLst>
                </p14:cNvPr>
                <p14:cNvContentPartPr/>
                <p14:nvPr/>
              </p14:nvContentPartPr>
              <p14:xfrm>
                <a:off x="649174" y="1693158"/>
                <a:ext cx="180000" cy="11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A76027-A07E-5E45-3E74-89A6E3F258A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1534" y="1675518"/>
                  <a:ext cx="215640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7D626D-6A5E-88F3-CEEC-D178EA748E7F}"/>
                  </a:ext>
                </a:extLst>
              </p14:cNvPr>
              <p14:cNvContentPartPr/>
              <p14:nvPr/>
            </p14:nvContentPartPr>
            <p14:xfrm>
              <a:off x="1788934" y="2198238"/>
              <a:ext cx="223560" cy="108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7D626D-6A5E-88F3-CEEC-D178EA748E7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71294" y="2180238"/>
                <a:ext cx="25920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835CCDA4-FC65-ABDD-963A-4716DB74F8B8}"/>
              </a:ext>
            </a:extLst>
          </p:cNvPr>
          <p:cNvGrpSpPr/>
          <p:nvPr/>
        </p:nvGrpSpPr>
        <p:grpSpPr>
          <a:xfrm>
            <a:off x="1714054" y="1389318"/>
            <a:ext cx="371520" cy="375840"/>
            <a:chOff x="1714054" y="1389318"/>
            <a:chExt cx="37152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AC69BB-BB6F-52F1-B4C9-AF3B99DCAA4F}"/>
                    </a:ext>
                  </a:extLst>
                </p14:cNvPr>
                <p14:cNvContentPartPr/>
                <p14:nvPr/>
              </p14:nvContentPartPr>
              <p14:xfrm>
                <a:off x="1714774" y="1410918"/>
                <a:ext cx="190800" cy="32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AC69BB-BB6F-52F1-B4C9-AF3B99DCAA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97134" y="1393278"/>
                  <a:ext cx="2264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94ECBD-2BFC-2024-D97B-4D4FE253743E}"/>
                    </a:ext>
                  </a:extLst>
                </p14:cNvPr>
                <p14:cNvContentPartPr/>
                <p14:nvPr/>
              </p14:nvContentPartPr>
              <p14:xfrm>
                <a:off x="1714054" y="1389318"/>
                <a:ext cx="129240" cy="123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94ECBD-2BFC-2024-D97B-4D4FE25374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96414" y="1371678"/>
                  <a:ext cx="1648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CF96A4-6C04-ABCB-2CB5-5D1BB13EE71D}"/>
                    </a:ext>
                  </a:extLst>
                </p14:cNvPr>
                <p14:cNvContentPartPr/>
                <p14:nvPr/>
              </p14:nvContentPartPr>
              <p14:xfrm>
                <a:off x="1879654" y="1688118"/>
                <a:ext cx="77760" cy="77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CF96A4-6C04-ABCB-2CB5-5D1BB13EE71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61654" y="1670478"/>
                  <a:ext cx="113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A30E2F-59D7-2420-A332-6764E10BE70C}"/>
                    </a:ext>
                  </a:extLst>
                </p14:cNvPr>
                <p14:cNvContentPartPr/>
                <p14:nvPr/>
              </p14:nvContentPartPr>
              <p14:xfrm>
                <a:off x="2029414" y="1558158"/>
                <a:ext cx="56160" cy="167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A30E2F-59D7-2420-A332-6764E10BE70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11414" y="1540158"/>
                  <a:ext cx="9180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618A29-68FD-3C5F-3855-6F58642E89D3}"/>
              </a:ext>
            </a:extLst>
          </p:cNvPr>
          <p:cNvGrpSpPr/>
          <p:nvPr/>
        </p:nvGrpSpPr>
        <p:grpSpPr>
          <a:xfrm>
            <a:off x="4383094" y="1378158"/>
            <a:ext cx="2540520" cy="495000"/>
            <a:chOff x="4383094" y="1378158"/>
            <a:chExt cx="254052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5152BE-27F1-7F2E-B9BE-4F593C7DDFB1}"/>
                    </a:ext>
                  </a:extLst>
                </p14:cNvPr>
                <p14:cNvContentPartPr/>
                <p14:nvPr/>
              </p14:nvContentPartPr>
              <p14:xfrm>
                <a:off x="4538614" y="1378158"/>
                <a:ext cx="106200" cy="495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5152BE-27F1-7F2E-B9BE-4F593C7DDFB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20614" y="1360518"/>
                  <a:ext cx="14184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5102DCB-7FDE-2A12-B5F7-A0C8F79C67C1}"/>
                    </a:ext>
                  </a:extLst>
                </p14:cNvPr>
                <p14:cNvContentPartPr/>
                <p14:nvPr/>
              </p14:nvContentPartPr>
              <p14:xfrm>
                <a:off x="4383094" y="1420998"/>
                <a:ext cx="273240" cy="73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5102DCB-7FDE-2A12-B5F7-A0C8F79C67C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65094" y="1402998"/>
                  <a:ext cx="308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C97D204-D42F-54FE-5C0E-0741E8B6B5D9}"/>
                    </a:ext>
                  </a:extLst>
                </p14:cNvPr>
                <p14:cNvContentPartPr/>
                <p14:nvPr/>
              </p14:nvContentPartPr>
              <p14:xfrm>
                <a:off x="4613134" y="1820238"/>
                <a:ext cx="55800" cy="45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C97D204-D42F-54FE-5C0E-0741E8B6B5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95134" y="1802238"/>
                  <a:ext cx="91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FF1577-08FD-FBF1-209E-05E258151938}"/>
                    </a:ext>
                  </a:extLst>
                </p14:cNvPr>
                <p14:cNvContentPartPr/>
                <p14:nvPr/>
              </p14:nvContentPartPr>
              <p14:xfrm>
                <a:off x="4916614" y="1633398"/>
                <a:ext cx="36360" cy="223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FF1577-08FD-FBF1-209E-05E25815193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8974" y="1615758"/>
                  <a:ext cx="72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D9C46D-FF5C-9F89-B3CE-B747250FF274}"/>
                    </a:ext>
                  </a:extLst>
                </p14:cNvPr>
                <p14:cNvContentPartPr/>
                <p14:nvPr/>
              </p14:nvContentPartPr>
              <p14:xfrm>
                <a:off x="5116774" y="1594158"/>
                <a:ext cx="67680" cy="43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CD9C46D-FF5C-9F89-B3CE-B747250FF2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98774" y="1576518"/>
                  <a:ext cx="103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8A45F7-B26C-4E8A-93F6-63DC31B48055}"/>
                    </a:ext>
                  </a:extLst>
                </p14:cNvPr>
                <p14:cNvContentPartPr/>
                <p14:nvPr/>
              </p14:nvContentPartPr>
              <p14:xfrm>
                <a:off x="5149894" y="1703238"/>
                <a:ext cx="102240" cy="43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8A45F7-B26C-4E8A-93F6-63DC31B480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32254" y="1685598"/>
                  <a:ext cx="137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4845C0D-6086-7835-EFE4-CBA17765913F}"/>
                    </a:ext>
                  </a:extLst>
                </p14:cNvPr>
                <p14:cNvContentPartPr/>
                <p14:nvPr/>
              </p14:nvContentPartPr>
              <p14:xfrm>
                <a:off x="5479294" y="1576518"/>
                <a:ext cx="1444320" cy="71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4845C0D-6086-7835-EFE4-CBA17765913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61294" y="1558518"/>
                  <a:ext cx="14799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833F4A2-0C26-77B8-AFAE-ACED73086A52}"/>
              </a:ext>
            </a:extLst>
          </p:cNvPr>
          <p:cNvGrpSpPr/>
          <p:nvPr/>
        </p:nvGrpSpPr>
        <p:grpSpPr>
          <a:xfrm>
            <a:off x="5887534" y="1836438"/>
            <a:ext cx="369360" cy="286920"/>
            <a:chOff x="5887534" y="1836438"/>
            <a:chExt cx="36936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4EC62E-96C6-1064-F8C1-4CB759BAE1DD}"/>
                    </a:ext>
                  </a:extLst>
                </p14:cNvPr>
                <p14:cNvContentPartPr/>
                <p14:nvPr/>
              </p14:nvContentPartPr>
              <p14:xfrm>
                <a:off x="5887534" y="1836438"/>
                <a:ext cx="59040" cy="286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4EC62E-96C6-1064-F8C1-4CB759BAE1D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69894" y="1818438"/>
                  <a:ext cx="94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0F33851-E233-EE0B-BB0A-456446B43266}"/>
                    </a:ext>
                  </a:extLst>
                </p14:cNvPr>
                <p14:cNvContentPartPr/>
                <p14:nvPr/>
              </p14:nvContentPartPr>
              <p14:xfrm>
                <a:off x="6088774" y="1837878"/>
                <a:ext cx="168120" cy="220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0F33851-E233-EE0B-BB0A-456446B432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70774" y="1819878"/>
                  <a:ext cx="20376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77AC5BB-87FB-2664-5F22-0E128BC96A5E}"/>
              </a:ext>
            </a:extLst>
          </p:cNvPr>
          <p:cNvGrpSpPr/>
          <p:nvPr/>
        </p:nvGrpSpPr>
        <p:grpSpPr>
          <a:xfrm>
            <a:off x="5545894" y="1110678"/>
            <a:ext cx="543960" cy="347040"/>
            <a:chOff x="5545894" y="1110678"/>
            <a:chExt cx="54396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701973-176D-5F45-E231-6CC9D4F71C9E}"/>
                    </a:ext>
                  </a:extLst>
                </p14:cNvPr>
                <p14:cNvContentPartPr/>
                <p14:nvPr/>
              </p14:nvContentPartPr>
              <p14:xfrm>
                <a:off x="5545894" y="1110678"/>
                <a:ext cx="229320" cy="172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701973-176D-5F45-E231-6CC9D4F71C9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28254" y="1092678"/>
                  <a:ext cx="264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1DD9F7-AE94-5A61-2723-C821BBA17A06}"/>
                    </a:ext>
                  </a:extLst>
                </p14:cNvPr>
                <p14:cNvContentPartPr/>
                <p14:nvPr/>
              </p14:nvContentPartPr>
              <p14:xfrm>
                <a:off x="5890774" y="1239198"/>
                <a:ext cx="17280" cy="19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1DD9F7-AE94-5A61-2723-C821BBA17A0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73134" y="1221558"/>
                  <a:ext cx="52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727943-FF62-1AD5-2B96-641BEC0A29E2}"/>
                    </a:ext>
                  </a:extLst>
                </p14:cNvPr>
                <p14:cNvContentPartPr/>
                <p14:nvPr/>
              </p14:nvContentPartPr>
              <p14:xfrm>
                <a:off x="5891494" y="1244598"/>
                <a:ext cx="195120" cy="156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727943-FF62-1AD5-2B96-641BEC0A29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73494" y="1226598"/>
                  <a:ext cx="2307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096BCCC-87B2-DC4C-9DF7-17B13AD0D0A7}"/>
                    </a:ext>
                  </a:extLst>
                </p14:cNvPr>
                <p14:cNvContentPartPr/>
                <p14:nvPr/>
              </p14:nvContentPartPr>
              <p14:xfrm>
                <a:off x="5903374" y="1230918"/>
                <a:ext cx="186480" cy="226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096BCCC-87B2-DC4C-9DF7-17B13AD0D0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85374" y="1213278"/>
                  <a:ext cx="22212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C4F13A5-FB5F-6D36-8584-5858C34FCA90}"/>
              </a:ext>
            </a:extLst>
          </p:cNvPr>
          <p:cNvGrpSpPr/>
          <p:nvPr/>
        </p:nvGrpSpPr>
        <p:grpSpPr>
          <a:xfrm>
            <a:off x="6346174" y="1147758"/>
            <a:ext cx="502560" cy="323280"/>
            <a:chOff x="6346174" y="1147758"/>
            <a:chExt cx="50256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5F75FC-4F2B-CBCE-A88A-92DDA67F52A1}"/>
                    </a:ext>
                  </a:extLst>
                </p14:cNvPr>
                <p14:cNvContentPartPr/>
                <p14:nvPr/>
              </p14:nvContentPartPr>
              <p14:xfrm>
                <a:off x="6346174" y="1150278"/>
                <a:ext cx="153000" cy="195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5F75FC-4F2B-CBCE-A88A-92DDA67F52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28174" y="1132638"/>
                  <a:ext cx="1886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AEFCF83-9689-1634-0D45-508777F08B85}"/>
                    </a:ext>
                  </a:extLst>
                </p14:cNvPr>
                <p14:cNvContentPartPr/>
                <p14:nvPr/>
              </p14:nvContentPartPr>
              <p14:xfrm>
                <a:off x="6645334" y="1168278"/>
                <a:ext cx="32400" cy="302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AEFCF83-9689-1634-0D45-508777F08B8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27694" y="1150278"/>
                  <a:ext cx="68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0E3F70E-FDC1-50F8-EDA7-D428E2CCE1B1}"/>
                    </a:ext>
                  </a:extLst>
                </p14:cNvPr>
                <p14:cNvContentPartPr/>
                <p14:nvPr/>
              </p14:nvContentPartPr>
              <p14:xfrm>
                <a:off x="6698974" y="1147758"/>
                <a:ext cx="149760" cy="168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0E3F70E-FDC1-50F8-EDA7-D428E2CCE1B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80974" y="1129758"/>
                  <a:ext cx="185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B7AD3B-790C-A665-B033-BA696248AED3}"/>
                    </a:ext>
                  </a:extLst>
                </p14:cNvPr>
                <p14:cNvContentPartPr/>
                <p14:nvPr/>
              </p14:nvContentPartPr>
              <p14:xfrm>
                <a:off x="6703294" y="1253598"/>
                <a:ext cx="112320" cy="75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B7AD3B-790C-A665-B033-BA696248AE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85294" y="1235958"/>
                  <a:ext cx="14796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762EA2F-9707-44B5-E829-9DC02ECDA910}"/>
              </a:ext>
            </a:extLst>
          </p:cNvPr>
          <p:cNvGrpSpPr/>
          <p:nvPr/>
        </p:nvGrpSpPr>
        <p:grpSpPr>
          <a:xfrm>
            <a:off x="5211814" y="2867118"/>
            <a:ext cx="143640" cy="168120"/>
            <a:chOff x="5211814" y="2867118"/>
            <a:chExt cx="14364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8314A6-6B8A-843B-F5A0-19ECF121C82D}"/>
                    </a:ext>
                  </a:extLst>
                </p14:cNvPr>
                <p14:cNvContentPartPr/>
                <p14:nvPr/>
              </p14:nvContentPartPr>
              <p14:xfrm>
                <a:off x="5211814" y="2867118"/>
                <a:ext cx="80280" cy="56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8314A6-6B8A-843B-F5A0-19ECF121C82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93814" y="2849478"/>
                  <a:ext cx="115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3E189F-BBA3-0AC2-74A4-B0CB6C49DF16}"/>
                    </a:ext>
                  </a:extLst>
                </p14:cNvPr>
                <p14:cNvContentPartPr/>
                <p14:nvPr/>
              </p14:nvContentPartPr>
              <p14:xfrm>
                <a:off x="5278054" y="3001038"/>
                <a:ext cx="77400" cy="3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3E189F-BBA3-0AC2-74A4-B0CB6C49DF1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60054" y="2983398"/>
                  <a:ext cx="11304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2626DA8-604F-694D-73C2-3126D90458DC}"/>
              </a:ext>
            </a:extLst>
          </p:cNvPr>
          <p:cNvGrpSpPr/>
          <p:nvPr/>
        </p:nvGrpSpPr>
        <p:grpSpPr>
          <a:xfrm>
            <a:off x="5847574" y="2645718"/>
            <a:ext cx="774000" cy="315000"/>
            <a:chOff x="5847574" y="2645718"/>
            <a:chExt cx="77400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891CE0-291F-1654-9201-0D18E5D067DC}"/>
                    </a:ext>
                  </a:extLst>
                </p14:cNvPr>
                <p14:cNvContentPartPr/>
                <p14:nvPr/>
              </p14:nvContentPartPr>
              <p14:xfrm>
                <a:off x="5847574" y="2767038"/>
                <a:ext cx="18000" cy="28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891CE0-291F-1654-9201-0D18E5D067D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29574" y="2749398"/>
                  <a:ext cx="53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45A121F-2E4F-C3F1-EA78-F5B146FDA4BA}"/>
                    </a:ext>
                  </a:extLst>
                </p14:cNvPr>
                <p14:cNvContentPartPr/>
                <p14:nvPr/>
              </p14:nvContentPartPr>
              <p14:xfrm>
                <a:off x="5972494" y="2645718"/>
                <a:ext cx="214920" cy="208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45A121F-2E4F-C3F1-EA78-F5B146FDA4B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54854" y="2628078"/>
                  <a:ext cx="250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A5A5E0-2B7A-CA88-3C03-774276BE48E9}"/>
                    </a:ext>
                  </a:extLst>
                </p14:cNvPr>
                <p14:cNvContentPartPr/>
                <p14:nvPr/>
              </p14:nvContentPartPr>
              <p14:xfrm>
                <a:off x="6138454" y="2729598"/>
                <a:ext cx="16560" cy="206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A5A5E0-2B7A-CA88-3C03-774276BE48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20814" y="2711598"/>
                  <a:ext cx="52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869F7F2-C24D-7B4B-646D-E4CB88490A52}"/>
                    </a:ext>
                  </a:extLst>
                </p14:cNvPr>
                <p14:cNvContentPartPr/>
                <p14:nvPr/>
              </p14:nvContentPartPr>
              <p14:xfrm>
                <a:off x="6388654" y="2723478"/>
                <a:ext cx="35280" cy="237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869F7F2-C24D-7B4B-646D-E4CB88490A5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70654" y="2705478"/>
                  <a:ext cx="709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6D18E4B-5F78-1F04-9213-7B4F7553426B}"/>
                    </a:ext>
                  </a:extLst>
                </p14:cNvPr>
                <p14:cNvContentPartPr/>
                <p14:nvPr/>
              </p14:nvContentPartPr>
              <p14:xfrm>
                <a:off x="6414214" y="2702598"/>
                <a:ext cx="207360" cy="169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6D18E4B-5F78-1F04-9213-7B4F7553426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96214" y="2684958"/>
                  <a:ext cx="243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FB0C29-5141-AD30-82E1-B9DACE819F02}"/>
                    </a:ext>
                  </a:extLst>
                </p14:cNvPr>
                <p14:cNvContentPartPr/>
                <p14:nvPr/>
              </p14:nvContentPartPr>
              <p14:xfrm>
                <a:off x="6430054" y="2774238"/>
                <a:ext cx="115200" cy="76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FB0C29-5141-AD30-82E1-B9DACE819F0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12054" y="2756238"/>
                  <a:ext cx="15084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89A5E12-9C74-D419-1B6B-1272FDE40893}"/>
              </a:ext>
            </a:extLst>
          </p:cNvPr>
          <p:cNvGrpSpPr/>
          <p:nvPr/>
        </p:nvGrpSpPr>
        <p:grpSpPr>
          <a:xfrm>
            <a:off x="4774774" y="3874398"/>
            <a:ext cx="804600" cy="433800"/>
            <a:chOff x="4774774" y="3874398"/>
            <a:chExt cx="80460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AE1ACF0-A4D3-6943-8BCD-D06D5217F2AE}"/>
                    </a:ext>
                  </a:extLst>
                </p14:cNvPr>
                <p14:cNvContentPartPr/>
                <p14:nvPr/>
              </p14:nvContentPartPr>
              <p14:xfrm>
                <a:off x="4774774" y="3874398"/>
                <a:ext cx="201960" cy="313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AE1ACF0-A4D3-6943-8BCD-D06D5217F2A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57134" y="3856758"/>
                  <a:ext cx="2376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9188F9-B290-70C0-DA5C-49C44786725B}"/>
                    </a:ext>
                  </a:extLst>
                </p14:cNvPr>
                <p14:cNvContentPartPr/>
                <p14:nvPr/>
              </p14:nvContentPartPr>
              <p14:xfrm>
                <a:off x="5097334" y="4063038"/>
                <a:ext cx="176760" cy="245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9188F9-B290-70C0-DA5C-49C44786725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79334" y="4045398"/>
                  <a:ext cx="212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AA3C15-2386-C207-540C-0401A9E95C34}"/>
                    </a:ext>
                  </a:extLst>
                </p14:cNvPr>
                <p14:cNvContentPartPr/>
                <p14:nvPr/>
              </p14:nvContentPartPr>
              <p14:xfrm>
                <a:off x="5419894" y="3992838"/>
                <a:ext cx="76320" cy="4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AA3C15-2386-C207-540C-0401A9E95C3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01894" y="3975198"/>
                  <a:ext cx="111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EA2B57D-DA82-1D3C-2DF8-FFD89D2A1DE9}"/>
                    </a:ext>
                  </a:extLst>
                </p14:cNvPr>
                <p14:cNvContentPartPr/>
                <p14:nvPr/>
              </p14:nvContentPartPr>
              <p14:xfrm>
                <a:off x="5476414" y="4084638"/>
                <a:ext cx="102960" cy="60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EA2B57D-DA82-1D3C-2DF8-FFD89D2A1DE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58414" y="4066638"/>
                  <a:ext cx="1386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84FAE4C-FAA9-CF45-806B-C3CE304EA150}"/>
              </a:ext>
            </a:extLst>
          </p:cNvPr>
          <p:cNvGrpSpPr/>
          <p:nvPr/>
        </p:nvGrpSpPr>
        <p:grpSpPr>
          <a:xfrm>
            <a:off x="5785654" y="3803478"/>
            <a:ext cx="201960" cy="313920"/>
            <a:chOff x="5785654" y="3803478"/>
            <a:chExt cx="20196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73842AA-C256-595C-A2FD-4B37FD5F6F9D}"/>
                    </a:ext>
                  </a:extLst>
                </p14:cNvPr>
                <p14:cNvContentPartPr/>
                <p14:nvPr/>
              </p14:nvContentPartPr>
              <p14:xfrm>
                <a:off x="5845054" y="3826878"/>
                <a:ext cx="43920" cy="244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73842AA-C256-595C-A2FD-4B37FD5F6F9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27414" y="3809238"/>
                  <a:ext cx="795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0B2D8C6-2A61-814F-A623-CBE41230CE67}"/>
                    </a:ext>
                  </a:extLst>
                </p14:cNvPr>
                <p14:cNvContentPartPr/>
                <p14:nvPr/>
              </p14:nvContentPartPr>
              <p14:xfrm>
                <a:off x="5788174" y="3803478"/>
                <a:ext cx="51840" cy="26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0B2D8C6-2A61-814F-A623-CBE41230CE6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70534" y="3785838"/>
                  <a:ext cx="87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34645FD-EE30-46A2-5F4E-427CDE1705DD}"/>
                    </a:ext>
                  </a:extLst>
                </p14:cNvPr>
                <p14:cNvContentPartPr/>
                <p14:nvPr/>
              </p14:nvContentPartPr>
              <p14:xfrm>
                <a:off x="5785654" y="3806718"/>
                <a:ext cx="82080" cy="50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34645FD-EE30-46A2-5F4E-427CDE1705D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68014" y="3788718"/>
                  <a:ext cx="117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9546BC8-31C6-9891-E39C-BF9E42B34478}"/>
                    </a:ext>
                  </a:extLst>
                </p14:cNvPr>
                <p14:cNvContentPartPr/>
                <p14:nvPr/>
              </p14:nvContentPartPr>
              <p14:xfrm>
                <a:off x="5845054" y="4068078"/>
                <a:ext cx="142560" cy="49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9546BC8-31C6-9891-E39C-BF9E42B3447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27054" y="4050438"/>
                  <a:ext cx="17820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84161F0-3841-D3F0-0474-94EFAAE7A93D}"/>
                  </a:ext>
                </a:extLst>
              </p14:cNvPr>
              <p14:cNvContentPartPr/>
              <p14:nvPr/>
            </p14:nvContentPartPr>
            <p14:xfrm>
              <a:off x="6211174" y="4074198"/>
              <a:ext cx="30600" cy="2408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84161F0-3841-D3F0-0474-94EFAAE7A93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193534" y="4056198"/>
                <a:ext cx="662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281BF19-691D-CDB7-3D83-49641271B6DF}"/>
                  </a:ext>
                </a:extLst>
              </p14:cNvPr>
              <p14:cNvContentPartPr/>
              <p14:nvPr/>
            </p14:nvContentPartPr>
            <p14:xfrm>
              <a:off x="6463534" y="3946758"/>
              <a:ext cx="15120" cy="331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281BF19-691D-CDB7-3D83-49641271B6D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445894" y="3928758"/>
                <a:ext cx="5076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B587FD9-98C9-D04C-99A4-B797A0E9E98F}"/>
              </a:ext>
            </a:extLst>
          </p:cNvPr>
          <p:cNvGrpSpPr/>
          <p:nvPr/>
        </p:nvGrpSpPr>
        <p:grpSpPr>
          <a:xfrm>
            <a:off x="6726334" y="3693678"/>
            <a:ext cx="694080" cy="299880"/>
            <a:chOff x="6726334" y="3693678"/>
            <a:chExt cx="69408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F6BE71F-8AF8-9926-B4A0-FBDC6324B98A}"/>
                    </a:ext>
                  </a:extLst>
                </p14:cNvPr>
                <p14:cNvContentPartPr/>
                <p14:nvPr/>
              </p14:nvContentPartPr>
              <p14:xfrm>
                <a:off x="6726334" y="3693678"/>
                <a:ext cx="156600" cy="299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F6BE71F-8AF8-9926-B4A0-FBDC6324B98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08694" y="3676038"/>
                  <a:ext cx="1922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FB02A6E-0414-1971-8921-198B1CA3C22D}"/>
                    </a:ext>
                  </a:extLst>
                </p14:cNvPr>
                <p14:cNvContentPartPr/>
                <p14:nvPr/>
              </p14:nvContentPartPr>
              <p14:xfrm>
                <a:off x="7067254" y="3715998"/>
                <a:ext cx="353160" cy="213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FB02A6E-0414-1971-8921-198B1CA3C22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9614" y="3698358"/>
                  <a:ext cx="3888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45EBB0F-9C00-EE90-4023-8D6C048EDF07}"/>
              </a:ext>
            </a:extLst>
          </p:cNvPr>
          <p:cNvGrpSpPr/>
          <p:nvPr/>
        </p:nvGrpSpPr>
        <p:grpSpPr>
          <a:xfrm>
            <a:off x="5700334" y="4899678"/>
            <a:ext cx="168120" cy="148680"/>
            <a:chOff x="5700334" y="4899678"/>
            <a:chExt cx="168120" cy="1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F2A88AD-4DA5-128F-698F-A695AA2DDC08}"/>
                    </a:ext>
                  </a:extLst>
                </p14:cNvPr>
                <p14:cNvContentPartPr/>
                <p14:nvPr/>
              </p14:nvContentPartPr>
              <p14:xfrm>
                <a:off x="5700334" y="4899678"/>
                <a:ext cx="83880" cy="14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F2A88AD-4DA5-128F-698F-A695AA2DDC0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82334" y="4881678"/>
                  <a:ext cx="119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30F1356-B490-7F94-5071-01D75F4B615F}"/>
                    </a:ext>
                  </a:extLst>
                </p14:cNvPr>
                <p14:cNvContentPartPr/>
                <p14:nvPr/>
              </p14:nvContentPartPr>
              <p14:xfrm>
                <a:off x="5785654" y="5003358"/>
                <a:ext cx="82800" cy="45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30F1356-B490-7F94-5071-01D75F4B615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68014" y="4985358"/>
                  <a:ext cx="11844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FF20D7A-CC26-83C2-D488-88732A7B94AA}"/>
                  </a:ext>
                </a:extLst>
              </p14:cNvPr>
              <p14:cNvContentPartPr/>
              <p14:nvPr/>
            </p14:nvContentPartPr>
            <p14:xfrm>
              <a:off x="6125854" y="4803198"/>
              <a:ext cx="11880" cy="460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FF20D7A-CC26-83C2-D488-88732A7B94A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108214" y="4785558"/>
                <a:ext cx="4752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A3F2EAF-6E45-3B5A-EC28-4664DE0D60DC}"/>
              </a:ext>
            </a:extLst>
          </p:cNvPr>
          <p:cNvGrpSpPr/>
          <p:nvPr/>
        </p:nvGrpSpPr>
        <p:grpSpPr>
          <a:xfrm>
            <a:off x="6360934" y="4620318"/>
            <a:ext cx="636840" cy="291600"/>
            <a:chOff x="6360934" y="4620318"/>
            <a:chExt cx="63684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DB50AEB-49F3-9837-BA19-0D823332FA24}"/>
                    </a:ext>
                  </a:extLst>
                </p14:cNvPr>
                <p14:cNvContentPartPr/>
                <p14:nvPr/>
              </p14:nvContentPartPr>
              <p14:xfrm>
                <a:off x="6360934" y="4634358"/>
                <a:ext cx="195840" cy="187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DB50AEB-49F3-9837-BA19-0D823332FA2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43294" y="4616718"/>
                  <a:ext cx="231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EB40BDD-BE38-D43B-95A2-81414DA28FC3}"/>
                    </a:ext>
                  </a:extLst>
                </p14:cNvPr>
                <p14:cNvContentPartPr/>
                <p14:nvPr/>
              </p14:nvContentPartPr>
              <p14:xfrm>
                <a:off x="6514654" y="4660638"/>
                <a:ext cx="35640" cy="251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EB40BDD-BE38-D43B-95A2-81414DA28FC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97014" y="4642638"/>
                  <a:ext cx="712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A437491-0A7D-FCF8-4F39-D318FE30A14B}"/>
                    </a:ext>
                  </a:extLst>
                </p14:cNvPr>
                <p14:cNvContentPartPr/>
                <p14:nvPr/>
              </p14:nvContentPartPr>
              <p14:xfrm>
                <a:off x="6764134" y="4635438"/>
                <a:ext cx="19080" cy="270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A437491-0A7D-FCF8-4F39-D318FE30A1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46494" y="4617438"/>
                  <a:ext cx="547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3F0A1E-4B84-0ED0-0A09-FDA9A0272142}"/>
                    </a:ext>
                  </a:extLst>
                </p14:cNvPr>
                <p14:cNvContentPartPr/>
                <p14:nvPr/>
              </p14:nvContentPartPr>
              <p14:xfrm>
                <a:off x="6795094" y="4620318"/>
                <a:ext cx="162000" cy="156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3F0A1E-4B84-0ED0-0A09-FDA9A02721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77094" y="4602318"/>
                  <a:ext cx="197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A4DD3D2-DBBE-31A4-C49E-D3793D6E2F41}"/>
                    </a:ext>
                  </a:extLst>
                </p14:cNvPr>
                <p14:cNvContentPartPr/>
                <p14:nvPr/>
              </p14:nvContentPartPr>
              <p14:xfrm>
                <a:off x="6807694" y="4747758"/>
                <a:ext cx="189000" cy="77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A4DD3D2-DBBE-31A4-C49E-D3793D6E2F4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89694" y="4730118"/>
                  <a:ext cx="224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9D7744D-66C1-8750-9CBA-6ED4DE731DB4}"/>
                    </a:ext>
                  </a:extLst>
                </p14:cNvPr>
                <p14:cNvContentPartPr/>
                <p14:nvPr/>
              </p14:nvContentPartPr>
              <p14:xfrm>
                <a:off x="6959614" y="4791318"/>
                <a:ext cx="38160" cy="108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9D7744D-66C1-8750-9CBA-6ED4DE731DB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41614" y="4773318"/>
                  <a:ext cx="7380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3F63B35-A0AC-21AF-5B69-3D671213A77D}"/>
              </a:ext>
            </a:extLst>
          </p:cNvPr>
          <p:cNvGrpSpPr/>
          <p:nvPr/>
        </p:nvGrpSpPr>
        <p:grpSpPr>
          <a:xfrm>
            <a:off x="7349494" y="4574598"/>
            <a:ext cx="642240" cy="322920"/>
            <a:chOff x="7349494" y="4574598"/>
            <a:chExt cx="64224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9E43553-D245-F3A5-C5A1-67318BB0985B}"/>
                    </a:ext>
                  </a:extLst>
                </p14:cNvPr>
                <p14:cNvContentPartPr/>
                <p14:nvPr/>
              </p14:nvContentPartPr>
              <p14:xfrm>
                <a:off x="7349494" y="4574598"/>
                <a:ext cx="195120" cy="277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9E43553-D245-F3A5-C5A1-67318BB0985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31854" y="4556958"/>
                  <a:ext cx="230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3AD9FA-BD44-6B53-D1D6-E221A93FF6F0}"/>
                    </a:ext>
                  </a:extLst>
                </p14:cNvPr>
                <p14:cNvContentPartPr/>
                <p14:nvPr/>
              </p14:nvContentPartPr>
              <p14:xfrm>
                <a:off x="7723534" y="4680798"/>
                <a:ext cx="268200" cy="135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3AD9FA-BD44-6B53-D1D6-E221A93FF6F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05894" y="4662798"/>
                  <a:ext cx="303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5DF1920-EAA8-9258-0986-F7B6F845D8ED}"/>
                    </a:ext>
                  </a:extLst>
                </p14:cNvPr>
                <p14:cNvContentPartPr/>
                <p14:nvPr/>
              </p14:nvContentPartPr>
              <p14:xfrm>
                <a:off x="7642174" y="4763598"/>
                <a:ext cx="103320" cy="133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5DF1920-EAA8-9258-0986-F7B6F845D8E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24174" y="4745958"/>
                  <a:ext cx="1389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B691EAC-67C3-386B-6C34-757E63B9B78A}"/>
              </a:ext>
            </a:extLst>
          </p:cNvPr>
          <p:cNvGrpSpPr/>
          <p:nvPr/>
        </p:nvGrpSpPr>
        <p:grpSpPr>
          <a:xfrm>
            <a:off x="5678734" y="5124678"/>
            <a:ext cx="2174760" cy="1130040"/>
            <a:chOff x="5678734" y="5124678"/>
            <a:chExt cx="2174760" cy="11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EF4B45-95BF-73FE-4FB3-DFF443AD20FD}"/>
                    </a:ext>
                  </a:extLst>
                </p14:cNvPr>
                <p14:cNvContentPartPr/>
                <p14:nvPr/>
              </p14:nvContentPartPr>
              <p14:xfrm>
                <a:off x="5967454" y="5668638"/>
                <a:ext cx="65880" cy="26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EF4B45-95BF-73FE-4FB3-DFF443AD20F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49454" y="5650998"/>
                  <a:ext cx="101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6ABC379-4095-3ACC-21C3-E41E1F6590E2}"/>
                    </a:ext>
                  </a:extLst>
                </p14:cNvPr>
                <p14:cNvContentPartPr/>
                <p14:nvPr/>
              </p14:nvContentPartPr>
              <p14:xfrm>
                <a:off x="6030454" y="5765838"/>
                <a:ext cx="73080" cy="41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6ABC379-4095-3ACC-21C3-E41E1F6590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12814" y="5748198"/>
                  <a:ext cx="108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39D5F8B-F6D6-A562-B88C-88ADB09B6E97}"/>
                    </a:ext>
                  </a:extLst>
                </p14:cNvPr>
                <p14:cNvContentPartPr/>
                <p14:nvPr/>
              </p14:nvContentPartPr>
              <p14:xfrm>
                <a:off x="6382534" y="5558838"/>
                <a:ext cx="154080" cy="285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39D5F8B-F6D6-A562-B88C-88ADB09B6E9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64894" y="5540838"/>
                  <a:ext cx="1897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C3F9100-7E66-1BEE-0F0F-7D862C87AEEC}"/>
                    </a:ext>
                  </a:extLst>
                </p14:cNvPr>
                <p14:cNvContentPartPr/>
                <p14:nvPr/>
              </p14:nvContentPartPr>
              <p14:xfrm>
                <a:off x="6637054" y="5618238"/>
                <a:ext cx="46440" cy="59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C3F9100-7E66-1BEE-0F0F-7D862C87AEE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19054" y="5600598"/>
                  <a:ext cx="82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F67C746-1AFF-549E-330C-F3234283CB08}"/>
                    </a:ext>
                  </a:extLst>
                </p14:cNvPr>
                <p14:cNvContentPartPr/>
                <p14:nvPr/>
              </p14:nvContentPartPr>
              <p14:xfrm>
                <a:off x="6841174" y="5523558"/>
                <a:ext cx="162720" cy="234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F67C746-1AFF-549E-330C-F3234283CB0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23534" y="5505918"/>
                  <a:ext cx="1983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311A1A9-D614-9292-2EBD-B9EB68AFCA19}"/>
                    </a:ext>
                  </a:extLst>
                </p14:cNvPr>
                <p14:cNvContentPartPr/>
                <p14:nvPr/>
              </p14:nvContentPartPr>
              <p14:xfrm>
                <a:off x="7274254" y="5470998"/>
                <a:ext cx="179640" cy="231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311A1A9-D614-9292-2EBD-B9EB68AFCA1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256614" y="5453358"/>
                  <a:ext cx="2152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846775D-6AB3-C0C9-4EA2-F068E0FD4AEB}"/>
                    </a:ext>
                  </a:extLst>
                </p14:cNvPr>
                <p14:cNvContentPartPr/>
                <p14:nvPr/>
              </p14:nvContentPartPr>
              <p14:xfrm>
                <a:off x="5996614" y="5124678"/>
                <a:ext cx="1792440" cy="182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846775D-6AB3-C0C9-4EA2-F068E0FD4AE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78614" y="5106678"/>
                  <a:ext cx="1828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BDB6C23-26A0-9A91-C3E1-ED3522E8E78F}"/>
                    </a:ext>
                  </a:extLst>
                </p14:cNvPr>
                <p14:cNvContentPartPr/>
                <p14:nvPr/>
              </p14:nvContentPartPr>
              <p14:xfrm>
                <a:off x="5874574" y="5207478"/>
                <a:ext cx="1978920" cy="1047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BDB6C23-26A0-9A91-C3E1-ED3522E8E78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856574" y="5189838"/>
                  <a:ext cx="2014560" cy="10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D62CE22-EBC0-3E0E-605F-C78C72F3F867}"/>
                    </a:ext>
                  </a:extLst>
                </p14:cNvPr>
                <p14:cNvContentPartPr/>
                <p14:nvPr/>
              </p14:nvContentPartPr>
              <p14:xfrm>
                <a:off x="5678734" y="5412318"/>
                <a:ext cx="70560" cy="788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D62CE22-EBC0-3E0E-605F-C78C72F3F86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60734" y="5394318"/>
                  <a:ext cx="106200" cy="82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10163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0F0-04BC-5A6B-F84C-BBAF99FD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circuits</a:t>
            </a:r>
          </a:p>
        </p:txBody>
      </p:sp>
      <p:pic>
        <p:nvPicPr>
          <p:cNvPr id="6" name="Content Placeholder 5" descr="A diagram of a black box&#10;&#10;Description automatically generated">
            <a:extLst>
              <a:ext uri="{FF2B5EF4-FFF2-40B4-BE49-F238E27FC236}">
                <a16:creationId xmlns:a16="http://schemas.microsoft.com/office/drawing/2014/main" id="{FED7D7D0-C46C-0077-4E5C-CA4CD515B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52" y="1812897"/>
            <a:ext cx="10107368" cy="30581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953C0-F8FE-71F5-D6D4-57C081893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713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A8E1-6F31-3374-7A58-8BBF85C6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64BFC027-7C85-B220-72EB-80B9E8CA3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573" y="1176793"/>
            <a:ext cx="6287035" cy="50001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1D2A8-ED2B-1EAA-7297-155906297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74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9CF2-96A2-2A89-7479-25B3DD680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7738-2EEA-4A64-244B-5DC36DB1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74D2E693-278D-313B-52D9-022CA7D60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11" y="928915"/>
            <a:ext cx="6287035" cy="50001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0079-4672-83AB-D58D-632E41410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9AA032C-5FCB-0FFF-D047-9F65D7FA73B5}"/>
              </a:ext>
            </a:extLst>
          </p:cNvPr>
          <p:cNvGrpSpPr/>
          <p:nvPr/>
        </p:nvGrpSpPr>
        <p:grpSpPr>
          <a:xfrm>
            <a:off x="7283958" y="972610"/>
            <a:ext cx="2534760" cy="2183400"/>
            <a:chOff x="7283958" y="972610"/>
            <a:chExt cx="2534760" cy="21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C9C1C50-9708-1DAA-282C-016A40D67599}"/>
                    </a:ext>
                  </a:extLst>
                </p14:cNvPr>
                <p14:cNvContentPartPr/>
                <p14:nvPr/>
              </p14:nvContentPartPr>
              <p14:xfrm>
                <a:off x="7828278" y="972610"/>
                <a:ext cx="92520" cy="10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C9C1C50-9708-1DAA-282C-016A40D675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10638" y="954610"/>
                  <a:ext cx="12816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EC09B54-E3FD-8FD4-79FF-40DE802C74B2}"/>
                    </a:ext>
                  </a:extLst>
                </p14:cNvPr>
                <p14:cNvContentPartPr/>
                <p14:nvPr/>
              </p14:nvContentPartPr>
              <p14:xfrm>
                <a:off x="7513638" y="1991410"/>
                <a:ext cx="648000" cy="68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EC09B54-E3FD-8FD4-79FF-40DE802C74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95998" y="1973410"/>
                  <a:ext cx="683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D4804A2-1F38-E73B-714D-AB310F8CFD25}"/>
                    </a:ext>
                  </a:extLst>
                </p14:cNvPr>
                <p14:cNvContentPartPr/>
                <p14:nvPr/>
              </p14:nvContentPartPr>
              <p14:xfrm>
                <a:off x="7777158" y="2194450"/>
                <a:ext cx="201960" cy="23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D4804A2-1F38-E73B-714D-AB310F8CFD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59158" y="2176450"/>
                  <a:ext cx="237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91A263-BDB2-8C17-FBDF-16901F9A2DF3}"/>
                    </a:ext>
                  </a:extLst>
                </p14:cNvPr>
                <p14:cNvContentPartPr/>
                <p14:nvPr/>
              </p14:nvContentPartPr>
              <p14:xfrm>
                <a:off x="7903518" y="2187610"/>
                <a:ext cx="21240" cy="541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91A263-BDB2-8C17-FBDF-16901F9A2D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85878" y="2169610"/>
                  <a:ext cx="568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F965958-2905-108F-4A16-9A817472D27C}"/>
                    </a:ext>
                  </a:extLst>
                </p14:cNvPr>
                <p14:cNvContentPartPr/>
                <p14:nvPr/>
              </p14:nvContentPartPr>
              <p14:xfrm>
                <a:off x="7904238" y="1000330"/>
                <a:ext cx="1161720" cy="37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F965958-2905-108F-4A16-9A817472D2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86598" y="982690"/>
                  <a:ext cx="1197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58E58C0-BAA0-F493-7D77-9221A98B754A}"/>
                    </a:ext>
                  </a:extLst>
                </p14:cNvPr>
                <p14:cNvContentPartPr/>
                <p14:nvPr/>
              </p14:nvContentPartPr>
              <p14:xfrm>
                <a:off x="9041478" y="999250"/>
                <a:ext cx="32400" cy="506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58E58C0-BAA0-F493-7D77-9221A98B754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23838" y="981250"/>
                  <a:ext cx="680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44D69B-F5AD-534A-1AEB-7500FBC95B16}"/>
                    </a:ext>
                  </a:extLst>
                </p14:cNvPr>
                <p14:cNvContentPartPr/>
                <p14:nvPr/>
              </p14:nvContentPartPr>
              <p14:xfrm>
                <a:off x="8933838" y="1496410"/>
                <a:ext cx="145080" cy="272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44D69B-F5AD-534A-1AEB-7500FBC95B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15838" y="1478770"/>
                  <a:ext cx="1807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C0D2833-FF15-FDB9-041C-7342A970D708}"/>
                    </a:ext>
                  </a:extLst>
                </p14:cNvPr>
                <p14:cNvContentPartPr/>
                <p14:nvPr/>
              </p14:nvContentPartPr>
              <p14:xfrm>
                <a:off x="9042198" y="1751290"/>
                <a:ext cx="44280" cy="489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C0D2833-FF15-FDB9-041C-7342A970D7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24558" y="1733290"/>
                  <a:ext cx="799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20FB439-7E9A-1E13-908C-ABD975D54F1C}"/>
                    </a:ext>
                  </a:extLst>
                </p14:cNvPr>
                <p14:cNvContentPartPr/>
                <p14:nvPr/>
              </p14:nvContentPartPr>
              <p14:xfrm>
                <a:off x="9046878" y="2336650"/>
                <a:ext cx="99720" cy="293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20FB439-7E9A-1E13-908C-ABD975D54F1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28878" y="2318650"/>
                  <a:ext cx="135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08E320E-9252-5C03-1041-6AF4A9812B70}"/>
                    </a:ext>
                  </a:extLst>
                </p14:cNvPr>
                <p14:cNvContentPartPr/>
                <p14:nvPr/>
              </p14:nvContentPartPr>
              <p14:xfrm>
                <a:off x="7883358" y="2608090"/>
                <a:ext cx="1294200" cy="446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08E320E-9252-5C03-1041-6AF4A9812B7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65718" y="2590450"/>
                  <a:ext cx="13298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B5A2EB-20A2-4F2C-4A47-BC0999175FE8}"/>
                    </a:ext>
                  </a:extLst>
                </p14:cNvPr>
                <p14:cNvContentPartPr/>
                <p14:nvPr/>
              </p14:nvContentPartPr>
              <p14:xfrm>
                <a:off x="7868958" y="2732650"/>
                <a:ext cx="50760" cy="423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B5A2EB-20A2-4F2C-4A47-BC0999175FE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50958" y="2715010"/>
                  <a:ext cx="864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DC0EB55-5886-DD71-35DE-100938E7BEDB}"/>
                    </a:ext>
                  </a:extLst>
                </p14:cNvPr>
                <p14:cNvContentPartPr/>
                <p14:nvPr/>
              </p14:nvContentPartPr>
              <p14:xfrm>
                <a:off x="7283958" y="1623490"/>
                <a:ext cx="114840" cy="300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DC0EB55-5886-DD71-35DE-100938E7BED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65958" y="1605490"/>
                  <a:ext cx="1504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0A2E4E-1EF9-936B-0022-3517BC00F5DB}"/>
                    </a:ext>
                  </a:extLst>
                </p14:cNvPr>
                <p14:cNvContentPartPr/>
                <p14:nvPr/>
              </p14:nvContentPartPr>
              <p14:xfrm>
                <a:off x="7406718" y="1585690"/>
                <a:ext cx="120600" cy="195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0A2E4E-1EF9-936B-0022-3517BC00F5D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89078" y="1568050"/>
                  <a:ext cx="156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2BED4C4-1FDA-D155-57C5-A8C3C951871B}"/>
                    </a:ext>
                  </a:extLst>
                </p14:cNvPr>
                <p14:cNvContentPartPr/>
                <p14:nvPr/>
              </p14:nvContentPartPr>
              <p14:xfrm>
                <a:off x="7499958" y="1411450"/>
                <a:ext cx="170640" cy="204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2BED4C4-1FDA-D155-57C5-A8C3C95187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81958" y="1393810"/>
                  <a:ext cx="206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21054A8-4974-0D0A-2065-E982E1AA2796}"/>
                    </a:ext>
                  </a:extLst>
                </p14:cNvPr>
                <p14:cNvContentPartPr/>
                <p14:nvPr/>
              </p14:nvContentPartPr>
              <p14:xfrm>
                <a:off x="9260718" y="1460770"/>
                <a:ext cx="60480" cy="216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21054A8-4974-0D0A-2065-E982E1AA279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42718" y="1443130"/>
                  <a:ext cx="96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58D5142-A5A1-EB03-54D0-2D71C4D43073}"/>
                    </a:ext>
                  </a:extLst>
                </p14:cNvPr>
                <p14:cNvContentPartPr/>
                <p14:nvPr/>
              </p14:nvContentPartPr>
              <p14:xfrm>
                <a:off x="9447558" y="1420450"/>
                <a:ext cx="114120" cy="224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58D5142-A5A1-EB03-54D0-2D71C4D4307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29558" y="1402450"/>
                  <a:ext cx="149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EF5AD72-1E6A-98CA-0177-75EE0311D899}"/>
                    </a:ext>
                  </a:extLst>
                </p14:cNvPr>
                <p14:cNvContentPartPr/>
                <p14:nvPr/>
              </p14:nvContentPartPr>
              <p14:xfrm>
                <a:off x="9505878" y="1433050"/>
                <a:ext cx="156240" cy="105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EF5AD72-1E6A-98CA-0177-75EE0311D8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87878" y="1415410"/>
                  <a:ext cx="191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C7CC167-7FC6-12BD-0387-9230FBB80139}"/>
                    </a:ext>
                  </a:extLst>
                </p14:cNvPr>
                <p14:cNvContentPartPr/>
                <p14:nvPr/>
              </p14:nvContentPartPr>
              <p14:xfrm>
                <a:off x="9329118" y="2312170"/>
                <a:ext cx="176400" cy="212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C7CC167-7FC6-12BD-0387-9230FBB8013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11118" y="2294530"/>
                  <a:ext cx="212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D6F5DFB-7DAA-44B2-A0BE-15DF987484C3}"/>
                    </a:ext>
                  </a:extLst>
                </p14:cNvPr>
                <p14:cNvContentPartPr/>
                <p14:nvPr/>
              </p14:nvContentPartPr>
              <p14:xfrm>
                <a:off x="9477438" y="2370490"/>
                <a:ext cx="43920" cy="226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D6F5DFB-7DAA-44B2-A0BE-15DF987484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59798" y="2352850"/>
                  <a:ext cx="795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537B333-7D6E-315D-7994-CD336841149D}"/>
                    </a:ext>
                  </a:extLst>
                </p14:cNvPr>
                <p14:cNvContentPartPr/>
                <p14:nvPr/>
              </p14:nvContentPartPr>
              <p14:xfrm>
                <a:off x="9645918" y="2358610"/>
                <a:ext cx="37440" cy="178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537B333-7D6E-315D-7994-CD336841149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28278" y="2340970"/>
                  <a:ext cx="73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5E9A856-5D1F-44C6-4073-135B811C4B19}"/>
                    </a:ext>
                  </a:extLst>
                </p14:cNvPr>
                <p14:cNvContentPartPr/>
                <p14:nvPr/>
              </p14:nvContentPartPr>
              <p14:xfrm>
                <a:off x="9702798" y="2369410"/>
                <a:ext cx="11592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5E9A856-5D1F-44C6-4073-135B811C4B1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84798" y="2351770"/>
                  <a:ext cx="1515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138BB70-C249-C7F6-03DE-AB91D43564E5}"/>
              </a:ext>
            </a:extLst>
          </p:cNvPr>
          <p:cNvGrpSpPr/>
          <p:nvPr/>
        </p:nvGrpSpPr>
        <p:grpSpPr>
          <a:xfrm>
            <a:off x="8991078" y="1947490"/>
            <a:ext cx="1569240" cy="106200"/>
            <a:chOff x="8991078" y="1947490"/>
            <a:chExt cx="156924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1F27E3D-DD91-BDDD-4271-04B713B567BC}"/>
                    </a:ext>
                  </a:extLst>
                </p14:cNvPr>
                <p14:cNvContentPartPr/>
                <p14:nvPr/>
              </p14:nvContentPartPr>
              <p14:xfrm>
                <a:off x="8991078" y="1947490"/>
                <a:ext cx="128160" cy="106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1F27E3D-DD91-BDDD-4271-04B713B567B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73438" y="1929490"/>
                  <a:ext cx="163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4184DBB-CDC5-4EE8-6C2C-0318B5205618}"/>
                    </a:ext>
                  </a:extLst>
                </p14:cNvPr>
                <p14:cNvContentPartPr/>
                <p14:nvPr/>
              </p14:nvContentPartPr>
              <p14:xfrm>
                <a:off x="9075678" y="1973050"/>
                <a:ext cx="1484640" cy="45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4184DBB-CDC5-4EE8-6C2C-0318B520561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58038" y="1955050"/>
                  <a:ext cx="15202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074E321-1767-64F6-6831-15992412A657}"/>
                  </a:ext>
                </a:extLst>
              </p14:cNvPr>
              <p14:cNvContentPartPr/>
              <p14:nvPr/>
            </p14:nvContentPartPr>
            <p14:xfrm>
              <a:off x="9129678" y="3009490"/>
              <a:ext cx="1412640" cy="583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074E321-1767-64F6-6831-15992412A65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112038" y="2991490"/>
                <a:ext cx="14482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8642FC6-EAE4-1B51-81F0-43B473F8F718}"/>
              </a:ext>
            </a:extLst>
          </p:cNvPr>
          <p:cNvGrpSpPr/>
          <p:nvPr/>
        </p:nvGrpSpPr>
        <p:grpSpPr>
          <a:xfrm>
            <a:off x="10465278" y="3008770"/>
            <a:ext cx="97560" cy="136080"/>
            <a:chOff x="10465278" y="3008770"/>
            <a:chExt cx="9756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5BC2CE4-AD9D-2689-293B-96E289E3B370}"/>
                    </a:ext>
                  </a:extLst>
                </p14:cNvPr>
                <p14:cNvContentPartPr/>
                <p14:nvPr/>
              </p14:nvContentPartPr>
              <p14:xfrm>
                <a:off x="10516758" y="3128290"/>
                <a:ext cx="26640" cy="16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5BC2CE4-AD9D-2689-293B-96E289E3B37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499118" y="3110290"/>
                  <a:ext cx="62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E0C51A7-E240-CF5A-7919-AA31D74A80B8}"/>
                    </a:ext>
                  </a:extLst>
                </p14:cNvPr>
                <p14:cNvContentPartPr/>
                <p14:nvPr/>
              </p14:nvContentPartPr>
              <p14:xfrm>
                <a:off x="10465278" y="3008770"/>
                <a:ext cx="97560" cy="112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E0C51A7-E240-CF5A-7919-AA31D74A80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447638" y="2991130"/>
                  <a:ext cx="13320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3035788-BED6-55EF-0CB7-DD200FCE8123}"/>
                  </a:ext>
                </a:extLst>
              </p14:cNvPr>
              <p14:cNvContentPartPr/>
              <p14:nvPr/>
            </p14:nvContentPartPr>
            <p14:xfrm>
              <a:off x="10483998" y="1929490"/>
              <a:ext cx="78480" cy="817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3035788-BED6-55EF-0CB7-DD200FCE812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466358" y="1911490"/>
                <a:ext cx="11412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86AE6F8-EFA6-0974-5EB5-93CA492B55B7}"/>
              </a:ext>
            </a:extLst>
          </p:cNvPr>
          <p:cNvGrpSpPr/>
          <p:nvPr/>
        </p:nvGrpSpPr>
        <p:grpSpPr>
          <a:xfrm>
            <a:off x="10607478" y="2230450"/>
            <a:ext cx="718560" cy="290880"/>
            <a:chOff x="10607478" y="2230450"/>
            <a:chExt cx="71856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1BB06E0-9ACC-8798-1B4B-B0614DC4B611}"/>
                    </a:ext>
                  </a:extLst>
                </p14:cNvPr>
                <p14:cNvContentPartPr/>
                <p14:nvPr/>
              </p14:nvContentPartPr>
              <p14:xfrm>
                <a:off x="10607478" y="2310730"/>
                <a:ext cx="176400" cy="21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1BB06E0-9ACC-8798-1B4B-B0614DC4B61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589838" y="2293090"/>
                  <a:ext cx="212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3165711-4C95-787F-A7A6-522AE6AC160A}"/>
                    </a:ext>
                  </a:extLst>
                </p14:cNvPr>
                <p14:cNvContentPartPr/>
                <p14:nvPr/>
              </p14:nvContentPartPr>
              <p14:xfrm>
                <a:off x="10813758" y="2393530"/>
                <a:ext cx="117360" cy="117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3165711-4C95-787F-A7A6-522AE6AC160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795758" y="2375530"/>
                  <a:ext cx="153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B3E928-A54F-143D-F84C-8D1DD7C42747}"/>
                    </a:ext>
                  </a:extLst>
                </p14:cNvPr>
                <p14:cNvContentPartPr/>
                <p14:nvPr/>
              </p14:nvContentPartPr>
              <p14:xfrm>
                <a:off x="10950918" y="2379850"/>
                <a:ext cx="38160" cy="45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B3E928-A54F-143D-F84C-8D1DD7C4274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32918" y="2362210"/>
                  <a:ext cx="73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1C90FC5-38F9-7ECA-0C2E-7A1E58A78FF8}"/>
                    </a:ext>
                  </a:extLst>
                </p14:cNvPr>
                <p14:cNvContentPartPr/>
                <p14:nvPr/>
              </p14:nvContentPartPr>
              <p14:xfrm>
                <a:off x="10982598" y="2362930"/>
                <a:ext cx="98640" cy="118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1C90FC5-38F9-7ECA-0C2E-7A1E58A78FF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964958" y="2345290"/>
                  <a:ext cx="134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6BF2E1A-8E1F-65D9-1A84-FEAA9765CF38}"/>
                    </a:ext>
                  </a:extLst>
                </p14:cNvPr>
                <p14:cNvContentPartPr/>
                <p14:nvPr/>
              </p14:nvContentPartPr>
              <p14:xfrm>
                <a:off x="11227758" y="2230450"/>
                <a:ext cx="98280" cy="259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6BF2E1A-8E1F-65D9-1A84-FEAA9765CF3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09758" y="2212810"/>
                  <a:ext cx="13392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88F2EA2-F8B9-10B2-07C8-11BAEFB9EDF0}"/>
                  </a:ext>
                </a:extLst>
              </p14:cNvPr>
              <p14:cNvContentPartPr/>
              <p14:nvPr/>
            </p14:nvContentPartPr>
            <p14:xfrm>
              <a:off x="11498118" y="2297410"/>
              <a:ext cx="166680" cy="2325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88F2EA2-F8B9-10B2-07C8-11BAEFB9EDF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480118" y="2279770"/>
                <a:ext cx="20232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F122871-184B-C9B8-6D53-D1FDD0DB6A27}"/>
              </a:ext>
            </a:extLst>
          </p:cNvPr>
          <p:cNvGrpSpPr/>
          <p:nvPr/>
        </p:nvGrpSpPr>
        <p:grpSpPr>
          <a:xfrm>
            <a:off x="11493798" y="1927690"/>
            <a:ext cx="128880" cy="216000"/>
            <a:chOff x="11493798" y="1927690"/>
            <a:chExt cx="1288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039F76-F3C2-8F4D-6664-4F1509ECDB0E}"/>
                    </a:ext>
                  </a:extLst>
                </p14:cNvPr>
                <p14:cNvContentPartPr/>
                <p14:nvPr/>
              </p14:nvContentPartPr>
              <p14:xfrm>
                <a:off x="11561478" y="1928050"/>
                <a:ext cx="11880" cy="215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039F76-F3C2-8F4D-6664-4F1509ECDB0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43478" y="1910410"/>
                  <a:ext cx="47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112D660-110F-0F06-6088-03A8FDA317C2}"/>
                    </a:ext>
                  </a:extLst>
                </p14:cNvPr>
                <p14:cNvContentPartPr/>
                <p14:nvPr/>
              </p14:nvContentPartPr>
              <p14:xfrm>
                <a:off x="11493798" y="1927690"/>
                <a:ext cx="128880" cy="120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112D660-110F-0F06-6088-03A8FDA317C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76158" y="1909690"/>
                  <a:ext cx="1645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02CB1A4-D781-756B-CFEA-B708D3BA6F7F}"/>
              </a:ext>
            </a:extLst>
          </p:cNvPr>
          <p:cNvGrpSpPr/>
          <p:nvPr/>
        </p:nvGrpSpPr>
        <p:grpSpPr>
          <a:xfrm>
            <a:off x="11440878" y="2659210"/>
            <a:ext cx="174960" cy="457920"/>
            <a:chOff x="11440878" y="2659210"/>
            <a:chExt cx="17496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C7F183A-8230-58F8-8B6C-CD9382DFD058}"/>
                    </a:ext>
                  </a:extLst>
                </p14:cNvPr>
                <p14:cNvContentPartPr/>
                <p14:nvPr/>
              </p14:nvContentPartPr>
              <p14:xfrm>
                <a:off x="11520438" y="2659210"/>
                <a:ext cx="24120" cy="435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C7F183A-8230-58F8-8B6C-CD9382DFD05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502798" y="2641210"/>
                  <a:ext cx="5976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4AA5608-4A50-0AFD-7D4A-7107A45C873C}"/>
                    </a:ext>
                  </a:extLst>
                </p14:cNvPr>
                <p14:cNvContentPartPr/>
                <p14:nvPr/>
              </p14:nvContentPartPr>
              <p14:xfrm>
                <a:off x="11440878" y="2999410"/>
                <a:ext cx="174960" cy="117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4AA5608-4A50-0AFD-7D4A-7107A45C873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23238" y="2981410"/>
                  <a:ext cx="21060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3EEB431-12F1-9EED-0C63-CA85A4F344BB}"/>
              </a:ext>
            </a:extLst>
          </p:cNvPr>
          <p:cNvGrpSpPr/>
          <p:nvPr/>
        </p:nvGrpSpPr>
        <p:grpSpPr>
          <a:xfrm>
            <a:off x="7820358" y="3835690"/>
            <a:ext cx="1822680" cy="572400"/>
            <a:chOff x="7820358" y="3835690"/>
            <a:chExt cx="182268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AD3C755-E568-AA4C-2574-D7B31392A94F}"/>
                    </a:ext>
                  </a:extLst>
                </p14:cNvPr>
                <p14:cNvContentPartPr/>
                <p14:nvPr/>
              </p14:nvContentPartPr>
              <p14:xfrm>
                <a:off x="8097558" y="3835690"/>
                <a:ext cx="54000" cy="531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AD3C755-E568-AA4C-2574-D7B31392A94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79558" y="3817690"/>
                  <a:ext cx="896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38A5DFF-979C-1587-5317-A5D2F3C6E648}"/>
                    </a:ext>
                  </a:extLst>
                </p14:cNvPr>
                <p14:cNvContentPartPr/>
                <p14:nvPr/>
              </p14:nvContentPartPr>
              <p14:xfrm>
                <a:off x="7820358" y="4358050"/>
                <a:ext cx="509040" cy="50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38A5DFF-979C-1587-5317-A5D2F3C6E64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02718" y="4340410"/>
                  <a:ext cx="544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94B4863-0514-675A-3831-047197492AA7}"/>
                    </a:ext>
                  </a:extLst>
                </p14:cNvPr>
                <p14:cNvContentPartPr/>
                <p14:nvPr/>
              </p14:nvContentPartPr>
              <p14:xfrm>
                <a:off x="8110518" y="3973210"/>
                <a:ext cx="674280" cy="39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94B4863-0514-675A-3831-047197492AA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092878" y="3955570"/>
                  <a:ext cx="709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42F6E88-CCF0-6113-C4CB-A7649F94975C}"/>
                    </a:ext>
                  </a:extLst>
                </p14:cNvPr>
                <p14:cNvContentPartPr/>
                <p14:nvPr/>
              </p14:nvContentPartPr>
              <p14:xfrm>
                <a:off x="8764278" y="3911650"/>
                <a:ext cx="363240" cy="198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42F6E88-CCF0-6113-C4CB-A7649F94975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46638" y="3894010"/>
                  <a:ext cx="398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DBC9413-CCE0-CB47-54AA-CAD7FB4A9875}"/>
                    </a:ext>
                  </a:extLst>
                </p14:cNvPr>
                <p14:cNvContentPartPr/>
                <p14:nvPr/>
              </p14:nvContentPartPr>
              <p14:xfrm>
                <a:off x="9125358" y="4004890"/>
                <a:ext cx="517680" cy="56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DBC9413-CCE0-CB47-54AA-CAD7FB4A987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07358" y="3986890"/>
                  <a:ext cx="55332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E49E841-A867-9FE0-D32A-928FC0E34FAB}"/>
              </a:ext>
            </a:extLst>
          </p:cNvPr>
          <p:cNvGrpSpPr/>
          <p:nvPr/>
        </p:nvGrpSpPr>
        <p:grpSpPr>
          <a:xfrm>
            <a:off x="8019798" y="4553530"/>
            <a:ext cx="1880640" cy="873360"/>
            <a:chOff x="8019798" y="4553530"/>
            <a:chExt cx="188064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63C9393-996D-E69F-9F5F-08E9B45C2E53}"/>
                    </a:ext>
                  </a:extLst>
                </p14:cNvPr>
                <p14:cNvContentPartPr/>
                <p14:nvPr/>
              </p14:nvContentPartPr>
              <p14:xfrm>
                <a:off x="8019798" y="4553530"/>
                <a:ext cx="143280" cy="34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63C9393-996D-E69F-9F5F-08E9B45C2E5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01798" y="4535890"/>
                  <a:ext cx="178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61226BA-D509-6BF4-8EC7-D215D2538985}"/>
                    </a:ext>
                  </a:extLst>
                </p14:cNvPr>
                <p14:cNvContentPartPr/>
                <p14:nvPr/>
              </p14:nvContentPartPr>
              <p14:xfrm>
                <a:off x="8110878" y="4560730"/>
                <a:ext cx="25200" cy="603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61226BA-D509-6BF4-8EC7-D215D253898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93238" y="4542730"/>
                  <a:ext cx="608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271C1DD-A5E2-0A5C-3A9C-6A77A1246B11}"/>
                    </a:ext>
                  </a:extLst>
                </p14:cNvPr>
                <p14:cNvContentPartPr/>
                <p14:nvPr/>
              </p14:nvContentPartPr>
              <p14:xfrm>
                <a:off x="8146878" y="5196850"/>
                <a:ext cx="10440" cy="163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271C1DD-A5E2-0A5C-3A9C-6A77A1246B1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29238" y="5179210"/>
                  <a:ext cx="46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451A6BD-EB4E-6015-A746-93D36CC82B2D}"/>
                    </a:ext>
                  </a:extLst>
                </p14:cNvPr>
                <p14:cNvContentPartPr/>
                <p14:nvPr/>
              </p14:nvContentPartPr>
              <p14:xfrm>
                <a:off x="8122758" y="5317090"/>
                <a:ext cx="1777680" cy="109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451A6BD-EB4E-6015-A746-93D36CC82B2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05118" y="5299450"/>
                  <a:ext cx="1813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7BB09E9-DA09-4055-9DC9-DA3C44D3D2C1}"/>
                    </a:ext>
                  </a:extLst>
                </p14:cNvPr>
                <p14:cNvContentPartPr/>
                <p14:nvPr/>
              </p14:nvContentPartPr>
              <p14:xfrm>
                <a:off x="8391318" y="4643170"/>
                <a:ext cx="177120" cy="189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7BB09E9-DA09-4055-9DC9-DA3C44D3D2C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373678" y="4625530"/>
                  <a:ext cx="212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2FA11ED-DE01-09A9-3F84-A361550259F7}"/>
                    </a:ext>
                  </a:extLst>
                </p14:cNvPr>
                <p14:cNvContentPartPr/>
                <p14:nvPr/>
              </p14:nvContentPartPr>
              <p14:xfrm>
                <a:off x="8655558" y="4737490"/>
                <a:ext cx="97920" cy="157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2FA11ED-DE01-09A9-3F84-A361550259F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37918" y="4719490"/>
                  <a:ext cx="133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BBDBE47-34C2-6C87-3115-1514337904A4}"/>
                    </a:ext>
                  </a:extLst>
                </p14:cNvPr>
                <p14:cNvContentPartPr/>
                <p14:nvPr/>
              </p14:nvContentPartPr>
              <p14:xfrm>
                <a:off x="8660598" y="4715890"/>
                <a:ext cx="306720" cy="122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BBDBE47-34C2-6C87-3115-1514337904A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42958" y="4697890"/>
                  <a:ext cx="34236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37278BC-9977-A009-9D2F-0A81703C36CF}"/>
              </a:ext>
            </a:extLst>
          </p:cNvPr>
          <p:cNvGrpSpPr/>
          <p:nvPr/>
        </p:nvGrpSpPr>
        <p:grpSpPr>
          <a:xfrm>
            <a:off x="8742318" y="3462010"/>
            <a:ext cx="501120" cy="298440"/>
            <a:chOff x="8742318" y="3462010"/>
            <a:chExt cx="50112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0C531A2-9CAE-0ECD-ACD1-D9FFF0A94BE3}"/>
                    </a:ext>
                  </a:extLst>
                </p14:cNvPr>
                <p14:cNvContentPartPr/>
                <p14:nvPr/>
              </p14:nvContentPartPr>
              <p14:xfrm>
                <a:off x="8789118" y="3544810"/>
                <a:ext cx="72360" cy="215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0C531A2-9CAE-0ECD-ACD1-D9FFF0A94BE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771478" y="3527170"/>
                  <a:ext cx="108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1CDFFDF-3C43-6769-9363-2E91A856A230}"/>
                    </a:ext>
                  </a:extLst>
                </p14:cNvPr>
                <p14:cNvContentPartPr/>
                <p14:nvPr/>
              </p14:nvContentPartPr>
              <p14:xfrm>
                <a:off x="8742318" y="3462010"/>
                <a:ext cx="135720" cy="201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1CDFFDF-3C43-6769-9363-2E91A856A23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24318" y="3444010"/>
                  <a:ext cx="171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7693425-CF34-54E1-BDD5-80F5D6DB58AE}"/>
                    </a:ext>
                  </a:extLst>
                </p14:cNvPr>
                <p14:cNvContentPartPr/>
                <p14:nvPr/>
              </p14:nvContentPartPr>
              <p14:xfrm>
                <a:off x="8986398" y="3537250"/>
                <a:ext cx="78840" cy="211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7693425-CF34-54E1-BDD5-80F5D6DB58A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968398" y="3519250"/>
                  <a:ext cx="114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D065BD2-9EB4-CC15-915D-86A8E5A54D93}"/>
                    </a:ext>
                  </a:extLst>
                </p14:cNvPr>
                <p14:cNvContentPartPr/>
                <p14:nvPr/>
              </p14:nvContentPartPr>
              <p14:xfrm>
                <a:off x="8980998" y="3552010"/>
                <a:ext cx="262440" cy="140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D065BD2-9EB4-CC15-915D-86A8E5A54D9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62998" y="3534010"/>
                  <a:ext cx="2980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AAF71FF-0E05-51CD-B4BC-8FA9BF650F20}"/>
              </a:ext>
            </a:extLst>
          </p:cNvPr>
          <p:cNvGrpSpPr/>
          <p:nvPr/>
        </p:nvGrpSpPr>
        <p:grpSpPr>
          <a:xfrm>
            <a:off x="9562758" y="3945130"/>
            <a:ext cx="1164960" cy="155520"/>
            <a:chOff x="9562758" y="3945130"/>
            <a:chExt cx="116496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325AACB-C26B-828C-9131-46BE09E0BE5B}"/>
                    </a:ext>
                  </a:extLst>
                </p14:cNvPr>
                <p14:cNvContentPartPr/>
                <p14:nvPr/>
              </p14:nvContentPartPr>
              <p14:xfrm>
                <a:off x="9562758" y="3945130"/>
                <a:ext cx="83520" cy="155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325AACB-C26B-828C-9131-46BE09E0BE5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44758" y="3927130"/>
                  <a:ext cx="119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25E2753-005B-E7FA-B867-382E0CE37331}"/>
                    </a:ext>
                  </a:extLst>
                </p14:cNvPr>
                <p14:cNvContentPartPr/>
                <p14:nvPr/>
              </p14:nvContentPartPr>
              <p14:xfrm>
                <a:off x="9634758" y="3995170"/>
                <a:ext cx="1092960" cy="55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25E2753-005B-E7FA-B867-382E0CE3733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617118" y="3977530"/>
                  <a:ext cx="11286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EA9206B-1E68-F2EA-56C4-40B4492C81F7}"/>
              </a:ext>
            </a:extLst>
          </p:cNvPr>
          <p:cNvGrpSpPr/>
          <p:nvPr/>
        </p:nvGrpSpPr>
        <p:grpSpPr>
          <a:xfrm>
            <a:off x="9638718" y="5260930"/>
            <a:ext cx="1159920" cy="189720"/>
            <a:chOff x="9638718" y="5260930"/>
            <a:chExt cx="1159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308862C-BAC6-58BA-F611-BA4FDA23A94F}"/>
                    </a:ext>
                  </a:extLst>
                </p14:cNvPr>
                <p14:cNvContentPartPr/>
                <p14:nvPr/>
              </p14:nvContentPartPr>
              <p14:xfrm>
                <a:off x="9638718" y="5326810"/>
                <a:ext cx="111960" cy="123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308862C-BAC6-58BA-F611-BA4FDA23A94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621078" y="5308810"/>
                  <a:ext cx="147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8ACAA75-35F0-EBA8-F08B-EE0844DA4813}"/>
                    </a:ext>
                  </a:extLst>
                </p14:cNvPr>
                <p14:cNvContentPartPr/>
                <p14:nvPr/>
              </p14:nvContentPartPr>
              <p14:xfrm>
                <a:off x="9702438" y="5295130"/>
                <a:ext cx="1038600" cy="101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8ACAA75-35F0-EBA8-F08B-EE0844DA481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684798" y="5277130"/>
                  <a:ext cx="1074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EADB203-0948-B9B7-28E5-41BE6EED9CD5}"/>
                    </a:ext>
                  </a:extLst>
                </p14:cNvPr>
                <p14:cNvContentPartPr/>
                <p14:nvPr/>
              </p14:nvContentPartPr>
              <p14:xfrm>
                <a:off x="10739958" y="5260930"/>
                <a:ext cx="58680" cy="71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EADB203-0948-B9B7-28E5-41BE6EED9CD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21958" y="5243290"/>
                  <a:ext cx="943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BC0610C-1291-AF57-575D-5BA4979FD706}"/>
              </a:ext>
            </a:extLst>
          </p:cNvPr>
          <p:cNvGrpSpPr/>
          <p:nvPr/>
        </p:nvGrpSpPr>
        <p:grpSpPr>
          <a:xfrm>
            <a:off x="10625118" y="4442290"/>
            <a:ext cx="860760" cy="296280"/>
            <a:chOff x="10625118" y="4442290"/>
            <a:chExt cx="8607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309542B-82FA-AF4D-7E55-6E18CC8F92FE}"/>
                    </a:ext>
                  </a:extLst>
                </p14:cNvPr>
                <p14:cNvContentPartPr/>
                <p14:nvPr/>
              </p14:nvContentPartPr>
              <p14:xfrm>
                <a:off x="10625118" y="4482970"/>
                <a:ext cx="173160" cy="255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309542B-82FA-AF4D-7E55-6E18CC8F92F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607118" y="4464970"/>
                  <a:ext cx="2088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A86FFA9-2822-71AC-210E-816BECD83C6F}"/>
                    </a:ext>
                  </a:extLst>
                </p14:cNvPr>
                <p14:cNvContentPartPr/>
                <p14:nvPr/>
              </p14:nvContentPartPr>
              <p14:xfrm>
                <a:off x="10877118" y="4575130"/>
                <a:ext cx="155160" cy="11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A86FFA9-2822-71AC-210E-816BECD83C6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59478" y="4557490"/>
                  <a:ext cx="190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6B48118-6E10-4F11-FA6D-B9111434589B}"/>
                    </a:ext>
                  </a:extLst>
                </p14:cNvPr>
                <p14:cNvContentPartPr/>
                <p14:nvPr/>
              </p14:nvContentPartPr>
              <p14:xfrm>
                <a:off x="11100678" y="4516810"/>
                <a:ext cx="172440" cy="161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6B48118-6E10-4F11-FA6D-B9111434589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82678" y="4498810"/>
                  <a:ext cx="208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E356A08-6407-1816-5D1A-8F4645143AAB}"/>
                    </a:ext>
                  </a:extLst>
                </p14:cNvPr>
                <p14:cNvContentPartPr/>
                <p14:nvPr/>
              </p14:nvContentPartPr>
              <p14:xfrm>
                <a:off x="11329998" y="4442290"/>
                <a:ext cx="155880" cy="242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E356A08-6407-1816-5D1A-8F4645143AA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11998" y="4424290"/>
                  <a:ext cx="19152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0C810A4-2F08-A9C1-C0F4-AB1AFDC38750}"/>
                  </a:ext>
                </a:extLst>
              </p14:cNvPr>
              <p14:cNvContentPartPr/>
              <p14:nvPr/>
            </p14:nvContentPartPr>
            <p14:xfrm>
              <a:off x="10681638" y="4008490"/>
              <a:ext cx="68760" cy="101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0C810A4-2F08-A9C1-C0F4-AB1AFDC38750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663638" y="3990490"/>
                <a:ext cx="104400" cy="13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69A8EF9-19C9-B480-F71B-31C998BDD492}"/>
              </a:ext>
            </a:extLst>
          </p:cNvPr>
          <p:cNvGrpSpPr/>
          <p:nvPr/>
        </p:nvGrpSpPr>
        <p:grpSpPr>
          <a:xfrm>
            <a:off x="8458638" y="1595410"/>
            <a:ext cx="320760" cy="293040"/>
            <a:chOff x="8458638" y="1595410"/>
            <a:chExt cx="3207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F685DD6-A749-5313-DCD9-613FD033DC54}"/>
                    </a:ext>
                  </a:extLst>
                </p14:cNvPr>
                <p14:cNvContentPartPr/>
                <p14:nvPr/>
              </p14:nvContentPartPr>
              <p14:xfrm>
                <a:off x="8525958" y="1595410"/>
                <a:ext cx="43920" cy="27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F685DD6-A749-5313-DCD9-613FD033DC5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08318" y="1577770"/>
                  <a:ext cx="79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6B3CAC1-22D0-09D0-5330-CB06A5923C50}"/>
                    </a:ext>
                  </a:extLst>
                </p14:cNvPr>
                <p14:cNvContentPartPr/>
                <p14:nvPr/>
              </p14:nvContentPartPr>
              <p14:xfrm>
                <a:off x="8458638" y="1614850"/>
                <a:ext cx="196560" cy="15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6B3CAC1-22D0-09D0-5330-CB06A5923C5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440998" y="1596850"/>
                  <a:ext cx="232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A35A88E-2AD2-DFE3-1AE8-A978803383C8}"/>
                    </a:ext>
                  </a:extLst>
                </p14:cNvPr>
                <p14:cNvContentPartPr/>
                <p14:nvPr/>
              </p14:nvContentPartPr>
              <p14:xfrm>
                <a:off x="8741238" y="1691890"/>
                <a:ext cx="38160" cy="196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A35A88E-2AD2-DFE3-1AE8-A978803383C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723238" y="1674250"/>
                  <a:ext cx="7380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EAE2261-5FF9-BD5A-BEA8-95FF0FC475CC}"/>
              </a:ext>
            </a:extLst>
          </p:cNvPr>
          <p:cNvGrpSpPr/>
          <p:nvPr/>
        </p:nvGrpSpPr>
        <p:grpSpPr>
          <a:xfrm>
            <a:off x="8553678" y="2349250"/>
            <a:ext cx="310320" cy="289080"/>
            <a:chOff x="8553678" y="2349250"/>
            <a:chExt cx="3103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D5C6FFF-F43B-C4C8-1E39-CA3CB0673CEE}"/>
                    </a:ext>
                  </a:extLst>
                </p14:cNvPr>
                <p14:cNvContentPartPr/>
                <p14:nvPr/>
              </p14:nvContentPartPr>
              <p14:xfrm>
                <a:off x="8553678" y="2349250"/>
                <a:ext cx="150120" cy="289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D5C6FFF-F43B-C4C8-1E39-CA3CB0673CE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36038" y="2331250"/>
                  <a:ext cx="1857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274BFB9-6FA7-5388-B1F4-1622D9294B0B}"/>
                    </a:ext>
                  </a:extLst>
                </p14:cNvPr>
                <p14:cNvContentPartPr/>
                <p14:nvPr/>
              </p14:nvContentPartPr>
              <p14:xfrm>
                <a:off x="8740518" y="2497930"/>
                <a:ext cx="123480" cy="113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274BFB9-6FA7-5388-B1F4-1622D9294B0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22518" y="2480290"/>
                  <a:ext cx="1591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69A24DE-CED6-C061-9062-D0DF7952BC77}"/>
              </a:ext>
            </a:extLst>
          </p:cNvPr>
          <p:cNvGrpSpPr/>
          <p:nvPr/>
        </p:nvGrpSpPr>
        <p:grpSpPr>
          <a:xfrm>
            <a:off x="6878238" y="5877970"/>
            <a:ext cx="2354400" cy="645480"/>
            <a:chOff x="6878238" y="5877970"/>
            <a:chExt cx="2354400" cy="64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4C04881-BD16-AE87-C363-AE6913F6D5EB}"/>
                    </a:ext>
                  </a:extLst>
                </p14:cNvPr>
                <p14:cNvContentPartPr/>
                <p14:nvPr/>
              </p14:nvContentPartPr>
              <p14:xfrm>
                <a:off x="7462878" y="6079210"/>
                <a:ext cx="22320" cy="326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4C04881-BD16-AE87-C363-AE6913F6D5E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445238" y="6061570"/>
                  <a:ext cx="579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00BEFD-A16E-55D4-8E17-74CC77C1E831}"/>
                    </a:ext>
                  </a:extLst>
                </p14:cNvPr>
                <p14:cNvContentPartPr/>
                <p14:nvPr/>
              </p14:nvContentPartPr>
              <p14:xfrm>
                <a:off x="7466118" y="6076330"/>
                <a:ext cx="171000" cy="240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00BEFD-A16E-55D4-8E17-74CC77C1E83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48478" y="6058330"/>
                  <a:ext cx="206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430BFD9-6280-F055-73BD-29E4C17282E2}"/>
                    </a:ext>
                  </a:extLst>
                </p14:cNvPr>
                <p14:cNvContentPartPr/>
                <p14:nvPr/>
              </p14:nvContentPartPr>
              <p14:xfrm>
                <a:off x="7720278" y="6311770"/>
                <a:ext cx="116280" cy="211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430BFD9-6280-F055-73BD-29E4C17282E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02278" y="6293770"/>
                  <a:ext cx="151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2156127-415B-8328-2801-82FB3D4B7985}"/>
                    </a:ext>
                  </a:extLst>
                </p14:cNvPr>
                <p14:cNvContentPartPr/>
                <p14:nvPr/>
              </p14:nvContentPartPr>
              <p14:xfrm>
                <a:off x="6878238" y="5877970"/>
                <a:ext cx="230040" cy="36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2156127-415B-8328-2801-82FB3D4B798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860598" y="5860330"/>
                  <a:ext cx="2656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7BC4422-E874-2DF2-5DC4-5C688AC8E158}"/>
                    </a:ext>
                  </a:extLst>
                </p14:cNvPr>
                <p14:cNvContentPartPr/>
                <p14:nvPr/>
              </p14:nvContentPartPr>
              <p14:xfrm>
                <a:off x="7860678" y="6145090"/>
                <a:ext cx="6444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7BC4422-E874-2DF2-5DC4-5C688AC8E15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843038" y="6127090"/>
                  <a:ext cx="100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B402AEE-1EF6-54AE-AB47-9B16E90EA4C7}"/>
                    </a:ext>
                  </a:extLst>
                </p14:cNvPr>
                <p14:cNvContentPartPr/>
                <p14:nvPr/>
              </p14:nvContentPartPr>
              <p14:xfrm>
                <a:off x="7963278" y="6217810"/>
                <a:ext cx="59400" cy="2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B402AEE-1EF6-54AE-AB47-9B16E90EA4C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45278" y="6199810"/>
                  <a:ext cx="95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BF3820-84D3-B2D7-4703-3369BDF28B18}"/>
                    </a:ext>
                  </a:extLst>
                </p14:cNvPr>
                <p14:cNvContentPartPr/>
                <p14:nvPr/>
              </p14:nvContentPartPr>
              <p14:xfrm>
                <a:off x="8379798" y="6055810"/>
                <a:ext cx="852840" cy="110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BF3820-84D3-B2D7-4703-3369BDF28B1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361798" y="6037810"/>
                  <a:ext cx="8884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3335343-C14E-7B56-1994-7EB4BF9F151B}"/>
              </a:ext>
            </a:extLst>
          </p:cNvPr>
          <p:cNvGrpSpPr/>
          <p:nvPr/>
        </p:nvGrpSpPr>
        <p:grpSpPr>
          <a:xfrm>
            <a:off x="8647278" y="6341290"/>
            <a:ext cx="147600" cy="260640"/>
            <a:chOff x="8647278" y="6341290"/>
            <a:chExt cx="1476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C87CF19-FBB8-7CB8-2036-C9A65C880683}"/>
                    </a:ext>
                  </a:extLst>
                </p14:cNvPr>
                <p14:cNvContentPartPr/>
                <p14:nvPr/>
              </p14:nvContentPartPr>
              <p14:xfrm>
                <a:off x="8654838" y="6341290"/>
                <a:ext cx="140040" cy="15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C87CF19-FBB8-7CB8-2036-C9A65C88068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637198" y="6323650"/>
                  <a:ext cx="175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13ED32A-AB52-DBCB-C686-557729A08FEC}"/>
                    </a:ext>
                  </a:extLst>
                </p14:cNvPr>
                <p14:cNvContentPartPr/>
                <p14:nvPr/>
              </p14:nvContentPartPr>
              <p14:xfrm>
                <a:off x="8647278" y="6369010"/>
                <a:ext cx="96840" cy="232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13ED32A-AB52-DBCB-C686-557729A08FE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29638" y="6351370"/>
                  <a:ext cx="13248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3B290C9-FC6F-1A90-DD6A-D1FB41480AD8}"/>
              </a:ext>
            </a:extLst>
          </p:cNvPr>
          <p:cNvGrpSpPr/>
          <p:nvPr/>
        </p:nvGrpSpPr>
        <p:grpSpPr>
          <a:xfrm>
            <a:off x="8620638" y="5685730"/>
            <a:ext cx="1909080" cy="470880"/>
            <a:chOff x="8620638" y="5685730"/>
            <a:chExt cx="19090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1842788-202D-5B40-9466-42A8E8BD2577}"/>
                    </a:ext>
                  </a:extLst>
                </p14:cNvPr>
                <p14:cNvContentPartPr/>
                <p14:nvPr/>
              </p14:nvContentPartPr>
              <p14:xfrm>
                <a:off x="8620638" y="5761690"/>
                <a:ext cx="187560" cy="169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1842788-202D-5B40-9466-42A8E8BD257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602638" y="5744050"/>
                  <a:ext cx="223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4F3D84-8AE3-11FC-BDD3-CAA9D970075F}"/>
                    </a:ext>
                  </a:extLst>
                </p14:cNvPr>
                <p14:cNvContentPartPr/>
                <p14:nvPr/>
              </p14:nvContentPartPr>
              <p14:xfrm>
                <a:off x="8760318" y="5824690"/>
                <a:ext cx="25920" cy="226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4F3D84-8AE3-11FC-BDD3-CAA9D970075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742678" y="5807050"/>
                  <a:ext cx="61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D96E827-3AB9-6984-DCE2-6E95B910C789}"/>
                    </a:ext>
                  </a:extLst>
                </p14:cNvPr>
                <p14:cNvContentPartPr/>
                <p14:nvPr/>
              </p14:nvContentPartPr>
              <p14:xfrm>
                <a:off x="8985318" y="5871850"/>
                <a:ext cx="10440" cy="1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D96E827-3AB9-6984-DCE2-6E95B910C78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967318" y="5853850"/>
                  <a:ext cx="46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F46844-014F-9D9B-AD3A-4F13ABBA0688}"/>
                    </a:ext>
                  </a:extLst>
                </p14:cNvPr>
                <p14:cNvContentPartPr/>
                <p14:nvPr/>
              </p14:nvContentPartPr>
              <p14:xfrm>
                <a:off x="9116358" y="5749810"/>
                <a:ext cx="68040" cy="225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F46844-014F-9D9B-AD3A-4F13ABBA068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098358" y="5731810"/>
                  <a:ext cx="103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62F9ACF-1948-E180-4088-AF7B5DF0827B}"/>
                    </a:ext>
                  </a:extLst>
                </p14:cNvPr>
                <p14:cNvContentPartPr/>
                <p14:nvPr/>
              </p14:nvContentPartPr>
              <p14:xfrm>
                <a:off x="9228318" y="5685730"/>
                <a:ext cx="118800" cy="218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62F9ACF-1948-E180-4088-AF7B5DF0827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210318" y="5668090"/>
                  <a:ext cx="154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0783819-01A6-BC23-4705-CF89FF6AFD6A}"/>
                    </a:ext>
                  </a:extLst>
                </p14:cNvPr>
                <p14:cNvContentPartPr/>
                <p14:nvPr/>
              </p14:nvContentPartPr>
              <p14:xfrm>
                <a:off x="9488238" y="5961130"/>
                <a:ext cx="98280" cy="180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0783819-01A6-BC23-4705-CF89FF6AFD6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470238" y="5943130"/>
                  <a:ext cx="1339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0526513-E6D3-2DA6-B461-BD05F8CDB34E}"/>
                    </a:ext>
                  </a:extLst>
                </p14:cNvPr>
                <p14:cNvContentPartPr/>
                <p14:nvPr/>
              </p14:nvContentPartPr>
              <p14:xfrm>
                <a:off x="9734838" y="6045370"/>
                <a:ext cx="30960" cy="19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0526513-E6D3-2DA6-B461-BD05F8CDB34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716838" y="6027370"/>
                  <a:ext cx="66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040162D-7749-1292-B642-4F49A320536A}"/>
                    </a:ext>
                  </a:extLst>
                </p14:cNvPr>
                <p14:cNvContentPartPr/>
                <p14:nvPr/>
              </p14:nvContentPartPr>
              <p14:xfrm>
                <a:off x="9809358" y="6073450"/>
                <a:ext cx="43920" cy="19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040162D-7749-1292-B642-4F49A320536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791718" y="6055810"/>
                  <a:ext cx="79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150273E-A309-9BEF-13EE-018D39D4DE97}"/>
                    </a:ext>
                  </a:extLst>
                </p14:cNvPr>
                <p14:cNvContentPartPr/>
                <p14:nvPr/>
              </p14:nvContentPartPr>
              <p14:xfrm>
                <a:off x="10040838" y="5866090"/>
                <a:ext cx="189720" cy="290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150273E-A309-9BEF-13EE-018D39D4DE9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023198" y="5848450"/>
                  <a:ext cx="2253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5CE3251-266F-9AA2-2594-6822420128B9}"/>
                    </a:ext>
                  </a:extLst>
                </p14:cNvPr>
                <p14:cNvContentPartPr/>
                <p14:nvPr/>
              </p14:nvContentPartPr>
              <p14:xfrm>
                <a:off x="10356558" y="5854930"/>
                <a:ext cx="173160" cy="228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5CE3251-266F-9AA2-2594-6822420128B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338558" y="5836930"/>
                  <a:ext cx="2088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E7802A8-5623-AC78-85DF-44B6538653AF}"/>
              </a:ext>
            </a:extLst>
          </p:cNvPr>
          <p:cNvGrpSpPr/>
          <p:nvPr/>
        </p:nvGrpSpPr>
        <p:grpSpPr>
          <a:xfrm>
            <a:off x="7378998" y="4479370"/>
            <a:ext cx="411120" cy="322560"/>
            <a:chOff x="7378998" y="4479370"/>
            <a:chExt cx="4111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8560520-97D2-1CCA-3BDC-290B276AFB76}"/>
                    </a:ext>
                  </a:extLst>
                </p14:cNvPr>
                <p14:cNvContentPartPr/>
                <p14:nvPr/>
              </p14:nvContentPartPr>
              <p14:xfrm>
                <a:off x="7378998" y="4524730"/>
                <a:ext cx="213480" cy="277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8560520-97D2-1CCA-3BDC-290B276AFB7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360998" y="4506730"/>
                  <a:ext cx="249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B6D3C6F-07D0-6FA7-20C8-E42DD88E29C1}"/>
                    </a:ext>
                  </a:extLst>
                </p14:cNvPr>
                <p14:cNvContentPartPr/>
                <p14:nvPr/>
              </p14:nvContentPartPr>
              <p14:xfrm>
                <a:off x="7670238" y="4479370"/>
                <a:ext cx="119880" cy="203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B6D3C6F-07D0-6FA7-20C8-E42DD88E29C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652238" y="4461730"/>
                  <a:ext cx="155520" cy="239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5170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B9CB5-7013-FE62-2F51-EAF26E8D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D583-49EA-69F1-C567-D40CEE7A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DF40-170C-1372-72B5-3177C279F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384B6BE-8F97-0059-FA96-0D905CFDC2F7}"/>
              </a:ext>
            </a:extLst>
          </p:cNvPr>
          <p:cNvGrpSpPr/>
          <p:nvPr/>
        </p:nvGrpSpPr>
        <p:grpSpPr>
          <a:xfrm>
            <a:off x="7283958" y="972610"/>
            <a:ext cx="2534760" cy="2183400"/>
            <a:chOff x="7283958" y="972610"/>
            <a:chExt cx="2534760" cy="21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1D8069C-BF3B-2C5D-CC06-F5F6B9587027}"/>
                    </a:ext>
                  </a:extLst>
                </p14:cNvPr>
                <p14:cNvContentPartPr/>
                <p14:nvPr/>
              </p14:nvContentPartPr>
              <p14:xfrm>
                <a:off x="7828278" y="972610"/>
                <a:ext cx="92520" cy="10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1D8069C-BF3B-2C5D-CC06-F5F6B95870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10278" y="954610"/>
                  <a:ext cx="12816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1EDF586-EED3-1B56-D0DA-53CA6CA55EE9}"/>
                    </a:ext>
                  </a:extLst>
                </p14:cNvPr>
                <p14:cNvContentPartPr/>
                <p14:nvPr/>
              </p14:nvContentPartPr>
              <p14:xfrm>
                <a:off x="7513638" y="1991410"/>
                <a:ext cx="648000" cy="68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1EDF586-EED3-1B56-D0DA-53CA6CA55E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95638" y="1973504"/>
                  <a:ext cx="683640" cy="1042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0D253E4-B0B5-F0DA-7E10-FF7CDC5B4E8B}"/>
                    </a:ext>
                  </a:extLst>
                </p14:cNvPr>
                <p14:cNvContentPartPr/>
                <p14:nvPr/>
              </p14:nvContentPartPr>
              <p14:xfrm>
                <a:off x="7777158" y="2194450"/>
                <a:ext cx="201960" cy="23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0D253E4-B0B5-F0DA-7E10-FF7CDC5B4E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59158" y="2176450"/>
                  <a:ext cx="237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007D908-99E7-7FD8-84E6-006AD8C5C01B}"/>
                    </a:ext>
                  </a:extLst>
                </p14:cNvPr>
                <p14:cNvContentPartPr/>
                <p14:nvPr/>
              </p14:nvContentPartPr>
              <p14:xfrm>
                <a:off x="7903518" y="2187610"/>
                <a:ext cx="21240" cy="541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007D908-99E7-7FD8-84E6-006AD8C5C0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85208" y="2169610"/>
                  <a:ext cx="57494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88D981-71A2-2BE0-604E-46882C1BE917}"/>
                    </a:ext>
                  </a:extLst>
                </p14:cNvPr>
                <p14:cNvContentPartPr/>
                <p14:nvPr/>
              </p14:nvContentPartPr>
              <p14:xfrm>
                <a:off x="7904238" y="1000330"/>
                <a:ext cx="1161720" cy="37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88D981-71A2-2BE0-604E-46882C1BE9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86232" y="982155"/>
                  <a:ext cx="1197371" cy="734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8FF990-1776-ECF0-A154-A7DFF2D17597}"/>
                    </a:ext>
                  </a:extLst>
                </p14:cNvPr>
                <p14:cNvContentPartPr/>
                <p14:nvPr/>
              </p14:nvContentPartPr>
              <p14:xfrm>
                <a:off x="9041478" y="999250"/>
                <a:ext cx="32400" cy="506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8FF990-1776-ECF0-A154-A7DFF2D175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23478" y="981250"/>
                  <a:ext cx="680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6667AA-D17E-CE6D-A07D-C0755D8F2A47}"/>
                    </a:ext>
                  </a:extLst>
                </p14:cNvPr>
                <p14:cNvContentPartPr/>
                <p14:nvPr/>
              </p14:nvContentPartPr>
              <p14:xfrm>
                <a:off x="8933838" y="1496410"/>
                <a:ext cx="145080" cy="272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6667AA-D17E-CE6D-A07D-C0755D8F2A4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15838" y="1478386"/>
                  <a:ext cx="180720" cy="3082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8253FCA-77CA-94EC-EB6C-2DD52A0DA923}"/>
                    </a:ext>
                  </a:extLst>
                </p14:cNvPr>
                <p14:cNvContentPartPr/>
                <p14:nvPr/>
              </p14:nvContentPartPr>
              <p14:xfrm>
                <a:off x="9042198" y="1751290"/>
                <a:ext cx="44280" cy="489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8253FCA-77CA-94EC-EB6C-2DD52A0DA9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24198" y="1733290"/>
                  <a:ext cx="799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55A9CE8-49F8-785F-F725-71F80EAE79B2}"/>
                    </a:ext>
                  </a:extLst>
                </p14:cNvPr>
                <p14:cNvContentPartPr/>
                <p14:nvPr/>
              </p14:nvContentPartPr>
              <p14:xfrm>
                <a:off x="9046878" y="2336650"/>
                <a:ext cx="99720" cy="293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55A9CE8-49F8-785F-F725-71F80EAE79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28878" y="2318650"/>
                  <a:ext cx="135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A2940D1-A5DC-758F-961D-C28DD68A0E67}"/>
                    </a:ext>
                  </a:extLst>
                </p14:cNvPr>
                <p14:cNvContentPartPr/>
                <p14:nvPr/>
              </p14:nvContentPartPr>
              <p14:xfrm>
                <a:off x="7883358" y="2608090"/>
                <a:ext cx="1294200" cy="446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A2940D1-A5DC-758F-961D-C28DD68A0E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65358" y="2590090"/>
                  <a:ext cx="13298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9110450-D48D-52BF-3989-ADD8D638E67C}"/>
                    </a:ext>
                  </a:extLst>
                </p14:cNvPr>
                <p14:cNvContentPartPr/>
                <p14:nvPr/>
              </p14:nvContentPartPr>
              <p14:xfrm>
                <a:off x="7868958" y="2732650"/>
                <a:ext cx="50760" cy="423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9110450-D48D-52BF-3989-ADD8D638E6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51085" y="2714650"/>
                  <a:ext cx="86149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F5CD21-A5B0-6566-2CF0-6BF078BE917E}"/>
                    </a:ext>
                  </a:extLst>
                </p14:cNvPr>
                <p14:cNvContentPartPr/>
                <p14:nvPr/>
              </p14:nvContentPartPr>
              <p14:xfrm>
                <a:off x="7283958" y="1623490"/>
                <a:ext cx="114840" cy="300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F5CD21-A5B0-6566-2CF0-6BF078BE91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66014" y="1605490"/>
                  <a:ext cx="150369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4AE9ADF-E851-F09E-CCB1-413BE944EDD9}"/>
                    </a:ext>
                  </a:extLst>
                </p14:cNvPr>
                <p14:cNvContentPartPr/>
                <p14:nvPr/>
              </p14:nvContentPartPr>
              <p14:xfrm>
                <a:off x="7406718" y="1585690"/>
                <a:ext cx="120600" cy="195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4AE9ADF-E851-F09E-CCB1-413BE944ED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88718" y="1567657"/>
                  <a:ext cx="156240" cy="2315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9556E30-1750-F270-489D-791EB194C73B}"/>
                    </a:ext>
                  </a:extLst>
                </p14:cNvPr>
                <p14:cNvContentPartPr/>
                <p14:nvPr/>
              </p14:nvContentPartPr>
              <p14:xfrm>
                <a:off x="7499958" y="1411450"/>
                <a:ext cx="170640" cy="204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9556E30-1750-F270-489D-791EB194C7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81996" y="1393450"/>
                  <a:ext cx="206205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127D5D-5FE7-6701-0C50-214FB2DA4AF9}"/>
                    </a:ext>
                  </a:extLst>
                </p14:cNvPr>
                <p14:cNvContentPartPr/>
                <p14:nvPr/>
              </p14:nvContentPartPr>
              <p14:xfrm>
                <a:off x="9260718" y="1460770"/>
                <a:ext cx="60480" cy="216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127D5D-5FE7-6701-0C50-214FB2DA4A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42825" y="1442770"/>
                  <a:ext cx="95909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7149B1-6274-7016-8CED-619D36978521}"/>
                    </a:ext>
                  </a:extLst>
                </p14:cNvPr>
                <p14:cNvContentPartPr/>
                <p14:nvPr/>
              </p14:nvContentPartPr>
              <p14:xfrm>
                <a:off x="9447558" y="1420450"/>
                <a:ext cx="114120" cy="224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7149B1-6274-7016-8CED-619D369785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29558" y="1402450"/>
                  <a:ext cx="149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AC1A550-FA65-77CC-0791-C16EDF6C101C}"/>
                    </a:ext>
                  </a:extLst>
                </p14:cNvPr>
                <p14:cNvContentPartPr/>
                <p14:nvPr/>
              </p14:nvContentPartPr>
              <p14:xfrm>
                <a:off x="9505878" y="1433050"/>
                <a:ext cx="156240" cy="105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AC1A550-FA65-77CC-0791-C16EDF6C10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87878" y="1415050"/>
                  <a:ext cx="191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8679EC9-D7F3-B3B2-DACF-EFEFC278B1CD}"/>
                    </a:ext>
                  </a:extLst>
                </p14:cNvPr>
                <p14:cNvContentPartPr/>
                <p14:nvPr/>
              </p14:nvContentPartPr>
              <p14:xfrm>
                <a:off x="9329118" y="2312170"/>
                <a:ext cx="176400" cy="212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8679EC9-D7F3-B3B2-DACF-EFEFC278B1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11118" y="2294170"/>
                  <a:ext cx="212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B64EB10-2866-2D07-378A-BCAEEB11C6B5}"/>
                    </a:ext>
                  </a:extLst>
                </p14:cNvPr>
                <p14:cNvContentPartPr/>
                <p14:nvPr/>
              </p14:nvContentPartPr>
              <p14:xfrm>
                <a:off x="9477438" y="2370490"/>
                <a:ext cx="43920" cy="226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B64EB10-2866-2D07-378A-BCAEEB11C6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59289" y="2352490"/>
                  <a:ext cx="79855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DEACE74-E20D-49CC-7D55-C0E6DC2C41AA}"/>
                    </a:ext>
                  </a:extLst>
                </p14:cNvPr>
                <p14:cNvContentPartPr/>
                <p14:nvPr/>
              </p14:nvContentPartPr>
              <p14:xfrm>
                <a:off x="9645918" y="2358610"/>
                <a:ext cx="37440" cy="178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DEACE74-E20D-49CC-7D55-C0E6DC2C41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27918" y="2340574"/>
                  <a:ext cx="73080" cy="214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DC18A7E-6621-BAD3-0FC9-D48B31B043B5}"/>
                    </a:ext>
                  </a:extLst>
                </p14:cNvPr>
                <p14:cNvContentPartPr/>
                <p14:nvPr/>
              </p14:nvContentPartPr>
              <p14:xfrm>
                <a:off x="9702798" y="2369410"/>
                <a:ext cx="11592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DC18A7E-6621-BAD3-0FC9-D48B31B043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84798" y="2351410"/>
                  <a:ext cx="1515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93279D0-D6A9-F051-BF2B-1112D59833F3}"/>
              </a:ext>
            </a:extLst>
          </p:cNvPr>
          <p:cNvGrpSpPr/>
          <p:nvPr/>
        </p:nvGrpSpPr>
        <p:grpSpPr>
          <a:xfrm>
            <a:off x="8991078" y="1947490"/>
            <a:ext cx="1569240" cy="106200"/>
            <a:chOff x="8991078" y="1947490"/>
            <a:chExt cx="156924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E86AAC8-8D0E-3708-72AA-5F528204A079}"/>
                    </a:ext>
                  </a:extLst>
                </p14:cNvPr>
                <p14:cNvContentPartPr/>
                <p14:nvPr/>
              </p14:nvContentPartPr>
              <p14:xfrm>
                <a:off x="8991078" y="1947490"/>
                <a:ext cx="128160" cy="106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E86AAC8-8D0E-3708-72AA-5F528204A07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73078" y="1929490"/>
                  <a:ext cx="163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7C637ED-94A0-D9C8-7A26-2D468EC04CB9}"/>
                    </a:ext>
                  </a:extLst>
                </p14:cNvPr>
                <p14:cNvContentPartPr/>
                <p14:nvPr/>
              </p14:nvContentPartPr>
              <p14:xfrm>
                <a:off x="9075678" y="1973050"/>
                <a:ext cx="1484640" cy="45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7C637ED-94A0-D9C8-7A26-2D468EC04CB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7678" y="1955050"/>
                  <a:ext cx="15202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C026915-861C-8F55-B8B6-DC85E8797AC5}"/>
                  </a:ext>
                </a:extLst>
              </p14:cNvPr>
              <p14:cNvContentPartPr/>
              <p14:nvPr/>
            </p14:nvContentPartPr>
            <p14:xfrm>
              <a:off x="9129678" y="3009490"/>
              <a:ext cx="1412640" cy="583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C026915-861C-8F55-B8B6-DC85E8797AC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111678" y="2991490"/>
                <a:ext cx="14482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780A94A-8701-336F-E475-438D18203F29}"/>
              </a:ext>
            </a:extLst>
          </p:cNvPr>
          <p:cNvGrpSpPr/>
          <p:nvPr/>
        </p:nvGrpSpPr>
        <p:grpSpPr>
          <a:xfrm>
            <a:off x="10465278" y="3008770"/>
            <a:ext cx="97560" cy="136080"/>
            <a:chOff x="10465278" y="3008770"/>
            <a:chExt cx="9756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C43A75-6F82-79DB-90C2-89F74297230A}"/>
                    </a:ext>
                  </a:extLst>
                </p14:cNvPr>
                <p14:cNvContentPartPr/>
                <p14:nvPr/>
              </p14:nvContentPartPr>
              <p14:xfrm>
                <a:off x="10516758" y="3128290"/>
                <a:ext cx="26640" cy="16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C43A75-6F82-79DB-90C2-89F74297230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98758" y="3110673"/>
                  <a:ext cx="62280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51FE3FC-6B38-2CE9-5469-1C178BC82FEC}"/>
                    </a:ext>
                  </a:extLst>
                </p14:cNvPr>
                <p14:cNvContentPartPr/>
                <p14:nvPr/>
              </p14:nvContentPartPr>
              <p14:xfrm>
                <a:off x="10465278" y="3008770"/>
                <a:ext cx="97560" cy="112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51FE3FC-6B38-2CE9-5469-1C178BC82FE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47211" y="2990770"/>
                  <a:ext cx="133332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78B5FAD6-D5D4-D457-4FAF-9E13B6C5A72D}"/>
                  </a:ext>
                </a:extLst>
              </p14:cNvPr>
              <p14:cNvContentPartPr/>
              <p14:nvPr/>
            </p14:nvContentPartPr>
            <p14:xfrm>
              <a:off x="10483998" y="1929490"/>
              <a:ext cx="78480" cy="817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78B5FAD6-D5D4-D457-4FAF-9E13B6C5A72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465998" y="1911490"/>
                <a:ext cx="11412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A2E0A6F-D0E3-632A-5025-5D05E1AC3C37}"/>
              </a:ext>
            </a:extLst>
          </p:cNvPr>
          <p:cNvGrpSpPr/>
          <p:nvPr/>
        </p:nvGrpSpPr>
        <p:grpSpPr>
          <a:xfrm>
            <a:off x="10607478" y="2230450"/>
            <a:ext cx="718560" cy="290880"/>
            <a:chOff x="10607478" y="2230450"/>
            <a:chExt cx="71856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206416B-E82F-187D-5925-227E73826D9F}"/>
                    </a:ext>
                  </a:extLst>
                </p14:cNvPr>
                <p14:cNvContentPartPr/>
                <p14:nvPr/>
              </p14:nvContentPartPr>
              <p14:xfrm>
                <a:off x="10607478" y="2310730"/>
                <a:ext cx="176400" cy="21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206416B-E82F-187D-5925-227E73826D9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89441" y="2292730"/>
                  <a:ext cx="212113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DFB721-9A7E-7E16-C01A-80E10024A93B}"/>
                    </a:ext>
                  </a:extLst>
                </p14:cNvPr>
                <p14:cNvContentPartPr/>
                <p14:nvPr/>
              </p14:nvContentPartPr>
              <p14:xfrm>
                <a:off x="10813758" y="2393530"/>
                <a:ext cx="117360" cy="117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DFB721-9A7E-7E16-C01A-80E10024A93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95758" y="2375530"/>
                  <a:ext cx="153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00A367C-7AA0-C56B-59FE-046CC78E035D}"/>
                    </a:ext>
                  </a:extLst>
                </p14:cNvPr>
                <p14:cNvContentPartPr/>
                <p14:nvPr/>
              </p14:nvContentPartPr>
              <p14:xfrm>
                <a:off x="10950918" y="2379850"/>
                <a:ext cx="38160" cy="45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00A367C-7AA0-C56B-59FE-046CC78E03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32918" y="2361850"/>
                  <a:ext cx="73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47188A2-2846-22B9-F798-D7A5C77A3110}"/>
                    </a:ext>
                  </a:extLst>
                </p14:cNvPr>
                <p14:cNvContentPartPr/>
                <p14:nvPr/>
              </p14:nvContentPartPr>
              <p14:xfrm>
                <a:off x="10982598" y="2362930"/>
                <a:ext cx="98640" cy="118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47188A2-2846-22B9-F798-D7A5C77A311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64598" y="2344875"/>
                  <a:ext cx="134280" cy="1545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5EE8C56-F94D-C45E-D565-B58620DDCE7D}"/>
                    </a:ext>
                  </a:extLst>
                </p14:cNvPr>
                <p14:cNvContentPartPr/>
                <p14:nvPr/>
              </p14:nvContentPartPr>
              <p14:xfrm>
                <a:off x="11227758" y="2230450"/>
                <a:ext cx="98280" cy="259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5EE8C56-F94D-C45E-D565-B58620DDCE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09758" y="2212450"/>
                  <a:ext cx="13392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12439A6-0137-E631-DCC8-AB67F82581E2}"/>
                  </a:ext>
                </a:extLst>
              </p14:cNvPr>
              <p14:cNvContentPartPr/>
              <p14:nvPr/>
            </p14:nvContentPartPr>
            <p14:xfrm>
              <a:off x="11498118" y="2297410"/>
              <a:ext cx="166680" cy="2325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12439A6-0137-E631-DCC8-AB67F82581E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480157" y="2279410"/>
                <a:ext cx="202243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AEAF0A4-D82F-B986-9587-65CAFFFA6178}"/>
              </a:ext>
            </a:extLst>
          </p:cNvPr>
          <p:cNvGrpSpPr/>
          <p:nvPr/>
        </p:nvGrpSpPr>
        <p:grpSpPr>
          <a:xfrm>
            <a:off x="11493798" y="1927690"/>
            <a:ext cx="128880" cy="216000"/>
            <a:chOff x="11493798" y="1927690"/>
            <a:chExt cx="1288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AF34AD5-86DF-4463-33D1-23B859446AE6}"/>
                    </a:ext>
                  </a:extLst>
                </p14:cNvPr>
                <p14:cNvContentPartPr/>
                <p14:nvPr/>
              </p14:nvContentPartPr>
              <p14:xfrm>
                <a:off x="11561478" y="1928050"/>
                <a:ext cx="11880" cy="215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AF34AD5-86DF-4463-33D1-23B859446A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43478" y="1910050"/>
                  <a:ext cx="47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5A7012A-5E7A-C578-1837-82B2810A858E}"/>
                    </a:ext>
                  </a:extLst>
                </p14:cNvPr>
                <p14:cNvContentPartPr/>
                <p14:nvPr/>
              </p14:nvContentPartPr>
              <p14:xfrm>
                <a:off x="11493798" y="1927690"/>
                <a:ext cx="128880" cy="120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5A7012A-5E7A-C578-1837-82B2810A858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75798" y="1909690"/>
                  <a:ext cx="1645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3E1EB63-B83C-FECD-0C19-09A9F370A25B}"/>
              </a:ext>
            </a:extLst>
          </p:cNvPr>
          <p:cNvGrpSpPr/>
          <p:nvPr/>
        </p:nvGrpSpPr>
        <p:grpSpPr>
          <a:xfrm>
            <a:off x="11440878" y="2659210"/>
            <a:ext cx="174960" cy="457920"/>
            <a:chOff x="11440878" y="2659210"/>
            <a:chExt cx="17496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B80C69B-CEEB-A324-A890-86CE780D71E9}"/>
                    </a:ext>
                  </a:extLst>
                </p14:cNvPr>
                <p14:cNvContentPartPr/>
                <p14:nvPr/>
              </p14:nvContentPartPr>
              <p14:xfrm>
                <a:off x="11520438" y="2659210"/>
                <a:ext cx="24120" cy="435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B80C69B-CEEB-A324-A890-86CE780D71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02438" y="2641225"/>
                  <a:ext cx="59760" cy="471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C88B8BB-9AC9-F7ED-307B-131BB16736E6}"/>
                    </a:ext>
                  </a:extLst>
                </p14:cNvPr>
                <p14:cNvContentPartPr/>
                <p14:nvPr/>
              </p14:nvContentPartPr>
              <p14:xfrm>
                <a:off x="11440878" y="2999410"/>
                <a:ext cx="174960" cy="117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C88B8BB-9AC9-F7ED-307B-131BB16736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22841" y="2981410"/>
                  <a:ext cx="210673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75CEE2A-807F-1F0C-FBB9-1378F443159E}"/>
              </a:ext>
            </a:extLst>
          </p:cNvPr>
          <p:cNvGrpSpPr/>
          <p:nvPr/>
        </p:nvGrpSpPr>
        <p:grpSpPr>
          <a:xfrm>
            <a:off x="7820358" y="3835690"/>
            <a:ext cx="1822680" cy="572400"/>
            <a:chOff x="7820358" y="3835690"/>
            <a:chExt cx="182268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2863FCB-1D06-5843-DE36-98E790D9E9B9}"/>
                    </a:ext>
                  </a:extLst>
                </p14:cNvPr>
                <p14:cNvContentPartPr/>
                <p14:nvPr/>
              </p14:nvContentPartPr>
              <p14:xfrm>
                <a:off x="8097558" y="3835690"/>
                <a:ext cx="54000" cy="531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2863FCB-1D06-5843-DE36-98E790D9E9B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79558" y="3817690"/>
                  <a:ext cx="896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F6F524B-E66B-F728-04A9-57D2597D66AB}"/>
                    </a:ext>
                  </a:extLst>
                </p14:cNvPr>
                <p14:cNvContentPartPr/>
                <p14:nvPr/>
              </p14:nvContentPartPr>
              <p14:xfrm>
                <a:off x="7820358" y="4358050"/>
                <a:ext cx="509040" cy="50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F6F524B-E66B-F728-04A9-57D2597D66A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02345" y="4340050"/>
                  <a:ext cx="544705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63DABCF-B00A-43A0-8CFF-8325213C96CC}"/>
                    </a:ext>
                  </a:extLst>
                </p14:cNvPr>
                <p14:cNvContentPartPr/>
                <p14:nvPr/>
              </p14:nvContentPartPr>
              <p14:xfrm>
                <a:off x="8110518" y="3973210"/>
                <a:ext cx="674280" cy="39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63DABCF-B00A-43A0-8CFF-8325213C96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92508" y="3955210"/>
                  <a:ext cx="709939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BD31858-BBA0-B4FE-D88D-113C9F9CB35B}"/>
                    </a:ext>
                  </a:extLst>
                </p14:cNvPr>
                <p14:cNvContentPartPr/>
                <p14:nvPr/>
              </p14:nvContentPartPr>
              <p14:xfrm>
                <a:off x="8764278" y="3911650"/>
                <a:ext cx="363240" cy="198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BD31858-BBA0-B4FE-D88D-113C9F9CB3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46278" y="3893650"/>
                  <a:ext cx="398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E72B1A8-2778-5F07-C90A-E0FEFC495484}"/>
                    </a:ext>
                  </a:extLst>
                </p14:cNvPr>
                <p14:cNvContentPartPr/>
                <p14:nvPr/>
              </p14:nvContentPartPr>
              <p14:xfrm>
                <a:off x="9125358" y="4004890"/>
                <a:ext cx="517680" cy="56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E72B1A8-2778-5F07-C90A-E0FEFC4954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07371" y="3987003"/>
                  <a:ext cx="553295" cy="9229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9CB3A4A-20A4-96F4-1265-E24B2DCD3163}"/>
              </a:ext>
            </a:extLst>
          </p:cNvPr>
          <p:cNvGrpSpPr/>
          <p:nvPr/>
        </p:nvGrpSpPr>
        <p:grpSpPr>
          <a:xfrm>
            <a:off x="8019798" y="4553530"/>
            <a:ext cx="1880640" cy="873360"/>
            <a:chOff x="8019798" y="4553530"/>
            <a:chExt cx="188064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10BD55D-B64E-51DA-373C-EBAED28C0101}"/>
                    </a:ext>
                  </a:extLst>
                </p14:cNvPr>
                <p14:cNvContentPartPr/>
                <p14:nvPr/>
              </p14:nvContentPartPr>
              <p14:xfrm>
                <a:off x="8019798" y="4553530"/>
                <a:ext cx="143280" cy="34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10BD55D-B64E-51DA-373C-EBAED28C01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01798" y="4535341"/>
                  <a:ext cx="178920" cy="70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C52F41-32CA-8A9E-6896-776146E82743}"/>
                    </a:ext>
                  </a:extLst>
                </p14:cNvPr>
                <p14:cNvContentPartPr/>
                <p14:nvPr/>
              </p14:nvContentPartPr>
              <p14:xfrm>
                <a:off x="8110878" y="4560730"/>
                <a:ext cx="25200" cy="603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C52F41-32CA-8A9E-6896-776146E827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92878" y="4542741"/>
                  <a:ext cx="60840" cy="6386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7896CC-E6F7-45B7-9B74-C6E7B1C5EC29}"/>
                    </a:ext>
                  </a:extLst>
                </p14:cNvPr>
                <p14:cNvContentPartPr/>
                <p14:nvPr/>
              </p14:nvContentPartPr>
              <p14:xfrm>
                <a:off x="8146878" y="5196850"/>
                <a:ext cx="10440" cy="163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7896CC-E6F7-45B7-9B74-C6E7B1C5EC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28235" y="5178850"/>
                  <a:ext cx="47353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ABBF41A-C682-47DA-7E8D-F53A3B539759}"/>
                    </a:ext>
                  </a:extLst>
                </p14:cNvPr>
                <p14:cNvContentPartPr/>
                <p14:nvPr/>
              </p14:nvContentPartPr>
              <p14:xfrm>
                <a:off x="8122758" y="5317090"/>
                <a:ext cx="1777680" cy="109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ABBF41A-C682-47DA-7E8D-F53A3B5397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04754" y="5299090"/>
                  <a:ext cx="1813327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5E29A76-650F-3FAB-0424-5633E8E79CEA}"/>
                    </a:ext>
                  </a:extLst>
                </p14:cNvPr>
                <p14:cNvContentPartPr/>
                <p14:nvPr/>
              </p14:nvContentPartPr>
              <p14:xfrm>
                <a:off x="8391318" y="4643170"/>
                <a:ext cx="177120" cy="189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5E29A76-650F-3FAB-0424-5633E8E79C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73318" y="4625170"/>
                  <a:ext cx="212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9306901-2571-B57E-17AE-CD5EABA6FE24}"/>
                    </a:ext>
                  </a:extLst>
                </p14:cNvPr>
                <p14:cNvContentPartPr/>
                <p14:nvPr/>
              </p14:nvContentPartPr>
              <p14:xfrm>
                <a:off x="8655558" y="4737490"/>
                <a:ext cx="97920" cy="157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9306901-2571-B57E-17AE-CD5EABA6FE2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37492" y="4719490"/>
                  <a:ext cx="133692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3214B7A-017E-06B2-F08F-FD4B6B907EC5}"/>
                    </a:ext>
                  </a:extLst>
                </p14:cNvPr>
                <p14:cNvContentPartPr/>
                <p14:nvPr/>
              </p14:nvContentPartPr>
              <p14:xfrm>
                <a:off x="8660598" y="4715890"/>
                <a:ext cx="306720" cy="122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3214B7A-017E-06B2-F08F-FD4B6B907EC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42577" y="4697943"/>
                  <a:ext cx="342402" cy="15757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688AA96-300E-820B-F71F-539EB81DCFF9}"/>
              </a:ext>
            </a:extLst>
          </p:cNvPr>
          <p:cNvGrpSpPr/>
          <p:nvPr/>
        </p:nvGrpSpPr>
        <p:grpSpPr>
          <a:xfrm>
            <a:off x="8742318" y="3462010"/>
            <a:ext cx="501120" cy="298440"/>
            <a:chOff x="8742318" y="3462010"/>
            <a:chExt cx="50112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20F01EA-1CAD-399F-CB43-D1E11B38EA52}"/>
                    </a:ext>
                  </a:extLst>
                </p14:cNvPr>
                <p14:cNvContentPartPr/>
                <p14:nvPr/>
              </p14:nvContentPartPr>
              <p14:xfrm>
                <a:off x="8789118" y="3544810"/>
                <a:ext cx="72360" cy="215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20F01EA-1CAD-399F-CB43-D1E11B38EA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71118" y="3526810"/>
                  <a:ext cx="108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468D6F7-1A68-E347-4330-20D0C8A8AF22}"/>
                    </a:ext>
                  </a:extLst>
                </p14:cNvPr>
                <p14:cNvContentPartPr/>
                <p14:nvPr/>
              </p14:nvContentPartPr>
              <p14:xfrm>
                <a:off x="8742318" y="3462010"/>
                <a:ext cx="135720" cy="201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468D6F7-1A68-E347-4330-20D0C8A8AF2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24318" y="3444042"/>
                  <a:ext cx="171360" cy="2375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5847D7D-AD3E-DF9D-4B9C-A0FB47705BCE}"/>
                    </a:ext>
                  </a:extLst>
                </p14:cNvPr>
                <p14:cNvContentPartPr/>
                <p14:nvPr/>
              </p14:nvContentPartPr>
              <p14:xfrm>
                <a:off x="8986398" y="3537250"/>
                <a:ext cx="78840" cy="211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5847D7D-AD3E-DF9D-4B9C-A0FB47705BC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68480" y="3519281"/>
                  <a:ext cx="114318" cy="2468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853A7DC-2CFF-C3B8-83BD-95FD9D6EE6D6}"/>
                    </a:ext>
                  </a:extLst>
                </p14:cNvPr>
                <p14:cNvContentPartPr/>
                <p14:nvPr/>
              </p14:nvContentPartPr>
              <p14:xfrm>
                <a:off x="8980998" y="3552010"/>
                <a:ext cx="262440" cy="140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853A7DC-2CFF-C3B8-83BD-95FD9D6EE6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962998" y="3534010"/>
                  <a:ext cx="2980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1607092-E412-CBD6-D5BB-37574E756E39}"/>
              </a:ext>
            </a:extLst>
          </p:cNvPr>
          <p:cNvGrpSpPr/>
          <p:nvPr/>
        </p:nvGrpSpPr>
        <p:grpSpPr>
          <a:xfrm>
            <a:off x="9562758" y="3945130"/>
            <a:ext cx="1164960" cy="155520"/>
            <a:chOff x="9562758" y="3945130"/>
            <a:chExt cx="116496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BC3B878-B970-75FD-0D34-D2A8B8CCDF98}"/>
                    </a:ext>
                  </a:extLst>
                </p14:cNvPr>
                <p14:cNvContentPartPr/>
                <p14:nvPr/>
              </p14:nvContentPartPr>
              <p14:xfrm>
                <a:off x="9562758" y="3945130"/>
                <a:ext cx="83520" cy="155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BC3B878-B970-75FD-0D34-D2A8B8CCDF9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44758" y="3927172"/>
                  <a:ext cx="119160" cy="1910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18B3331-86A8-5DDE-70E1-F2C8C82F983C}"/>
                    </a:ext>
                  </a:extLst>
                </p14:cNvPr>
                <p14:cNvContentPartPr/>
                <p14:nvPr/>
              </p14:nvContentPartPr>
              <p14:xfrm>
                <a:off x="9634758" y="3995170"/>
                <a:ext cx="1092960" cy="55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18B3331-86A8-5DDE-70E1-F2C8C82F983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16758" y="3977170"/>
                  <a:ext cx="11286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5223B4A-E360-2A42-C33D-E0084EB0B44E}"/>
              </a:ext>
            </a:extLst>
          </p:cNvPr>
          <p:cNvGrpSpPr/>
          <p:nvPr/>
        </p:nvGrpSpPr>
        <p:grpSpPr>
          <a:xfrm>
            <a:off x="9638718" y="5260930"/>
            <a:ext cx="1159920" cy="189720"/>
            <a:chOff x="9638718" y="5260930"/>
            <a:chExt cx="1159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A7E9AD1-C314-9B6A-746A-D065A2225460}"/>
                    </a:ext>
                  </a:extLst>
                </p14:cNvPr>
                <p14:cNvContentPartPr/>
                <p14:nvPr/>
              </p14:nvContentPartPr>
              <p14:xfrm>
                <a:off x="9638718" y="5326810"/>
                <a:ext cx="111960" cy="123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A7E9AD1-C314-9B6A-746A-D065A222546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20718" y="5308862"/>
                  <a:ext cx="147600" cy="1593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F1754C7-76C1-7BE9-EE2B-D602D6018AE3}"/>
                    </a:ext>
                  </a:extLst>
                </p14:cNvPr>
                <p14:cNvContentPartPr/>
                <p14:nvPr/>
              </p14:nvContentPartPr>
              <p14:xfrm>
                <a:off x="9702438" y="5295130"/>
                <a:ext cx="1038600" cy="101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F1754C7-76C1-7BE9-EE2B-D602D6018AE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84438" y="5277130"/>
                  <a:ext cx="1074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26C04C9-CF4E-3884-8174-F7F607EF34D1}"/>
                    </a:ext>
                  </a:extLst>
                </p14:cNvPr>
                <p14:cNvContentPartPr/>
                <p14:nvPr/>
              </p14:nvContentPartPr>
              <p14:xfrm>
                <a:off x="10739958" y="5260930"/>
                <a:ext cx="58680" cy="71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26C04C9-CF4E-3884-8174-F7F607EF34D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721958" y="5242930"/>
                  <a:ext cx="943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EC8B9F7-B019-3556-EBCC-7CFB91FFE549}"/>
              </a:ext>
            </a:extLst>
          </p:cNvPr>
          <p:cNvGrpSpPr/>
          <p:nvPr/>
        </p:nvGrpSpPr>
        <p:grpSpPr>
          <a:xfrm>
            <a:off x="10625118" y="4442290"/>
            <a:ext cx="860760" cy="296280"/>
            <a:chOff x="10625118" y="4442290"/>
            <a:chExt cx="8607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209AB6F-57A5-CCBD-F889-3A66C84AA66B}"/>
                    </a:ext>
                  </a:extLst>
                </p14:cNvPr>
                <p14:cNvContentPartPr/>
                <p14:nvPr/>
              </p14:nvContentPartPr>
              <p14:xfrm>
                <a:off x="10625118" y="4482970"/>
                <a:ext cx="173160" cy="255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209AB6F-57A5-CCBD-F889-3A66C84AA66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607155" y="4464970"/>
                  <a:ext cx="208726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93BAED4-6844-CF8B-127F-548DBEDDE705}"/>
                    </a:ext>
                  </a:extLst>
                </p14:cNvPr>
                <p14:cNvContentPartPr/>
                <p14:nvPr/>
              </p14:nvContentPartPr>
              <p14:xfrm>
                <a:off x="10877118" y="4575130"/>
                <a:ext cx="155160" cy="11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93BAED4-6844-CF8B-127F-548DBEDDE70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59118" y="4557130"/>
                  <a:ext cx="190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933A200-D63C-D3EF-6289-CF1759913039}"/>
                    </a:ext>
                  </a:extLst>
                </p14:cNvPr>
                <p14:cNvContentPartPr/>
                <p14:nvPr/>
              </p14:nvContentPartPr>
              <p14:xfrm>
                <a:off x="11100678" y="4516810"/>
                <a:ext cx="172440" cy="161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933A200-D63C-D3EF-6289-CF17599130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082678" y="4498810"/>
                  <a:ext cx="208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7C9AE24-7EAA-6302-152D-90237B586576}"/>
                    </a:ext>
                  </a:extLst>
                </p14:cNvPr>
                <p14:cNvContentPartPr/>
                <p14:nvPr/>
              </p14:nvContentPartPr>
              <p14:xfrm>
                <a:off x="11329998" y="4442290"/>
                <a:ext cx="155880" cy="242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7C9AE24-7EAA-6302-152D-90237B58657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311998" y="4424290"/>
                  <a:ext cx="19152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A351124-B8AE-9478-D976-D70A9EC0DB49}"/>
                  </a:ext>
                </a:extLst>
              </p14:cNvPr>
              <p14:cNvContentPartPr/>
              <p14:nvPr/>
            </p14:nvContentPartPr>
            <p14:xfrm>
              <a:off x="10681638" y="4008490"/>
              <a:ext cx="68760" cy="101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A351124-B8AE-9478-D976-D70A9EC0DB4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663638" y="3990490"/>
                <a:ext cx="104400" cy="13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976B5E4-1D05-4C72-12DB-F363EF2C2B76}"/>
              </a:ext>
            </a:extLst>
          </p:cNvPr>
          <p:cNvGrpSpPr/>
          <p:nvPr/>
        </p:nvGrpSpPr>
        <p:grpSpPr>
          <a:xfrm>
            <a:off x="8458638" y="1595410"/>
            <a:ext cx="320760" cy="293040"/>
            <a:chOff x="8458638" y="1595410"/>
            <a:chExt cx="3207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28D977C-9D61-511A-E0CC-D47CA5D1860A}"/>
                    </a:ext>
                  </a:extLst>
                </p14:cNvPr>
                <p14:cNvContentPartPr/>
                <p14:nvPr/>
              </p14:nvContentPartPr>
              <p14:xfrm>
                <a:off x="8525958" y="1595410"/>
                <a:ext cx="43920" cy="27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28D977C-9D61-511A-E0CC-D47CA5D186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07809" y="1577410"/>
                  <a:ext cx="79855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8EB48C3-46C4-C5E3-614E-0552EBFDE6FE}"/>
                    </a:ext>
                  </a:extLst>
                </p14:cNvPr>
                <p14:cNvContentPartPr/>
                <p14:nvPr/>
              </p14:nvContentPartPr>
              <p14:xfrm>
                <a:off x="8458638" y="1614850"/>
                <a:ext cx="196560" cy="15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8EB48C3-46C4-C5E3-614E-0552EBFDE6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40638" y="1596850"/>
                  <a:ext cx="232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A7C7C2-BFE2-30B5-C578-B801389F7E2C}"/>
                    </a:ext>
                  </a:extLst>
                </p14:cNvPr>
                <p14:cNvContentPartPr/>
                <p14:nvPr/>
              </p14:nvContentPartPr>
              <p14:xfrm>
                <a:off x="8741238" y="1691890"/>
                <a:ext cx="38160" cy="196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A7C7C2-BFE2-30B5-C578-B801389F7E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23238" y="1673890"/>
                  <a:ext cx="7380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0378AC2-6285-E8A5-CD1E-FF614D3DC939}"/>
              </a:ext>
            </a:extLst>
          </p:cNvPr>
          <p:cNvGrpSpPr/>
          <p:nvPr/>
        </p:nvGrpSpPr>
        <p:grpSpPr>
          <a:xfrm>
            <a:off x="8553678" y="2349250"/>
            <a:ext cx="310320" cy="289080"/>
            <a:chOff x="8553678" y="2349250"/>
            <a:chExt cx="3103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C0EA7F7-2EC8-407D-114D-6D56C09265DE}"/>
                    </a:ext>
                  </a:extLst>
                </p14:cNvPr>
                <p14:cNvContentPartPr/>
                <p14:nvPr/>
              </p14:nvContentPartPr>
              <p14:xfrm>
                <a:off x="8553678" y="2349250"/>
                <a:ext cx="150120" cy="289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C0EA7F7-2EC8-407D-114D-6D56C09265D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35635" y="2331250"/>
                  <a:ext cx="185846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9601506-A265-93B2-595E-D98C228E3AE2}"/>
                    </a:ext>
                  </a:extLst>
                </p14:cNvPr>
                <p14:cNvContentPartPr/>
                <p14:nvPr/>
              </p14:nvContentPartPr>
              <p14:xfrm>
                <a:off x="8740518" y="2497930"/>
                <a:ext cx="123480" cy="113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9601506-A265-93B2-595E-D98C228E3AE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22570" y="2479872"/>
                  <a:ext cx="159016" cy="14879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82F6B3F-4D89-29EF-055F-EBBDF8B8D66E}"/>
              </a:ext>
            </a:extLst>
          </p:cNvPr>
          <p:cNvGrpSpPr/>
          <p:nvPr/>
        </p:nvGrpSpPr>
        <p:grpSpPr>
          <a:xfrm>
            <a:off x="6878238" y="5877970"/>
            <a:ext cx="2354400" cy="645480"/>
            <a:chOff x="6878238" y="5877970"/>
            <a:chExt cx="2354400" cy="64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1B6B8DF-56C6-802B-0B1F-25D142AAFDEE}"/>
                    </a:ext>
                  </a:extLst>
                </p14:cNvPr>
                <p14:cNvContentPartPr/>
                <p14:nvPr/>
              </p14:nvContentPartPr>
              <p14:xfrm>
                <a:off x="7462878" y="6079210"/>
                <a:ext cx="22320" cy="326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1B6B8DF-56C6-802B-0B1F-25D142AAFDE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44583" y="6061210"/>
                  <a:ext cx="58544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3FEB7E1-E184-7150-B756-3F4C6778415B}"/>
                    </a:ext>
                  </a:extLst>
                </p14:cNvPr>
                <p14:cNvContentPartPr/>
                <p14:nvPr/>
              </p14:nvContentPartPr>
              <p14:xfrm>
                <a:off x="7466118" y="6076330"/>
                <a:ext cx="171000" cy="240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3FEB7E1-E184-7150-B756-3F4C6778415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48118" y="6058357"/>
                  <a:ext cx="206640" cy="2764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E778909-B6CA-81F7-DAFE-22484BCDD791}"/>
                    </a:ext>
                  </a:extLst>
                </p14:cNvPr>
                <p14:cNvContentPartPr/>
                <p14:nvPr/>
              </p14:nvContentPartPr>
              <p14:xfrm>
                <a:off x="7720278" y="6311770"/>
                <a:ext cx="116280" cy="211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E778909-B6CA-81F7-DAFE-22484BCDD7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02334" y="6293801"/>
                  <a:ext cx="151810" cy="247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4ABDBAF-EF61-B8F7-3515-1CBE9F993883}"/>
                    </a:ext>
                  </a:extLst>
                </p14:cNvPr>
                <p14:cNvContentPartPr/>
                <p14:nvPr/>
              </p14:nvContentPartPr>
              <p14:xfrm>
                <a:off x="6878238" y="5877970"/>
                <a:ext cx="230040" cy="36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4ABDBAF-EF61-B8F7-3515-1CBE9F99388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60238" y="5859970"/>
                  <a:ext cx="2656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E398B16-5E52-1A36-3544-6899E90AEFE5}"/>
                    </a:ext>
                  </a:extLst>
                </p14:cNvPr>
                <p14:cNvContentPartPr/>
                <p14:nvPr/>
              </p14:nvContentPartPr>
              <p14:xfrm>
                <a:off x="7860678" y="6145090"/>
                <a:ext cx="6444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E398B16-5E52-1A36-3544-6899E90AEFE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42678" y="6127090"/>
                  <a:ext cx="100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B72D4E-209F-B1DC-5BCC-F747DD148308}"/>
                    </a:ext>
                  </a:extLst>
                </p14:cNvPr>
                <p14:cNvContentPartPr/>
                <p14:nvPr/>
              </p14:nvContentPartPr>
              <p14:xfrm>
                <a:off x="7963278" y="6217810"/>
                <a:ext cx="59400" cy="2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B72D4E-209F-B1DC-5BCC-F747DD14830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45386" y="6199810"/>
                  <a:ext cx="94825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B3457FA-F7FC-47FE-9B8D-795000EB1108}"/>
                    </a:ext>
                  </a:extLst>
                </p14:cNvPr>
                <p14:cNvContentPartPr/>
                <p14:nvPr/>
              </p14:nvContentPartPr>
              <p14:xfrm>
                <a:off x="8379798" y="6055810"/>
                <a:ext cx="852840" cy="110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B3457FA-F7FC-47FE-9B8D-795000EB110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61798" y="6037810"/>
                  <a:ext cx="8884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49DD7BA-ADB9-57C8-BECD-9089D9E6DEA1}"/>
              </a:ext>
            </a:extLst>
          </p:cNvPr>
          <p:cNvGrpSpPr/>
          <p:nvPr/>
        </p:nvGrpSpPr>
        <p:grpSpPr>
          <a:xfrm>
            <a:off x="8647278" y="6341290"/>
            <a:ext cx="147600" cy="260640"/>
            <a:chOff x="8647278" y="6341290"/>
            <a:chExt cx="1476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352DD7E-3C09-4BA9-BA88-6B9DE65E3105}"/>
                    </a:ext>
                  </a:extLst>
                </p14:cNvPr>
                <p14:cNvContentPartPr/>
                <p14:nvPr/>
              </p14:nvContentPartPr>
              <p14:xfrm>
                <a:off x="8654838" y="6341290"/>
                <a:ext cx="140040" cy="15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352DD7E-3C09-4BA9-BA88-6B9DE65E31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636838" y="6322861"/>
                  <a:ext cx="175680" cy="51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D4D890D-62DF-0429-DB9F-E4D968413859}"/>
                    </a:ext>
                  </a:extLst>
                </p14:cNvPr>
                <p14:cNvContentPartPr/>
                <p14:nvPr/>
              </p14:nvContentPartPr>
              <p14:xfrm>
                <a:off x="8647278" y="6369010"/>
                <a:ext cx="96840" cy="232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D4D890D-62DF-0429-DB9F-E4D96841385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29278" y="6351010"/>
                  <a:ext cx="13248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E628CB2-4F00-1232-89DC-F2ACFA1B7AD8}"/>
              </a:ext>
            </a:extLst>
          </p:cNvPr>
          <p:cNvGrpSpPr/>
          <p:nvPr/>
        </p:nvGrpSpPr>
        <p:grpSpPr>
          <a:xfrm>
            <a:off x="8620638" y="5685730"/>
            <a:ext cx="1909080" cy="470880"/>
            <a:chOff x="8620638" y="5685730"/>
            <a:chExt cx="19090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B4E2C56-E2CE-F949-5D14-E97574224780}"/>
                    </a:ext>
                  </a:extLst>
                </p14:cNvPr>
                <p14:cNvContentPartPr/>
                <p14:nvPr/>
              </p14:nvContentPartPr>
              <p14:xfrm>
                <a:off x="8620638" y="5761690"/>
                <a:ext cx="187560" cy="169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B4E2C56-E2CE-F949-5D14-E9757422478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02638" y="5743690"/>
                  <a:ext cx="223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D2CF05F-AC2B-79EF-DF5D-6B3C105D613E}"/>
                    </a:ext>
                  </a:extLst>
                </p14:cNvPr>
                <p14:cNvContentPartPr/>
                <p14:nvPr/>
              </p14:nvContentPartPr>
              <p14:xfrm>
                <a:off x="8760318" y="5824690"/>
                <a:ext cx="25920" cy="226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D2CF05F-AC2B-79EF-DF5D-6B3C105D613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42064" y="5806690"/>
                  <a:ext cx="62062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2D7BA8F-690A-73DC-1F8E-884795582884}"/>
                    </a:ext>
                  </a:extLst>
                </p14:cNvPr>
                <p14:cNvContentPartPr/>
                <p14:nvPr/>
              </p14:nvContentPartPr>
              <p14:xfrm>
                <a:off x="8985318" y="5871850"/>
                <a:ext cx="10440" cy="1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2D7BA8F-690A-73DC-1F8E-88479558288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67318" y="5854395"/>
                  <a:ext cx="46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48B1594-5E32-191D-D936-F1D15056EC47}"/>
                    </a:ext>
                  </a:extLst>
                </p14:cNvPr>
                <p14:cNvContentPartPr/>
                <p14:nvPr/>
              </p14:nvContentPartPr>
              <p14:xfrm>
                <a:off x="9116358" y="5749810"/>
                <a:ext cx="68040" cy="225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48B1594-5E32-191D-D936-F1D15056EC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98358" y="5731810"/>
                  <a:ext cx="103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74859AB-913B-8295-AEB6-BE3003BAC581}"/>
                    </a:ext>
                  </a:extLst>
                </p14:cNvPr>
                <p14:cNvContentPartPr/>
                <p14:nvPr/>
              </p14:nvContentPartPr>
              <p14:xfrm>
                <a:off x="9228318" y="5685730"/>
                <a:ext cx="118800" cy="218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74859AB-913B-8295-AEB6-BE3003BAC58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10318" y="5667730"/>
                  <a:ext cx="154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4FA2829-2AEE-879B-A7C9-3EE0B23867F8}"/>
                    </a:ext>
                  </a:extLst>
                </p14:cNvPr>
                <p14:cNvContentPartPr/>
                <p14:nvPr/>
              </p14:nvContentPartPr>
              <p14:xfrm>
                <a:off x="9488238" y="5961130"/>
                <a:ext cx="98280" cy="180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4FA2829-2AEE-879B-A7C9-3EE0B23867F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70304" y="5943130"/>
                  <a:ext cx="13379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0A55445-62EA-89FD-0E5F-B88BA93D8678}"/>
                    </a:ext>
                  </a:extLst>
                </p14:cNvPr>
                <p14:cNvContentPartPr/>
                <p14:nvPr/>
              </p14:nvContentPartPr>
              <p14:xfrm>
                <a:off x="9734838" y="6045370"/>
                <a:ext cx="30960" cy="19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0A55445-62EA-89FD-0E5F-B88BA93D867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17045" y="6027370"/>
                  <a:ext cx="6619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47B6B19-BF0D-FA7D-509E-3879D6B23AC8}"/>
                    </a:ext>
                  </a:extLst>
                </p14:cNvPr>
                <p14:cNvContentPartPr/>
                <p14:nvPr/>
              </p14:nvContentPartPr>
              <p14:xfrm>
                <a:off x="9809358" y="6073450"/>
                <a:ext cx="43920" cy="19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47B6B19-BF0D-FA7D-509E-3879D6B23AC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91209" y="6055450"/>
                  <a:ext cx="79855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5D58395-54E7-D159-D6FD-16D693BFE1DB}"/>
                    </a:ext>
                  </a:extLst>
                </p14:cNvPr>
                <p14:cNvContentPartPr/>
                <p14:nvPr/>
              </p14:nvContentPartPr>
              <p14:xfrm>
                <a:off x="10040838" y="5866090"/>
                <a:ext cx="189720" cy="290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5D58395-54E7-D159-D6FD-16D693BFE1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22838" y="5848068"/>
                  <a:ext cx="225360" cy="326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981B4D2-5963-6706-0168-75140016248F}"/>
                    </a:ext>
                  </a:extLst>
                </p14:cNvPr>
                <p14:cNvContentPartPr/>
                <p14:nvPr/>
              </p14:nvContentPartPr>
              <p14:xfrm>
                <a:off x="10356558" y="5854930"/>
                <a:ext cx="173160" cy="228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981B4D2-5963-6706-0168-7514001624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38595" y="5836930"/>
                  <a:ext cx="208726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99FFEDC-46E6-DF02-AB3C-856F07C67356}"/>
              </a:ext>
            </a:extLst>
          </p:cNvPr>
          <p:cNvGrpSpPr/>
          <p:nvPr/>
        </p:nvGrpSpPr>
        <p:grpSpPr>
          <a:xfrm>
            <a:off x="7378998" y="4479370"/>
            <a:ext cx="411120" cy="322560"/>
            <a:chOff x="7378998" y="4479370"/>
            <a:chExt cx="4111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8F63BE6-DCF6-850A-0059-AAAE5F31AFEA}"/>
                    </a:ext>
                  </a:extLst>
                </p14:cNvPr>
                <p14:cNvContentPartPr/>
                <p14:nvPr/>
              </p14:nvContentPartPr>
              <p14:xfrm>
                <a:off x="7378998" y="4524730"/>
                <a:ext cx="213480" cy="277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8F63BE6-DCF6-850A-0059-AAAE5F31AF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60998" y="4506730"/>
                  <a:ext cx="249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9A6E2C8-8BF5-978C-4724-B218F143B3FE}"/>
                    </a:ext>
                  </a:extLst>
                </p14:cNvPr>
                <p14:cNvContentPartPr/>
                <p14:nvPr/>
              </p14:nvContentPartPr>
              <p14:xfrm>
                <a:off x="7670238" y="4479370"/>
                <a:ext cx="119880" cy="203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9A6E2C8-8BF5-978C-4724-B218F143B3F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52238" y="4461370"/>
                  <a:ext cx="15552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5035D99-A053-A763-3EE4-AFCAD716FFAC}"/>
                  </a:ext>
                </a:extLst>
              </p14:cNvPr>
              <p14:cNvContentPartPr/>
              <p14:nvPr/>
            </p14:nvContentPartPr>
            <p14:xfrm>
              <a:off x="1675158" y="6076690"/>
              <a:ext cx="1080" cy="3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5035D99-A053-A763-3EE4-AFCAD716FFA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657518" y="6059050"/>
                <a:ext cx="367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F50F1837-BAC0-CA3A-D221-26C85BB6853D}"/>
              </a:ext>
            </a:extLst>
          </p:cNvPr>
          <p:cNvGrpSpPr/>
          <p:nvPr/>
        </p:nvGrpSpPr>
        <p:grpSpPr>
          <a:xfrm>
            <a:off x="610638" y="793690"/>
            <a:ext cx="1733400" cy="4605120"/>
            <a:chOff x="610638" y="793690"/>
            <a:chExt cx="1733400" cy="46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829881-D9A9-60D7-5784-D75F8FCAA3E1}"/>
                    </a:ext>
                  </a:extLst>
                </p14:cNvPr>
                <p14:cNvContentPartPr/>
                <p14:nvPr/>
              </p14:nvContentPartPr>
              <p14:xfrm>
                <a:off x="948678" y="1055050"/>
                <a:ext cx="144720" cy="502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829881-D9A9-60D7-5784-D75F8FCAA3E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0678" y="1037050"/>
                  <a:ext cx="1803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1EB27E-9BD1-DF35-F5F9-D3EF8535CB20}"/>
                    </a:ext>
                  </a:extLst>
                </p14:cNvPr>
                <p14:cNvContentPartPr/>
                <p14:nvPr/>
              </p14:nvContentPartPr>
              <p14:xfrm>
                <a:off x="976038" y="997450"/>
                <a:ext cx="182880" cy="284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1EB27E-9BD1-DF35-F5F9-D3EF8535CB2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58038" y="979450"/>
                  <a:ext cx="2185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E5155A-4C1C-CDD1-2E60-644D06452CAA}"/>
                    </a:ext>
                  </a:extLst>
                </p14:cNvPr>
                <p14:cNvContentPartPr/>
                <p14:nvPr/>
              </p14:nvContentPartPr>
              <p14:xfrm>
                <a:off x="1273038" y="1198330"/>
                <a:ext cx="110880" cy="280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E5155A-4C1C-CDD1-2E60-644D06452CA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55038" y="1180690"/>
                  <a:ext cx="146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76E0A8-14AC-800F-3405-A410CB0C89A8}"/>
                    </a:ext>
                  </a:extLst>
                </p14:cNvPr>
                <p14:cNvContentPartPr/>
                <p14:nvPr/>
              </p14:nvContentPartPr>
              <p14:xfrm>
                <a:off x="1305438" y="1250530"/>
                <a:ext cx="321480" cy="152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76E0A8-14AC-800F-3405-A410CB0C89A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87798" y="1232890"/>
                  <a:ext cx="357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74AB02-85D6-FA39-3F7D-E03B4838B5FF}"/>
                    </a:ext>
                  </a:extLst>
                </p14:cNvPr>
                <p14:cNvContentPartPr/>
                <p14:nvPr/>
              </p14:nvContentPartPr>
              <p14:xfrm>
                <a:off x="610638" y="793690"/>
                <a:ext cx="1292400" cy="993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74AB02-85D6-FA39-3F7D-E03B4838B5F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2638" y="775690"/>
                  <a:ext cx="1328040" cy="10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1C3E46-68D4-54A1-7D10-C36CB38D1BCB}"/>
                    </a:ext>
                  </a:extLst>
                </p14:cNvPr>
                <p14:cNvContentPartPr/>
                <p14:nvPr/>
              </p14:nvContentPartPr>
              <p14:xfrm>
                <a:off x="675078" y="1101850"/>
                <a:ext cx="110520" cy="752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1C3E46-68D4-54A1-7D10-C36CB38D1BC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7438" y="1084210"/>
                  <a:ext cx="14616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14B09F-1633-63AA-DD79-E8E971BFECDF}"/>
                    </a:ext>
                  </a:extLst>
                </p14:cNvPr>
                <p14:cNvContentPartPr/>
                <p14:nvPr/>
              </p14:nvContentPartPr>
              <p14:xfrm>
                <a:off x="1143798" y="2261050"/>
                <a:ext cx="79920" cy="1321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14B09F-1633-63AA-DD79-E8E971BFECD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6158" y="2243050"/>
                  <a:ext cx="115560" cy="13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C7CA54-49BA-4C9A-6371-1DC578DF2875}"/>
                    </a:ext>
                  </a:extLst>
                </p14:cNvPr>
                <p14:cNvContentPartPr/>
                <p14:nvPr/>
              </p14:nvContentPartPr>
              <p14:xfrm>
                <a:off x="1113918" y="2227930"/>
                <a:ext cx="1072440" cy="69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C7CA54-49BA-4C9A-6371-1DC578DF287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5918" y="2209930"/>
                  <a:ext cx="1108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612BEE-C996-36C1-DA6B-51213BFC1E50}"/>
                    </a:ext>
                  </a:extLst>
                </p14:cNvPr>
                <p14:cNvContentPartPr/>
                <p14:nvPr/>
              </p14:nvContentPartPr>
              <p14:xfrm>
                <a:off x="2150718" y="2253130"/>
                <a:ext cx="44280" cy="510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612BEE-C996-36C1-DA6B-51213BFC1E5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33078" y="2235130"/>
                  <a:ext cx="7992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43406D-F3BE-4877-F31E-E2E58D88ACA7}"/>
                    </a:ext>
                  </a:extLst>
                </p14:cNvPr>
                <p14:cNvContentPartPr/>
                <p14:nvPr/>
              </p14:nvContentPartPr>
              <p14:xfrm>
                <a:off x="2093118" y="2823730"/>
                <a:ext cx="174240" cy="276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43406D-F3BE-4877-F31E-E2E58D88ACA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75478" y="2806090"/>
                  <a:ext cx="209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62E784B-F315-C6CB-F127-0682D51476F6}"/>
                    </a:ext>
                  </a:extLst>
                </p14:cNvPr>
                <p14:cNvContentPartPr/>
                <p14:nvPr/>
              </p14:nvContentPartPr>
              <p14:xfrm>
                <a:off x="2217678" y="3106690"/>
                <a:ext cx="65520" cy="543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62E784B-F315-C6CB-F127-0682D51476F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99678" y="3089050"/>
                  <a:ext cx="10116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09E771-F469-3B7A-E87A-90F87E050EF6}"/>
                    </a:ext>
                  </a:extLst>
                </p14:cNvPr>
                <p14:cNvContentPartPr/>
                <p14:nvPr/>
              </p14:nvContentPartPr>
              <p14:xfrm>
                <a:off x="2244318" y="3710410"/>
                <a:ext cx="9720" cy="21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09E771-F469-3B7A-E87A-90F87E050EF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26318" y="3692770"/>
                  <a:ext cx="45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246A778-6490-088E-1CA7-583AD2CFC817}"/>
                    </a:ext>
                  </a:extLst>
                </p14:cNvPr>
                <p14:cNvContentPartPr/>
                <p14:nvPr/>
              </p14:nvContentPartPr>
              <p14:xfrm>
                <a:off x="2282118" y="3687730"/>
                <a:ext cx="6480" cy="11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246A778-6490-088E-1CA7-583AD2CFC81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64118" y="3670090"/>
                  <a:ext cx="42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9A94DA-C4D4-A893-761F-052F69C48F15}"/>
                    </a:ext>
                  </a:extLst>
                </p14:cNvPr>
                <p14:cNvContentPartPr/>
                <p14:nvPr/>
              </p14:nvContentPartPr>
              <p14:xfrm>
                <a:off x="2201478" y="3616090"/>
                <a:ext cx="85320" cy="85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9A94DA-C4D4-A893-761F-052F69C48F1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83478" y="3598450"/>
                  <a:ext cx="120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938866F-F693-DA74-0263-7B078C56CB44}"/>
                    </a:ext>
                  </a:extLst>
                </p14:cNvPr>
                <p14:cNvContentPartPr/>
                <p14:nvPr/>
              </p14:nvContentPartPr>
              <p14:xfrm>
                <a:off x="2264478" y="3758290"/>
                <a:ext cx="25560" cy="520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938866F-F693-DA74-0263-7B078C56CB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46478" y="3740650"/>
                  <a:ext cx="6120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C23FBC9-A6AB-F2FF-91E3-106341F7924F}"/>
                    </a:ext>
                  </a:extLst>
                </p14:cNvPr>
                <p14:cNvContentPartPr/>
                <p14:nvPr/>
              </p14:nvContentPartPr>
              <p14:xfrm>
                <a:off x="2259078" y="4261210"/>
                <a:ext cx="84960" cy="292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C23FBC9-A6AB-F2FF-91E3-106341F7924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41438" y="4243570"/>
                  <a:ext cx="1206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E13FDCD-A98B-5978-03DC-96D14CD4058D}"/>
                    </a:ext>
                  </a:extLst>
                </p14:cNvPr>
                <p14:cNvContentPartPr/>
                <p14:nvPr/>
              </p14:nvContentPartPr>
              <p14:xfrm>
                <a:off x="2268798" y="4569010"/>
                <a:ext cx="61920" cy="617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E13FDCD-A98B-5978-03DC-96D14CD4058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50798" y="4551010"/>
                  <a:ext cx="9756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4DA391-45A0-7A08-68A5-5975501C91BE}"/>
                    </a:ext>
                  </a:extLst>
                </p14:cNvPr>
                <p14:cNvContentPartPr/>
                <p14:nvPr/>
              </p14:nvContentPartPr>
              <p14:xfrm>
                <a:off x="1196718" y="3606010"/>
                <a:ext cx="31320" cy="1352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4DA391-45A0-7A08-68A5-5975501C91B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78718" y="3588370"/>
                  <a:ext cx="66960" cy="13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E7CDE6-3330-9490-BFFF-DDE361334A6B}"/>
                    </a:ext>
                  </a:extLst>
                </p14:cNvPr>
                <p14:cNvContentPartPr/>
                <p14:nvPr/>
              </p14:nvContentPartPr>
              <p14:xfrm>
                <a:off x="1188078" y="4970410"/>
                <a:ext cx="1060920" cy="48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E7CDE6-3330-9490-BFFF-DDE361334A6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70078" y="4952770"/>
                  <a:ext cx="1096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635969-0904-A9D0-5A6F-564688F985DF}"/>
                    </a:ext>
                  </a:extLst>
                </p14:cNvPr>
                <p14:cNvContentPartPr/>
                <p14:nvPr/>
              </p14:nvContentPartPr>
              <p14:xfrm>
                <a:off x="1471398" y="2942890"/>
                <a:ext cx="138600" cy="290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635969-0904-A9D0-5A6F-564688F985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453758" y="2924890"/>
                  <a:ext cx="174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56B9A71-7D80-E9AE-1AE9-466DF9F0E070}"/>
                    </a:ext>
                  </a:extLst>
                </p14:cNvPr>
                <p14:cNvContentPartPr/>
                <p14:nvPr/>
              </p14:nvContentPartPr>
              <p14:xfrm>
                <a:off x="1752918" y="4968250"/>
                <a:ext cx="39600" cy="423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56B9A71-7D80-E9AE-1AE9-466DF9F0E07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34918" y="4950610"/>
                  <a:ext cx="752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F537FCC-7440-5012-596D-C164DA6081D5}"/>
                    </a:ext>
                  </a:extLst>
                </p14:cNvPr>
                <p14:cNvContentPartPr/>
                <p14:nvPr/>
              </p14:nvContentPartPr>
              <p14:xfrm>
                <a:off x="1738518" y="5329330"/>
                <a:ext cx="38160" cy="69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F537FCC-7440-5012-596D-C164DA6081D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720878" y="5311330"/>
                  <a:ext cx="73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D5586E3-8ADC-64C7-2FE3-11C1C7CF172B}"/>
                    </a:ext>
                  </a:extLst>
                </p14:cNvPr>
                <p14:cNvContentPartPr/>
                <p14:nvPr/>
              </p14:nvContentPartPr>
              <p14:xfrm>
                <a:off x="1576518" y="1910410"/>
                <a:ext cx="52200" cy="347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D5586E3-8ADC-64C7-2FE3-11C1C7CF17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558518" y="1892410"/>
                  <a:ext cx="87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702F02-2714-BAB8-8A0F-4C1691157468}"/>
                    </a:ext>
                  </a:extLst>
                </p14:cNvPr>
                <p14:cNvContentPartPr/>
                <p14:nvPr/>
              </p14:nvContentPartPr>
              <p14:xfrm>
                <a:off x="1651398" y="2893570"/>
                <a:ext cx="87120" cy="170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702F02-2714-BAB8-8A0F-4C169115746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33398" y="2875930"/>
                  <a:ext cx="122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F64F68D-3B7A-5CA2-E5E4-0CA902DB7E29}"/>
                    </a:ext>
                  </a:extLst>
                </p14:cNvPr>
                <p14:cNvContentPartPr/>
                <p14:nvPr/>
              </p14:nvContentPartPr>
              <p14:xfrm>
                <a:off x="1744998" y="2919850"/>
                <a:ext cx="94680" cy="51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F64F68D-3B7A-5CA2-E5E4-0CA902DB7E2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26998" y="2901850"/>
                  <a:ext cx="130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78F7237-4313-6B25-4C57-4CA14501C10B}"/>
                    </a:ext>
                  </a:extLst>
                </p14:cNvPr>
                <p14:cNvContentPartPr/>
                <p14:nvPr/>
              </p14:nvContentPartPr>
              <p14:xfrm>
                <a:off x="1716918" y="4208650"/>
                <a:ext cx="144360" cy="171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78F7237-4313-6B25-4C57-4CA14501C10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98918" y="4190650"/>
                  <a:ext cx="180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76941BB-1613-867A-E6E9-652B3587FBE5}"/>
                    </a:ext>
                  </a:extLst>
                </p14:cNvPr>
                <p14:cNvContentPartPr/>
                <p14:nvPr/>
              </p14:nvContentPartPr>
              <p14:xfrm>
                <a:off x="1839678" y="4265170"/>
                <a:ext cx="38880" cy="181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6941BB-1613-867A-E6E9-652B3587FBE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821678" y="4247530"/>
                  <a:ext cx="74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FB1D337-65F7-01D1-ED4D-6B81D8C21364}"/>
                    </a:ext>
                  </a:extLst>
                </p14:cNvPr>
                <p14:cNvContentPartPr/>
                <p14:nvPr/>
              </p14:nvContentPartPr>
              <p14:xfrm>
                <a:off x="1898718" y="4207210"/>
                <a:ext cx="54720" cy="149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FB1D337-65F7-01D1-ED4D-6B81D8C2136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80718" y="4189570"/>
                  <a:ext cx="90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A8B2B3-B12F-79D2-FC2D-DCFDA17E6888}"/>
                    </a:ext>
                  </a:extLst>
                </p14:cNvPr>
                <p14:cNvContentPartPr/>
                <p14:nvPr/>
              </p14:nvContentPartPr>
              <p14:xfrm>
                <a:off x="1953798" y="4216930"/>
                <a:ext cx="85680" cy="9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A8B2B3-B12F-79D2-FC2D-DCFDA17E688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36158" y="4198930"/>
                  <a:ext cx="1213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B337D50-074A-687B-A707-14F52BC6DE9D}"/>
              </a:ext>
            </a:extLst>
          </p:cNvPr>
          <p:cNvGrpSpPr/>
          <p:nvPr/>
        </p:nvGrpSpPr>
        <p:grpSpPr>
          <a:xfrm>
            <a:off x="2650398" y="3107410"/>
            <a:ext cx="1802520" cy="729720"/>
            <a:chOff x="2650398" y="3107410"/>
            <a:chExt cx="1802520" cy="72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1DAE23-17E6-A4BD-F1B9-A8E79DA84A7D}"/>
                    </a:ext>
                  </a:extLst>
                </p14:cNvPr>
                <p14:cNvContentPartPr/>
                <p14:nvPr/>
              </p14:nvContentPartPr>
              <p14:xfrm>
                <a:off x="2941998" y="3202450"/>
                <a:ext cx="269640" cy="50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1DAE23-17E6-A4BD-F1B9-A8E79DA84A7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923998" y="3184450"/>
                  <a:ext cx="305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C90DDF-E27C-3725-FA10-E76CBD83BDB0}"/>
                    </a:ext>
                  </a:extLst>
                </p14:cNvPr>
                <p14:cNvContentPartPr/>
                <p14:nvPr/>
              </p14:nvContentPartPr>
              <p14:xfrm>
                <a:off x="3221358" y="3107410"/>
                <a:ext cx="366120" cy="10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C90DDF-E27C-3725-FA10-E76CBD83BDB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203718" y="3089770"/>
                  <a:ext cx="401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87DDF56-A5D9-105D-A72B-197579BAFBD2}"/>
                    </a:ext>
                  </a:extLst>
                </p14:cNvPr>
                <p14:cNvContentPartPr/>
                <p14:nvPr/>
              </p14:nvContentPartPr>
              <p14:xfrm>
                <a:off x="3601158" y="3158170"/>
                <a:ext cx="332280" cy="18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87DDF56-A5D9-105D-A72B-197579BAFBD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583518" y="3140530"/>
                  <a:ext cx="367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406A3D-4F84-2D86-C89E-98713D4F6C86}"/>
                    </a:ext>
                  </a:extLst>
                </p14:cNvPr>
                <p14:cNvContentPartPr/>
                <p14:nvPr/>
              </p14:nvContentPartPr>
              <p14:xfrm>
                <a:off x="3090678" y="3804730"/>
                <a:ext cx="303840" cy="32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406A3D-4F84-2D86-C89E-98713D4F6C8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073038" y="3787090"/>
                  <a:ext cx="3394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EAD44F-BE32-0B32-7EF6-FDF281983FAE}"/>
                    </a:ext>
                  </a:extLst>
                </p14:cNvPr>
                <p14:cNvContentPartPr/>
                <p14:nvPr/>
              </p14:nvContentPartPr>
              <p14:xfrm>
                <a:off x="3408918" y="3721930"/>
                <a:ext cx="360000" cy="93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EAD44F-BE32-0B32-7EF6-FDF281983FA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390918" y="3703930"/>
                  <a:ext cx="3956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D194CD2-704D-FE8E-5C83-43E34F4B24EC}"/>
                    </a:ext>
                  </a:extLst>
                </p14:cNvPr>
                <p14:cNvContentPartPr/>
                <p14:nvPr/>
              </p14:nvContentPartPr>
              <p14:xfrm>
                <a:off x="3833358" y="3745330"/>
                <a:ext cx="234720" cy="25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D194CD2-704D-FE8E-5C83-43E34F4B24E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815358" y="3727690"/>
                  <a:ext cx="270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DDBDE8-A9AF-29A9-9AB7-84DD35A0E6FC}"/>
                    </a:ext>
                  </a:extLst>
                </p14:cNvPr>
                <p14:cNvContentPartPr/>
                <p14:nvPr/>
              </p14:nvContentPartPr>
              <p14:xfrm>
                <a:off x="3998238" y="3231610"/>
                <a:ext cx="82440" cy="484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DDBDE8-A9AF-29A9-9AB7-84DD35A0E6F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80598" y="3213970"/>
                  <a:ext cx="1180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F8302A6-E71B-FB3A-774C-0EFECDEF0DC6}"/>
                    </a:ext>
                  </a:extLst>
                </p14:cNvPr>
                <p14:cNvContentPartPr/>
                <p14:nvPr/>
              </p14:nvContentPartPr>
              <p14:xfrm>
                <a:off x="2965038" y="3262930"/>
                <a:ext cx="61200" cy="568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F8302A6-E71B-FB3A-774C-0EFECDEF0DC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47038" y="3244930"/>
                  <a:ext cx="9684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6E6175-5EB9-9576-9DCA-9261EC1EFBE4}"/>
                    </a:ext>
                  </a:extLst>
                </p14:cNvPr>
                <p14:cNvContentPartPr/>
                <p14:nvPr/>
              </p14:nvContentPartPr>
              <p14:xfrm>
                <a:off x="2657598" y="3506650"/>
                <a:ext cx="341280" cy="24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6E6175-5EB9-9576-9DCA-9261EC1EFBE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39598" y="3488650"/>
                  <a:ext cx="376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C7C367F-A143-137E-1031-D32AE221A1D0}"/>
                    </a:ext>
                  </a:extLst>
                </p14:cNvPr>
                <p14:cNvContentPartPr/>
                <p14:nvPr/>
              </p14:nvContentPartPr>
              <p14:xfrm>
                <a:off x="2650398" y="3471730"/>
                <a:ext cx="75240" cy="74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C7C367F-A143-137E-1031-D32AE221A1D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32758" y="3454090"/>
                  <a:ext cx="110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10361D0-F28E-384B-9901-D3448E60FB27}"/>
                    </a:ext>
                  </a:extLst>
                </p14:cNvPr>
                <p14:cNvContentPartPr/>
                <p14:nvPr/>
              </p14:nvContentPartPr>
              <p14:xfrm>
                <a:off x="4044678" y="3382810"/>
                <a:ext cx="408240" cy="83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10361D0-F28E-384B-9901-D3448E60FB2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027038" y="3365170"/>
                  <a:ext cx="44388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031EDC5-3457-B2A5-A6A0-1C05BD1D2C67}"/>
                  </a:ext>
                </a:extLst>
              </p14:cNvPr>
              <p14:cNvContentPartPr/>
              <p14:nvPr/>
            </p14:nvContentPartPr>
            <p14:xfrm>
              <a:off x="3332238" y="2656690"/>
              <a:ext cx="69480" cy="1908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031EDC5-3457-B2A5-A6A0-1C05BD1D2C67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314238" y="2638690"/>
                <a:ext cx="10512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AA934544-A99D-E281-D4DC-5D65AA4F4BC6}"/>
              </a:ext>
            </a:extLst>
          </p:cNvPr>
          <p:cNvGrpSpPr/>
          <p:nvPr/>
        </p:nvGrpSpPr>
        <p:grpSpPr>
          <a:xfrm>
            <a:off x="3371118" y="4110370"/>
            <a:ext cx="203040" cy="239400"/>
            <a:chOff x="3371118" y="4110370"/>
            <a:chExt cx="20304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C56F02-12E3-5DB9-146D-14F5810644C0}"/>
                    </a:ext>
                  </a:extLst>
                </p14:cNvPr>
                <p14:cNvContentPartPr/>
                <p14:nvPr/>
              </p14:nvContentPartPr>
              <p14:xfrm>
                <a:off x="3476238" y="4110370"/>
                <a:ext cx="97920" cy="239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C56F02-12E3-5DB9-146D-14F5810644C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458238" y="4092730"/>
                  <a:ext cx="1335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9CB8798-B47F-B4ED-5E96-3150547CC204}"/>
                    </a:ext>
                  </a:extLst>
                </p14:cNvPr>
                <p14:cNvContentPartPr/>
                <p14:nvPr/>
              </p14:nvContentPartPr>
              <p14:xfrm>
                <a:off x="3371118" y="4174810"/>
                <a:ext cx="123480" cy="120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9CB8798-B47F-B4ED-5E96-3150547CC20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53118" y="4157170"/>
                  <a:ext cx="1591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6CA4C8C-7790-9A2A-C124-4910F7AD0536}"/>
              </a:ext>
            </a:extLst>
          </p:cNvPr>
          <p:cNvGrpSpPr/>
          <p:nvPr/>
        </p:nvGrpSpPr>
        <p:grpSpPr>
          <a:xfrm>
            <a:off x="2963238" y="1132090"/>
            <a:ext cx="1039320" cy="867960"/>
            <a:chOff x="2963238" y="1132090"/>
            <a:chExt cx="1039320" cy="86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E633D71-330B-B05D-8719-744997E9384C}"/>
                    </a:ext>
                  </a:extLst>
                </p14:cNvPr>
                <p14:cNvContentPartPr/>
                <p14:nvPr/>
              </p14:nvContentPartPr>
              <p14:xfrm>
                <a:off x="3120558" y="1132090"/>
                <a:ext cx="95400" cy="355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E633D71-330B-B05D-8719-744997E9384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102918" y="1114090"/>
                  <a:ext cx="1310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DF38F86-A4ED-3D0D-7BD5-5A4C34536449}"/>
                    </a:ext>
                  </a:extLst>
                </p14:cNvPr>
                <p14:cNvContentPartPr/>
                <p14:nvPr/>
              </p14:nvContentPartPr>
              <p14:xfrm>
                <a:off x="2963238" y="1455370"/>
                <a:ext cx="630000" cy="109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DF38F86-A4ED-3D0D-7BD5-5A4C345364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945598" y="1437730"/>
                  <a:ext cx="665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9116C29-F321-1565-4852-98FC945D6FB0}"/>
                    </a:ext>
                  </a:extLst>
                </p14:cNvPr>
                <p14:cNvContentPartPr/>
                <p14:nvPr/>
              </p14:nvContentPartPr>
              <p14:xfrm>
                <a:off x="3182118" y="1728250"/>
                <a:ext cx="128160" cy="271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9116C29-F321-1565-4852-98FC945D6FB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164478" y="1710250"/>
                  <a:ext cx="1638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1E7FEFE-F395-34F6-34CC-47F88C6D46C7}"/>
                    </a:ext>
                  </a:extLst>
                </p14:cNvPr>
                <p14:cNvContentPartPr/>
                <p14:nvPr/>
              </p14:nvContentPartPr>
              <p14:xfrm>
                <a:off x="3224598" y="1674610"/>
                <a:ext cx="222840" cy="177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1E7FEFE-F395-34F6-34CC-47F88C6D46C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06598" y="1656970"/>
                  <a:ext cx="258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70A8B9-56C4-D7C0-6564-7BE1F0BED0E0}"/>
                    </a:ext>
                  </a:extLst>
                </p14:cNvPr>
                <p14:cNvContentPartPr/>
                <p14:nvPr/>
              </p14:nvContentPartPr>
              <p14:xfrm>
                <a:off x="3486678" y="1755970"/>
                <a:ext cx="95040" cy="134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70A8B9-56C4-D7C0-6564-7BE1F0BED0E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468678" y="1738330"/>
                  <a:ext cx="130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6506A1C-05F5-4011-2ADE-DE50E632DFD0}"/>
                    </a:ext>
                  </a:extLst>
                </p14:cNvPr>
                <p14:cNvContentPartPr/>
                <p14:nvPr/>
              </p14:nvContentPartPr>
              <p14:xfrm>
                <a:off x="3679278" y="1752730"/>
                <a:ext cx="168840" cy="179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6506A1C-05F5-4011-2ADE-DE50E632DFD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661278" y="1735090"/>
                  <a:ext cx="204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91CF25-7BC0-12A4-AB36-B98385112ED9}"/>
                    </a:ext>
                  </a:extLst>
                </p14:cNvPr>
                <p14:cNvContentPartPr/>
                <p14:nvPr/>
              </p14:nvContentPartPr>
              <p14:xfrm>
                <a:off x="3940638" y="1315330"/>
                <a:ext cx="14040" cy="21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91CF25-7BC0-12A4-AB36-B98385112ED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922998" y="1297690"/>
                  <a:ext cx="49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8426DB-7DCE-3F57-2976-1F03C879BDC0}"/>
                    </a:ext>
                  </a:extLst>
                </p14:cNvPr>
                <p14:cNvContentPartPr/>
                <p14:nvPr/>
              </p14:nvContentPartPr>
              <p14:xfrm>
                <a:off x="3935598" y="1455010"/>
                <a:ext cx="66960" cy="25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8426DB-7DCE-3F57-2976-1F03C879BDC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917958" y="1437010"/>
                  <a:ext cx="10260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4F90C86-CF83-A6E7-0637-CF3826B21645}"/>
              </a:ext>
            </a:extLst>
          </p:cNvPr>
          <p:cNvGrpSpPr/>
          <p:nvPr/>
        </p:nvGrpSpPr>
        <p:grpSpPr>
          <a:xfrm>
            <a:off x="4283358" y="754810"/>
            <a:ext cx="1618200" cy="1055880"/>
            <a:chOff x="4283358" y="754810"/>
            <a:chExt cx="1618200" cy="10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992BE0-3FD2-F715-B4C8-FB8DCEDA58FF}"/>
                    </a:ext>
                  </a:extLst>
                </p14:cNvPr>
                <p14:cNvContentPartPr/>
                <p14:nvPr/>
              </p14:nvContentPartPr>
              <p14:xfrm>
                <a:off x="4289478" y="928690"/>
                <a:ext cx="71640" cy="397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992BE0-3FD2-F715-B4C8-FB8DCEDA58F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271478" y="910690"/>
                  <a:ext cx="1072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D80B59B-CBE4-B8F7-2EE1-9408C4E437C4}"/>
                    </a:ext>
                  </a:extLst>
                </p14:cNvPr>
                <p14:cNvContentPartPr/>
                <p14:nvPr/>
              </p14:nvContentPartPr>
              <p14:xfrm>
                <a:off x="4283358" y="1312450"/>
                <a:ext cx="381600" cy="73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D80B59B-CBE4-B8F7-2EE1-9408C4E437C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265718" y="1294450"/>
                  <a:ext cx="417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C015E5B-00A9-4CBB-54A8-9C6ED9BC2BD4}"/>
                    </a:ext>
                  </a:extLst>
                </p14:cNvPr>
                <p14:cNvContentPartPr/>
                <p14:nvPr/>
              </p14:nvContentPartPr>
              <p14:xfrm>
                <a:off x="4453998" y="1538530"/>
                <a:ext cx="104760" cy="272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C015E5B-00A9-4CBB-54A8-9C6ED9BC2BD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435998" y="1520890"/>
                  <a:ext cx="1404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E6F01FA-8944-2798-53FC-062C452F86D8}"/>
                    </a:ext>
                  </a:extLst>
                </p14:cNvPr>
                <p14:cNvContentPartPr/>
                <p14:nvPr/>
              </p14:nvContentPartPr>
              <p14:xfrm>
                <a:off x="4717878" y="1506130"/>
                <a:ext cx="66600" cy="191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E6F01FA-8944-2798-53FC-062C452F86D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699878" y="1488130"/>
                  <a:ext cx="1022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C1789F6-5D73-7CF9-1876-0E7C1E69CE70}"/>
                    </a:ext>
                  </a:extLst>
                </p14:cNvPr>
                <p14:cNvContentPartPr/>
                <p14:nvPr/>
              </p14:nvContentPartPr>
              <p14:xfrm>
                <a:off x="4790598" y="1501090"/>
                <a:ext cx="94320" cy="154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C1789F6-5D73-7CF9-1876-0E7C1E69CE7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772598" y="1483450"/>
                  <a:ext cx="129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75A9936-CAAD-D8F8-540D-C8FA354F81B2}"/>
                    </a:ext>
                  </a:extLst>
                </p14:cNvPr>
                <p14:cNvContentPartPr/>
                <p14:nvPr/>
              </p14:nvContentPartPr>
              <p14:xfrm>
                <a:off x="4965558" y="1251250"/>
                <a:ext cx="149400" cy="48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75A9936-CAAD-D8F8-540D-C8FA354F81B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47918" y="1233250"/>
                  <a:ext cx="185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FBC4118-6AFE-5088-3D45-EBE74A242834}"/>
                    </a:ext>
                  </a:extLst>
                </p14:cNvPr>
                <p14:cNvContentPartPr/>
                <p14:nvPr/>
              </p14:nvContentPartPr>
              <p14:xfrm>
                <a:off x="5005158" y="1201570"/>
                <a:ext cx="63360" cy="195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FBC4118-6AFE-5088-3D45-EBE74A24283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87518" y="1183570"/>
                  <a:ext cx="99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E233273-2763-C9DD-06DE-9296C30FAAB9}"/>
                    </a:ext>
                  </a:extLst>
                </p14:cNvPr>
                <p14:cNvContentPartPr/>
                <p14:nvPr/>
              </p14:nvContentPartPr>
              <p14:xfrm>
                <a:off x="5349678" y="754810"/>
                <a:ext cx="63000" cy="394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E233273-2763-C9DD-06DE-9296C30FAAB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332038" y="736810"/>
                  <a:ext cx="986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F17394A-7AC9-6CC9-86F0-6739DB202D20}"/>
                    </a:ext>
                  </a:extLst>
                </p14:cNvPr>
                <p14:cNvContentPartPr/>
                <p14:nvPr/>
              </p14:nvContentPartPr>
              <p14:xfrm>
                <a:off x="5328798" y="1130650"/>
                <a:ext cx="394560" cy="81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F17394A-7AC9-6CC9-86F0-6739DB202D2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10798" y="1112650"/>
                  <a:ext cx="430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1A4DB07-B2FA-C03B-838F-3E8122D81877}"/>
                    </a:ext>
                  </a:extLst>
                </p14:cNvPr>
                <p14:cNvContentPartPr/>
                <p14:nvPr/>
              </p14:nvContentPartPr>
              <p14:xfrm>
                <a:off x="5451918" y="1413970"/>
                <a:ext cx="180360" cy="106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1A4DB07-B2FA-C03B-838F-3E8122D8187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33918" y="1395970"/>
                  <a:ext cx="216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999B777-6233-37AD-FFC6-87F73F063B82}"/>
                    </a:ext>
                  </a:extLst>
                </p14:cNvPr>
                <p14:cNvContentPartPr/>
                <p14:nvPr/>
              </p14:nvContentPartPr>
              <p14:xfrm>
                <a:off x="5598078" y="1380850"/>
                <a:ext cx="56520" cy="243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999B777-6233-37AD-FFC6-87F73F063B8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580438" y="1362850"/>
                  <a:ext cx="92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478F105-1F81-12FD-669D-6E9A3E06087B}"/>
                    </a:ext>
                  </a:extLst>
                </p14:cNvPr>
                <p14:cNvContentPartPr/>
                <p14:nvPr/>
              </p14:nvContentPartPr>
              <p14:xfrm>
                <a:off x="5751798" y="1431610"/>
                <a:ext cx="48600" cy="1036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478F105-1F81-12FD-669D-6E9A3E06087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34158" y="1413610"/>
                  <a:ext cx="84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AC9524E-198E-4F17-75E9-CAB14B504FF4}"/>
                    </a:ext>
                  </a:extLst>
                </p14:cNvPr>
                <p14:cNvContentPartPr/>
                <p14:nvPr/>
              </p14:nvContentPartPr>
              <p14:xfrm>
                <a:off x="5781318" y="1435930"/>
                <a:ext cx="120240" cy="121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AC9524E-198E-4F17-75E9-CAB14B504FF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63678" y="1418290"/>
                  <a:ext cx="1558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8802E82-E894-3D54-8099-3CCB3B5E236C}"/>
              </a:ext>
            </a:extLst>
          </p:cNvPr>
          <p:cNvGrpSpPr/>
          <p:nvPr/>
        </p:nvGrpSpPr>
        <p:grpSpPr>
          <a:xfrm>
            <a:off x="4380558" y="2480650"/>
            <a:ext cx="1299240" cy="115560"/>
            <a:chOff x="4380558" y="2480650"/>
            <a:chExt cx="1299240" cy="11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A59E472-395A-2C96-1981-8FDF1FB321A0}"/>
                    </a:ext>
                  </a:extLst>
                </p14:cNvPr>
                <p14:cNvContentPartPr/>
                <p14:nvPr/>
              </p14:nvContentPartPr>
              <p14:xfrm>
                <a:off x="4380558" y="2480650"/>
                <a:ext cx="42840" cy="16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A59E472-395A-2C96-1981-8FDF1FB321A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362558" y="2462650"/>
                  <a:ext cx="78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0502A3F-ABE1-3221-105C-79630D9A6214}"/>
                    </a:ext>
                  </a:extLst>
                </p14:cNvPr>
                <p14:cNvContentPartPr/>
                <p14:nvPr/>
              </p14:nvContentPartPr>
              <p14:xfrm>
                <a:off x="4406838" y="2558410"/>
                <a:ext cx="68760" cy="37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0502A3F-ABE1-3221-105C-79630D9A621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388838" y="2540770"/>
                  <a:ext cx="104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1AD8F7F-EF06-0F63-DD1F-8A98500B3440}"/>
                    </a:ext>
                  </a:extLst>
                </p14:cNvPr>
                <p14:cNvContentPartPr/>
                <p14:nvPr/>
              </p14:nvContentPartPr>
              <p14:xfrm>
                <a:off x="4634358" y="2485690"/>
                <a:ext cx="1045440" cy="496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1AD8F7F-EF06-0F63-DD1F-8A98500B344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616358" y="2468050"/>
                  <a:ext cx="108108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2AD049D-29F7-8D43-ECE5-3445535F0150}"/>
              </a:ext>
            </a:extLst>
          </p:cNvPr>
          <p:cNvGrpSpPr/>
          <p:nvPr/>
        </p:nvGrpSpPr>
        <p:grpSpPr>
          <a:xfrm>
            <a:off x="5017038" y="2696290"/>
            <a:ext cx="585000" cy="244440"/>
            <a:chOff x="5017038" y="2696290"/>
            <a:chExt cx="58500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2D55964-C99A-418A-4870-3FA96A9640D5}"/>
                    </a:ext>
                  </a:extLst>
                </p14:cNvPr>
                <p14:cNvContentPartPr/>
                <p14:nvPr/>
              </p14:nvContentPartPr>
              <p14:xfrm>
                <a:off x="5017038" y="2696290"/>
                <a:ext cx="47880" cy="235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2D55964-C99A-418A-4870-3FA96A9640D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999038" y="2678650"/>
                  <a:ext cx="83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FCA0FBC-591D-657F-31A6-43D84ADC15DF}"/>
                    </a:ext>
                  </a:extLst>
                </p14:cNvPr>
                <p14:cNvContentPartPr/>
                <p14:nvPr/>
              </p14:nvContentPartPr>
              <p14:xfrm>
                <a:off x="5159238" y="2856490"/>
                <a:ext cx="3240" cy="57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FCA0FBC-591D-657F-31A6-43D84ADC15D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141238" y="2838850"/>
                  <a:ext cx="38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AC437D5-B68C-CC2E-6385-08BAFD9525D5}"/>
                    </a:ext>
                  </a:extLst>
                </p14:cNvPr>
                <p14:cNvContentPartPr/>
                <p14:nvPr/>
              </p14:nvContentPartPr>
              <p14:xfrm>
                <a:off x="5369478" y="2702050"/>
                <a:ext cx="187920" cy="159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AC437D5-B68C-CC2E-6385-08BAFD9525D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351478" y="2684050"/>
                  <a:ext cx="223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70A1D48-5E36-6997-5328-CE01CD232BA2}"/>
                    </a:ext>
                  </a:extLst>
                </p14:cNvPr>
                <p14:cNvContentPartPr/>
                <p14:nvPr/>
              </p14:nvContentPartPr>
              <p14:xfrm>
                <a:off x="5540478" y="2757130"/>
                <a:ext cx="21240" cy="107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70A1D48-5E36-6997-5328-CE01CD232BA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22478" y="2739490"/>
                  <a:ext cx="56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A245C69-FB00-C5C6-522B-B7262354C88F}"/>
                    </a:ext>
                  </a:extLst>
                </p14:cNvPr>
                <p14:cNvContentPartPr/>
                <p14:nvPr/>
              </p14:nvContentPartPr>
              <p14:xfrm>
                <a:off x="5563878" y="2784130"/>
                <a:ext cx="38160" cy="156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A245C69-FB00-C5C6-522B-B7262354C88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545878" y="2766130"/>
                  <a:ext cx="7380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20D708D-60B8-ADF6-2AB2-9327FCCA7773}"/>
              </a:ext>
            </a:extLst>
          </p:cNvPr>
          <p:cNvGrpSpPr/>
          <p:nvPr/>
        </p:nvGrpSpPr>
        <p:grpSpPr>
          <a:xfrm>
            <a:off x="5018478" y="2168170"/>
            <a:ext cx="168120" cy="240480"/>
            <a:chOff x="5018478" y="2168170"/>
            <a:chExt cx="16812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DFD0148-E5FA-544A-AD1C-6176FB9CDF53}"/>
                    </a:ext>
                  </a:extLst>
                </p14:cNvPr>
                <p14:cNvContentPartPr/>
                <p14:nvPr/>
              </p14:nvContentPartPr>
              <p14:xfrm>
                <a:off x="5018478" y="2168170"/>
                <a:ext cx="168120" cy="442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DFD0148-E5FA-544A-AD1C-6176FB9CDF5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000838" y="2150170"/>
                  <a:ext cx="203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9647C97-D138-E2C1-CDFE-34521A8AACB5}"/>
                    </a:ext>
                  </a:extLst>
                </p14:cNvPr>
                <p14:cNvContentPartPr/>
                <p14:nvPr/>
              </p14:nvContentPartPr>
              <p14:xfrm>
                <a:off x="5048358" y="2212810"/>
                <a:ext cx="104040" cy="1958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9647C97-D138-E2C1-CDFE-34521A8AACB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30718" y="2194810"/>
                  <a:ext cx="13968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49BEA372-DC43-E6BC-FFAC-D9CE81615631}"/>
              </a:ext>
            </a:extLst>
          </p:cNvPr>
          <p:cNvGrpSpPr/>
          <p:nvPr/>
        </p:nvGrpSpPr>
        <p:grpSpPr>
          <a:xfrm>
            <a:off x="4888518" y="3405490"/>
            <a:ext cx="813960" cy="773640"/>
            <a:chOff x="4888518" y="3405490"/>
            <a:chExt cx="813960" cy="77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C64D88F-298E-6BED-830C-4B63220E8056}"/>
                    </a:ext>
                  </a:extLst>
                </p14:cNvPr>
                <p14:cNvContentPartPr/>
                <p14:nvPr/>
              </p14:nvContentPartPr>
              <p14:xfrm>
                <a:off x="4888518" y="3705370"/>
                <a:ext cx="94680" cy="24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C64D88F-298E-6BED-830C-4B63220E805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870518" y="3687730"/>
                  <a:ext cx="130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DFD8041-D409-6430-9E97-034F926BF072}"/>
                    </a:ext>
                  </a:extLst>
                </p14:cNvPr>
                <p14:cNvContentPartPr/>
                <p14:nvPr/>
              </p14:nvContentPartPr>
              <p14:xfrm>
                <a:off x="4973838" y="3756490"/>
                <a:ext cx="63360" cy="25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DFD8041-D409-6430-9E97-034F926BF07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956198" y="3738490"/>
                  <a:ext cx="99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2481F39-E063-E974-974E-4F7EB2F90DD3}"/>
                    </a:ext>
                  </a:extLst>
                </p14:cNvPr>
                <p14:cNvContentPartPr/>
                <p14:nvPr/>
              </p14:nvContentPartPr>
              <p14:xfrm>
                <a:off x="5222238" y="3425650"/>
                <a:ext cx="113040" cy="19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2481F39-E063-E974-974E-4F7EB2F90DD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04598" y="3408010"/>
                  <a:ext cx="148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8CBDE5E-25B4-D0F3-510D-A22C2AAF20DA}"/>
                    </a:ext>
                  </a:extLst>
                </p14:cNvPr>
                <p14:cNvContentPartPr/>
                <p14:nvPr/>
              </p14:nvContentPartPr>
              <p14:xfrm>
                <a:off x="5151318" y="3405490"/>
                <a:ext cx="155880" cy="242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8CBDE5E-25B4-D0F3-510D-A22C2AAF20D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133678" y="3387850"/>
                  <a:ext cx="1915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F395C42-FF29-4F4E-E92D-29227064FAC7}"/>
                    </a:ext>
                  </a:extLst>
                </p14:cNvPr>
                <p14:cNvContentPartPr/>
                <p14:nvPr/>
              </p14:nvContentPartPr>
              <p14:xfrm>
                <a:off x="5177238" y="3688090"/>
                <a:ext cx="525240" cy="914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F395C42-FF29-4F4E-E92D-29227064FAC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59238" y="3670090"/>
                  <a:ext cx="56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916D7B3-4620-A9B7-E3D4-A8EEAA222DAC}"/>
                    </a:ext>
                  </a:extLst>
                </p14:cNvPr>
                <p14:cNvContentPartPr/>
                <p14:nvPr/>
              </p14:nvContentPartPr>
              <p14:xfrm>
                <a:off x="5377038" y="3886450"/>
                <a:ext cx="173880" cy="155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916D7B3-4620-A9B7-E3D4-A8EEAA222DA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359038" y="3868450"/>
                  <a:ext cx="209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7060016-9346-CA2F-38AB-F3CBB24EAC65}"/>
                    </a:ext>
                  </a:extLst>
                </p14:cNvPr>
                <p14:cNvContentPartPr/>
                <p14:nvPr/>
              </p14:nvContentPartPr>
              <p14:xfrm>
                <a:off x="5532198" y="3869530"/>
                <a:ext cx="36720" cy="309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7060016-9346-CA2F-38AB-F3CBB24EAC6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14558" y="3851890"/>
                  <a:ext cx="7236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F9BD171-A010-5216-F642-42214E11BD18}"/>
              </a:ext>
            </a:extLst>
          </p:cNvPr>
          <p:cNvGrpSpPr/>
          <p:nvPr/>
        </p:nvGrpSpPr>
        <p:grpSpPr>
          <a:xfrm>
            <a:off x="4385958" y="3647770"/>
            <a:ext cx="214200" cy="263520"/>
            <a:chOff x="4385958" y="3647770"/>
            <a:chExt cx="21420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0AA7725-DD91-D18C-6A5F-281852DE2979}"/>
                    </a:ext>
                  </a:extLst>
                </p14:cNvPr>
                <p14:cNvContentPartPr/>
                <p14:nvPr/>
              </p14:nvContentPartPr>
              <p14:xfrm>
                <a:off x="4385958" y="3877810"/>
                <a:ext cx="214200" cy="33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0AA7725-DD91-D18C-6A5F-281852DE297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367958" y="3859810"/>
                  <a:ext cx="249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36ADC25-0350-35D2-9B45-03AF04A57910}"/>
                    </a:ext>
                  </a:extLst>
                </p14:cNvPr>
                <p14:cNvContentPartPr/>
                <p14:nvPr/>
              </p14:nvContentPartPr>
              <p14:xfrm>
                <a:off x="4504038" y="3647770"/>
                <a:ext cx="60840" cy="179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36ADC25-0350-35D2-9B45-03AF04A5791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486398" y="3630130"/>
                  <a:ext cx="9648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B47FC9C-CB70-F8C4-B7A7-952FC267F8B5}"/>
              </a:ext>
            </a:extLst>
          </p:cNvPr>
          <p:cNvGrpSpPr/>
          <p:nvPr/>
        </p:nvGrpSpPr>
        <p:grpSpPr>
          <a:xfrm>
            <a:off x="4540758" y="4083730"/>
            <a:ext cx="577080" cy="366120"/>
            <a:chOff x="4540758" y="4083730"/>
            <a:chExt cx="57708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3B58C80-ADDB-7FC2-9A0B-D22DF60C4D35}"/>
                    </a:ext>
                  </a:extLst>
                </p14:cNvPr>
                <p14:cNvContentPartPr/>
                <p14:nvPr/>
              </p14:nvContentPartPr>
              <p14:xfrm>
                <a:off x="4551558" y="4184170"/>
                <a:ext cx="45360" cy="226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3B58C80-ADDB-7FC2-9A0B-D22DF60C4D3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533918" y="4166170"/>
                  <a:ext cx="81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E6601EB-DB94-BE85-1E3C-1F8B79C48593}"/>
                    </a:ext>
                  </a:extLst>
                </p14:cNvPr>
                <p14:cNvContentPartPr/>
                <p14:nvPr/>
              </p14:nvContentPartPr>
              <p14:xfrm>
                <a:off x="4540758" y="4083730"/>
                <a:ext cx="149400" cy="1900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E6601EB-DB94-BE85-1E3C-1F8B79C485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522758" y="4066090"/>
                  <a:ext cx="185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693C545-6137-F7BA-56A1-3D160563C070}"/>
                    </a:ext>
                  </a:extLst>
                </p14:cNvPr>
                <p14:cNvContentPartPr/>
                <p14:nvPr/>
              </p14:nvContentPartPr>
              <p14:xfrm>
                <a:off x="4771518" y="4243210"/>
                <a:ext cx="105120" cy="160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693C545-6137-F7BA-56A1-3D160563C07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53878" y="4225570"/>
                  <a:ext cx="140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17AF432-BF35-EDD9-8611-16DB88CA4174}"/>
                    </a:ext>
                  </a:extLst>
                </p14:cNvPr>
                <p14:cNvContentPartPr/>
                <p14:nvPr/>
              </p14:nvContentPartPr>
              <p14:xfrm>
                <a:off x="4959798" y="4272730"/>
                <a:ext cx="158040" cy="177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17AF432-BF35-EDD9-8611-16DB88CA417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941798" y="4254730"/>
                  <a:ext cx="1936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A79A9683-D6C8-85AC-1FE9-4D7C61686E95}"/>
              </a:ext>
            </a:extLst>
          </p:cNvPr>
          <p:cNvGrpSpPr/>
          <p:nvPr/>
        </p:nvGrpSpPr>
        <p:grpSpPr>
          <a:xfrm>
            <a:off x="4185438" y="4796170"/>
            <a:ext cx="2345040" cy="809640"/>
            <a:chOff x="4185438" y="4796170"/>
            <a:chExt cx="2345040" cy="80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EA3F595-F026-463C-DE99-5765400B07C5}"/>
                    </a:ext>
                  </a:extLst>
                </p14:cNvPr>
                <p14:cNvContentPartPr/>
                <p14:nvPr/>
              </p14:nvContentPartPr>
              <p14:xfrm>
                <a:off x="4277238" y="5321050"/>
                <a:ext cx="360" cy="61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EA3F595-F026-463C-DE99-5765400B07C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259238" y="5303050"/>
                  <a:ext cx="36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7A7189-328F-8B11-935D-CA9ADD450AFF}"/>
                    </a:ext>
                  </a:extLst>
                </p14:cNvPr>
                <p14:cNvContentPartPr/>
                <p14:nvPr/>
              </p14:nvContentPartPr>
              <p14:xfrm>
                <a:off x="4204518" y="5095690"/>
                <a:ext cx="62280" cy="458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7A7189-328F-8B11-935D-CA9ADD450AF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186518" y="5078050"/>
                  <a:ext cx="979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20A2FAC-E6EA-38A5-5B57-64A6B2C0672A}"/>
                    </a:ext>
                  </a:extLst>
                </p14:cNvPr>
                <p14:cNvContentPartPr/>
                <p14:nvPr/>
              </p14:nvContentPartPr>
              <p14:xfrm>
                <a:off x="4185438" y="5089570"/>
                <a:ext cx="274320" cy="3589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20A2FAC-E6EA-38A5-5B57-64A6B2C0672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167798" y="5071570"/>
                  <a:ext cx="3099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1FF3A78-0355-2B08-A61E-2205D62E9CDF}"/>
                    </a:ext>
                  </a:extLst>
                </p14:cNvPr>
                <p14:cNvContentPartPr/>
                <p14:nvPr/>
              </p14:nvContentPartPr>
              <p14:xfrm>
                <a:off x="4461558" y="5322850"/>
                <a:ext cx="207360" cy="2055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1FF3A78-0355-2B08-A61E-2205D62E9CD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443558" y="5304850"/>
                  <a:ext cx="243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CFE9F8A-9D0E-A756-9184-C32DA9EC245F}"/>
                    </a:ext>
                  </a:extLst>
                </p14:cNvPr>
                <p14:cNvContentPartPr/>
                <p14:nvPr/>
              </p14:nvContentPartPr>
              <p14:xfrm>
                <a:off x="4761078" y="5303770"/>
                <a:ext cx="214560" cy="3020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CFE9F8A-9D0E-A756-9184-C32DA9EC245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743438" y="5286130"/>
                  <a:ext cx="2502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2BC130-3C5F-264D-D6B0-D9B5C9BF5D58}"/>
                    </a:ext>
                  </a:extLst>
                </p14:cNvPr>
                <p14:cNvContentPartPr/>
                <p14:nvPr/>
              </p14:nvContentPartPr>
              <p14:xfrm>
                <a:off x="5189478" y="5197930"/>
                <a:ext cx="34200" cy="435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2BC130-3C5F-264D-D6B0-D9B5C9BF5D5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171838" y="5179930"/>
                  <a:ext cx="69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8508888-691F-B232-B607-1B6585FA4648}"/>
                    </a:ext>
                  </a:extLst>
                </p14:cNvPr>
                <p14:cNvContentPartPr/>
                <p14:nvPr/>
              </p14:nvContentPartPr>
              <p14:xfrm>
                <a:off x="5227998" y="5282530"/>
                <a:ext cx="85680" cy="37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8508888-691F-B232-B607-1B6585FA464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209998" y="5264890"/>
                  <a:ext cx="121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C2C8A43-9776-BF48-CC49-874481C3B848}"/>
                    </a:ext>
                  </a:extLst>
                </p14:cNvPr>
                <p14:cNvContentPartPr/>
                <p14:nvPr/>
              </p14:nvContentPartPr>
              <p14:xfrm>
                <a:off x="5393958" y="4938010"/>
                <a:ext cx="217080" cy="27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C2C8A43-9776-BF48-CC49-874481C3B84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76318" y="4920010"/>
                  <a:ext cx="2527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CBF7E4E-C6F1-CE0B-620B-152E45A06871}"/>
                    </a:ext>
                  </a:extLst>
                </p14:cNvPr>
                <p14:cNvContentPartPr/>
                <p14:nvPr/>
              </p14:nvContentPartPr>
              <p14:xfrm>
                <a:off x="5667918" y="4870690"/>
                <a:ext cx="351360" cy="263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CBF7E4E-C6F1-CE0B-620B-152E45A0687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49918" y="4852690"/>
                  <a:ext cx="3870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374B597-861C-2152-AD81-167316473A58}"/>
                    </a:ext>
                  </a:extLst>
                </p14:cNvPr>
                <p14:cNvContentPartPr/>
                <p14:nvPr/>
              </p14:nvContentPartPr>
              <p14:xfrm>
                <a:off x="6163638" y="4796170"/>
                <a:ext cx="366840" cy="214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374B597-861C-2152-AD81-167316473A5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145638" y="4778170"/>
                  <a:ext cx="40248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9BC2E78-5D96-680A-37B6-E3F014C3BFDB}"/>
              </a:ext>
            </a:extLst>
          </p:cNvPr>
          <p:cNvGrpSpPr/>
          <p:nvPr/>
        </p:nvGrpSpPr>
        <p:grpSpPr>
          <a:xfrm>
            <a:off x="9369438" y="3419890"/>
            <a:ext cx="1306080" cy="268200"/>
            <a:chOff x="9369438" y="3419890"/>
            <a:chExt cx="130608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221A6F5-B63A-A9DE-BE24-5E0F880F5A79}"/>
                    </a:ext>
                  </a:extLst>
                </p14:cNvPr>
                <p14:cNvContentPartPr/>
                <p14:nvPr/>
              </p14:nvContentPartPr>
              <p14:xfrm>
                <a:off x="9369438" y="3525730"/>
                <a:ext cx="108360" cy="493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221A6F5-B63A-A9DE-BE24-5E0F880F5A7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351798" y="3508090"/>
                  <a:ext cx="144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7758099-35F6-4619-129B-929590E4653C}"/>
                    </a:ext>
                  </a:extLst>
                </p14:cNvPr>
                <p14:cNvContentPartPr/>
                <p14:nvPr/>
              </p14:nvContentPartPr>
              <p14:xfrm>
                <a:off x="9415878" y="3600610"/>
                <a:ext cx="133200" cy="48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7758099-35F6-4619-129B-929590E4653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397878" y="3582610"/>
                  <a:ext cx="168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ACD7288-2834-6D7B-EB66-90F37539B4FD}"/>
                    </a:ext>
                  </a:extLst>
                </p14:cNvPr>
                <p14:cNvContentPartPr/>
                <p14:nvPr/>
              </p14:nvContentPartPr>
              <p14:xfrm>
                <a:off x="9700998" y="3419890"/>
                <a:ext cx="157680" cy="268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ACD7288-2834-6D7B-EB66-90F37539B4F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682998" y="3402250"/>
                  <a:ext cx="1933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EC245C5-C7E4-910B-19EF-6E98A6B28A52}"/>
                    </a:ext>
                  </a:extLst>
                </p14:cNvPr>
                <p14:cNvContentPartPr/>
                <p14:nvPr/>
              </p14:nvContentPartPr>
              <p14:xfrm>
                <a:off x="9906918" y="3452290"/>
                <a:ext cx="290880" cy="214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EC245C5-C7E4-910B-19EF-6E98A6B28A5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889278" y="3434290"/>
                  <a:ext cx="326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421D839-C821-FACF-81DF-D6471F6A627B}"/>
                    </a:ext>
                  </a:extLst>
                </p14:cNvPr>
                <p14:cNvContentPartPr/>
                <p14:nvPr/>
              </p14:nvContentPartPr>
              <p14:xfrm>
                <a:off x="10328118" y="3460570"/>
                <a:ext cx="347400" cy="187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421D839-C821-FACF-81DF-D6471F6A627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310478" y="3442570"/>
                  <a:ext cx="383040" cy="22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4353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C1E1-ABB8-6B5C-67D4-C4207C48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Norton’s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C5A0A12-2B81-0D07-24E1-6BDB4246E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72" y="1181569"/>
            <a:ext cx="555348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F0F3-CAC1-D731-45D2-E8B8833F4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312490-9CD4-B901-553C-DD0BAA2709DB}"/>
              </a:ext>
            </a:extLst>
          </p:cNvPr>
          <p:cNvGrpSpPr/>
          <p:nvPr/>
        </p:nvGrpSpPr>
        <p:grpSpPr>
          <a:xfrm>
            <a:off x="6508518" y="1036330"/>
            <a:ext cx="3025800" cy="2222640"/>
            <a:chOff x="6508518" y="1036330"/>
            <a:chExt cx="3025800" cy="22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6C59B0-3399-26B8-8BDB-77A72A53CA8F}"/>
                    </a:ext>
                  </a:extLst>
                </p14:cNvPr>
                <p14:cNvContentPartPr/>
                <p14:nvPr/>
              </p14:nvContentPartPr>
              <p14:xfrm>
                <a:off x="7227078" y="1036330"/>
                <a:ext cx="33120" cy="59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6C59B0-3399-26B8-8BDB-77A72A53CA8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09078" y="1018330"/>
                  <a:ext cx="6876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5EED95-552F-F70F-04E1-8B1844BAFBBA}"/>
                    </a:ext>
                  </a:extLst>
                </p14:cNvPr>
                <p14:cNvContentPartPr/>
                <p14:nvPr/>
              </p14:nvContentPartPr>
              <p14:xfrm>
                <a:off x="7213398" y="1570210"/>
                <a:ext cx="49320" cy="19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5EED95-552F-F70F-04E1-8B1844BAFB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95398" y="1552570"/>
                  <a:ext cx="84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C196352-E98F-6457-8F39-F2D92EF98587}"/>
                    </a:ext>
                  </a:extLst>
                </p14:cNvPr>
                <p14:cNvContentPartPr/>
                <p14:nvPr/>
              </p14:nvContentPartPr>
              <p14:xfrm>
                <a:off x="6979398" y="1749130"/>
                <a:ext cx="553680" cy="7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C196352-E98F-6457-8F39-F2D92EF985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61398" y="1731490"/>
                  <a:ext cx="5893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E5ABF7-FA29-170D-244C-D8D2C0DFC489}"/>
                    </a:ext>
                  </a:extLst>
                </p14:cNvPr>
                <p14:cNvContentPartPr/>
                <p14:nvPr/>
              </p14:nvContentPartPr>
              <p14:xfrm>
                <a:off x="7163718" y="1929130"/>
                <a:ext cx="14796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E5ABF7-FA29-170D-244C-D8D2C0DFC48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45718" y="1911130"/>
                  <a:ext cx="183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8400F3-F2A6-43AD-6974-5933DD4380B3}"/>
                    </a:ext>
                  </a:extLst>
                </p14:cNvPr>
                <p14:cNvContentPartPr/>
                <p14:nvPr/>
              </p14:nvContentPartPr>
              <p14:xfrm>
                <a:off x="7273518" y="1965490"/>
                <a:ext cx="25560" cy="612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8400F3-F2A6-43AD-6974-5933DD4380B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55518" y="1947850"/>
                  <a:ext cx="6120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942434-0BB3-D180-7F9B-80067AFCF27C}"/>
                    </a:ext>
                  </a:extLst>
                </p14:cNvPr>
                <p14:cNvContentPartPr/>
                <p14:nvPr/>
              </p14:nvContentPartPr>
              <p14:xfrm>
                <a:off x="7255878" y="1154410"/>
                <a:ext cx="544320" cy="38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942434-0BB3-D180-7F9B-80067AFCF27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38238" y="1136770"/>
                  <a:ext cx="579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DDDBA4-2132-4CC9-D646-CBDF443FC9A5}"/>
                    </a:ext>
                  </a:extLst>
                </p14:cNvPr>
                <p14:cNvContentPartPr/>
                <p14:nvPr/>
              </p14:nvContentPartPr>
              <p14:xfrm>
                <a:off x="7787238" y="1122730"/>
                <a:ext cx="439560" cy="5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DDDBA4-2132-4CC9-D646-CBDF443FC9A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69238" y="1105090"/>
                  <a:ext cx="475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7C455E-AED8-B4B3-D7B7-523946F4923F}"/>
                    </a:ext>
                  </a:extLst>
                </p14:cNvPr>
                <p14:cNvContentPartPr/>
                <p14:nvPr/>
              </p14:nvContentPartPr>
              <p14:xfrm>
                <a:off x="8197998" y="1155850"/>
                <a:ext cx="313200" cy="5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7C455E-AED8-B4B3-D7B7-523946F4923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80358" y="1138210"/>
                  <a:ext cx="348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82A0DAB-3F3C-940E-4145-3C287BE4E194}"/>
                    </a:ext>
                  </a:extLst>
                </p14:cNvPr>
                <p14:cNvContentPartPr/>
                <p14:nvPr/>
              </p14:nvContentPartPr>
              <p14:xfrm>
                <a:off x="8462238" y="1204450"/>
                <a:ext cx="42120" cy="37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82A0DAB-3F3C-940E-4145-3C287BE4E19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44598" y="1186810"/>
                  <a:ext cx="777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B58F41-37A3-8013-2143-A8A4906657E8}"/>
                    </a:ext>
                  </a:extLst>
                </p14:cNvPr>
                <p14:cNvContentPartPr/>
                <p14:nvPr/>
              </p14:nvContentPartPr>
              <p14:xfrm>
                <a:off x="8366478" y="1616290"/>
                <a:ext cx="135360" cy="378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B58F41-37A3-8013-2143-A8A4906657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348478" y="1598650"/>
                  <a:ext cx="1710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5B49E8-3A88-EDB2-E192-DC3668899B81}"/>
                    </a:ext>
                  </a:extLst>
                </p14:cNvPr>
                <p14:cNvContentPartPr/>
                <p14:nvPr/>
              </p14:nvContentPartPr>
              <p14:xfrm>
                <a:off x="8471598" y="1992130"/>
                <a:ext cx="57960" cy="28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5B49E8-3A88-EDB2-E192-DC3668899B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53598" y="1974130"/>
                  <a:ext cx="936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5066EC-DD17-133A-C383-0266301E51C6}"/>
                    </a:ext>
                  </a:extLst>
                </p14:cNvPr>
                <p14:cNvContentPartPr/>
                <p14:nvPr/>
              </p14:nvContentPartPr>
              <p14:xfrm>
                <a:off x="7405638" y="2358610"/>
                <a:ext cx="1174320" cy="871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5066EC-DD17-133A-C383-0266301E51C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87998" y="2340970"/>
                  <a:ext cx="120996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B485088-9DE5-07A5-B0BE-B11D4CD2BEB1}"/>
                    </a:ext>
                  </a:extLst>
                </p14:cNvPr>
                <p14:cNvContentPartPr/>
                <p14:nvPr/>
              </p14:nvContentPartPr>
              <p14:xfrm>
                <a:off x="7280358" y="2527810"/>
                <a:ext cx="40680" cy="731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B485088-9DE5-07A5-B0BE-B11D4CD2BEB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62358" y="2509810"/>
                  <a:ext cx="76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B9339CE-29E4-DA01-41AF-2DFFA6CE19AF}"/>
                    </a:ext>
                  </a:extLst>
                </p14:cNvPr>
                <p14:cNvContentPartPr/>
                <p14:nvPr/>
              </p14:nvContentPartPr>
              <p14:xfrm>
                <a:off x="6508518" y="2021290"/>
                <a:ext cx="145440" cy="28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B9339CE-29E4-DA01-41AF-2DFFA6CE19A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90518" y="2003650"/>
                  <a:ext cx="181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D4AA959-E6F0-DB59-4FFE-8CB44FC38E06}"/>
                    </a:ext>
                  </a:extLst>
                </p14:cNvPr>
                <p14:cNvContentPartPr/>
                <p14:nvPr/>
              </p14:nvContentPartPr>
              <p14:xfrm>
                <a:off x="6644238" y="1961890"/>
                <a:ext cx="158760" cy="22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D4AA959-E6F0-DB59-4FFE-8CB44FC38E0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26238" y="1944250"/>
                  <a:ext cx="194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0222F5-BAA8-4403-0C53-8584A9BABC76}"/>
                    </a:ext>
                  </a:extLst>
                </p14:cNvPr>
                <p14:cNvContentPartPr/>
                <p14:nvPr/>
              </p14:nvContentPartPr>
              <p14:xfrm>
                <a:off x="6669078" y="1590010"/>
                <a:ext cx="165240" cy="27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0222F5-BAA8-4403-0C53-8584A9BABC7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51438" y="1572370"/>
                  <a:ext cx="200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1A47FA-AB7A-2E51-71D2-CF39C32FCBFC}"/>
                    </a:ext>
                  </a:extLst>
                </p14:cNvPr>
                <p14:cNvContentPartPr/>
                <p14:nvPr/>
              </p14:nvContentPartPr>
              <p14:xfrm>
                <a:off x="8792718" y="1506490"/>
                <a:ext cx="100800" cy="20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1A47FA-AB7A-2E51-71D2-CF39C32FCBF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74718" y="1488850"/>
                  <a:ext cx="1364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B312E7-D1DB-32C0-D4F1-F696B88E71E9}"/>
                    </a:ext>
                  </a:extLst>
                </p14:cNvPr>
                <p14:cNvContentPartPr/>
                <p14:nvPr/>
              </p14:nvContentPartPr>
              <p14:xfrm>
                <a:off x="8876958" y="1506490"/>
                <a:ext cx="118440" cy="19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B312E7-D1DB-32C0-D4F1-F696B88E71E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58958" y="1488850"/>
                  <a:ext cx="154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7A0A23-0ED8-9276-42D0-2B8A4377BCF3}"/>
                    </a:ext>
                  </a:extLst>
                </p14:cNvPr>
                <p14:cNvContentPartPr/>
                <p14:nvPr/>
              </p14:nvContentPartPr>
              <p14:xfrm>
                <a:off x="8968758" y="1525570"/>
                <a:ext cx="92160" cy="5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7A0A23-0ED8-9276-42D0-2B8A4377BC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51118" y="1507570"/>
                  <a:ext cx="127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458310B-7A8E-BCD8-6CF8-1AB32DAA8D9C}"/>
                    </a:ext>
                  </a:extLst>
                </p14:cNvPr>
                <p14:cNvContentPartPr/>
                <p14:nvPr/>
              </p14:nvContentPartPr>
              <p14:xfrm>
                <a:off x="8469438" y="2187610"/>
                <a:ext cx="52560" cy="47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458310B-7A8E-BCD8-6CF8-1AB32DAA8D9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51798" y="2169970"/>
                  <a:ext cx="88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1E59807-7C18-1F2B-9571-08584AC74B9A}"/>
                    </a:ext>
                  </a:extLst>
                </p14:cNvPr>
                <p14:cNvContentPartPr/>
                <p14:nvPr/>
              </p14:nvContentPartPr>
              <p14:xfrm>
                <a:off x="8480958" y="3118930"/>
                <a:ext cx="123480" cy="119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1E59807-7C18-1F2B-9571-08584AC74B9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62958" y="3100930"/>
                  <a:ext cx="159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BA880E-5EEB-E82C-44B3-85E5F1693863}"/>
                    </a:ext>
                  </a:extLst>
                </p14:cNvPr>
                <p14:cNvContentPartPr/>
                <p14:nvPr/>
              </p14:nvContentPartPr>
              <p14:xfrm>
                <a:off x="8504718" y="2220730"/>
                <a:ext cx="6840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BA880E-5EEB-E82C-44B3-85E5F169386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86718" y="2202730"/>
                  <a:ext cx="104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A848F4D-ED31-7F86-D73B-47B1E5558587}"/>
                    </a:ext>
                  </a:extLst>
                </p14:cNvPr>
                <p14:cNvContentPartPr/>
                <p14:nvPr/>
              </p14:nvContentPartPr>
              <p14:xfrm>
                <a:off x="8714238" y="2528890"/>
                <a:ext cx="144000" cy="13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A848F4D-ED31-7F86-D73B-47B1E555858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96238" y="2511250"/>
                  <a:ext cx="179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752773-BC3B-7853-3351-2EC1F3C34E7B}"/>
                    </a:ext>
                  </a:extLst>
                </p14:cNvPr>
                <p14:cNvContentPartPr/>
                <p14:nvPr/>
              </p14:nvContentPartPr>
              <p14:xfrm>
                <a:off x="8848158" y="2553010"/>
                <a:ext cx="42480" cy="206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752773-BC3B-7853-3351-2EC1F3C34E7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30158" y="2535010"/>
                  <a:ext cx="78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F2192B-8E6F-B099-6538-1C1833D5C97A}"/>
                    </a:ext>
                  </a:extLst>
                </p14:cNvPr>
                <p14:cNvContentPartPr/>
                <p14:nvPr/>
              </p14:nvContentPartPr>
              <p14:xfrm>
                <a:off x="9002238" y="2526730"/>
                <a:ext cx="42840" cy="17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F2192B-8E6F-B099-6538-1C1833D5C97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84598" y="2509090"/>
                  <a:ext cx="7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95AB27-7902-A4D3-E711-981D71A852BB}"/>
                    </a:ext>
                  </a:extLst>
                </p14:cNvPr>
                <p14:cNvContentPartPr/>
                <p14:nvPr/>
              </p14:nvContentPartPr>
              <p14:xfrm>
                <a:off x="9069198" y="2583610"/>
                <a:ext cx="8460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95AB27-7902-A4D3-E711-981D71A852B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51558" y="2565970"/>
                  <a:ext cx="120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3012904-CCD1-9C48-3BB6-214EF700CF51}"/>
                    </a:ext>
                  </a:extLst>
                </p14:cNvPr>
                <p14:cNvContentPartPr/>
                <p14:nvPr/>
              </p14:nvContentPartPr>
              <p14:xfrm>
                <a:off x="8474838" y="2117410"/>
                <a:ext cx="873720" cy="1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3012904-CCD1-9C48-3BB6-214EF700CF5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57198" y="2099410"/>
                  <a:ext cx="909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1C29B32-D516-6202-F04B-FB6F7D2CD447}"/>
                    </a:ext>
                  </a:extLst>
                </p14:cNvPr>
                <p14:cNvContentPartPr/>
                <p14:nvPr/>
              </p14:nvContentPartPr>
              <p14:xfrm>
                <a:off x="9295638" y="2074210"/>
                <a:ext cx="114840" cy="90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1C29B32-D516-6202-F04B-FB6F7D2CD44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77998" y="2056570"/>
                  <a:ext cx="150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52A2E76-595A-6F23-B6DF-6E055A52580C}"/>
                    </a:ext>
                  </a:extLst>
                </p14:cNvPr>
                <p14:cNvContentPartPr/>
                <p14:nvPr/>
              </p14:nvContentPartPr>
              <p14:xfrm>
                <a:off x="8523438" y="3159610"/>
                <a:ext cx="901440" cy="45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52A2E76-595A-6F23-B6DF-6E055A52580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05438" y="3141970"/>
                  <a:ext cx="937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6DD33D-A7A5-C877-6758-71E727A8874A}"/>
                    </a:ext>
                  </a:extLst>
                </p14:cNvPr>
                <p14:cNvContentPartPr/>
                <p14:nvPr/>
              </p14:nvContentPartPr>
              <p14:xfrm>
                <a:off x="9411918" y="3124330"/>
                <a:ext cx="122400" cy="107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6DD33D-A7A5-C877-6758-71E727A8874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94278" y="3106690"/>
                  <a:ext cx="1580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9652F4-F844-17A5-FF8A-AC6CB770A113}"/>
              </a:ext>
            </a:extLst>
          </p:cNvPr>
          <p:cNvGrpSpPr/>
          <p:nvPr/>
        </p:nvGrpSpPr>
        <p:grpSpPr>
          <a:xfrm>
            <a:off x="9862998" y="3103450"/>
            <a:ext cx="608760" cy="101520"/>
            <a:chOff x="9862998" y="3103450"/>
            <a:chExt cx="60876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0C20222-5F9A-0252-21B3-B6BA173F7D18}"/>
                    </a:ext>
                  </a:extLst>
                </p14:cNvPr>
                <p14:cNvContentPartPr/>
                <p14:nvPr/>
              </p14:nvContentPartPr>
              <p14:xfrm>
                <a:off x="9862998" y="3103450"/>
                <a:ext cx="93240" cy="5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0C20222-5F9A-0252-21B3-B6BA173F7D1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45358" y="3085450"/>
                  <a:ext cx="128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2F7DB3-1C75-6710-DEA8-AEDD7D0A3830}"/>
                    </a:ext>
                  </a:extLst>
                </p14:cNvPr>
                <p14:cNvContentPartPr/>
                <p14:nvPr/>
              </p14:nvContentPartPr>
              <p14:xfrm>
                <a:off x="9878478" y="3130450"/>
                <a:ext cx="593280" cy="74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2F7DB3-1C75-6710-DEA8-AEDD7D0A383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60838" y="3112810"/>
                  <a:ext cx="62892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CA5168-61A6-6A0F-977C-42CA2E527C1F}"/>
              </a:ext>
            </a:extLst>
          </p:cNvPr>
          <p:cNvGrpSpPr/>
          <p:nvPr/>
        </p:nvGrpSpPr>
        <p:grpSpPr>
          <a:xfrm>
            <a:off x="9967038" y="2449690"/>
            <a:ext cx="854640" cy="237600"/>
            <a:chOff x="9967038" y="2449690"/>
            <a:chExt cx="85464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AC12B2-37BD-8A6D-DF92-4A881AD73856}"/>
                    </a:ext>
                  </a:extLst>
                </p14:cNvPr>
                <p14:cNvContentPartPr/>
                <p14:nvPr/>
              </p14:nvContentPartPr>
              <p14:xfrm>
                <a:off x="9967038" y="2499010"/>
                <a:ext cx="204480" cy="188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AC12B2-37BD-8A6D-DF92-4A881AD7385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49038" y="2481010"/>
                  <a:ext cx="240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96356F-BDAC-3889-F7E8-C00F9F246D46}"/>
                    </a:ext>
                  </a:extLst>
                </p14:cNvPr>
                <p14:cNvContentPartPr/>
                <p14:nvPr/>
              </p14:nvContentPartPr>
              <p14:xfrm>
                <a:off x="10276638" y="2506210"/>
                <a:ext cx="94680" cy="119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96356F-BDAC-3889-F7E8-C00F9F246D4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58998" y="2488210"/>
                  <a:ext cx="130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EE7A754-78A1-941B-AFB3-A59CD42C0451}"/>
                    </a:ext>
                  </a:extLst>
                </p14:cNvPr>
                <p14:cNvContentPartPr/>
                <p14:nvPr/>
              </p14:nvContentPartPr>
              <p14:xfrm>
                <a:off x="10479318" y="2516650"/>
                <a:ext cx="92160" cy="7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EE7A754-78A1-941B-AFB3-A59CD42C045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61318" y="2499010"/>
                  <a:ext cx="127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38F4D3C-2A35-E404-C964-71254979CB50}"/>
                    </a:ext>
                  </a:extLst>
                </p14:cNvPr>
                <p14:cNvContentPartPr/>
                <p14:nvPr/>
              </p14:nvContentPartPr>
              <p14:xfrm>
                <a:off x="10619358" y="2535730"/>
                <a:ext cx="55080" cy="6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38F4D3C-2A35-E404-C964-71254979CB5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01718" y="2518090"/>
                  <a:ext cx="90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669C69F-2C84-3C46-998A-A6CC14D8D67C}"/>
                    </a:ext>
                  </a:extLst>
                </p14:cNvPr>
                <p14:cNvContentPartPr/>
                <p14:nvPr/>
              </p14:nvContentPartPr>
              <p14:xfrm>
                <a:off x="10716198" y="2449690"/>
                <a:ext cx="105480" cy="148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669C69F-2C84-3C46-998A-A6CC14D8D67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698198" y="2432050"/>
                  <a:ext cx="1411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9E5ED3C-5B9B-6CFB-DC53-0A986004DAF8}"/>
              </a:ext>
            </a:extLst>
          </p:cNvPr>
          <p:cNvGrpSpPr/>
          <p:nvPr/>
        </p:nvGrpSpPr>
        <p:grpSpPr>
          <a:xfrm>
            <a:off x="9770838" y="2030290"/>
            <a:ext cx="853920" cy="156600"/>
            <a:chOff x="9770838" y="2030290"/>
            <a:chExt cx="85392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E8AF46-9111-A244-666A-6EC0E88172E7}"/>
                    </a:ext>
                  </a:extLst>
                </p14:cNvPr>
                <p14:cNvContentPartPr/>
                <p14:nvPr/>
              </p14:nvContentPartPr>
              <p14:xfrm>
                <a:off x="9770838" y="2066650"/>
                <a:ext cx="81000" cy="120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E8AF46-9111-A244-666A-6EC0E88172E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52838" y="2049010"/>
                  <a:ext cx="116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AE8C09-E569-8FE8-D555-C81F6A01202B}"/>
                    </a:ext>
                  </a:extLst>
                </p14:cNvPr>
                <p14:cNvContentPartPr/>
                <p14:nvPr/>
              </p14:nvContentPartPr>
              <p14:xfrm>
                <a:off x="9787038" y="2039650"/>
                <a:ext cx="506880" cy="11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AE8C09-E569-8FE8-D555-C81F6A01202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69038" y="2021650"/>
                  <a:ext cx="542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9ED72E-05FB-FACC-FCA2-FA94BB9158A0}"/>
                    </a:ext>
                  </a:extLst>
                </p14:cNvPr>
                <p14:cNvContentPartPr/>
                <p14:nvPr/>
              </p14:nvContentPartPr>
              <p14:xfrm>
                <a:off x="10314438" y="2030290"/>
                <a:ext cx="258120" cy="3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9ED72E-05FB-FACC-FCA2-FA94BB9158A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296438" y="2012650"/>
                  <a:ext cx="293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AEA07D-2878-6D04-6014-679A164D6154}"/>
                    </a:ext>
                  </a:extLst>
                </p14:cNvPr>
                <p14:cNvContentPartPr/>
                <p14:nvPr/>
              </p14:nvContentPartPr>
              <p14:xfrm>
                <a:off x="10607118" y="2034250"/>
                <a:ext cx="15120" cy="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AEA07D-2878-6D04-6014-679A164D615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89118" y="2016250"/>
                  <a:ext cx="50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3A6A9D1-9657-C657-4C43-EEB52D434BCF}"/>
                    </a:ext>
                  </a:extLst>
                </p14:cNvPr>
                <p14:cNvContentPartPr/>
                <p14:nvPr/>
              </p14:nvContentPartPr>
              <p14:xfrm>
                <a:off x="10624398" y="2031730"/>
                <a:ext cx="360" cy="1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3A6A9D1-9657-C657-4C43-EEB52D434BC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606398" y="2013730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5968D77-96F5-56DE-C79B-6E67C5542030}"/>
              </a:ext>
            </a:extLst>
          </p:cNvPr>
          <p:cNvGrpSpPr/>
          <p:nvPr/>
        </p:nvGrpSpPr>
        <p:grpSpPr>
          <a:xfrm>
            <a:off x="10483998" y="3103810"/>
            <a:ext cx="232200" cy="38520"/>
            <a:chOff x="10483998" y="3103810"/>
            <a:chExt cx="23220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19FB26-C662-7CD7-90C6-098665E09E82}"/>
                    </a:ext>
                  </a:extLst>
                </p14:cNvPr>
                <p14:cNvContentPartPr/>
                <p14:nvPr/>
              </p14:nvContentPartPr>
              <p14:xfrm>
                <a:off x="10483998" y="3123970"/>
                <a:ext cx="212040" cy="1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19FB26-C662-7CD7-90C6-098665E09E8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66358" y="3105970"/>
                  <a:ext cx="247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91258C2-1C2B-F559-5916-6A2853D64C92}"/>
                    </a:ext>
                  </a:extLst>
                </p14:cNvPr>
                <p14:cNvContentPartPr/>
                <p14:nvPr/>
              </p14:nvContentPartPr>
              <p14:xfrm>
                <a:off x="10680918" y="3103810"/>
                <a:ext cx="35280" cy="1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91258C2-1C2B-F559-5916-6A2853D64C9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63278" y="3085810"/>
                  <a:ext cx="709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F777082-A222-90DD-63A8-DCAD0F8DBB75}"/>
              </a:ext>
            </a:extLst>
          </p:cNvPr>
          <p:cNvGrpSpPr/>
          <p:nvPr/>
        </p:nvGrpSpPr>
        <p:grpSpPr>
          <a:xfrm>
            <a:off x="6125478" y="3793210"/>
            <a:ext cx="3775320" cy="1779480"/>
            <a:chOff x="6125478" y="3793210"/>
            <a:chExt cx="3775320" cy="17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BE12F6-78CC-9E27-B2C4-4AD8498FC57C}"/>
                    </a:ext>
                  </a:extLst>
                </p14:cNvPr>
                <p14:cNvContentPartPr/>
                <p14:nvPr/>
              </p14:nvContentPartPr>
              <p14:xfrm>
                <a:off x="7272798" y="3949090"/>
                <a:ext cx="59760" cy="50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BE12F6-78CC-9E27-B2C4-4AD8498FC57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254798" y="3931090"/>
                  <a:ext cx="954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CA0FE2A-1DBA-81B3-94B0-00A2E0665317}"/>
                    </a:ext>
                  </a:extLst>
                </p14:cNvPr>
                <p14:cNvContentPartPr/>
                <p14:nvPr/>
              </p14:nvContentPartPr>
              <p14:xfrm>
                <a:off x="6993798" y="4386850"/>
                <a:ext cx="625680" cy="770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CA0FE2A-1DBA-81B3-94B0-00A2E066531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75798" y="4368850"/>
                  <a:ext cx="66132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7304C5-9797-2EEB-0976-0449AE814C0D}"/>
                    </a:ext>
                  </a:extLst>
                </p14:cNvPr>
                <p14:cNvContentPartPr/>
                <p14:nvPr/>
              </p14:nvContentPartPr>
              <p14:xfrm>
                <a:off x="7163718" y="4653250"/>
                <a:ext cx="156960" cy="253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7304C5-9797-2EEB-0976-0449AE814C0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145718" y="4635610"/>
                  <a:ext cx="192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33B195-22E4-0FE0-EC2D-453BE5544DC0}"/>
                    </a:ext>
                  </a:extLst>
                </p14:cNvPr>
                <p14:cNvContentPartPr/>
                <p14:nvPr/>
              </p14:nvContentPartPr>
              <p14:xfrm>
                <a:off x="7271718" y="4865650"/>
                <a:ext cx="24840" cy="16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33B195-22E4-0FE0-EC2D-453BE5544DC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3718" y="4848010"/>
                  <a:ext cx="60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8372BE-A681-4EBD-D372-0525E7DA3062}"/>
                    </a:ext>
                  </a:extLst>
                </p14:cNvPr>
                <p14:cNvContentPartPr/>
                <p14:nvPr/>
              </p14:nvContentPartPr>
              <p14:xfrm>
                <a:off x="7278558" y="3917410"/>
                <a:ext cx="102456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8372BE-A681-4EBD-D372-0525E7DA306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60918" y="3899770"/>
                  <a:ext cx="1060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EEA5A30-993C-764A-C2F6-A46F26267942}"/>
                    </a:ext>
                  </a:extLst>
                </p14:cNvPr>
                <p14:cNvContentPartPr/>
                <p14:nvPr/>
              </p14:nvContentPartPr>
              <p14:xfrm>
                <a:off x="8269278" y="3960970"/>
                <a:ext cx="15120" cy="335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EEA5A30-993C-764A-C2F6-A46F262679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51278" y="3943330"/>
                  <a:ext cx="50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CCD5B67-5447-E586-85B3-90023B561AAE}"/>
                    </a:ext>
                  </a:extLst>
                </p14:cNvPr>
                <p14:cNvContentPartPr/>
                <p14:nvPr/>
              </p14:nvContentPartPr>
              <p14:xfrm>
                <a:off x="8259918" y="4380370"/>
                <a:ext cx="97560" cy="401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CCD5B67-5447-E586-85B3-90023B561AA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42278" y="4362370"/>
                  <a:ext cx="1332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DDB139B-AA64-25C5-9040-62F72B752270}"/>
                    </a:ext>
                  </a:extLst>
                </p14:cNvPr>
                <p14:cNvContentPartPr/>
                <p14:nvPr/>
              </p14:nvContentPartPr>
              <p14:xfrm>
                <a:off x="7350918" y="4756210"/>
                <a:ext cx="1066320" cy="81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DDB139B-AA64-25C5-9040-62F72B75227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32918" y="4738570"/>
                  <a:ext cx="110196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C6A91D-C937-8FB9-6FFA-3C1BF5A6EAB8}"/>
                    </a:ext>
                  </a:extLst>
                </p14:cNvPr>
                <p14:cNvContentPartPr/>
                <p14:nvPr/>
              </p14:nvContentPartPr>
              <p14:xfrm>
                <a:off x="7382598" y="5224570"/>
                <a:ext cx="37080" cy="348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C6A91D-C937-8FB9-6FFA-3C1BF5A6EAB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64958" y="5206930"/>
                  <a:ext cx="727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5A6EF26-B9E3-8949-4500-AE9A9E8F2B01}"/>
                    </a:ext>
                  </a:extLst>
                </p14:cNvPr>
                <p14:cNvContentPartPr/>
                <p14:nvPr/>
              </p14:nvContentPartPr>
              <p14:xfrm>
                <a:off x="8302038" y="3826330"/>
                <a:ext cx="1092600" cy="9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5A6EF26-B9E3-8949-4500-AE9A9E8F2B0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84398" y="3808690"/>
                  <a:ext cx="1128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6D68D6B-F911-4BA7-D362-8B49FE0A38CE}"/>
                    </a:ext>
                  </a:extLst>
                </p14:cNvPr>
                <p14:cNvContentPartPr/>
                <p14:nvPr/>
              </p14:nvContentPartPr>
              <p14:xfrm>
                <a:off x="8381238" y="5298370"/>
                <a:ext cx="1198080" cy="12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6D68D6B-F911-4BA7-D362-8B49FE0A38C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363238" y="5280370"/>
                  <a:ext cx="1233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884C241-8F2C-9045-A03D-20B6316012D7}"/>
                    </a:ext>
                  </a:extLst>
                </p14:cNvPr>
                <p14:cNvContentPartPr/>
                <p14:nvPr/>
              </p14:nvContentPartPr>
              <p14:xfrm>
                <a:off x="6170478" y="4451650"/>
                <a:ext cx="163800" cy="27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884C241-8F2C-9045-A03D-20B6316012D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152838" y="4434010"/>
                  <a:ext cx="199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83E9045-8137-70D5-E728-7CE8153C11D6}"/>
                    </a:ext>
                  </a:extLst>
                </p14:cNvPr>
                <p14:cNvContentPartPr/>
                <p14:nvPr/>
              </p14:nvContentPartPr>
              <p14:xfrm>
                <a:off x="6125478" y="4412050"/>
                <a:ext cx="87480" cy="104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83E9045-8137-70D5-E728-7CE8153C11D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07838" y="4394050"/>
                  <a:ext cx="123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AE969D6-8F03-73E0-A77E-4BD91825360A}"/>
                    </a:ext>
                  </a:extLst>
                </p14:cNvPr>
                <p14:cNvContentPartPr/>
                <p14:nvPr/>
              </p14:nvContentPartPr>
              <p14:xfrm>
                <a:off x="6328518" y="4683130"/>
                <a:ext cx="61920" cy="8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AE969D6-8F03-73E0-A77E-4BD91825360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10518" y="4665490"/>
                  <a:ext cx="97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5CE3DF1-FF58-7F14-EE29-4B556358BA00}"/>
                    </a:ext>
                  </a:extLst>
                </p14:cNvPr>
                <p14:cNvContentPartPr/>
                <p14:nvPr/>
              </p14:nvContentPartPr>
              <p14:xfrm>
                <a:off x="6458478" y="4547410"/>
                <a:ext cx="100080" cy="174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5CE3DF1-FF58-7F14-EE29-4B556358BA0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440478" y="4529770"/>
                  <a:ext cx="135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ECB3E82-2AB2-BD43-B16E-C17A1C04CAAD}"/>
                    </a:ext>
                  </a:extLst>
                </p14:cNvPr>
                <p14:cNvContentPartPr/>
                <p14:nvPr/>
              </p14:nvContentPartPr>
              <p14:xfrm>
                <a:off x="6461358" y="4440490"/>
                <a:ext cx="169200" cy="168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ECB3E82-2AB2-BD43-B16E-C17A1C04CAA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43358" y="4422850"/>
                  <a:ext cx="204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FCA7961-BBCD-5689-F140-7AAEBD3A1698}"/>
                    </a:ext>
                  </a:extLst>
                </p14:cNvPr>
                <p14:cNvContentPartPr/>
                <p14:nvPr/>
              </p14:nvContentPartPr>
              <p14:xfrm>
                <a:off x="6702558" y="4400530"/>
                <a:ext cx="91800" cy="97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FCA7961-BBCD-5689-F140-7AAEBD3A169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84558" y="4382530"/>
                  <a:ext cx="127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85EBA49-8197-95D1-FF86-1E27C9F80CF7}"/>
                    </a:ext>
                  </a:extLst>
                </p14:cNvPr>
                <p14:cNvContentPartPr/>
                <p14:nvPr/>
              </p14:nvContentPartPr>
              <p14:xfrm>
                <a:off x="6813078" y="4246090"/>
                <a:ext cx="37440" cy="108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85EBA49-8197-95D1-FF86-1E27C9F80CF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95438" y="4228450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1AFE71-6DF1-B086-2D94-D340BEC4D594}"/>
                    </a:ext>
                  </a:extLst>
                </p14:cNvPr>
                <p14:cNvContentPartPr/>
                <p14:nvPr/>
              </p14:nvContentPartPr>
              <p14:xfrm>
                <a:off x="6795798" y="3971050"/>
                <a:ext cx="53640" cy="45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1AFE71-6DF1-B086-2D94-D340BEC4D59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77798" y="3953050"/>
                  <a:ext cx="89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3793428-DBC2-175C-B344-53B825C55F06}"/>
                    </a:ext>
                  </a:extLst>
                </p14:cNvPr>
                <p14:cNvContentPartPr/>
                <p14:nvPr/>
              </p14:nvContentPartPr>
              <p14:xfrm>
                <a:off x="6881838" y="4040530"/>
                <a:ext cx="41400" cy="5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3793428-DBC2-175C-B344-53B825C55F0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63838" y="4022890"/>
                  <a:ext cx="77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6CDB521-007E-6AC8-E8EA-1A2592F8D97D}"/>
                    </a:ext>
                  </a:extLst>
                </p14:cNvPr>
                <p14:cNvContentPartPr/>
                <p14:nvPr/>
              </p14:nvContentPartPr>
              <p14:xfrm>
                <a:off x="6948438" y="3793210"/>
                <a:ext cx="111600" cy="90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6CDB521-007E-6AC8-E8EA-1A2592F8D97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30438" y="3775570"/>
                  <a:ext cx="147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EC2FB06-F175-ECC7-78B6-B53F971D3E0D}"/>
                    </a:ext>
                  </a:extLst>
                </p14:cNvPr>
                <p14:cNvContentPartPr/>
                <p14:nvPr/>
              </p14:nvContentPartPr>
              <p14:xfrm>
                <a:off x="7086678" y="3937210"/>
                <a:ext cx="45360" cy="4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EC2FB06-F175-ECC7-78B6-B53F971D3E0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68678" y="3919570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162611-C89F-84EB-7991-C7E69C3CA7E4}"/>
                    </a:ext>
                  </a:extLst>
                </p14:cNvPr>
                <p14:cNvContentPartPr/>
                <p14:nvPr/>
              </p14:nvContentPartPr>
              <p14:xfrm>
                <a:off x="8574558" y="4539490"/>
                <a:ext cx="141480" cy="33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162611-C89F-84EB-7991-C7E69C3CA7E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56558" y="4521490"/>
                  <a:ext cx="1771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1AA700E-19BB-9C8B-5E9F-1D152FB83754}"/>
                    </a:ext>
                  </a:extLst>
                </p14:cNvPr>
                <p14:cNvContentPartPr/>
                <p14:nvPr/>
              </p14:nvContentPartPr>
              <p14:xfrm>
                <a:off x="8617758" y="4515730"/>
                <a:ext cx="137520" cy="183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1AA700E-19BB-9C8B-5E9F-1D152FB8375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00118" y="4497730"/>
                  <a:ext cx="173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99BD8F7-40FB-FB8F-2DEB-33CB6607DF7B}"/>
                    </a:ext>
                  </a:extLst>
                </p14:cNvPr>
                <p14:cNvContentPartPr/>
                <p14:nvPr/>
              </p14:nvContentPartPr>
              <p14:xfrm>
                <a:off x="8897478" y="4582330"/>
                <a:ext cx="75240" cy="15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99BD8F7-40FB-FB8F-2DEB-33CB6607DF7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879478" y="4564330"/>
                  <a:ext cx="110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B3C5F2-C100-CD72-3865-1C624703D3BE}"/>
                    </a:ext>
                  </a:extLst>
                </p14:cNvPr>
                <p14:cNvContentPartPr/>
                <p14:nvPr/>
              </p14:nvContentPartPr>
              <p14:xfrm>
                <a:off x="8920158" y="4467130"/>
                <a:ext cx="149400" cy="135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B3C5F2-C100-CD72-3865-1C624703D3B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902518" y="4449130"/>
                  <a:ext cx="185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75F0F6E-1D94-49D4-3980-C08797E74677}"/>
                    </a:ext>
                  </a:extLst>
                </p14:cNvPr>
                <p14:cNvContentPartPr/>
                <p14:nvPr/>
              </p14:nvContentPartPr>
              <p14:xfrm>
                <a:off x="9134718" y="4495930"/>
                <a:ext cx="90000" cy="97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75F0F6E-1D94-49D4-3980-C08797E7467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17078" y="4477930"/>
                  <a:ext cx="12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1922F6F-1CAF-8B16-C56E-81E1F0724445}"/>
                    </a:ext>
                  </a:extLst>
                </p14:cNvPr>
                <p14:cNvContentPartPr/>
                <p14:nvPr/>
              </p14:nvContentPartPr>
              <p14:xfrm>
                <a:off x="9262518" y="4389010"/>
                <a:ext cx="61920" cy="78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1922F6F-1CAF-8B16-C56E-81E1F072444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244518" y="4371010"/>
                  <a:ext cx="97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359BF18-0025-83EF-AD5D-0BE78B1CD50D}"/>
                    </a:ext>
                  </a:extLst>
                </p14:cNvPr>
                <p14:cNvContentPartPr/>
                <p14:nvPr/>
              </p14:nvContentPartPr>
              <p14:xfrm>
                <a:off x="9433518" y="4286050"/>
                <a:ext cx="12240" cy="10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359BF18-0025-83EF-AD5D-0BE78B1CD50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415518" y="4268050"/>
                  <a:ext cx="47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249B481-4FA4-9174-E865-CD5A0918245A}"/>
                    </a:ext>
                  </a:extLst>
                </p14:cNvPr>
                <p14:cNvContentPartPr/>
                <p14:nvPr/>
              </p14:nvContentPartPr>
              <p14:xfrm>
                <a:off x="9470238" y="4330690"/>
                <a:ext cx="58680" cy="52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249B481-4FA4-9174-E865-CD5A0918245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452238" y="4312690"/>
                  <a:ext cx="94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D1E7159-10A6-9016-D50E-C3B3F75283C2}"/>
                    </a:ext>
                  </a:extLst>
                </p14:cNvPr>
                <p14:cNvContentPartPr/>
                <p14:nvPr/>
              </p14:nvContentPartPr>
              <p14:xfrm>
                <a:off x="9694518" y="4072210"/>
                <a:ext cx="136080" cy="19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D1E7159-10A6-9016-D50E-C3B3F75283C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76878" y="4054210"/>
                  <a:ext cx="171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29F289-3D0A-E5CF-F74E-73966F050B53}"/>
                    </a:ext>
                  </a:extLst>
                </p14:cNvPr>
                <p14:cNvContentPartPr/>
                <p14:nvPr/>
              </p14:nvContentPartPr>
              <p14:xfrm>
                <a:off x="9881718" y="4306570"/>
                <a:ext cx="19080" cy="20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29F289-3D0A-E5CF-F74E-73966F050B5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864078" y="4288930"/>
                  <a:ext cx="547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6934AAB-63FD-A5FF-7A69-74F594876114}"/>
              </a:ext>
            </a:extLst>
          </p:cNvPr>
          <p:cNvGrpSpPr/>
          <p:nvPr/>
        </p:nvGrpSpPr>
        <p:grpSpPr>
          <a:xfrm>
            <a:off x="7345518" y="5699050"/>
            <a:ext cx="3781080" cy="671040"/>
            <a:chOff x="7345518" y="5699050"/>
            <a:chExt cx="378108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6087F3-CA19-745D-CCB9-B3CC69C8836A}"/>
                    </a:ext>
                  </a:extLst>
                </p14:cNvPr>
                <p14:cNvContentPartPr/>
                <p14:nvPr/>
              </p14:nvContentPartPr>
              <p14:xfrm>
                <a:off x="7345518" y="5935210"/>
                <a:ext cx="47160" cy="398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6087F3-CA19-745D-CCB9-B3CC69C8836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27878" y="5917570"/>
                  <a:ext cx="828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848121E-F41F-A5D5-C9D6-7F817A3ACE3F}"/>
                    </a:ext>
                  </a:extLst>
                </p14:cNvPr>
                <p14:cNvContentPartPr/>
                <p14:nvPr/>
              </p14:nvContentPartPr>
              <p14:xfrm>
                <a:off x="7359198" y="5937730"/>
                <a:ext cx="250560" cy="258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848121E-F41F-A5D5-C9D6-7F817A3ACE3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341558" y="5920090"/>
                  <a:ext cx="286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056007E-32A9-23D4-2D39-E14341CDF1B8}"/>
                    </a:ext>
                  </a:extLst>
                </p14:cNvPr>
                <p14:cNvContentPartPr/>
                <p14:nvPr/>
              </p14:nvContentPartPr>
              <p14:xfrm>
                <a:off x="7710558" y="6126010"/>
                <a:ext cx="22680" cy="244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56007E-32A9-23D4-2D39-E14341CDF1B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92918" y="6108010"/>
                  <a:ext cx="58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1B43FBA-1020-5F24-6DD2-DCBF750B4F42}"/>
                    </a:ext>
                  </a:extLst>
                </p14:cNvPr>
                <p14:cNvContentPartPr/>
                <p14:nvPr/>
              </p14:nvContentPartPr>
              <p14:xfrm>
                <a:off x="7712718" y="6133210"/>
                <a:ext cx="133920" cy="122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1B43FBA-1020-5F24-6DD2-DCBF750B4F4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695078" y="6115570"/>
                  <a:ext cx="169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ADAA7F6-C233-362A-59CF-9E79CB872FCC}"/>
                    </a:ext>
                  </a:extLst>
                </p14:cNvPr>
                <p14:cNvContentPartPr/>
                <p14:nvPr/>
              </p14:nvContentPartPr>
              <p14:xfrm>
                <a:off x="7985958" y="6174970"/>
                <a:ext cx="69480" cy="124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ADAA7F6-C233-362A-59CF-9E79CB872FC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968318" y="6156970"/>
                  <a:ext cx="105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D0AF5C1-5FAC-12C1-596F-C14E0C1AC453}"/>
                    </a:ext>
                  </a:extLst>
                </p14:cNvPr>
                <p14:cNvContentPartPr/>
                <p14:nvPr/>
              </p14:nvContentPartPr>
              <p14:xfrm>
                <a:off x="8126718" y="6122050"/>
                <a:ext cx="74520" cy="10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D0AF5C1-5FAC-12C1-596F-C14E0C1AC45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09078" y="6104050"/>
                  <a:ext cx="110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CC2E211-3218-8C59-EC34-095A6693F51D}"/>
                    </a:ext>
                  </a:extLst>
                </p14:cNvPr>
                <p14:cNvContentPartPr/>
                <p14:nvPr/>
              </p14:nvContentPartPr>
              <p14:xfrm>
                <a:off x="8403558" y="6133210"/>
                <a:ext cx="33480" cy="13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CC2E211-3218-8C59-EC34-095A6693F51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85918" y="6115210"/>
                  <a:ext cx="69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ED47FE-B41B-2F5E-65BE-D2EBF2F44B95}"/>
                    </a:ext>
                  </a:extLst>
                </p14:cNvPr>
                <p14:cNvContentPartPr/>
                <p14:nvPr/>
              </p14:nvContentPartPr>
              <p14:xfrm>
                <a:off x="8468358" y="6187570"/>
                <a:ext cx="56160" cy="2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ED47FE-B41B-2F5E-65BE-D2EBF2F44B9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50358" y="6169570"/>
                  <a:ext cx="91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4870B26-0AE2-082D-32C8-7484672988F9}"/>
                    </a:ext>
                  </a:extLst>
                </p14:cNvPr>
                <p14:cNvContentPartPr/>
                <p14:nvPr/>
              </p14:nvContentPartPr>
              <p14:xfrm>
                <a:off x="8777598" y="5884450"/>
                <a:ext cx="84600" cy="367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4870B26-0AE2-082D-32C8-7484672988F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59958" y="5866450"/>
                  <a:ext cx="120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8518DCD-698B-1210-8B2F-4386F63742A7}"/>
                    </a:ext>
                  </a:extLst>
                </p14:cNvPr>
                <p14:cNvContentPartPr/>
                <p14:nvPr/>
              </p14:nvContentPartPr>
              <p14:xfrm>
                <a:off x="8811438" y="5861050"/>
                <a:ext cx="170280" cy="26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8518DCD-698B-1210-8B2F-4386F63742A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93438" y="5843050"/>
                  <a:ext cx="205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5242C8E-8705-C782-81E3-C92B8FF1BED4}"/>
                    </a:ext>
                  </a:extLst>
                </p14:cNvPr>
                <p14:cNvContentPartPr/>
                <p14:nvPr/>
              </p14:nvContentPartPr>
              <p14:xfrm>
                <a:off x="9073158" y="6027370"/>
                <a:ext cx="143640" cy="60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5242C8E-8705-C782-81E3-C92B8FF1BED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055158" y="6009730"/>
                  <a:ext cx="179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8F3B861-1896-E4E6-04C1-ACA5FEF5DD58}"/>
                    </a:ext>
                  </a:extLst>
                </p14:cNvPr>
                <p14:cNvContentPartPr/>
                <p14:nvPr/>
              </p14:nvContentPartPr>
              <p14:xfrm>
                <a:off x="9164238" y="5998930"/>
                <a:ext cx="34200" cy="298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8F3B861-1896-E4E6-04C1-ACA5FEF5DD5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146598" y="5980930"/>
                  <a:ext cx="69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C70601-87BF-064F-CAD1-DA74B9E8CB05}"/>
                    </a:ext>
                  </a:extLst>
                </p14:cNvPr>
                <p14:cNvContentPartPr/>
                <p14:nvPr/>
              </p14:nvContentPartPr>
              <p14:xfrm>
                <a:off x="9331638" y="6042490"/>
                <a:ext cx="182880" cy="166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C70601-87BF-064F-CAD1-DA74B9E8CB0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313638" y="6024850"/>
                  <a:ext cx="21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001F450-7235-9075-1BEA-525B23BE52EC}"/>
                    </a:ext>
                  </a:extLst>
                </p14:cNvPr>
                <p14:cNvContentPartPr/>
                <p14:nvPr/>
              </p14:nvContentPartPr>
              <p14:xfrm>
                <a:off x="9688758" y="5977330"/>
                <a:ext cx="20520" cy="1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001F450-7235-9075-1BEA-525B23BE52E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670758" y="5959690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7014A57-C5AF-BC7F-0196-95BDC8DEE901}"/>
                    </a:ext>
                  </a:extLst>
                </p14:cNvPr>
                <p14:cNvContentPartPr/>
                <p14:nvPr/>
              </p14:nvContentPartPr>
              <p14:xfrm>
                <a:off x="9722598" y="5997490"/>
                <a:ext cx="43200" cy="37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7014A57-C5AF-BC7F-0196-95BDC8DEE90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04598" y="5979850"/>
                  <a:ext cx="78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590C597-EE30-93E9-E049-1457588449E8}"/>
                    </a:ext>
                  </a:extLst>
                </p14:cNvPr>
                <p14:cNvContentPartPr/>
                <p14:nvPr/>
              </p14:nvContentPartPr>
              <p14:xfrm>
                <a:off x="9924558" y="5808490"/>
                <a:ext cx="163080" cy="24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590C597-EE30-93E9-E049-1457588449E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06558" y="5790490"/>
                  <a:ext cx="1987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C8ECC31-E5FA-237C-0BAF-DA9EB2A2D1D5}"/>
                    </a:ext>
                  </a:extLst>
                </p14:cNvPr>
                <p14:cNvContentPartPr/>
                <p14:nvPr/>
              </p14:nvContentPartPr>
              <p14:xfrm>
                <a:off x="10224438" y="5772490"/>
                <a:ext cx="278640" cy="265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C8ECC31-E5FA-237C-0BAF-DA9EB2A2D1D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206438" y="5754490"/>
                  <a:ext cx="3142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1453778-16E2-8A1F-AC4A-58CB3358F51A}"/>
                    </a:ext>
                  </a:extLst>
                </p14:cNvPr>
                <p14:cNvContentPartPr/>
                <p14:nvPr/>
              </p14:nvContentPartPr>
              <p14:xfrm>
                <a:off x="10696758" y="5699050"/>
                <a:ext cx="429840" cy="240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1453778-16E2-8A1F-AC4A-58CB3358F51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678758" y="5681410"/>
                  <a:ext cx="465480" cy="27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6858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4170-2D31-1213-C4A5-9A513229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BDF3-F6E3-1A13-37CD-2CB335D3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Norton’s equivalent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234B2-767C-4870-A67B-D4B72E806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C2B6D3-A9DD-EB26-CB00-88C695297A45}"/>
              </a:ext>
            </a:extLst>
          </p:cNvPr>
          <p:cNvGrpSpPr/>
          <p:nvPr/>
        </p:nvGrpSpPr>
        <p:grpSpPr>
          <a:xfrm>
            <a:off x="6508518" y="1036330"/>
            <a:ext cx="3025800" cy="2222640"/>
            <a:chOff x="6508518" y="1036330"/>
            <a:chExt cx="3025800" cy="22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AB47CA5-6E9B-9DE4-F91D-338A879FE2B8}"/>
                    </a:ext>
                  </a:extLst>
                </p14:cNvPr>
                <p14:cNvContentPartPr/>
                <p14:nvPr/>
              </p14:nvContentPartPr>
              <p14:xfrm>
                <a:off x="7227078" y="1036330"/>
                <a:ext cx="33120" cy="59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AB47CA5-6E9B-9DE4-F91D-338A879FE2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09078" y="1018341"/>
                  <a:ext cx="68760" cy="6324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88695F-F7C2-288C-CBC5-D663BF1F0033}"/>
                    </a:ext>
                  </a:extLst>
                </p14:cNvPr>
                <p14:cNvContentPartPr/>
                <p14:nvPr/>
              </p14:nvContentPartPr>
              <p14:xfrm>
                <a:off x="7213398" y="1570210"/>
                <a:ext cx="49320" cy="19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88695F-F7C2-288C-CBC5-D663BF1F00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95398" y="1552210"/>
                  <a:ext cx="84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8C28A0-020E-458C-60FF-3DC25EB3D364}"/>
                    </a:ext>
                  </a:extLst>
                </p14:cNvPr>
                <p14:cNvContentPartPr/>
                <p14:nvPr/>
              </p14:nvContentPartPr>
              <p14:xfrm>
                <a:off x="6979398" y="1749130"/>
                <a:ext cx="553680" cy="7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8C28A0-020E-458C-60FF-3DC25EB3D3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61398" y="1731041"/>
                  <a:ext cx="589320" cy="109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258B2D-91FD-6F3F-6A82-401640790E7C}"/>
                    </a:ext>
                  </a:extLst>
                </p14:cNvPr>
                <p14:cNvContentPartPr/>
                <p14:nvPr/>
              </p14:nvContentPartPr>
              <p14:xfrm>
                <a:off x="7163718" y="1929130"/>
                <a:ext cx="14796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258B2D-91FD-6F3F-6A82-401640790E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45718" y="1911416"/>
                  <a:ext cx="183600" cy="57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7AB956-2F6D-2CBF-84F8-D5130432BEA6}"/>
                    </a:ext>
                  </a:extLst>
                </p14:cNvPr>
                <p14:cNvContentPartPr/>
                <p14:nvPr/>
              </p14:nvContentPartPr>
              <p14:xfrm>
                <a:off x="7273518" y="1965490"/>
                <a:ext cx="25560" cy="612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7AB956-2F6D-2CBF-84F8-D5130432BE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5768" y="1947490"/>
                  <a:ext cx="60705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A1BB11-0818-6BBA-4656-FC2C3BAFF818}"/>
                    </a:ext>
                  </a:extLst>
                </p14:cNvPr>
                <p14:cNvContentPartPr/>
                <p14:nvPr/>
              </p14:nvContentPartPr>
              <p14:xfrm>
                <a:off x="7255878" y="1154410"/>
                <a:ext cx="544320" cy="38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A1BB11-0818-6BBA-4656-FC2C3BAFF8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37866" y="1136239"/>
                  <a:ext cx="579984" cy="741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D143E97-412E-EDC2-F787-8B96FD0CC4AA}"/>
                    </a:ext>
                  </a:extLst>
                </p14:cNvPr>
                <p14:cNvContentPartPr/>
                <p14:nvPr/>
              </p14:nvContentPartPr>
              <p14:xfrm>
                <a:off x="7787238" y="1122730"/>
                <a:ext cx="439560" cy="5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D143E97-412E-EDC2-F787-8B96FD0CC4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69238" y="1104730"/>
                  <a:ext cx="475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E92C2A-8835-2E27-6938-7BE248BFA2F6}"/>
                    </a:ext>
                  </a:extLst>
                </p14:cNvPr>
                <p14:cNvContentPartPr/>
                <p14:nvPr/>
              </p14:nvContentPartPr>
              <p14:xfrm>
                <a:off x="8197998" y="1155850"/>
                <a:ext cx="313200" cy="5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E92C2A-8835-2E27-6938-7BE248BFA2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79998" y="1137850"/>
                  <a:ext cx="348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C865D5-7C8C-222E-11DF-AF020C25AA0B}"/>
                    </a:ext>
                  </a:extLst>
                </p14:cNvPr>
                <p14:cNvContentPartPr/>
                <p14:nvPr/>
              </p14:nvContentPartPr>
              <p14:xfrm>
                <a:off x="8462238" y="1204450"/>
                <a:ext cx="42120" cy="37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C865D5-7C8C-222E-11DF-AF020C25AA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44238" y="1186433"/>
                  <a:ext cx="77760" cy="412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583EEB-C352-F10D-4E28-AD28BEF18B49}"/>
                    </a:ext>
                  </a:extLst>
                </p14:cNvPr>
                <p14:cNvContentPartPr/>
                <p14:nvPr/>
              </p14:nvContentPartPr>
              <p14:xfrm>
                <a:off x="8366478" y="1616290"/>
                <a:ext cx="135360" cy="378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583EEB-C352-F10D-4E28-AD28BEF18B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48478" y="1598273"/>
                  <a:ext cx="171000" cy="4136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37506C-1111-A37E-AEF7-9F22B46FC8E3}"/>
                    </a:ext>
                  </a:extLst>
                </p14:cNvPr>
                <p14:cNvContentPartPr/>
                <p14:nvPr/>
              </p14:nvContentPartPr>
              <p14:xfrm>
                <a:off x="8471598" y="1992130"/>
                <a:ext cx="57960" cy="28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37506C-1111-A37E-AEF7-9F22B46FC8E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53709" y="1974153"/>
                  <a:ext cx="93380" cy="3225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646DC6B-1F23-BDC9-C908-E3C9F352A5E0}"/>
                    </a:ext>
                  </a:extLst>
                </p14:cNvPr>
                <p14:cNvContentPartPr/>
                <p14:nvPr/>
              </p14:nvContentPartPr>
              <p14:xfrm>
                <a:off x="7405638" y="2358610"/>
                <a:ext cx="1174320" cy="871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646DC6B-1F23-BDC9-C908-E3C9F352A5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87638" y="2340610"/>
                  <a:ext cx="120996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F41F11-7EF9-DD0A-D771-2CCC1CB8FC5E}"/>
                    </a:ext>
                  </a:extLst>
                </p14:cNvPr>
                <p14:cNvContentPartPr/>
                <p14:nvPr/>
              </p14:nvContentPartPr>
              <p14:xfrm>
                <a:off x="7280358" y="2527810"/>
                <a:ext cx="40680" cy="731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F41F11-7EF9-DD0A-D771-2CCC1CB8FC5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62358" y="2509810"/>
                  <a:ext cx="76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6FF448D-A05E-A48D-ED0C-34F65302BA63}"/>
                    </a:ext>
                  </a:extLst>
                </p14:cNvPr>
                <p14:cNvContentPartPr/>
                <p14:nvPr/>
              </p14:nvContentPartPr>
              <p14:xfrm>
                <a:off x="6508518" y="2021290"/>
                <a:ext cx="145440" cy="28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6FF448D-A05E-A48D-ED0C-34F65302BA6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90518" y="2003290"/>
                  <a:ext cx="181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495C41-8CA3-04FB-107F-BAA6F2EF10A5}"/>
                    </a:ext>
                  </a:extLst>
                </p14:cNvPr>
                <p14:cNvContentPartPr/>
                <p14:nvPr/>
              </p14:nvContentPartPr>
              <p14:xfrm>
                <a:off x="6644238" y="1961890"/>
                <a:ext cx="158760" cy="22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495C41-8CA3-04FB-107F-BAA6F2EF10A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26238" y="1943890"/>
                  <a:ext cx="194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C95456-E92A-5CC4-6FD1-F771C05B7440}"/>
                    </a:ext>
                  </a:extLst>
                </p14:cNvPr>
                <p14:cNvContentPartPr/>
                <p14:nvPr/>
              </p14:nvContentPartPr>
              <p14:xfrm>
                <a:off x="6669078" y="1590010"/>
                <a:ext cx="165240" cy="27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C95456-E92A-5CC4-6FD1-F771C05B74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51078" y="1572010"/>
                  <a:ext cx="200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2581E5-3C4B-4ED8-E848-17EB1571F710}"/>
                    </a:ext>
                  </a:extLst>
                </p14:cNvPr>
                <p14:cNvContentPartPr/>
                <p14:nvPr/>
              </p14:nvContentPartPr>
              <p14:xfrm>
                <a:off x="8792718" y="1506490"/>
                <a:ext cx="100800" cy="20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2581E5-3C4B-4ED8-E848-17EB1571F7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4782" y="1488459"/>
                  <a:ext cx="136313" cy="243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B29053C-C5E4-9D32-A6DE-15198242EDC4}"/>
                    </a:ext>
                  </a:extLst>
                </p14:cNvPr>
                <p14:cNvContentPartPr/>
                <p14:nvPr/>
              </p14:nvContentPartPr>
              <p14:xfrm>
                <a:off x="8876958" y="1506490"/>
                <a:ext cx="118440" cy="19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B29053C-C5E4-9D32-A6DE-15198242ED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59013" y="1488490"/>
                  <a:ext cx="153972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188978F-6A63-9E25-1DA8-46FE60994F5A}"/>
                    </a:ext>
                  </a:extLst>
                </p14:cNvPr>
                <p14:cNvContentPartPr/>
                <p14:nvPr/>
              </p14:nvContentPartPr>
              <p14:xfrm>
                <a:off x="8968758" y="1525570"/>
                <a:ext cx="92160" cy="5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188978F-6A63-9E25-1DA8-46FE60994F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50687" y="1507570"/>
                  <a:ext cx="1279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FF420A-A361-659E-480E-9D46694A4DD7}"/>
                    </a:ext>
                  </a:extLst>
                </p14:cNvPr>
                <p14:cNvContentPartPr/>
                <p14:nvPr/>
              </p14:nvContentPartPr>
              <p14:xfrm>
                <a:off x="8469438" y="2187610"/>
                <a:ext cx="52560" cy="47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FF420A-A361-659E-480E-9D46694A4DD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51438" y="2169472"/>
                  <a:ext cx="88200" cy="83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D315B89-EA39-3964-24A5-38FE644A6CC0}"/>
                    </a:ext>
                  </a:extLst>
                </p14:cNvPr>
                <p14:cNvContentPartPr/>
                <p14:nvPr/>
              </p14:nvContentPartPr>
              <p14:xfrm>
                <a:off x="8480958" y="3118930"/>
                <a:ext cx="123480" cy="119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D315B89-EA39-3964-24A5-38FE644A6C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62958" y="3100930"/>
                  <a:ext cx="159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5B4B689-4008-9BEC-5A71-C895B165BDDA}"/>
                    </a:ext>
                  </a:extLst>
                </p14:cNvPr>
                <p14:cNvContentPartPr/>
                <p14:nvPr/>
              </p14:nvContentPartPr>
              <p14:xfrm>
                <a:off x="8504718" y="2220730"/>
                <a:ext cx="6840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5B4B689-4008-9BEC-5A71-C895B165BD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86718" y="2202730"/>
                  <a:ext cx="104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A119A0-1DEE-7463-13A0-4869AF111007}"/>
                    </a:ext>
                  </a:extLst>
                </p14:cNvPr>
                <p14:cNvContentPartPr/>
                <p14:nvPr/>
              </p14:nvContentPartPr>
              <p14:xfrm>
                <a:off x="8714238" y="2528890"/>
                <a:ext cx="144000" cy="13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A119A0-1DEE-7463-13A0-4869AF11100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96238" y="2510890"/>
                  <a:ext cx="179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433E69-46AC-8ABF-0F67-E88B5F3B9BD9}"/>
                    </a:ext>
                  </a:extLst>
                </p14:cNvPr>
                <p14:cNvContentPartPr/>
                <p14:nvPr/>
              </p14:nvContentPartPr>
              <p14:xfrm>
                <a:off x="8848158" y="2553010"/>
                <a:ext cx="42480" cy="206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433E69-46AC-8ABF-0F67-E88B5F3B9B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30158" y="2535010"/>
                  <a:ext cx="78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F06958-48A1-A1CB-8836-DD8F4E997CBE}"/>
                    </a:ext>
                  </a:extLst>
                </p14:cNvPr>
                <p14:cNvContentPartPr/>
                <p14:nvPr/>
              </p14:nvContentPartPr>
              <p14:xfrm>
                <a:off x="9002238" y="2526730"/>
                <a:ext cx="42840" cy="17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F06958-48A1-A1CB-8836-DD8F4E997C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84238" y="2508730"/>
                  <a:ext cx="7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BA5331-58F7-C8E1-4C37-7813DFBD6371}"/>
                    </a:ext>
                  </a:extLst>
                </p14:cNvPr>
                <p14:cNvContentPartPr/>
                <p14:nvPr/>
              </p14:nvContentPartPr>
              <p14:xfrm>
                <a:off x="9069198" y="2583610"/>
                <a:ext cx="8460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BA5331-58F7-C8E1-4C37-7813DFBD63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51198" y="2565442"/>
                  <a:ext cx="120240" cy="748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5116F2-BB53-8A49-9425-D17701F0D697}"/>
                    </a:ext>
                  </a:extLst>
                </p14:cNvPr>
                <p14:cNvContentPartPr/>
                <p14:nvPr/>
              </p14:nvContentPartPr>
              <p14:xfrm>
                <a:off x="8474838" y="2117410"/>
                <a:ext cx="873720" cy="1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5116F2-BB53-8A49-9425-D17701F0D69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56838" y="2099410"/>
                  <a:ext cx="909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74C95C-131B-F7B5-F53B-1C2EA265F10D}"/>
                    </a:ext>
                  </a:extLst>
                </p14:cNvPr>
                <p14:cNvContentPartPr/>
                <p14:nvPr/>
              </p14:nvContentPartPr>
              <p14:xfrm>
                <a:off x="9295638" y="2074210"/>
                <a:ext cx="114840" cy="90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74C95C-131B-F7B5-F53B-1C2EA265F1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77581" y="2056210"/>
                  <a:ext cx="150592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34A3C2-2511-5510-7168-95F60E748E99}"/>
                    </a:ext>
                  </a:extLst>
                </p14:cNvPr>
                <p14:cNvContentPartPr/>
                <p14:nvPr/>
              </p14:nvContentPartPr>
              <p14:xfrm>
                <a:off x="8523438" y="3159610"/>
                <a:ext cx="901440" cy="45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34A3C2-2511-5510-7168-95F60E748E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05438" y="3141467"/>
                  <a:ext cx="937080" cy="81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0D4169-8530-D2F9-57EF-06D9CBC4FB93}"/>
                    </a:ext>
                  </a:extLst>
                </p14:cNvPr>
                <p14:cNvContentPartPr/>
                <p14:nvPr/>
              </p14:nvContentPartPr>
              <p14:xfrm>
                <a:off x="9411918" y="3124330"/>
                <a:ext cx="122400" cy="107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0D4169-8530-D2F9-57EF-06D9CBC4FB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93918" y="3106330"/>
                  <a:ext cx="1580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6272E2-C29E-DB02-AC49-95817B5E0272}"/>
              </a:ext>
            </a:extLst>
          </p:cNvPr>
          <p:cNvGrpSpPr/>
          <p:nvPr/>
        </p:nvGrpSpPr>
        <p:grpSpPr>
          <a:xfrm>
            <a:off x="9862998" y="3103450"/>
            <a:ext cx="608760" cy="101520"/>
            <a:chOff x="9862998" y="3103450"/>
            <a:chExt cx="60876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BAFF360-F91A-327F-FE47-42E97061F308}"/>
                    </a:ext>
                  </a:extLst>
                </p14:cNvPr>
                <p14:cNvContentPartPr/>
                <p14:nvPr/>
              </p14:nvContentPartPr>
              <p14:xfrm>
                <a:off x="9862998" y="3103450"/>
                <a:ext cx="93240" cy="5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BAFF360-F91A-327F-FE47-42E97061F3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44928" y="3085569"/>
                  <a:ext cx="129018" cy="894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6E516D-CD47-FCB2-2FE0-75B2E5F5B657}"/>
                    </a:ext>
                  </a:extLst>
                </p14:cNvPr>
                <p14:cNvContentPartPr/>
                <p14:nvPr/>
              </p14:nvContentPartPr>
              <p14:xfrm>
                <a:off x="9878478" y="3130450"/>
                <a:ext cx="593280" cy="74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6E516D-CD47-FCB2-2FE0-75B2E5F5B65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60467" y="3112450"/>
                  <a:ext cx="628942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E856BA6-6360-973E-A7B0-7F1D1796411B}"/>
              </a:ext>
            </a:extLst>
          </p:cNvPr>
          <p:cNvGrpSpPr/>
          <p:nvPr/>
        </p:nvGrpSpPr>
        <p:grpSpPr>
          <a:xfrm>
            <a:off x="9967038" y="2449690"/>
            <a:ext cx="854640" cy="237600"/>
            <a:chOff x="9967038" y="2449690"/>
            <a:chExt cx="85464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0C230D-689A-85E9-5FB6-447967CDF48B}"/>
                    </a:ext>
                  </a:extLst>
                </p14:cNvPr>
                <p14:cNvContentPartPr/>
                <p14:nvPr/>
              </p14:nvContentPartPr>
              <p14:xfrm>
                <a:off x="9967038" y="2499010"/>
                <a:ext cx="204480" cy="188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0C230D-689A-85E9-5FB6-447967CDF4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49038" y="2481010"/>
                  <a:ext cx="240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CC2267F-7DF4-4CDA-BE38-2EF60DA9E07F}"/>
                    </a:ext>
                  </a:extLst>
                </p14:cNvPr>
                <p14:cNvContentPartPr/>
                <p14:nvPr/>
              </p14:nvContentPartPr>
              <p14:xfrm>
                <a:off x="10276638" y="2506210"/>
                <a:ext cx="94680" cy="119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CC2267F-7DF4-4CDA-BE38-2EF60DA9E07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58638" y="2488210"/>
                  <a:ext cx="130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45522-8487-B4B3-A22D-DD2FB6451AEA}"/>
                    </a:ext>
                  </a:extLst>
                </p14:cNvPr>
                <p14:cNvContentPartPr/>
                <p14:nvPr/>
              </p14:nvContentPartPr>
              <p14:xfrm>
                <a:off x="10479318" y="2516650"/>
                <a:ext cx="92160" cy="7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45522-8487-B4B3-A22D-DD2FB6451AE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1318" y="2498650"/>
                  <a:ext cx="127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DB306C-77DA-306D-E5DA-8413D9A78119}"/>
                    </a:ext>
                  </a:extLst>
                </p14:cNvPr>
                <p14:cNvContentPartPr/>
                <p14:nvPr/>
              </p14:nvContentPartPr>
              <p14:xfrm>
                <a:off x="10619358" y="2535730"/>
                <a:ext cx="55080" cy="6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DB306C-77DA-306D-E5DA-8413D9A7811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01240" y="2517730"/>
                  <a:ext cx="9095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195FBB-EFC4-57F6-56C2-7499F2905CA1}"/>
                    </a:ext>
                  </a:extLst>
                </p14:cNvPr>
                <p14:cNvContentPartPr/>
                <p14:nvPr/>
              </p14:nvContentPartPr>
              <p14:xfrm>
                <a:off x="10716198" y="2449690"/>
                <a:ext cx="105480" cy="148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195FBB-EFC4-57F6-56C2-7499F2905C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98198" y="2431646"/>
                  <a:ext cx="141120" cy="18404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096F86-EB72-24B5-9890-3E9E95F4DDF3}"/>
              </a:ext>
            </a:extLst>
          </p:cNvPr>
          <p:cNvGrpSpPr/>
          <p:nvPr/>
        </p:nvGrpSpPr>
        <p:grpSpPr>
          <a:xfrm>
            <a:off x="9770838" y="2030290"/>
            <a:ext cx="853920" cy="156600"/>
            <a:chOff x="9770838" y="2030290"/>
            <a:chExt cx="85392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916A82-CBA8-5989-D6F4-6CAC028799F2}"/>
                    </a:ext>
                  </a:extLst>
                </p14:cNvPr>
                <p14:cNvContentPartPr/>
                <p14:nvPr/>
              </p14:nvContentPartPr>
              <p14:xfrm>
                <a:off x="9770838" y="2066650"/>
                <a:ext cx="81000" cy="120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916A82-CBA8-5989-D6F4-6CAC028799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52918" y="2048650"/>
                  <a:ext cx="116482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D4B5E43-AE58-CFFD-A2EA-55E201F344FB}"/>
                    </a:ext>
                  </a:extLst>
                </p14:cNvPr>
                <p14:cNvContentPartPr/>
                <p14:nvPr/>
              </p14:nvContentPartPr>
              <p14:xfrm>
                <a:off x="9787038" y="2039650"/>
                <a:ext cx="506880" cy="11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D4B5E43-AE58-CFFD-A2EA-55E201F344F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69051" y="2021707"/>
                  <a:ext cx="542495" cy="148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8D59C0-F705-9B61-092D-D2EE6AC0F2B4}"/>
                    </a:ext>
                  </a:extLst>
                </p14:cNvPr>
                <p14:cNvContentPartPr/>
                <p14:nvPr/>
              </p14:nvContentPartPr>
              <p14:xfrm>
                <a:off x="10314438" y="2030290"/>
                <a:ext cx="258120" cy="3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8D59C0-F705-9B61-092D-D2EE6AC0F2B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96463" y="2012083"/>
                  <a:ext cx="293710" cy="677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4AC53B1-9B76-A85A-F0E7-616845E1B135}"/>
                    </a:ext>
                  </a:extLst>
                </p14:cNvPr>
                <p14:cNvContentPartPr/>
                <p14:nvPr/>
              </p14:nvContentPartPr>
              <p14:xfrm>
                <a:off x="10607118" y="2034250"/>
                <a:ext cx="15120" cy="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4AC53B1-9B76-A85A-F0E7-616845E1B1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89118" y="2016250"/>
                  <a:ext cx="50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F4567A3-4C12-9A22-3973-F7866EA22F07}"/>
                    </a:ext>
                  </a:extLst>
                </p14:cNvPr>
                <p14:cNvContentPartPr/>
                <p14:nvPr/>
              </p14:nvContentPartPr>
              <p14:xfrm>
                <a:off x="10624398" y="2031730"/>
                <a:ext cx="360" cy="1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F4567A3-4C12-9A22-3973-F7866EA22F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06398" y="2013730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FB7D88D-D2B1-9B0C-B792-34A627236EE2}"/>
              </a:ext>
            </a:extLst>
          </p:cNvPr>
          <p:cNvGrpSpPr/>
          <p:nvPr/>
        </p:nvGrpSpPr>
        <p:grpSpPr>
          <a:xfrm>
            <a:off x="10483998" y="3103810"/>
            <a:ext cx="232200" cy="38520"/>
            <a:chOff x="10483998" y="3103810"/>
            <a:chExt cx="23220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DAC7295-6C5C-D920-A7A0-396005535607}"/>
                    </a:ext>
                  </a:extLst>
                </p14:cNvPr>
                <p14:cNvContentPartPr/>
                <p14:nvPr/>
              </p14:nvContentPartPr>
              <p14:xfrm>
                <a:off x="10483998" y="3123970"/>
                <a:ext cx="212040" cy="1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DAC7295-6C5C-D920-A7A0-39600553560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65998" y="3106316"/>
                  <a:ext cx="247680" cy="53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878932F-8826-A4D4-8729-17D0B1628E9D}"/>
                    </a:ext>
                  </a:extLst>
                </p14:cNvPr>
                <p14:cNvContentPartPr/>
                <p14:nvPr/>
              </p14:nvContentPartPr>
              <p14:xfrm>
                <a:off x="10680918" y="3103810"/>
                <a:ext cx="35280" cy="1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878932F-8826-A4D4-8729-17D0B1628E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62918" y="3086143"/>
                  <a:ext cx="70920" cy="540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53DBA77-E466-58DF-8490-0D5BB894F591}"/>
              </a:ext>
            </a:extLst>
          </p:cNvPr>
          <p:cNvGrpSpPr/>
          <p:nvPr/>
        </p:nvGrpSpPr>
        <p:grpSpPr>
          <a:xfrm>
            <a:off x="6125478" y="3793210"/>
            <a:ext cx="3775320" cy="1779480"/>
            <a:chOff x="6125478" y="3793210"/>
            <a:chExt cx="3775320" cy="17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4A20EB9-7ABA-39B5-9815-282100953818}"/>
                    </a:ext>
                  </a:extLst>
                </p14:cNvPr>
                <p14:cNvContentPartPr/>
                <p14:nvPr/>
              </p14:nvContentPartPr>
              <p14:xfrm>
                <a:off x="7272798" y="3949090"/>
                <a:ext cx="59760" cy="50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A20EB9-7ABA-39B5-9815-2821009538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54798" y="3931090"/>
                  <a:ext cx="954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10876A-1864-8E82-8626-377ECE03CF10}"/>
                    </a:ext>
                  </a:extLst>
                </p14:cNvPr>
                <p14:cNvContentPartPr/>
                <p14:nvPr/>
              </p14:nvContentPartPr>
              <p14:xfrm>
                <a:off x="6993798" y="4386850"/>
                <a:ext cx="625680" cy="770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10876A-1864-8E82-8626-377ECE03CF1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75798" y="4368858"/>
                  <a:ext cx="661320" cy="8056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1023367-DF1B-0F0B-F627-5FE287B2BF11}"/>
                    </a:ext>
                  </a:extLst>
                </p14:cNvPr>
                <p14:cNvContentPartPr/>
                <p14:nvPr/>
              </p14:nvContentPartPr>
              <p14:xfrm>
                <a:off x="7163718" y="4653250"/>
                <a:ext cx="156960" cy="253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1023367-DF1B-0F0B-F627-5FE287B2BF1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45718" y="4635224"/>
                  <a:ext cx="192600" cy="289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AE6AF3-1A4A-E019-8586-130AA30B989D}"/>
                    </a:ext>
                  </a:extLst>
                </p14:cNvPr>
                <p14:cNvContentPartPr/>
                <p14:nvPr/>
              </p14:nvContentPartPr>
              <p14:xfrm>
                <a:off x="7271718" y="4865650"/>
                <a:ext cx="24840" cy="16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AE6AF3-1A4A-E019-8586-130AA30B989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53718" y="4847650"/>
                  <a:ext cx="60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ED0AC0-4984-9B5C-0038-CF7079AF3AFD}"/>
                    </a:ext>
                  </a:extLst>
                </p14:cNvPr>
                <p14:cNvContentPartPr/>
                <p14:nvPr/>
              </p14:nvContentPartPr>
              <p14:xfrm>
                <a:off x="7278558" y="3917410"/>
                <a:ext cx="102456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ED0AC0-4984-9B5C-0038-CF7079AF3AF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60558" y="3899410"/>
                  <a:ext cx="1060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E84F71C-D114-8DCE-DC3A-3CEE0CC35F8F}"/>
                    </a:ext>
                  </a:extLst>
                </p14:cNvPr>
                <p14:cNvContentPartPr/>
                <p14:nvPr/>
              </p14:nvContentPartPr>
              <p14:xfrm>
                <a:off x="8269278" y="3960970"/>
                <a:ext cx="15120" cy="335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E84F71C-D114-8DCE-DC3A-3CEE0CC35F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51278" y="3942970"/>
                  <a:ext cx="50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7834C5-1E8F-E725-05F3-8208839FE0AC}"/>
                    </a:ext>
                  </a:extLst>
                </p14:cNvPr>
                <p14:cNvContentPartPr/>
                <p14:nvPr/>
              </p14:nvContentPartPr>
              <p14:xfrm>
                <a:off x="8259918" y="4380370"/>
                <a:ext cx="97560" cy="401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7834C5-1E8F-E725-05F3-8208839FE0A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41918" y="4362370"/>
                  <a:ext cx="1332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43B5FF2-9A0C-AED7-36E7-90B7D08F5956}"/>
                    </a:ext>
                  </a:extLst>
                </p14:cNvPr>
                <p14:cNvContentPartPr/>
                <p14:nvPr/>
              </p14:nvContentPartPr>
              <p14:xfrm>
                <a:off x="7350918" y="4756210"/>
                <a:ext cx="1066320" cy="81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43B5FF2-9A0C-AED7-36E7-90B7D08F595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32918" y="4738210"/>
                  <a:ext cx="110196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98D0E44-41E5-8848-F863-5AE926F66607}"/>
                    </a:ext>
                  </a:extLst>
                </p14:cNvPr>
                <p14:cNvContentPartPr/>
                <p14:nvPr/>
              </p14:nvContentPartPr>
              <p14:xfrm>
                <a:off x="7382598" y="5224570"/>
                <a:ext cx="37080" cy="348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98D0E44-41E5-8848-F863-5AE926F666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64598" y="5206570"/>
                  <a:ext cx="727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BF274D-A073-0CF6-B763-C09B12CD8A0A}"/>
                    </a:ext>
                  </a:extLst>
                </p14:cNvPr>
                <p14:cNvContentPartPr/>
                <p14:nvPr/>
              </p14:nvContentPartPr>
              <p14:xfrm>
                <a:off x="8302038" y="3826330"/>
                <a:ext cx="1092600" cy="9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BBF274D-A073-0CF6-B763-C09B12CD8A0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84038" y="3808330"/>
                  <a:ext cx="1128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E0F53D5-89A7-2B0F-B04E-5F1B54D52D53}"/>
                    </a:ext>
                  </a:extLst>
                </p14:cNvPr>
                <p14:cNvContentPartPr/>
                <p14:nvPr/>
              </p14:nvContentPartPr>
              <p14:xfrm>
                <a:off x="8381238" y="5298370"/>
                <a:ext cx="1198080" cy="12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E0F53D5-89A7-2B0F-B04E-5F1B54D52D5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63238" y="5280370"/>
                  <a:ext cx="1233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D6658B-1703-EC96-1A71-620C263A87E1}"/>
                    </a:ext>
                  </a:extLst>
                </p14:cNvPr>
                <p14:cNvContentPartPr/>
                <p14:nvPr/>
              </p14:nvContentPartPr>
              <p14:xfrm>
                <a:off x="6170478" y="4451650"/>
                <a:ext cx="163800" cy="27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D6658B-1703-EC96-1A71-620C263A87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52478" y="4433650"/>
                  <a:ext cx="199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EED1A5C-D796-C25B-6462-B7A55BAA4DD3}"/>
                    </a:ext>
                  </a:extLst>
                </p14:cNvPr>
                <p14:cNvContentPartPr/>
                <p14:nvPr/>
              </p14:nvContentPartPr>
              <p14:xfrm>
                <a:off x="6125478" y="4412050"/>
                <a:ext cx="87480" cy="104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EED1A5C-D796-C25B-6462-B7A55BAA4D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7478" y="4394050"/>
                  <a:ext cx="123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E1F1B1C-5ABE-2991-DA19-06B31F112D8A}"/>
                    </a:ext>
                  </a:extLst>
                </p14:cNvPr>
                <p14:cNvContentPartPr/>
                <p14:nvPr/>
              </p14:nvContentPartPr>
              <p14:xfrm>
                <a:off x="6328518" y="4683130"/>
                <a:ext cx="61920" cy="8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E1F1B1C-5ABE-2991-DA19-06B31F112D8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10518" y="4665130"/>
                  <a:ext cx="97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943564-2D69-6703-1BC8-957EFA66C821}"/>
                    </a:ext>
                  </a:extLst>
                </p14:cNvPr>
                <p14:cNvContentPartPr/>
                <p14:nvPr/>
              </p14:nvContentPartPr>
              <p14:xfrm>
                <a:off x="6458478" y="4547410"/>
                <a:ext cx="100080" cy="174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943564-2D69-6703-1BC8-957EFA66C82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40543" y="4529373"/>
                  <a:ext cx="135592" cy="2106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8B45D15-154C-AEFE-B39A-205DD308A43F}"/>
                    </a:ext>
                  </a:extLst>
                </p14:cNvPr>
                <p14:cNvContentPartPr/>
                <p14:nvPr/>
              </p14:nvContentPartPr>
              <p14:xfrm>
                <a:off x="6461358" y="4440490"/>
                <a:ext cx="169200" cy="168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8B45D15-154C-AEFE-B39A-205DD308A43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43358" y="4422490"/>
                  <a:ext cx="204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6F74B77-1021-7B9A-A19D-9BDF7CB1DD6B}"/>
                    </a:ext>
                  </a:extLst>
                </p14:cNvPr>
                <p14:cNvContentPartPr/>
                <p14:nvPr/>
              </p14:nvContentPartPr>
              <p14:xfrm>
                <a:off x="6702558" y="4400530"/>
                <a:ext cx="91800" cy="97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6F74B77-1021-7B9A-A19D-9BDF7CB1DD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84558" y="4382530"/>
                  <a:ext cx="127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B2A34B8-C566-D96B-0DF5-881FC5FA3F36}"/>
                    </a:ext>
                  </a:extLst>
                </p14:cNvPr>
                <p14:cNvContentPartPr/>
                <p14:nvPr/>
              </p14:nvContentPartPr>
              <p14:xfrm>
                <a:off x="6813078" y="4246090"/>
                <a:ext cx="37440" cy="108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B2A34B8-C566-D96B-0DF5-881FC5FA3F3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95078" y="4228090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BF1BD10-1E3E-2F57-1B0A-0E473B791EB5}"/>
                    </a:ext>
                  </a:extLst>
                </p14:cNvPr>
                <p14:cNvContentPartPr/>
                <p14:nvPr/>
              </p14:nvContentPartPr>
              <p14:xfrm>
                <a:off x="6795798" y="3971050"/>
                <a:ext cx="53640" cy="45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BF1BD10-1E3E-2F57-1B0A-0E473B791EB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77798" y="3952905"/>
                  <a:ext cx="89280" cy="80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98837C8-D89B-92A0-EDE0-D6BD2C8C2D0C}"/>
                    </a:ext>
                  </a:extLst>
                </p14:cNvPr>
                <p14:cNvContentPartPr/>
                <p14:nvPr/>
              </p14:nvContentPartPr>
              <p14:xfrm>
                <a:off x="6881838" y="4040530"/>
                <a:ext cx="41400" cy="5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98837C8-D89B-92A0-EDE0-D6BD2C8C2D0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63838" y="4022530"/>
                  <a:ext cx="77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8F22C39-9575-099B-1338-86A1C7F7DEB7}"/>
                    </a:ext>
                  </a:extLst>
                </p14:cNvPr>
                <p14:cNvContentPartPr/>
                <p14:nvPr/>
              </p14:nvContentPartPr>
              <p14:xfrm>
                <a:off x="6948438" y="3793210"/>
                <a:ext cx="111600" cy="90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8F22C39-9575-099B-1338-86A1C7F7DEB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30438" y="3775210"/>
                  <a:ext cx="147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54F8EC-DC31-0AAB-E061-8E2D8A4097F2}"/>
                    </a:ext>
                  </a:extLst>
                </p14:cNvPr>
                <p14:cNvContentPartPr/>
                <p14:nvPr/>
              </p14:nvContentPartPr>
              <p14:xfrm>
                <a:off x="7086678" y="3937210"/>
                <a:ext cx="45360" cy="4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54F8EC-DC31-0AAB-E061-8E2D8A4097F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68678" y="3919210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C4F13CF-46F9-37A5-9149-076862C039ED}"/>
                    </a:ext>
                  </a:extLst>
                </p14:cNvPr>
                <p14:cNvContentPartPr/>
                <p14:nvPr/>
              </p14:nvContentPartPr>
              <p14:xfrm>
                <a:off x="8574558" y="4539490"/>
                <a:ext cx="141480" cy="33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C4F13CF-46F9-37A5-9149-076862C039E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56558" y="4521509"/>
                  <a:ext cx="177120" cy="368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754494B-CD2A-2E29-2FBA-147C4D63A746}"/>
                    </a:ext>
                  </a:extLst>
                </p14:cNvPr>
                <p14:cNvContentPartPr/>
                <p14:nvPr/>
              </p14:nvContentPartPr>
              <p14:xfrm>
                <a:off x="8617758" y="4515730"/>
                <a:ext cx="137520" cy="183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754494B-CD2A-2E29-2FBA-147C4D63A74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99758" y="4497730"/>
                  <a:ext cx="173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E4859E9-49FC-311E-FBB7-152718F13C90}"/>
                    </a:ext>
                  </a:extLst>
                </p14:cNvPr>
                <p14:cNvContentPartPr/>
                <p14:nvPr/>
              </p14:nvContentPartPr>
              <p14:xfrm>
                <a:off x="8897478" y="4582330"/>
                <a:ext cx="75240" cy="15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E4859E9-49FC-311E-FBB7-152718F13C9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79564" y="4564330"/>
                  <a:ext cx="11071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4893584-43CB-1D36-30CD-9BB6EE39C2D5}"/>
                    </a:ext>
                  </a:extLst>
                </p14:cNvPr>
                <p14:cNvContentPartPr/>
                <p14:nvPr/>
              </p14:nvContentPartPr>
              <p14:xfrm>
                <a:off x="8920158" y="4467130"/>
                <a:ext cx="149400" cy="135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4893584-43CB-1D36-30CD-9BB6EE39C2D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02158" y="4449178"/>
                  <a:ext cx="185040" cy="170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54A27FE-9FE1-DF11-1B9F-95004ADF092A}"/>
                    </a:ext>
                  </a:extLst>
                </p14:cNvPr>
                <p14:cNvContentPartPr/>
                <p14:nvPr/>
              </p14:nvContentPartPr>
              <p14:xfrm>
                <a:off x="9134718" y="4495930"/>
                <a:ext cx="90000" cy="97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54A27FE-9FE1-DF11-1B9F-95004ADF092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16718" y="4477930"/>
                  <a:ext cx="12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F13277F-75D6-B32D-3807-BEAF40B25877}"/>
                    </a:ext>
                  </a:extLst>
                </p14:cNvPr>
                <p14:cNvContentPartPr/>
                <p14:nvPr/>
              </p14:nvContentPartPr>
              <p14:xfrm>
                <a:off x="9262518" y="4389010"/>
                <a:ext cx="61920" cy="78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F13277F-75D6-B32D-3807-BEAF40B2587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244518" y="4371092"/>
                  <a:ext cx="97560" cy="1143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4F601DE-B2D5-F0B8-8F11-04E16B342BA4}"/>
                    </a:ext>
                  </a:extLst>
                </p14:cNvPr>
                <p14:cNvContentPartPr/>
                <p14:nvPr/>
              </p14:nvContentPartPr>
              <p14:xfrm>
                <a:off x="9433518" y="4286050"/>
                <a:ext cx="12240" cy="10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4F601DE-B2D5-F0B8-8F11-04E16B342B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15518" y="4268050"/>
                  <a:ext cx="47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7718298-D498-33C4-8DDA-DB89BA4AA423}"/>
                    </a:ext>
                  </a:extLst>
                </p14:cNvPr>
                <p14:cNvContentPartPr/>
                <p14:nvPr/>
              </p14:nvContentPartPr>
              <p14:xfrm>
                <a:off x="9470238" y="4330690"/>
                <a:ext cx="58680" cy="52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7718298-D498-33C4-8DDA-DB89BA4AA42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52238" y="4312690"/>
                  <a:ext cx="94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1BAB4E8-5CEB-4C7D-90DE-F884A9E76035}"/>
                    </a:ext>
                  </a:extLst>
                </p14:cNvPr>
                <p14:cNvContentPartPr/>
                <p14:nvPr/>
              </p14:nvContentPartPr>
              <p14:xfrm>
                <a:off x="9694518" y="4072210"/>
                <a:ext cx="136080" cy="19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1BAB4E8-5CEB-4C7D-90DE-F884A9E760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676518" y="4054210"/>
                  <a:ext cx="171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196B94-219C-8D7E-98B0-A2E7A7D23E39}"/>
                    </a:ext>
                  </a:extLst>
                </p14:cNvPr>
                <p14:cNvContentPartPr/>
                <p14:nvPr/>
              </p14:nvContentPartPr>
              <p14:xfrm>
                <a:off x="9881718" y="4306570"/>
                <a:ext cx="19080" cy="20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196B94-219C-8D7E-98B0-A2E7A7D23E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63718" y="4288570"/>
                  <a:ext cx="547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0F8C599-8274-50E6-C88F-91CA23EB3875}"/>
              </a:ext>
            </a:extLst>
          </p:cNvPr>
          <p:cNvGrpSpPr/>
          <p:nvPr/>
        </p:nvGrpSpPr>
        <p:grpSpPr>
          <a:xfrm>
            <a:off x="7345518" y="5699050"/>
            <a:ext cx="3781080" cy="671040"/>
            <a:chOff x="7345518" y="5699050"/>
            <a:chExt cx="378108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0A767A2-F1BE-2C15-B171-7FF10E48BD22}"/>
                    </a:ext>
                  </a:extLst>
                </p14:cNvPr>
                <p14:cNvContentPartPr/>
                <p14:nvPr/>
              </p14:nvContentPartPr>
              <p14:xfrm>
                <a:off x="7345518" y="5935210"/>
                <a:ext cx="47160" cy="398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0A767A2-F1BE-2C15-B171-7FF10E48BD2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27518" y="5917210"/>
                  <a:ext cx="828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0C5482E-309B-0416-E1C8-F4CEF150DACE}"/>
                    </a:ext>
                  </a:extLst>
                </p14:cNvPr>
                <p14:cNvContentPartPr/>
                <p14:nvPr/>
              </p14:nvContentPartPr>
              <p14:xfrm>
                <a:off x="7359198" y="5937730"/>
                <a:ext cx="250560" cy="258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C5482E-309B-0416-E1C8-F4CEF150DAC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1172" y="5919705"/>
                  <a:ext cx="286251" cy="294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A2419F6-F739-A3FF-5A1A-DE10A342A0CA}"/>
                    </a:ext>
                  </a:extLst>
                </p14:cNvPr>
                <p14:cNvContentPartPr/>
                <p14:nvPr/>
              </p14:nvContentPartPr>
              <p14:xfrm>
                <a:off x="7710558" y="6126010"/>
                <a:ext cx="22680" cy="244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A2419F6-F739-A3FF-5A1A-DE10A342A0C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92558" y="6108010"/>
                  <a:ext cx="58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DA99D68-CEEC-9186-C507-9F71AE8054A1}"/>
                    </a:ext>
                  </a:extLst>
                </p14:cNvPr>
                <p14:cNvContentPartPr/>
                <p14:nvPr/>
              </p14:nvContentPartPr>
              <p14:xfrm>
                <a:off x="7712718" y="6133210"/>
                <a:ext cx="133920" cy="122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DA99D68-CEEC-9186-C507-9F71AE8054A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94718" y="6115210"/>
                  <a:ext cx="169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231DBBE-8E97-E182-55EB-6C950E1AA84C}"/>
                    </a:ext>
                  </a:extLst>
                </p14:cNvPr>
                <p14:cNvContentPartPr/>
                <p14:nvPr/>
              </p14:nvContentPartPr>
              <p14:xfrm>
                <a:off x="7985958" y="6174970"/>
                <a:ext cx="69480" cy="124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231DBBE-8E97-E182-55EB-6C950E1AA84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67864" y="6157022"/>
                  <a:ext cx="105306" cy="160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8FC1AF6-9D35-39C1-47FF-F971DCD89984}"/>
                    </a:ext>
                  </a:extLst>
                </p14:cNvPr>
                <p14:cNvContentPartPr/>
                <p14:nvPr/>
              </p14:nvContentPartPr>
              <p14:xfrm>
                <a:off x="8126718" y="6122050"/>
                <a:ext cx="74520" cy="10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8FC1AF6-9D35-39C1-47FF-F971DCD8998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08631" y="6104050"/>
                  <a:ext cx="110333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44B0A79-253F-4CD9-9CB4-579AC597CDF6}"/>
                    </a:ext>
                  </a:extLst>
                </p14:cNvPr>
                <p14:cNvContentPartPr/>
                <p14:nvPr/>
              </p14:nvContentPartPr>
              <p14:xfrm>
                <a:off x="8403558" y="6133210"/>
                <a:ext cx="33480" cy="13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44B0A79-253F-4CD9-9CB4-579AC597CD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85558" y="6115210"/>
                  <a:ext cx="69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6FC1C53-86D5-31B5-ECE7-5151BBE5512D}"/>
                    </a:ext>
                  </a:extLst>
                </p14:cNvPr>
                <p14:cNvContentPartPr/>
                <p14:nvPr/>
              </p14:nvContentPartPr>
              <p14:xfrm>
                <a:off x="8468358" y="6187570"/>
                <a:ext cx="56160" cy="2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6FC1C53-86D5-31B5-ECE7-5151BBE5512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50473" y="6169570"/>
                  <a:ext cx="91573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EB8F4F0-1D4C-0BDA-11C8-13121863A349}"/>
                    </a:ext>
                  </a:extLst>
                </p14:cNvPr>
                <p14:cNvContentPartPr/>
                <p14:nvPr/>
              </p14:nvContentPartPr>
              <p14:xfrm>
                <a:off x="8777598" y="5884450"/>
                <a:ext cx="84600" cy="367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EB8F4F0-1D4C-0BDA-11C8-13121863A3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59598" y="5866468"/>
                  <a:ext cx="120240" cy="4028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FB8204E-74D1-41EC-B5BE-ABD8D2EA5A4B}"/>
                    </a:ext>
                  </a:extLst>
                </p14:cNvPr>
                <p14:cNvContentPartPr/>
                <p14:nvPr/>
              </p14:nvContentPartPr>
              <p14:xfrm>
                <a:off x="8811438" y="5861050"/>
                <a:ext cx="170280" cy="26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FB8204E-74D1-41EC-B5BE-ABD8D2EA5A4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93438" y="5843050"/>
                  <a:ext cx="205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6238CB1-EFFA-7B07-04B9-C1ED5410F69D}"/>
                    </a:ext>
                  </a:extLst>
                </p14:cNvPr>
                <p14:cNvContentPartPr/>
                <p14:nvPr/>
              </p14:nvContentPartPr>
              <p14:xfrm>
                <a:off x="9073158" y="6027370"/>
                <a:ext cx="143640" cy="60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6238CB1-EFFA-7B07-04B9-C1ED5410F69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55158" y="6009370"/>
                  <a:ext cx="179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856529C-9431-714A-8CA6-EDA1C65966B6}"/>
                    </a:ext>
                  </a:extLst>
                </p14:cNvPr>
                <p14:cNvContentPartPr/>
                <p14:nvPr/>
              </p14:nvContentPartPr>
              <p14:xfrm>
                <a:off x="9164238" y="5998930"/>
                <a:ext cx="34200" cy="298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856529C-9431-714A-8CA6-EDA1C65966B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46238" y="5980930"/>
                  <a:ext cx="69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AA74C6-2CFB-01E9-FE31-245FC4877DB6}"/>
                    </a:ext>
                  </a:extLst>
                </p14:cNvPr>
                <p14:cNvContentPartPr/>
                <p14:nvPr/>
              </p14:nvContentPartPr>
              <p14:xfrm>
                <a:off x="9331638" y="6042490"/>
                <a:ext cx="182880" cy="166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AA74C6-2CFB-01E9-FE31-245FC4877DB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13638" y="6024490"/>
                  <a:ext cx="21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315D5F2-EB37-AAA4-03A0-DA18AB229AA6}"/>
                    </a:ext>
                  </a:extLst>
                </p14:cNvPr>
                <p14:cNvContentPartPr/>
                <p14:nvPr/>
              </p14:nvContentPartPr>
              <p14:xfrm>
                <a:off x="9688758" y="5977330"/>
                <a:ext cx="20520" cy="1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315D5F2-EB37-AAA4-03A0-DA18AB229A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70758" y="5959330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091FE28-CD3D-DD9F-F836-1BFA780DE233}"/>
                    </a:ext>
                  </a:extLst>
                </p14:cNvPr>
                <p14:cNvContentPartPr/>
                <p14:nvPr/>
              </p14:nvContentPartPr>
              <p14:xfrm>
                <a:off x="9722598" y="5997490"/>
                <a:ext cx="43200" cy="37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091FE28-CD3D-DD9F-F836-1BFA780DE23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04747" y="5979490"/>
                  <a:ext cx="78545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7B090D7-74B3-7B87-C51C-6AA93402DA02}"/>
                    </a:ext>
                  </a:extLst>
                </p14:cNvPr>
                <p14:cNvContentPartPr/>
                <p14:nvPr/>
              </p14:nvContentPartPr>
              <p14:xfrm>
                <a:off x="9924558" y="5808490"/>
                <a:ext cx="163080" cy="24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7B090D7-74B3-7B87-C51C-6AA93402DA0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06598" y="5790516"/>
                  <a:ext cx="198641" cy="2811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7ED1A4-8B17-0248-296F-E00022D463AF}"/>
                    </a:ext>
                  </a:extLst>
                </p14:cNvPr>
                <p14:cNvContentPartPr/>
                <p14:nvPr/>
              </p14:nvContentPartPr>
              <p14:xfrm>
                <a:off x="10224438" y="5772490"/>
                <a:ext cx="278640" cy="265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7ED1A4-8B17-0248-296F-E00022D463A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206438" y="5754514"/>
                  <a:ext cx="314280" cy="3012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BFE67A5-21B4-839D-AA1E-4C7500F0B0C7}"/>
                    </a:ext>
                  </a:extLst>
                </p14:cNvPr>
                <p14:cNvContentPartPr/>
                <p14:nvPr/>
              </p14:nvContentPartPr>
              <p14:xfrm>
                <a:off x="10696758" y="5699050"/>
                <a:ext cx="429840" cy="240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BFE67A5-21B4-839D-AA1E-4C7500F0B0C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678758" y="5681050"/>
                  <a:ext cx="46548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BFC88D9-B7C7-1523-C40A-2E0C6E2681A2}"/>
              </a:ext>
            </a:extLst>
          </p:cNvPr>
          <p:cNvGrpSpPr/>
          <p:nvPr/>
        </p:nvGrpSpPr>
        <p:grpSpPr>
          <a:xfrm>
            <a:off x="225798" y="2618170"/>
            <a:ext cx="3064680" cy="2365560"/>
            <a:chOff x="225798" y="2618170"/>
            <a:chExt cx="3064680" cy="23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8A899E3-864F-2459-BB43-91022C584DDA}"/>
                    </a:ext>
                  </a:extLst>
                </p14:cNvPr>
                <p14:cNvContentPartPr/>
                <p14:nvPr/>
              </p14:nvContentPartPr>
              <p14:xfrm>
                <a:off x="771198" y="2700250"/>
                <a:ext cx="19080" cy="79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8A899E3-864F-2459-BB43-91022C584DD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558" y="2682250"/>
                  <a:ext cx="5472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ECF7963-1C7A-E089-077D-1E06054590B2}"/>
                    </a:ext>
                  </a:extLst>
                </p14:cNvPr>
                <p14:cNvContentPartPr/>
                <p14:nvPr/>
              </p14:nvContentPartPr>
              <p14:xfrm>
                <a:off x="509478" y="3538330"/>
                <a:ext cx="455400" cy="19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ECF7963-1C7A-E089-077D-1E06054590B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1478" y="3520330"/>
                  <a:ext cx="491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B8975FE-B16B-BA05-1B16-A64995E4F929}"/>
                    </a:ext>
                  </a:extLst>
                </p14:cNvPr>
                <p14:cNvContentPartPr/>
                <p14:nvPr/>
              </p14:nvContentPartPr>
              <p14:xfrm>
                <a:off x="738798" y="3686650"/>
                <a:ext cx="131760" cy="24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B8975FE-B16B-BA05-1B16-A64995E4F92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0798" y="3668650"/>
                  <a:ext cx="167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4EDCAAF-6C7E-2582-E92E-781917DC2E23}"/>
                    </a:ext>
                  </a:extLst>
                </p14:cNvPr>
                <p14:cNvContentPartPr/>
                <p14:nvPr/>
              </p14:nvContentPartPr>
              <p14:xfrm>
                <a:off x="821598" y="3721930"/>
                <a:ext cx="64440" cy="73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4EDCAAF-6C7E-2582-E92E-781917DC2E2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3958" y="3703930"/>
                  <a:ext cx="100080" cy="7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52AB9A1-4FC9-3939-30F9-34FC71ADB646}"/>
                    </a:ext>
                  </a:extLst>
                </p14:cNvPr>
                <p14:cNvContentPartPr/>
                <p14:nvPr/>
              </p14:nvContentPartPr>
              <p14:xfrm>
                <a:off x="721158" y="2729410"/>
                <a:ext cx="1174320" cy="79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52AB9A1-4FC9-3939-30F9-34FC71ADB64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3518" y="2711410"/>
                  <a:ext cx="1209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D88D87B-0692-AF32-AED6-181B61160385}"/>
                    </a:ext>
                  </a:extLst>
                </p14:cNvPr>
                <p14:cNvContentPartPr/>
                <p14:nvPr/>
              </p14:nvContentPartPr>
              <p14:xfrm>
                <a:off x="1921038" y="2725090"/>
                <a:ext cx="32760" cy="511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D88D87B-0692-AF32-AED6-181B6116038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03038" y="2707450"/>
                  <a:ext cx="6840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F2375AB-4130-BAF6-A8B8-D21889AD9D02}"/>
                    </a:ext>
                  </a:extLst>
                </p14:cNvPr>
                <p14:cNvContentPartPr/>
                <p14:nvPr/>
              </p14:nvContentPartPr>
              <p14:xfrm>
                <a:off x="1892238" y="3261490"/>
                <a:ext cx="164520" cy="218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F2375AB-4130-BAF6-A8B8-D21889AD9D0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874238" y="3243490"/>
                  <a:ext cx="200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7BA3A81-E4C0-093D-E2D4-DF07E55D7CBF}"/>
                    </a:ext>
                  </a:extLst>
                </p14:cNvPr>
                <p14:cNvContentPartPr/>
                <p14:nvPr/>
              </p14:nvContentPartPr>
              <p14:xfrm>
                <a:off x="2005638" y="3488650"/>
                <a:ext cx="21240" cy="281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7BA3A81-E4C0-093D-E2D4-DF07E55D7CB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87998" y="3470650"/>
                  <a:ext cx="56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EB5C549-12CD-B49A-DC0B-0136C4DDCADD}"/>
                    </a:ext>
                  </a:extLst>
                </p14:cNvPr>
                <p14:cNvContentPartPr/>
                <p14:nvPr/>
              </p14:nvContentPartPr>
              <p14:xfrm>
                <a:off x="2009958" y="3760810"/>
                <a:ext cx="21600" cy="272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EB5C549-12CD-B49A-DC0B-0136C4DDCAD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91958" y="3743170"/>
                  <a:ext cx="57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8A924B7-4FD9-91F0-C039-2ADD984DB5C9}"/>
                    </a:ext>
                  </a:extLst>
                </p14:cNvPr>
                <p14:cNvContentPartPr/>
                <p14:nvPr/>
              </p14:nvContentPartPr>
              <p14:xfrm>
                <a:off x="1937958" y="4021090"/>
                <a:ext cx="191160" cy="7873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8A924B7-4FD9-91F0-C039-2ADD984DB5C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20318" y="4003450"/>
                  <a:ext cx="22680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FAAE1F8-C6FC-3738-2E6A-4C6E1E23460F}"/>
                    </a:ext>
                  </a:extLst>
                </p14:cNvPr>
                <p14:cNvContentPartPr/>
                <p14:nvPr/>
              </p14:nvContentPartPr>
              <p14:xfrm>
                <a:off x="2011758" y="3593410"/>
                <a:ext cx="1102680" cy="133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FAAE1F8-C6FC-3738-2E6A-4C6E1E23460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93758" y="3575770"/>
                  <a:ext cx="1138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487A1F5-331D-5CFB-21FF-28F8AE8475E3}"/>
                    </a:ext>
                  </a:extLst>
                </p14:cNvPr>
                <p14:cNvContentPartPr/>
                <p14:nvPr/>
              </p14:nvContentPartPr>
              <p14:xfrm>
                <a:off x="733758" y="3614290"/>
                <a:ext cx="2556720" cy="1248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487A1F5-331D-5CFB-21FF-28F8AE8475E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16118" y="3596650"/>
                  <a:ext cx="2592360" cy="12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CAF373B-5B4D-07A0-7C5B-25C2B8DF7869}"/>
                    </a:ext>
                  </a:extLst>
                </p14:cNvPr>
                <p14:cNvContentPartPr/>
                <p14:nvPr/>
              </p14:nvContentPartPr>
              <p14:xfrm>
                <a:off x="842478" y="4372090"/>
                <a:ext cx="42840" cy="611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CAF373B-5B4D-07A0-7C5B-25C2B8DF786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4838" y="4354090"/>
                  <a:ext cx="784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8C0062E-951F-A21C-05E3-D69B247AD728}"/>
                    </a:ext>
                  </a:extLst>
                </p14:cNvPr>
                <p14:cNvContentPartPr/>
                <p14:nvPr/>
              </p14:nvContentPartPr>
              <p14:xfrm>
                <a:off x="225798" y="3889330"/>
                <a:ext cx="131040" cy="304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8C0062E-951F-A21C-05E3-D69B247AD7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7798" y="3871330"/>
                  <a:ext cx="1666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22A3C56-A13B-C39D-8395-2D920EDD5E66}"/>
                    </a:ext>
                  </a:extLst>
                </p14:cNvPr>
                <p14:cNvContentPartPr/>
                <p14:nvPr/>
              </p14:nvContentPartPr>
              <p14:xfrm>
                <a:off x="389238" y="3811930"/>
                <a:ext cx="132840" cy="194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22A3C56-A13B-C39D-8395-2D920EDD5E6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71598" y="3793930"/>
                  <a:ext cx="168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91344D7-5888-262B-BD80-A049F5FC9D24}"/>
                    </a:ext>
                  </a:extLst>
                </p14:cNvPr>
                <p14:cNvContentPartPr/>
                <p14:nvPr/>
              </p14:nvContentPartPr>
              <p14:xfrm>
                <a:off x="554118" y="3715450"/>
                <a:ext cx="100800" cy="109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91344D7-5888-262B-BD80-A049F5FC9D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36478" y="3697810"/>
                  <a:ext cx="136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03D81F0-620E-2491-9600-731A0A738AC9}"/>
                    </a:ext>
                  </a:extLst>
                </p14:cNvPr>
                <p14:cNvContentPartPr/>
                <p14:nvPr/>
              </p14:nvContentPartPr>
              <p14:xfrm>
                <a:off x="2167638" y="2937490"/>
                <a:ext cx="143280" cy="276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03D81F0-620E-2491-9600-731A0A738AC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49638" y="2919850"/>
                  <a:ext cx="1789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0A9EEFB-3EA0-433B-C151-33A0CF8E2B23}"/>
                    </a:ext>
                  </a:extLst>
                </p14:cNvPr>
                <p14:cNvContentPartPr/>
                <p14:nvPr/>
              </p14:nvContentPartPr>
              <p14:xfrm>
                <a:off x="2320998" y="2922370"/>
                <a:ext cx="127080" cy="159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0A9EEFB-3EA0-433B-C151-33A0CF8E2B2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03358" y="2904730"/>
                  <a:ext cx="162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5DB1510-394E-D423-D03E-2883DCA1108E}"/>
                    </a:ext>
                  </a:extLst>
                </p14:cNvPr>
                <p14:cNvContentPartPr/>
                <p14:nvPr/>
              </p14:nvContentPartPr>
              <p14:xfrm>
                <a:off x="2398758" y="2886730"/>
                <a:ext cx="136800" cy="133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5DB1510-394E-D423-D03E-2883DCA1108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81118" y="2869090"/>
                  <a:ext cx="172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61D8501-31CD-CE34-4B85-F7312113CD23}"/>
                    </a:ext>
                  </a:extLst>
                </p14:cNvPr>
                <p14:cNvContentPartPr/>
                <p14:nvPr/>
              </p14:nvContentPartPr>
              <p14:xfrm>
                <a:off x="2647158" y="2618170"/>
                <a:ext cx="299160" cy="345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61D8501-31CD-CE34-4B85-F7312113CD2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29518" y="2600530"/>
                  <a:ext cx="33480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4458E37-BC1F-FC34-D44D-6E73E79385E2}"/>
              </a:ext>
            </a:extLst>
          </p:cNvPr>
          <p:cNvGrpSpPr/>
          <p:nvPr/>
        </p:nvGrpSpPr>
        <p:grpSpPr>
          <a:xfrm>
            <a:off x="411918" y="2391010"/>
            <a:ext cx="3231720" cy="2954160"/>
            <a:chOff x="411918" y="2391010"/>
            <a:chExt cx="3231720" cy="29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B10FCFE-81EF-59C0-C6CC-82292C776F29}"/>
                    </a:ext>
                  </a:extLst>
                </p14:cNvPr>
                <p14:cNvContentPartPr/>
                <p14:nvPr/>
              </p14:nvContentPartPr>
              <p14:xfrm>
                <a:off x="411918" y="2391010"/>
                <a:ext cx="1905480" cy="957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B10FCFE-81EF-59C0-C6CC-82292C776F2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94278" y="2373370"/>
                  <a:ext cx="1941120" cy="9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432B851-80B0-212B-9906-C5BDD0D30406}"/>
                    </a:ext>
                  </a:extLst>
                </p14:cNvPr>
                <p14:cNvContentPartPr/>
                <p14:nvPr/>
              </p14:nvContentPartPr>
              <p14:xfrm>
                <a:off x="1087278" y="3341410"/>
                <a:ext cx="2556360" cy="1906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432B851-80B0-212B-9906-C5BDD0D3040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69638" y="3323410"/>
                  <a:ext cx="2592000" cy="19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FADB52A-70FA-6286-0EEF-55B92873020C}"/>
                    </a:ext>
                  </a:extLst>
                </p14:cNvPr>
                <p14:cNvContentPartPr/>
                <p14:nvPr/>
              </p14:nvContentPartPr>
              <p14:xfrm>
                <a:off x="1032198" y="5080570"/>
                <a:ext cx="218520" cy="264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FADB52A-70FA-6286-0EEF-55B92873020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4198" y="5062930"/>
                  <a:ext cx="25416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7E6481A-9211-2BB9-117D-3F85B1A2B105}"/>
              </a:ext>
            </a:extLst>
          </p:cNvPr>
          <p:cNvGrpSpPr/>
          <p:nvPr/>
        </p:nvGrpSpPr>
        <p:grpSpPr>
          <a:xfrm>
            <a:off x="3799878" y="2992570"/>
            <a:ext cx="1044360" cy="407160"/>
            <a:chOff x="3799878" y="2992570"/>
            <a:chExt cx="104436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57C8C8C-141D-9A04-56CF-AFD1638273EC}"/>
                    </a:ext>
                  </a:extLst>
                </p14:cNvPr>
                <p14:cNvContentPartPr/>
                <p14:nvPr/>
              </p14:nvContentPartPr>
              <p14:xfrm>
                <a:off x="3799878" y="3102370"/>
                <a:ext cx="228600" cy="297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57C8C8C-141D-9A04-56CF-AFD1638273E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82238" y="3084730"/>
                  <a:ext cx="2642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8FDE648-DB98-05B7-CD71-D1B1319BF4F2}"/>
                    </a:ext>
                  </a:extLst>
                </p14:cNvPr>
                <p14:cNvContentPartPr/>
                <p14:nvPr/>
              </p14:nvContentPartPr>
              <p14:xfrm>
                <a:off x="4167798" y="3230170"/>
                <a:ext cx="65880" cy="46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8FDE648-DB98-05B7-CD71-D1B1319BF4F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49798" y="3212170"/>
                  <a:ext cx="1015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43C9CE4-36C3-1E4F-CCEB-F2BF7BCA98B5}"/>
                    </a:ext>
                  </a:extLst>
                </p14:cNvPr>
                <p14:cNvContentPartPr/>
                <p14:nvPr/>
              </p14:nvContentPartPr>
              <p14:xfrm>
                <a:off x="4267878" y="3328090"/>
                <a:ext cx="75960" cy="30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43C9CE4-36C3-1E4F-CCEB-F2BF7BCA98B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49878" y="3310450"/>
                  <a:ext cx="111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7D89645-E4EE-B582-D7DB-7447CF1BB3BC}"/>
                    </a:ext>
                  </a:extLst>
                </p14:cNvPr>
                <p14:cNvContentPartPr/>
                <p14:nvPr/>
              </p14:nvContentPartPr>
              <p14:xfrm>
                <a:off x="4374438" y="3099490"/>
                <a:ext cx="90720" cy="280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7D89645-E4EE-B582-D7DB-7447CF1BB3B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56798" y="3081850"/>
                  <a:ext cx="1263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39446BC-74C6-5238-84B6-0C7CCEBEDE21}"/>
                    </a:ext>
                  </a:extLst>
                </p14:cNvPr>
                <p14:cNvContentPartPr/>
                <p14:nvPr/>
              </p14:nvContentPartPr>
              <p14:xfrm>
                <a:off x="4365438" y="3103810"/>
                <a:ext cx="28440" cy="34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39446BC-74C6-5238-84B6-0C7CCEBEDE2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47438" y="3086170"/>
                  <a:ext cx="64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999CAEC-F329-D066-E4C7-DFF291685981}"/>
                    </a:ext>
                  </a:extLst>
                </p14:cNvPr>
                <p14:cNvContentPartPr/>
                <p14:nvPr/>
              </p14:nvContentPartPr>
              <p14:xfrm>
                <a:off x="4414398" y="3311170"/>
                <a:ext cx="72720" cy="48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999CAEC-F329-D066-E4C7-DFF29168598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396398" y="3293530"/>
                  <a:ext cx="108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E1BE25-2839-0C0E-DBA4-86BA39F45759}"/>
                    </a:ext>
                  </a:extLst>
                </p14:cNvPr>
                <p14:cNvContentPartPr/>
                <p14:nvPr/>
              </p14:nvContentPartPr>
              <p14:xfrm>
                <a:off x="4602318" y="3078610"/>
                <a:ext cx="98280" cy="232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E1BE25-2839-0C0E-DBA4-86BA39F457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84678" y="3060970"/>
                  <a:ext cx="133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E8F4D7-2732-F44A-7E25-1E289EDD6D48}"/>
                    </a:ext>
                  </a:extLst>
                </p14:cNvPr>
                <p14:cNvContentPartPr/>
                <p14:nvPr/>
              </p14:nvContentPartPr>
              <p14:xfrm>
                <a:off x="4636518" y="2992570"/>
                <a:ext cx="207720" cy="198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E8F4D7-2732-F44A-7E25-1E289EDD6D4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618518" y="2974570"/>
                  <a:ext cx="24336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7EF675C-A974-341C-C3C2-FEE4F26413F0}"/>
              </a:ext>
            </a:extLst>
          </p:cNvPr>
          <p:cNvGrpSpPr/>
          <p:nvPr/>
        </p:nvGrpSpPr>
        <p:grpSpPr>
          <a:xfrm>
            <a:off x="3929478" y="3547690"/>
            <a:ext cx="1824120" cy="925920"/>
            <a:chOff x="3929478" y="3547690"/>
            <a:chExt cx="1824120" cy="92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873A18D-72C2-8903-1F81-3A398D7BAB8B}"/>
                    </a:ext>
                  </a:extLst>
                </p14:cNvPr>
                <p14:cNvContentPartPr/>
                <p14:nvPr/>
              </p14:nvContentPartPr>
              <p14:xfrm>
                <a:off x="3964398" y="3844690"/>
                <a:ext cx="93600" cy="317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873A18D-72C2-8903-1F81-3A398D7BAB8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46758" y="3827050"/>
                  <a:ext cx="1292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5B9285-77C3-45C3-96D7-1374AA7BC268}"/>
                    </a:ext>
                  </a:extLst>
                </p14:cNvPr>
                <p14:cNvContentPartPr/>
                <p14:nvPr/>
              </p14:nvContentPartPr>
              <p14:xfrm>
                <a:off x="3929478" y="3873130"/>
                <a:ext cx="91800" cy="71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5B9285-77C3-45C3-96D7-1374AA7BC26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11838" y="3855130"/>
                  <a:ext cx="127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47D1077-F918-B107-874B-27A8F63376A1}"/>
                    </a:ext>
                  </a:extLst>
                </p14:cNvPr>
                <p14:cNvContentPartPr/>
                <p14:nvPr/>
              </p14:nvContentPartPr>
              <p14:xfrm>
                <a:off x="4045038" y="4048810"/>
                <a:ext cx="60480" cy="56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47D1077-F918-B107-874B-27A8F63376A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027038" y="4031170"/>
                  <a:ext cx="96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03B71D9-F1A8-DEF7-4FDF-B2CE65C53081}"/>
                    </a:ext>
                  </a:extLst>
                </p14:cNvPr>
                <p14:cNvContentPartPr/>
                <p14:nvPr/>
              </p14:nvContentPartPr>
              <p14:xfrm>
                <a:off x="4204518" y="3976450"/>
                <a:ext cx="50760" cy="35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03B71D9-F1A8-DEF7-4FDF-B2CE65C5308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186878" y="3958810"/>
                  <a:ext cx="86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AE1FDB9-5A23-9433-2C44-FE19841DAB74}"/>
                    </a:ext>
                  </a:extLst>
                </p14:cNvPr>
                <p14:cNvContentPartPr/>
                <p14:nvPr/>
              </p14:nvContentPartPr>
              <p14:xfrm>
                <a:off x="4233318" y="4047010"/>
                <a:ext cx="69480" cy="47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AE1FDB9-5A23-9433-2C44-FE19841DAB7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215318" y="4029010"/>
                  <a:ext cx="105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295AF9E-2341-B39C-3C32-E85551507CD8}"/>
                    </a:ext>
                  </a:extLst>
                </p14:cNvPr>
                <p14:cNvContentPartPr/>
                <p14:nvPr/>
              </p14:nvContentPartPr>
              <p14:xfrm>
                <a:off x="4365798" y="3615730"/>
                <a:ext cx="226800" cy="252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295AF9E-2341-B39C-3C32-E85551507CD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348158" y="3597730"/>
                  <a:ext cx="262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85EB891-4EB8-CF22-8A0D-48EF2244B96A}"/>
                    </a:ext>
                  </a:extLst>
                </p14:cNvPr>
                <p14:cNvContentPartPr/>
                <p14:nvPr/>
              </p14:nvContentPartPr>
              <p14:xfrm>
                <a:off x="4497558" y="4003450"/>
                <a:ext cx="196920" cy="75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85EB891-4EB8-CF22-8A0D-48EF2244B9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479558" y="3985810"/>
                  <a:ext cx="232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98DC521-EB5A-9683-429D-E66AA27EF03B}"/>
                    </a:ext>
                  </a:extLst>
                </p14:cNvPr>
                <p14:cNvContentPartPr/>
                <p14:nvPr/>
              </p14:nvContentPartPr>
              <p14:xfrm>
                <a:off x="4628958" y="4198570"/>
                <a:ext cx="83880" cy="275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98DC521-EB5A-9683-429D-E66AA27EF03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10958" y="4180570"/>
                  <a:ext cx="1195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4C2E7E4-B985-2F35-C76A-C4F190F38F75}"/>
                    </a:ext>
                  </a:extLst>
                </p14:cNvPr>
                <p14:cNvContentPartPr/>
                <p14:nvPr/>
              </p14:nvContentPartPr>
              <p14:xfrm>
                <a:off x="4642998" y="4174810"/>
                <a:ext cx="146160" cy="153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4C2E7E4-B985-2F35-C76A-C4F190F38F7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625358" y="4156810"/>
                  <a:ext cx="181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73E2576-F4B2-24B4-F6AB-27E14EE3FF3E}"/>
                    </a:ext>
                  </a:extLst>
                </p14:cNvPr>
                <p14:cNvContentPartPr/>
                <p14:nvPr/>
              </p14:nvContentPartPr>
              <p14:xfrm>
                <a:off x="4900038" y="3978610"/>
                <a:ext cx="43920" cy="21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73E2576-F4B2-24B4-F6AB-27E14EE3FF3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882398" y="3960610"/>
                  <a:ext cx="79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C04AC5C-8F12-5E29-ADB2-DF2B71DA052E}"/>
                    </a:ext>
                  </a:extLst>
                </p14:cNvPr>
                <p14:cNvContentPartPr/>
                <p14:nvPr/>
              </p14:nvContentPartPr>
              <p14:xfrm>
                <a:off x="4940358" y="4054570"/>
                <a:ext cx="83160" cy="49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C04AC5C-8F12-5E29-ADB2-DF2B71DA052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922358" y="4036570"/>
                  <a:ext cx="118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3DBB863-0F1B-8CB3-F53B-F15271421435}"/>
                    </a:ext>
                  </a:extLst>
                </p14:cNvPr>
                <p14:cNvContentPartPr/>
                <p14:nvPr/>
              </p14:nvContentPartPr>
              <p14:xfrm>
                <a:off x="5173278" y="3677650"/>
                <a:ext cx="57240" cy="286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3DBB863-0F1B-8CB3-F53B-F1527142143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55638" y="3660010"/>
                  <a:ext cx="92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FD9BA9A-E689-BE41-43D8-114CE1B68814}"/>
                    </a:ext>
                  </a:extLst>
                </p14:cNvPr>
                <p14:cNvContentPartPr/>
                <p14:nvPr/>
              </p14:nvContentPartPr>
              <p14:xfrm>
                <a:off x="5312238" y="3660010"/>
                <a:ext cx="75960" cy="161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FD9BA9A-E689-BE41-43D8-114CE1B6881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294238" y="3642010"/>
                  <a:ext cx="111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71D2E8B-F50E-F798-FBEC-D2D3C01A2C7D}"/>
                    </a:ext>
                  </a:extLst>
                </p14:cNvPr>
                <p14:cNvContentPartPr/>
                <p14:nvPr/>
              </p14:nvContentPartPr>
              <p14:xfrm>
                <a:off x="5464518" y="3547690"/>
                <a:ext cx="154440" cy="155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71D2E8B-F50E-F798-FBEC-D2D3C01A2C7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446518" y="3529690"/>
                  <a:ext cx="190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8F30AF1-160C-3E53-BCF1-FD585C6962A1}"/>
                    </a:ext>
                  </a:extLst>
                </p14:cNvPr>
                <p14:cNvContentPartPr/>
                <p14:nvPr/>
              </p14:nvContentPartPr>
              <p14:xfrm>
                <a:off x="5287398" y="3930370"/>
                <a:ext cx="466200" cy="108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8F30AF1-160C-3E53-BCF1-FD585C6962A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69398" y="3912730"/>
                  <a:ext cx="501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BA1214E-88B9-DFD5-1081-0BB36F8CC5F6}"/>
                    </a:ext>
                  </a:extLst>
                </p14:cNvPr>
                <p14:cNvContentPartPr/>
                <p14:nvPr/>
              </p14:nvContentPartPr>
              <p14:xfrm>
                <a:off x="5325558" y="4203970"/>
                <a:ext cx="49320" cy="267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BA1214E-88B9-DFD5-1081-0BB36F8CC5F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07558" y="4186330"/>
                  <a:ext cx="849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E37DA67-9795-FE52-12E7-11F6A3F0B353}"/>
                    </a:ext>
                  </a:extLst>
                </p14:cNvPr>
                <p14:cNvContentPartPr/>
                <p14:nvPr/>
              </p14:nvContentPartPr>
              <p14:xfrm>
                <a:off x="5505198" y="4177690"/>
                <a:ext cx="48600" cy="210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E37DA67-9795-FE52-12E7-11F6A3F0B35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487558" y="4160050"/>
                  <a:ext cx="84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7D24395-4A7B-9E6A-0CE7-1F3E4AFAEFA3}"/>
                    </a:ext>
                  </a:extLst>
                </p14:cNvPr>
                <p14:cNvContentPartPr/>
                <p14:nvPr/>
              </p14:nvContentPartPr>
              <p14:xfrm>
                <a:off x="5539758" y="4193890"/>
                <a:ext cx="176400" cy="15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7D24395-4A7B-9E6A-0CE7-1F3E4AFAEFA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522118" y="4175890"/>
                  <a:ext cx="21204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F11A24D-8329-E83D-F503-F52E4AF8D889}"/>
              </a:ext>
            </a:extLst>
          </p:cNvPr>
          <p:cNvGrpSpPr/>
          <p:nvPr/>
        </p:nvGrpSpPr>
        <p:grpSpPr>
          <a:xfrm>
            <a:off x="3793758" y="4916770"/>
            <a:ext cx="7887960" cy="1995840"/>
            <a:chOff x="3793758" y="4916770"/>
            <a:chExt cx="7887960" cy="19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823E0A6-9FD2-88A0-3838-230952D2DB15}"/>
                    </a:ext>
                  </a:extLst>
                </p14:cNvPr>
                <p14:cNvContentPartPr/>
                <p14:nvPr/>
              </p14:nvContentPartPr>
              <p14:xfrm>
                <a:off x="4263918" y="5177770"/>
                <a:ext cx="83880" cy="21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823E0A6-9FD2-88A0-3838-230952D2DB1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246278" y="5159770"/>
                  <a:ext cx="119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284B44B-0450-E762-76ED-516817E067A2}"/>
                    </a:ext>
                  </a:extLst>
                </p14:cNvPr>
                <p14:cNvContentPartPr/>
                <p14:nvPr/>
              </p14:nvContentPartPr>
              <p14:xfrm>
                <a:off x="4343118" y="5258770"/>
                <a:ext cx="42120" cy="4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284B44B-0450-E762-76ED-516817E067A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25478" y="5240770"/>
                  <a:ext cx="77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6CEDA1F-9F95-D19E-08C5-AE7962C5AB89}"/>
                    </a:ext>
                  </a:extLst>
                </p14:cNvPr>
                <p14:cNvContentPartPr/>
                <p14:nvPr/>
              </p14:nvContentPartPr>
              <p14:xfrm>
                <a:off x="4568838" y="5033410"/>
                <a:ext cx="15480" cy="23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6CEDA1F-9F95-D19E-08C5-AE7962C5AB8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550838" y="5015770"/>
                  <a:ext cx="51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17E1E0E-4DAC-A5CD-82D5-4B55FB89F68F}"/>
                    </a:ext>
                  </a:extLst>
                </p14:cNvPr>
                <p14:cNvContentPartPr/>
                <p14:nvPr/>
              </p14:nvContentPartPr>
              <p14:xfrm>
                <a:off x="4785198" y="4960690"/>
                <a:ext cx="70920" cy="287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17E1E0E-4DAC-A5CD-82D5-4B55FB89F68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767558" y="4943050"/>
                  <a:ext cx="1065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A30EFEB-55FC-F37F-A377-9571E5CDC60D}"/>
                    </a:ext>
                  </a:extLst>
                </p14:cNvPr>
                <p14:cNvContentPartPr/>
                <p14:nvPr/>
              </p14:nvContentPartPr>
              <p14:xfrm>
                <a:off x="5011638" y="4962130"/>
                <a:ext cx="51120" cy="288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A30EFEB-55FC-F37F-A377-9571E5CDC60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93998" y="4944490"/>
                  <a:ext cx="86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3A2EB6B-46D7-8E54-E120-7C10374CDD48}"/>
                    </a:ext>
                  </a:extLst>
                </p14:cNvPr>
                <p14:cNvContentPartPr/>
                <p14:nvPr/>
              </p14:nvContentPartPr>
              <p14:xfrm>
                <a:off x="5040438" y="4916770"/>
                <a:ext cx="209520" cy="186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3A2EB6B-46D7-8E54-E120-7C10374CDD4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22438" y="4898770"/>
                  <a:ext cx="245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F4672F8-66E4-85CE-D4F3-1EFAEE12E7D4}"/>
                    </a:ext>
                  </a:extLst>
                </p14:cNvPr>
                <p14:cNvContentPartPr/>
                <p14:nvPr/>
              </p14:nvContentPartPr>
              <p14:xfrm>
                <a:off x="5075718" y="5024770"/>
                <a:ext cx="71640" cy="712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F4672F8-66E4-85CE-D4F3-1EFAEE12E7D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057718" y="5006770"/>
                  <a:ext cx="107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AC43361-EC1E-E497-222B-8B2F03539907}"/>
                    </a:ext>
                  </a:extLst>
                </p14:cNvPr>
                <p14:cNvContentPartPr/>
                <p14:nvPr/>
              </p14:nvContentPartPr>
              <p14:xfrm>
                <a:off x="4554438" y="5013610"/>
                <a:ext cx="137160" cy="231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AC43361-EC1E-E497-222B-8B2F0353990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536438" y="4995610"/>
                  <a:ext cx="1728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6F05B4-64CE-710E-5411-253D9F95C5C4}"/>
                    </a:ext>
                  </a:extLst>
                </p14:cNvPr>
                <p14:cNvContentPartPr/>
                <p14:nvPr/>
              </p14:nvContentPartPr>
              <p14:xfrm>
                <a:off x="4402878" y="5016130"/>
                <a:ext cx="44280" cy="52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6F05B4-64CE-710E-5411-253D9F95C5C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385238" y="4998130"/>
                  <a:ext cx="79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2FC7D45-C335-77D0-0EA1-FADB0AC5A37E}"/>
                    </a:ext>
                  </a:extLst>
                </p14:cNvPr>
                <p14:cNvContentPartPr/>
                <p14:nvPr/>
              </p14:nvContentPartPr>
              <p14:xfrm>
                <a:off x="4793118" y="5473330"/>
                <a:ext cx="48960" cy="5911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2FC7D45-C335-77D0-0EA1-FADB0AC5A37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775118" y="5455690"/>
                  <a:ext cx="8460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F364DD1-3D0E-87A0-E0FE-687D60FE37AB}"/>
                    </a:ext>
                  </a:extLst>
                </p14:cNvPr>
                <p14:cNvContentPartPr/>
                <p14:nvPr/>
              </p14:nvContentPartPr>
              <p14:xfrm>
                <a:off x="4651998" y="5825770"/>
                <a:ext cx="316800" cy="308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F364DD1-3D0E-87A0-E0FE-687D60FE37A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633998" y="5808130"/>
                  <a:ext cx="3524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BEBCBA3-2085-18F3-955F-6920CC4BE541}"/>
                    </a:ext>
                  </a:extLst>
                </p14:cNvPr>
                <p14:cNvContentPartPr/>
                <p14:nvPr/>
              </p14:nvContentPartPr>
              <p14:xfrm>
                <a:off x="4168518" y="6306010"/>
                <a:ext cx="64440" cy="4356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BEBCBA3-2085-18F3-955F-6920CC4BE54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150518" y="6288370"/>
                  <a:ext cx="1000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D6BB882-17C7-8922-BDBB-F95AB4A87B91}"/>
                    </a:ext>
                  </a:extLst>
                </p14:cNvPr>
                <p14:cNvContentPartPr/>
                <p14:nvPr/>
              </p14:nvContentPartPr>
              <p14:xfrm>
                <a:off x="4094358" y="6411490"/>
                <a:ext cx="150480" cy="92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D6BB882-17C7-8922-BDBB-F95AB4A87B9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76358" y="6393850"/>
                  <a:ext cx="1861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7BA7496-A594-C0EB-F2A2-26A63479F146}"/>
                    </a:ext>
                  </a:extLst>
                </p14:cNvPr>
                <p14:cNvContentPartPr/>
                <p14:nvPr/>
              </p14:nvContentPartPr>
              <p14:xfrm>
                <a:off x="4212078" y="6721090"/>
                <a:ext cx="91440" cy="356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7BA7496-A594-C0EB-F2A2-26A63479F14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94078" y="6703450"/>
                  <a:ext cx="127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9D6DC94-171C-6F2D-5F09-066CA89BC3D4}"/>
                    </a:ext>
                  </a:extLst>
                </p14:cNvPr>
                <p14:cNvContentPartPr/>
                <p14:nvPr/>
              </p14:nvContentPartPr>
              <p14:xfrm>
                <a:off x="4430238" y="6639010"/>
                <a:ext cx="182520" cy="217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9D6DC94-171C-6F2D-5F09-066CA89BC3D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412598" y="6621370"/>
                  <a:ext cx="2181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6229ED0-646A-341B-F6A4-A1951DDB23F2}"/>
                    </a:ext>
                  </a:extLst>
                </p14:cNvPr>
                <p14:cNvContentPartPr/>
                <p14:nvPr/>
              </p14:nvContentPartPr>
              <p14:xfrm>
                <a:off x="4690158" y="6572410"/>
                <a:ext cx="105840" cy="131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6229ED0-646A-341B-F6A4-A1951DDB23F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672518" y="6554770"/>
                  <a:ext cx="141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2683D3E-C7B6-627C-A7C7-240D715162D4}"/>
                    </a:ext>
                  </a:extLst>
                </p14:cNvPr>
                <p14:cNvContentPartPr/>
                <p14:nvPr/>
              </p14:nvContentPartPr>
              <p14:xfrm>
                <a:off x="4869078" y="6538930"/>
                <a:ext cx="73800" cy="1245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2683D3E-C7B6-627C-A7C7-240D715162D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851078" y="6520930"/>
                  <a:ext cx="109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FBFD67A-A28C-276A-F4B1-DD578F7E3140}"/>
                    </a:ext>
                  </a:extLst>
                </p14:cNvPr>
                <p14:cNvContentPartPr/>
                <p14:nvPr/>
              </p14:nvContentPartPr>
              <p14:xfrm>
                <a:off x="5175078" y="6431650"/>
                <a:ext cx="32400" cy="27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FBFD67A-A28C-276A-F4B1-DD578F7E314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157438" y="6413650"/>
                  <a:ext cx="68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948187C-4433-5767-6A1C-16F63376BA74}"/>
                    </a:ext>
                  </a:extLst>
                </p14:cNvPr>
                <p14:cNvContentPartPr/>
                <p14:nvPr/>
              </p14:nvContentPartPr>
              <p14:xfrm>
                <a:off x="5221158" y="6520570"/>
                <a:ext cx="64440" cy="162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948187C-4433-5767-6A1C-16F63376BA7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203158" y="6502930"/>
                  <a:ext cx="100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A32D91E-CA4A-ED44-49D8-B458A2AD428C}"/>
                    </a:ext>
                  </a:extLst>
                </p14:cNvPr>
                <p14:cNvContentPartPr/>
                <p14:nvPr/>
              </p14:nvContentPartPr>
              <p14:xfrm>
                <a:off x="5378118" y="6340210"/>
                <a:ext cx="35640" cy="49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A32D91E-CA4A-ED44-49D8-B458A2AD42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360478" y="6322210"/>
                  <a:ext cx="71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92C32A6-221A-819D-C089-C8A9BA84AE15}"/>
                    </a:ext>
                  </a:extLst>
                </p14:cNvPr>
                <p14:cNvContentPartPr/>
                <p14:nvPr/>
              </p14:nvContentPartPr>
              <p14:xfrm>
                <a:off x="5548398" y="6264610"/>
                <a:ext cx="120600" cy="220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92C32A6-221A-819D-C089-C8A9BA84AE1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530758" y="6246970"/>
                  <a:ext cx="156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E82B78A-04E6-C240-5939-1AD9116199CF}"/>
                    </a:ext>
                  </a:extLst>
                </p14:cNvPr>
                <p14:cNvContentPartPr/>
                <p14:nvPr/>
              </p14:nvContentPartPr>
              <p14:xfrm>
                <a:off x="5815158" y="6138250"/>
                <a:ext cx="28080" cy="318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E82B78A-04E6-C240-5939-1AD9116199C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797518" y="6120610"/>
                  <a:ext cx="637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487847D-6022-EF30-7E95-BDCC43012E00}"/>
                    </a:ext>
                  </a:extLst>
                </p14:cNvPr>
                <p14:cNvContentPartPr/>
                <p14:nvPr/>
              </p14:nvContentPartPr>
              <p14:xfrm>
                <a:off x="6074358" y="6099010"/>
                <a:ext cx="27000" cy="301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487847D-6022-EF30-7E95-BDCC43012E0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056358" y="6081370"/>
                  <a:ext cx="626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3376F5C-ED81-FF5C-5288-029D8F0BBFB0}"/>
                    </a:ext>
                  </a:extLst>
                </p14:cNvPr>
                <p14:cNvContentPartPr/>
                <p14:nvPr/>
              </p14:nvContentPartPr>
              <p14:xfrm>
                <a:off x="6068958" y="6148690"/>
                <a:ext cx="195840" cy="1684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3376F5C-ED81-FF5C-5288-029D8F0BBFB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50958" y="6131050"/>
                  <a:ext cx="231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ACB78C5-6C73-8795-98C0-073F42858FD0}"/>
                    </a:ext>
                  </a:extLst>
                </p14:cNvPr>
                <p14:cNvContentPartPr/>
                <p14:nvPr/>
              </p14:nvContentPartPr>
              <p14:xfrm>
                <a:off x="6076518" y="6284770"/>
                <a:ext cx="99360" cy="50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ACB78C5-6C73-8795-98C0-073F42858F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058878" y="6267130"/>
                  <a:ext cx="135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AFF13FC-4D72-1C22-7642-3F4E89C493CE}"/>
                    </a:ext>
                  </a:extLst>
                </p14:cNvPr>
                <p14:cNvContentPartPr/>
                <p14:nvPr/>
              </p14:nvContentPartPr>
              <p14:xfrm>
                <a:off x="4181118" y="5780050"/>
                <a:ext cx="2471400" cy="1132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AFF13FC-4D72-1C22-7642-3F4E89C493C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63118" y="5762050"/>
                  <a:ext cx="2507040" cy="11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0897463-3C4C-9124-3359-70BCA3018C0E}"/>
                    </a:ext>
                  </a:extLst>
                </p14:cNvPr>
                <p14:cNvContentPartPr/>
                <p14:nvPr/>
              </p14:nvContentPartPr>
              <p14:xfrm>
                <a:off x="3832998" y="6237250"/>
                <a:ext cx="107640" cy="520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0897463-3C4C-9124-3359-70BCA3018C0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814998" y="6219610"/>
                  <a:ext cx="1432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C293EE0-7D91-FEF1-E877-E9F0EB7C63D2}"/>
                    </a:ext>
                  </a:extLst>
                </p14:cNvPr>
                <p14:cNvContentPartPr/>
                <p14:nvPr/>
              </p14:nvContentPartPr>
              <p14:xfrm>
                <a:off x="3793758" y="5892370"/>
                <a:ext cx="2470320" cy="477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C293EE0-7D91-FEF1-E877-E9F0EB7C63D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776118" y="5874730"/>
                  <a:ext cx="250596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0BF0098-BD8E-8D29-981E-5E40F303C21B}"/>
                    </a:ext>
                  </a:extLst>
                </p14:cNvPr>
                <p14:cNvContentPartPr/>
                <p14:nvPr/>
              </p14:nvContentPartPr>
              <p14:xfrm>
                <a:off x="7327158" y="5741890"/>
                <a:ext cx="201960" cy="893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0BF0098-BD8E-8D29-981E-5E40F303C21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309158" y="5724250"/>
                  <a:ext cx="23760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727CFF5-70AC-D1A2-D4B3-BCD037A281F6}"/>
                    </a:ext>
                  </a:extLst>
                </p14:cNvPr>
                <p14:cNvContentPartPr/>
                <p14:nvPr/>
              </p14:nvContentPartPr>
              <p14:xfrm>
                <a:off x="7163358" y="5430490"/>
                <a:ext cx="4518360" cy="1229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727CFF5-70AC-D1A2-D4B3-BCD037A281F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145718" y="5412850"/>
                  <a:ext cx="4554000" cy="12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C486378-A5AF-5792-F116-52F2F6FA35A1}"/>
              </a:ext>
            </a:extLst>
          </p:cNvPr>
          <p:cNvGrpSpPr/>
          <p:nvPr/>
        </p:nvGrpSpPr>
        <p:grpSpPr>
          <a:xfrm>
            <a:off x="1074318" y="704410"/>
            <a:ext cx="1459440" cy="567720"/>
            <a:chOff x="1074318" y="704410"/>
            <a:chExt cx="145944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B0DD092-F4BF-74F2-87A8-82D9BF167E15}"/>
                    </a:ext>
                  </a:extLst>
                </p14:cNvPr>
                <p14:cNvContentPartPr/>
                <p14:nvPr/>
              </p14:nvContentPartPr>
              <p14:xfrm>
                <a:off x="1081518" y="704410"/>
                <a:ext cx="11160" cy="5385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B0DD092-F4BF-74F2-87A8-82D9BF167E1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63878" y="686410"/>
                  <a:ext cx="4680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572C3DF-FA70-DBE8-8859-9579C9518623}"/>
                    </a:ext>
                  </a:extLst>
                </p14:cNvPr>
                <p14:cNvContentPartPr/>
                <p14:nvPr/>
              </p14:nvContentPartPr>
              <p14:xfrm>
                <a:off x="1074318" y="761650"/>
                <a:ext cx="182880" cy="250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572C3DF-FA70-DBE8-8859-9579C951862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56678" y="744010"/>
                  <a:ext cx="2185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9CF5C51-605F-3E33-D0F7-980353CA5103}"/>
                    </a:ext>
                  </a:extLst>
                </p14:cNvPr>
                <p14:cNvContentPartPr/>
                <p14:nvPr/>
              </p14:nvContentPartPr>
              <p14:xfrm>
                <a:off x="1317318" y="933730"/>
                <a:ext cx="216720" cy="176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9CF5C51-605F-3E33-D0F7-980353CA510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299318" y="916090"/>
                  <a:ext cx="252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4FE0997-9358-2A2B-6D15-C0C97D59D272}"/>
                    </a:ext>
                  </a:extLst>
                </p14:cNvPr>
                <p14:cNvContentPartPr/>
                <p14:nvPr/>
              </p14:nvContentPartPr>
              <p14:xfrm>
                <a:off x="1588758" y="965770"/>
                <a:ext cx="68400" cy="306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4FE0997-9358-2A2B-6D15-C0C97D59D27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570758" y="947770"/>
                  <a:ext cx="1040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71FE609-1905-46C0-7033-EE87A3955B6D}"/>
                    </a:ext>
                  </a:extLst>
                </p14:cNvPr>
                <p14:cNvContentPartPr/>
                <p14:nvPr/>
              </p14:nvContentPartPr>
              <p14:xfrm>
                <a:off x="1612518" y="986290"/>
                <a:ext cx="84600" cy="189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71FE609-1905-46C0-7033-EE87A3955B6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594518" y="968650"/>
                  <a:ext cx="1202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7EEC0C3-6A8E-30DF-E426-0A12113E4ABC}"/>
                    </a:ext>
                  </a:extLst>
                </p14:cNvPr>
                <p14:cNvContentPartPr/>
                <p14:nvPr/>
              </p14:nvContentPartPr>
              <p14:xfrm>
                <a:off x="1783878" y="908890"/>
                <a:ext cx="78840" cy="263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7EEC0C3-6A8E-30DF-E426-0A12113E4AB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766238" y="890890"/>
                  <a:ext cx="1144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DC86664-C10E-EDD2-14BB-4F3A32757429}"/>
                    </a:ext>
                  </a:extLst>
                </p14:cNvPr>
                <p14:cNvContentPartPr/>
                <p14:nvPr/>
              </p14:nvContentPartPr>
              <p14:xfrm>
                <a:off x="1940838" y="972610"/>
                <a:ext cx="197640" cy="1684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DC86664-C10E-EDD2-14BB-4F3A3275742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922838" y="954610"/>
                  <a:ext cx="233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34C5050-5EEF-30DF-C3EB-23F76FEF8D1F}"/>
                    </a:ext>
                  </a:extLst>
                </p14:cNvPr>
                <p14:cNvContentPartPr/>
                <p14:nvPr/>
              </p14:nvContentPartPr>
              <p14:xfrm>
                <a:off x="2190678" y="978730"/>
                <a:ext cx="102960" cy="1504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34C5050-5EEF-30DF-C3EB-23F76FEF8D1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172678" y="960730"/>
                  <a:ext cx="138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314025A-64E4-0CA4-BF5F-326781181F36}"/>
                    </a:ext>
                  </a:extLst>
                </p14:cNvPr>
                <p14:cNvContentPartPr/>
                <p14:nvPr/>
              </p14:nvContentPartPr>
              <p14:xfrm>
                <a:off x="2345838" y="974410"/>
                <a:ext cx="187920" cy="182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314025A-64E4-0CA4-BF5F-326781181F3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328198" y="956770"/>
                  <a:ext cx="22356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C000892-10ED-AD0B-097C-46B6FBE9F802}"/>
              </a:ext>
            </a:extLst>
          </p:cNvPr>
          <p:cNvGrpSpPr/>
          <p:nvPr/>
        </p:nvGrpSpPr>
        <p:grpSpPr>
          <a:xfrm>
            <a:off x="3086358" y="768130"/>
            <a:ext cx="840960" cy="415440"/>
            <a:chOff x="3086358" y="768130"/>
            <a:chExt cx="84096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0A9B004-6E08-4E6B-0C46-2FDEF4AB5A3C}"/>
                    </a:ext>
                  </a:extLst>
                </p14:cNvPr>
                <p14:cNvContentPartPr/>
                <p14:nvPr/>
              </p14:nvContentPartPr>
              <p14:xfrm>
                <a:off x="3086358" y="768130"/>
                <a:ext cx="55440" cy="4154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0A9B004-6E08-4E6B-0C46-2FDEF4AB5A3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068718" y="750490"/>
                  <a:ext cx="910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ABBFA85-6B21-2E33-9287-FE9C4560EB4A}"/>
                    </a:ext>
                  </a:extLst>
                </p14:cNvPr>
                <p14:cNvContentPartPr/>
                <p14:nvPr/>
              </p14:nvContentPartPr>
              <p14:xfrm>
                <a:off x="3281838" y="1010770"/>
                <a:ext cx="115200" cy="1296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ABBFA85-6B21-2E33-9287-FE9C4560EB4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263838" y="993130"/>
                  <a:ext cx="150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AA00829-2281-4187-8187-558E9DB083E4}"/>
                    </a:ext>
                  </a:extLst>
                </p14:cNvPr>
                <p14:cNvContentPartPr/>
                <p14:nvPr/>
              </p14:nvContentPartPr>
              <p14:xfrm>
                <a:off x="3465798" y="960010"/>
                <a:ext cx="170280" cy="144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AA00829-2281-4187-8187-558E9DB083E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447798" y="942370"/>
                  <a:ext cx="205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058F303-5D7B-51F4-9A20-8B9D63C04BC3}"/>
                    </a:ext>
                  </a:extLst>
                </p14:cNvPr>
                <p14:cNvContentPartPr/>
                <p14:nvPr/>
              </p14:nvContentPartPr>
              <p14:xfrm>
                <a:off x="3750558" y="803410"/>
                <a:ext cx="176760" cy="3438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058F303-5D7B-51F4-9A20-8B9D63C04BC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732918" y="785410"/>
                  <a:ext cx="21240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0B3094F-8960-F336-21DD-72D10D77628D}"/>
              </a:ext>
            </a:extLst>
          </p:cNvPr>
          <p:cNvGrpSpPr/>
          <p:nvPr/>
        </p:nvGrpSpPr>
        <p:grpSpPr>
          <a:xfrm>
            <a:off x="4504758" y="710530"/>
            <a:ext cx="924120" cy="383400"/>
            <a:chOff x="4504758" y="710530"/>
            <a:chExt cx="92412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926EEDD-3D96-391A-B10E-90C3E1135DCC}"/>
                    </a:ext>
                  </a:extLst>
                </p14:cNvPr>
                <p14:cNvContentPartPr/>
                <p14:nvPr/>
              </p14:nvContentPartPr>
              <p14:xfrm>
                <a:off x="4504758" y="949930"/>
                <a:ext cx="267840" cy="144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926EEDD-3D96-391A-B10E-90C3E1135DC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87118" y="932290"/>
                  <a:ext cx="303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CF5164D-B992-111B-3973-EC1F2FF0267D}"/>
                    </a:ext>
                  </a:extLst>
                </p14:cNvPr>
                <p14:cNvContentPartPr/>
                <p14:nvPr/>
              </p14:nvContentPartPr>
              <p14:xfrm>
                <a:off x="4841718" y="940570"/>
                <a:ext cx="39240" cy="1317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CF5164D-B992-111B-3973-EC1F2FF0267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824078" y="922570"/>
                  <a:ext cx="74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9D4B1B5-127F-5E76-EC78-3E3752EA6C39}"/>
                    </a:ext>
                  </a:extLst>
                </p14:cNvPr>
                <p14:cNvContentPartPr/>
                <p14:nvPr/>
              </p14:nvContentPartPr>
              <p14:xfrm>
                <a:off x="4858998" y="733570"/>
                <a:ext cx="26280" cy="73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9D4B1B5-127F-5E76-EC78-3E3752EA6C3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840998" y="715930"/>
                  <a:ext cx="6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8E42D3E-F487-4B43-28E0-2ED10BBFB881}"/>
                    </a:ext>
                  </a:extLst>
                </p14:cNvPr>
                <p14:cNvContentPartPr/>
                <p14:nvPr/>
              </p14:nvContentPartPr>
              <p14:xfrm>
                <a:off x="5048718" y="710530"/>
                <a:ext cx="42840" cy="3330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8E42D3E-F487-4B43-28E0-2ED10BBFB88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030718" y="692530"/>
                  <a:ext cx="784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E1786FF-B9E6-6C50-810E-B643EAF1FFF7}"/>
                    </a:ext>
                  </a:extLst>
                </p14:cNvPr>
                <p14:cNvContentPartPr/>
                <p14:nvPr/>
              </p14:nvContentPartPr>
              <p14:xfrm>
                <a:off x="5014518" y="789010"/>
                <a:ext cx="414360" cy="215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E1786FF-B9E6-6C50-810E-B643EAF1FFF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996878" y="771010"/>
                  <a:ext cx="450000" cy="2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432CE985-C613-2BB0-FD2B-4E10528A4DE6}"/>
                  </a:ext>
                </a:extLst>
              </p14:cNvPr>
              <p14:cNvContentPartPr/>
              <p14:nvPr/>
            </p14:nvContentPartPr>
            <p14:xfrm>
              <a:off x="5827758" y="876130"/>
              <a:ext cx="298080" cy="1422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432CE985-C613-2BB0-FD2B-4E10528A4DE6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5809758" y="858130"/>
                <a:ext cx="33372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4B3809C-9877-CA5B-DBC3-FCC4E87D78D4}"/>
              </a:ext>
            </a:extLst>
          </p:cNvPr>
          <p:cNvGrpSpPr/>
          <p:nvPr/>
        </p:nvGrpSpPr>
        <p:grpSpPr>
          <a:xfrm>
            <a:off x="2914638" y="1491010"/>
            <a:ext cx="1415520" cy="415800"/>
            <a:chOff x="2914638" y="1491010"/>
            <a:chExt cx="1415520" cy="41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41C5F4E-6D7D-88B0-215D-6AB3B81DEC3F}"/>
                    </a:ext>
                  </a:extLst>
                </p14:cNvPr>
                <p14:cNvContentPartPr/>
                <p14:nvPr/>
              </p14:nvContentPartPr>
              <p14:xfrm>
                <a:off x="2914638" y="1528810"/>
                <a:ext cx="156240" cy="378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41C5F4E-6D7D-88B0-215D-6AB3B81DEC3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896638" y="1511170"/>
                  <a:ext cx="1918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E146695-8165-F999-D6E2-003524342E02}"/>
                    </a:ext>
                  </a:extLst>
                </p14:cNvPr>
                <p14:cNvContentPartPr/>
                <p14:nvPr/>
              </p14:nvContentPartPr>
              <p14:xfrm>
                <a:off x="3225678" y="1571650"/>
                <a:ext cx="164520" cy="233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E146695-8165-F999-D6E2-003524342E0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208038" y="1554010"/>
                  <a:ext cx="200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E63F68B-51E0-6E31-AFC3-ABF8AEF73259}"/>
                    </a:ext>
                  </a:extLst>
                </p14:cNvPr>
                <p14:cNvContentPartPr/>
                <p14:nvPr/>
              </p14:nvContentPartPr>
              <p14:xfrm>
                <a:off x="3494958" y="1658770"/>
                <a:ext cx="128880" cy="143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E63F68B-51E0-6E31-AFC3-ABF8AEF7325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477318" y="1640770"/>
                  <a:ext cx="164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75682D6-CC7D-D835-E336-9CF803C62AA7}"/>
                    </a:ext>
                  </a:extLst>
                </p14:cNvPr>
                <p14:cNvContentPartPr/>
                <p14:nvPr/>
              </p14:nvContentPartPr>
              <p14:xfrm>
                <a:off x="3741558" y="1637890"/>
                <a:ext cx="90720" cy="114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75682D6-CC7D-D835-E336-9CF803C62AA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723558" y="1620250"/>
                  <a:ext cx="126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8BD3D87-76B0-B930-B2C7-0E95F5AAFB88}"/>
                    </a:ext>
                  </a:extLst>
                </p14:cNvPr>
                <p14:cNvContentPartPr/>
                <p14:nvPr/>
              </p14:nvContentPartPr>
              <p14:xfrm>
                <a:off x="3968358" y="1491010"/>
                <a:ext cx="94680" cy="321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8BD3D87-76B0-B930-B2C7-0E95F5AAFB8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950718" y="1473370"/>
                  <a:ext cx="1303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DC3FA9B-43D6-8AA8-1A1E-69822B11F1B9}"/>
                    </a:ext>
                  </a:extLst>
                </p14:cNvPr>
                <p14:cNvContentPartPr/>
                <p14:nvPr/>
              </p14:nvContentPartPr>
              <p14:xfrm>
                <a:off x="3958278" y="1637170"/>
                <a:ext cx="158760" cy="39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DC3FA9B-43D6-8AA8-1A1E-69822B11F1B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940638" y="1619530"/>
                  <a:ext cx="194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959AB27-75C4-6554-6F54-6B8BDFDE7C56}"/>
                    </a:ext>
                  </a:extLst>
                </p14:cNvPr>
                <p14:cNvContentPartPr/>
                <p14:nvPr/>
              </p14:nvContentPartPr>
              <p14:xfrm>
                <a:off x="4283358" y="1727170"/>
                <a:ext cx="46800" cy="15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959AB27-75C4-6554-6F54-6B8BDFDE7C5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265718" y="1709530"/>
                  <a:ext cx="824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250989C3-D6F4-A574-5CCC-115901C8ECB2}"/>
                  </a:ext>
                </a:extLst>
              </p14:cNvPr>
              <p14:cNvContentPartPr/>
              <p14:nvPr/>
            </p14:nvContentPartPr>
            <p14:xfrm>
              <a:off x="2010318" y="3610690"/>
              <a:ext cx="1301400" cy="12510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250989C3-D6F4-A574-5CCC-115901C8ECB2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1956318" y="3502690"/>
                <a:ext cx="1409040" cy="14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87D514CD-DCF1-F4A4-1CE1-A0200764FA9B}"/>
                  </a:ext>
                </a:extLst>
              </p14:cNvPr>
              <p14:cNvContentPartPr/>
              <p14:nvPr/>
            </p14:nvContentPartPr>
            <p14:xfrm>
              <a:off x="2662278" y="1380850"/>
              <a:ext cx="1683720" cy="5983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87D514CD-DCF1-F4A4-1CE1-A0200764FA9B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2608638" y="1272850"/>
                <a:ext cx="1791360" cy="81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4894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7284-6480-AFA2-D32C-85EE156E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9AEEE8CC-210C-5F12-CF21-778D8A31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39" y="1795026"/>
            <a:ext cx="11073401" cy="32679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56E9A-D2E9-FF09-9DD3-1D1392C1A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502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5C7A-BACF-CE70-CA01-6BB2C155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CFC8D6A8-1C0B-2257-8B15-2A10F13C3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22" y="1411231"/>
            <a:ext cx="3687426" cy="32323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2566A-8B72-14E8-856F-2D5CF83C2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669A0189-6DC2-151E-28DD-F33B5A3C2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921" y="1300886"/>
            <a:ext cx="4003574" cy="366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5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86C8-C731-3D40-F142-DC56C18F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Diagram of an air-core inductor&#10;&#10;Description automatically generated">
            <a:extLst>
              <a:ext uri="{FF2B5EF4-FFF2-40B4-BE49-F238E27FC236}">
                <a16:creationId xmlns:a16="http://schemas.microsoft.com/office/drawing/2014/main" id="{F4A15D06-5BF5-E85E-820E-A2C852033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58" y="1554511"/>
            <a:ext cx="10416484" cy="33752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36D20-072D-2D29-881B-49AC4180D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401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C773-9BD3-CCC7-875D-786ECB30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A black and white logo&#10;&#10;Description automatically generated">
            <a:extLst>
              <a:ext uri="{FF2B5EF4-FFF2-40B4-BE49-F238E27FC236}">
                <a16:creationId xmlns:a16="http://schemas.microsoft.com/office/drawing/2014/main" id="{06D0ED81-235E-7456-2BB3-9341E9535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48" y="2343055"/>
            <a:ext cx="4092295" cy="13793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5E82B-4E41-8529-AA29-A7EB6AA52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electrical component&#10;&#10;Description automatically generated">
            <a:extLst>
              <a:ext uri="{FF2B5EF4-FFF2-40B4-BE49-F238E27FC236}">
                <a16:creationId xmlns:a16="http://schemas.microsoft.com/office/drawing/2014/main" id="{CC0F3822-26D5-4367-320D-68A3C8170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143" y="2010707"/>
            <a:ext cx="2304737" cy="212365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45F7CC64-B97D-63B6-322A-31625F41E8B3}"/>
              </a:ext>
            </a:extLst>
          </p:cNvPr>
          <p:cNvGrpSpPr/>
          <p:nvPr/>
        </p:nvGrpSpPr>
        <p:grpSpPr>
          <a:xfrm>
            <a:off x="1604238" y="4334290"/>
            <a:ext cx="1020600" cy="356400"/>
            <a:chOff x="1604238" y="4334290"/>
            <a:chExt cx="102060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16BAA5-0AC2-644A-812C-43ED33813CC0}"/>
                    </a:ext>
                  </a:extLst>
                </p14:cNvPr>
                <p14:cNvContentPartPr/>
                <p14:nvPr/>
              </p14:nvContentPartPr>
              <p14:xfrm>
                <a:off x="1604238" y="4334290"/>
                <a:ext cx="205920" cy="356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16BAA5-0AC2-644A-812C-43ED33813C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6238" y="4316650"/>
                  <a:ext cx="2415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509939-7839-7994-42F2-3E0B0F353AC1}"/>
                    </a:ext>
                  </a:extLst>
                </p14:cNvPr>
                <p14:cNvContentPartPr/>
                <p14:nvPr/>
              </p14:nvContentPartPr>
              <p14:xfrm>
                <a:off x="1956318" y="4459930"/>
                <a:ext cx="163800" cy="206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509939-7839-7994-42F2-3E0B0F353A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8678" y="4442290"/>
                  <a:ext cx="1994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94522F-1C7E-1C2B-200B-37357C182266}"/>
                    </a:ext>
                  </a:extLst>
                </p14:cNvPr>
                <p14:cNvContentPartPr/>
                <p14:nvPr/>
              </p14:nvContentPartPr>
              <p14:xfrm>
                <a:off x="2238918" y="4400890"/>
                <a:ext cx="192600" cy="228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94522F-1C7E-1C2B-200B-37357C1822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20918" y="4383250"/>
                  <a:ext cx="228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E00E3C-A221-8A73-FB34-0AB4024DBD27}"/>
                    </a:ext>
                  </a:extLst>
                </p14:cNvPr>
                <p14:cNvContentPartPr/>
                <p14:nvPr/>
              </p14:nvContentPartPr>
              <p14:xfrm>
                <a:off x="2503158" y="4481890"/>
                <a:ext cx="51120" cy="1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E00E3C-A221-8A73-FB34-0AB4024DBD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5518" y="4464250"/>
                  <a:ext cx="86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029F2D6-06B5-937B-E7D7-723D39FCBA27}"/>
                    </a:ext>
                  </a:extLst>
                </p14:cNvPr>
                <p14:cNvContentPartPr/>
                <p14:nvPr/>
              </p14:nvContentPartPr>
              <p14:xfrm>
                <a:off x="2550318" y="4521850"/>
                <a:ext cx="74520" cy="34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029F2D6-06B5-937B-E7D7-723D39FCBA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32678" y="4503850"/>
                  <a:ext cx="11016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925128-3B70-ED52-EE9A-A267BAA856DA}"/>
              </a:ext>
            </a:extLst>
          </p:cNvPr>
          <p:cNvGrpSpPr/>
          <p:nvPr/>
        </p:nvGrpSpPr>
        <p:grpSpPr>
          <a:xfrm>
            <a:off x="3027678" y="4265170"/>
            <a:ext cx="671400" cy="295560"/>
            <a:chOff x="3027678" y="4265170"/>
            <a:chExt cx="67140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CCBB13-793B-3ED1-DADB-8F4DB2D0F82A}"/>
                    </a:ext>
                  </a:extLst>
                </p14:cNvPr>
                <p14:cNvContentPartPr/>
                <p14:nvPr/>
              </p14:nvContentPartPr>
              <p14:xfrm>
                <a:off x="3027678" y="4267690"/>
                <a:ext cx="206640" cy="293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CCBB13-793B-3ED1-DADB-8F4DB2D0F8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0038" y="4249690"/>
                  <a:ext cx="2422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CD6872-E22F-8D58-FE22-ABFA54EE5FFB}"/>
                    </a:ext>
                  </a:extLst>
                </p14:cNvPr>
                <p14:cNvContentPartPr/>
                <p14:nvPr/>
              </p14:nvContentPartPr>
              <p14:xfrm>
                <a:off x="3382278" y="4462450"/>
                <a:ext cx="11520" cy="98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CD6872-E22F-8D58-FE22-ABFA54EE5F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64638" y="4444810"/>
                  <a:ext cx="47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3D0005-0A11-7773-1515-7A7B2DB125E1}"/>
                    </a:ext>
                  </a:extLst>
                </p14:cNvPr>
                <p14:cNvContentPartPr/>
                <p14:nvPr/>
              </p14:nvContentPartPr>
              <p14:xfrm>
                <a:off x="3556518" y="4375330"/>
                <a:ext cx="142560" cy="55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3D0005-0A11-7773-1515-7A7B2DB125E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38878" y="4357330"/>
                  <a:ext cx="178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AFA959-891B-8C44-9CF2-52C3D1057A2B}"/>
                    </a:ext>
                  </a:extLst>
                </p14:cNvPr>
                <p14:cNvContentPartPr/>
                <p14:nvPr/>
              </p14:nvContentPartPr>
              <p14:xfrm>
                <a:off x="3676038" y="4265170"/>
                <a:ext cx="12240" cy="237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AFA959-891B-8C44-9CF2-52C3D1057A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58398" y="4247170"/>
                  <a:ext cx="4788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81478D5-5612-B1E7-7154-32926057A7C4}"/>
              </a:ext>
            </a:extLst>
          </p:cNvPr>
          <p:cNvGrpSpPr/>
          <p:nvPr/>
        </p:nvGrpSpPr>
        <p:grpSpPr>
          <a:xfrm>
            <a:off x="3924078" y="4151410"/>
            <a:ext cx="668520" cy="323280"/>
            <a:chOff x="3924078" y="4151410"/>
            <a:chExt cx="66852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9A0DEF-A90D-6A4A-70DE-8576C1449D2B}"/>
                    </a:ext>
                  </a:extLst>
                </p14:cNvPr>
                <p14:cNvContentPartPr/>
                <p14:nvPr/>
              </p14:nvContentPartPr>
              <p14:xfrm>
                <a:off x="3924078" y="4253650"/>
                <a:ext cx="142200" cy="189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9A0DEF-A90D-6A4A-70DE-8576C1449D2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06438" y="4236010"/>
                  <a:ext cx="177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C0E5C85-4B94-22DF-56F2-280F92A8B616}"/>
                    </a:ext>
                  </a:extLst>
                </p14:cNvPr>
                <p14:cNvContentPartPr/>
                <p14:nvPr/>
              </p14:nvContentPartPr>
              <p14:xfrm>
                <a:off x="4178958" y="4370290"/>
                <a:ext cx="123120" cy="104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C0E5C85-4B94-22DF-56F2-280F92A8B6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61318" y="4352290"/>
                  <a:ext cx="158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523EE3-1E3F-08C9-5AB1-5B370B3474F8}"/>
                    </a:ext>
                  </a:extLst>
                </p14:cNvPr>
                <p14:cNvContentPartPr/>
                <p14:nvPr/>
              </p14:nvContentPartPr>
              <p14:xfrm>
                <a:off x="4475958" y="4262650"/>
                <a:ext cx="116640" cy="21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523EE3-1E3F-08C9-5AB1-5B370B3474F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57958" y="4244650"/>
                  <a:ext cx="152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93B6B82-030F-609B-E4EB-BC228EF4D026}"/>
                    </a:ext>
                  </a:extLst>
                </p14:cNvPr>
                <p14:cNvContentPartPr/>
                <p14:nvPr/>
              </p14:nvContentPartPr>
              <p14:xfrm>
                <a:off x="4560198" y="4151410"/>
                <a:ext cx="18000" cy="20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93B6B82-030F-609B-E4EB-BC228EF4D02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42198" y="4133410"/>
                  <a:ext cx="5364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526E30-15C3-DE82-4643-9702A73CC4C3}"/>
              </a:ext>
            </a:extLst>
          </p:cNvPr>
          <p:cNvGrpSpPr/>
          <p:nvPr/>
        </p:nvGrpSpPr>
        <p:grpSpPr>
          <a:xfrm>
            <a:off x="4870878" y="4106050"/>
            <a:ext cx="434520" cy="339120"/>
            <a:chOff x="4870878" y="4106050"/>
            <a:chExt cx="43452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001D73-F556-6707-A903-6FFA42A3FA61}"/>
                    </a:ext>
                  </a:extLst>
                </p14:cNvPr>
                <p14:cNvContentPartPr/>
                <p14:nvPr/>
              </p14:nvContentPartPr>
              <p14:xfrm>
                <a:off x="4870878" y="4106050"/>
                <a:ext cx="179640" cy="256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001D73-F556-6707-A903-6FFA42A3FA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52878" y="4088050"/>
                  <a:ext cx="215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3541BBD-A84D-4679-76AD-A1AD263C6587}"/>
                    </a:ext>
                  </a:extLst>
                </p14:cNvPr>
                <p14:cNvContentPartPr/>
                <p14:nvPr/>
              </p14:nvContentPartPr>
              <p14:xfrm>
                <a:off x="5164278" y="4232770"/>
                <a:ext cx="141120" cy="212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3541BBD-A84D-4679-76AD-A1AD263C65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6638" y="4215130"/>
                  <a:ext cx="1767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110BDA4-112D-02B3-60A5-2FDD9B37409B}"/>
              </a:ext>
            </a:extLst>
          </p:cNvPr>
          <p:cNvGrpSpPr/>
          <p:nvPr/>
        </p:nvGrpSpPr>
        <p:grpSpPr>
          <a:xfrm>
            <a:off x="6806238" y="4608610"/>
            <a:ext cx="630360" cy="543960"/>
            <a:chOff x="6806238" y="4608610"/>
            <a:chExt cx="63036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2FE958A-5E0F-66A2-FD7D-C31511E77296}"/>
                    </a:ext>
                  </a:extLst>
                </p14:cNvPr>
                <p14:cNvContentPartPr/>
                <p14:nvPr/>
              </p14:nvContentPartPr>
              <p14:xfrm>
                <a:off x="7012518" y="4608610"/>
                <a:ext cx="79560" cy="542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2FE958A-5E0F-66A2-FD7D-C31511E7729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94518" y="4590610"/>
                  <a:ext cx="11520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AE72DC-B138-B5EE-2576-B2D1C3371E26}"/>
                    </a:ext>
                  </a:extLst>
                </p14:cNvPr>
                <p14:cNvContentPartPr/>
                <p14:nvPr/>
              </p14:nvContentPartPr>
              <p14:xfrm>
                <a:off x="6806238" y="5089210"/>
                <a:ext cx="630360" cy="6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AE72DC-B138-B5EE-2576-B2D1C3371E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88238" y="5071210"/>
                  <a:ext cx="6660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3EDF5D0-6F69-4D0A-9FAB-4EE03D266171}"/>
              </a:ext>
            </a:extLst>
          </p:cNvPr>
          <p:cNvGrpSpPr/>
          <p:nvPr/>
        </p:nvGrpSpPr>
        <p:grpSpPr>
          <a:xfrm>
            <a:off x="6988758" y="5292250"/>
            <a:ext cx="702720" cy="274320"/>
            <a:chOff x="6988758" y="5292250"/>
            <a:chExt cx="70272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C79C49-E0B1-D1EA-82C8-2B5E198CC746}"/>
                    </a:ext>
                  </a:extLst>
                </p14:cNvPr>
                <p14:cNvContentPartPr/>
                <p14:nvPr/>
              </p14:nvContentPartPr>
              <p14:xfrm>
                <a:off x="6988758" y="5292250"/>
                <a:ext cx="291960" cy="27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C79C49-E0B1-D1EA-82C8-2B5E198CC7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71118" y="5274610"/>
                  <a:ext cx="3276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760397-41DC-ED3D-C7BF-C5EF5962C8DB}"/>
                    </a:ext>
                  </a:extLst>
                </p14:cNvPr>
                <p14:cNvContentPartPr/>
                <p14:nvPr/>
              </p14:nvContentPartPr>
              <p14:xfrm>
                <a:off x="7305918" y="5419690"/>
                <a:ext cx="87480" cy="131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760397-41DC-ED3D-C7BF-C5EF5962C8D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87918" y="5401690"/>
                  <a:ext cx="123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18969F0-B691-F999-9BAB-129539D718E5}"/>
                    </a:ext>
                  </a:extLst>
                </p14:cNvPr>
                <p14:cNvContentPartPr/>
                <p14:nvPr/>
              </p14:nvContentPartPr>
              <p14:xfrm>
                <a:off x="7498518" y="5404930"/>
                <a:ext cx="192960" cy="154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18969F0-B691-F999-9BAB-129539D718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80518" y="5386930"/>
                  <a:ext cx="22860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FB3C899-2BB3-DECE-D0CC-2A7324D47433}"/>
              </a:ext>
            </a:extLst>
          </p:cNvPr>
          <p:cNvGrpSpPr/>
          <p:nvPr/>
        </p:nvGrpSpPr>
        <p:grpSpPr>
          <a:xfrm>
            <a:off x="7924398" y="4985170"/>
            <a:ext cx="163080" cy="118440"/>
            <a:chOff x="7924398" y="4985170"/>
            <a:chExt cx="163080" cy="11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0C8DE7-B8A3-1F93-B9D3-91679D8DE1A1}"/>
                    </a:ext>
                  </a:extLst>
                </p14:cNvPr>
                <p14:cNvContentPartPr/>
                <p14:nvPr/>
              </p14:nvContentPartPr>
              <p14:xfrm>
                <a:off x="7948158" y="4985170"/>
                <a:ext cx="34920" cy="2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0C8DE7-B8A3-1F93-B9D3-91679D8DE1A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30518" y="4967170"/>
                  <a:ext cx="70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B2C0630-D304-CCC4-AC64-E853C3E4ED9B}"/>
                    </a:ext>
                  </a:extLst>
                </p14:cNvPr>
                <p14:cNvContentPartPr/>
                <p14:nvPr/>
              </p14:nvContentPartPr>
              <p14:xfrm>
                <a:off x="7924398" y="5051050"/>
                <a:ext cx="163080" cy="52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B2C0630-D304-CCC4-AC64-E853C3E4ED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06758" y="5033410"/>
                  <a:ext cx="19872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4BBF1D8-94B3-4064-9C70-CA9DCA133E35}"/>
                  </a:ext>
                </a:extLst>
              </p14:cNvPr>
              <p14:cNvContentPartPr/>
              <p14:nvPr/>
            </p14:nvContentPartPr>
            <p14:xfrm>
              <a:off x="8535678" y="4590610"/>
              <a:ext cx="103320" cy="455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4BBF1D8-94B3-4064-9C70-CA9DCA133E3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517678" y="4572610"/>
                <a:ext cx="13896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837B5D4-EA86-F33A-CFFD-5104ABDDEDAB}"/>
                  </a:ext>
                </a:extLst>
              </p14:cNvPr>
              <p14:cNvContentPartPr/>
              <p14:nvPr/>
            </p14:nvContentPartPr>
            <p14:xfrm>
              <a:off x="8421918" y="5029810"/>
              <a:ext cx="521280" cy="19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837B5D4-EA86-F33A-CFFD-5104ABDDEDA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04278" y="5011810"/>
                <a:ext cx="55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7AB36E2-2FD3-734F-48E9-C8B5C0D5E5C2}"/>
                  </a:ext>
                </a:extLst>
              </p14:cNvPr>
              <p14:cNvContentPartPr/>
              <p14:nvPr/>
            </p14:nvContentPartPr>
            <p14:xfrm>
              <a:off x="8511558" y="5190010"/>
              <a:ext cx="258120" cy="319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7AB36E2-2FD3-734F-48E9-C8B5C0D5E5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93918" y="5172010"/>
                <a:ext cx="2937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0C31D01-F03D-9359-8AE0-8FC843CC9DEC}"/>
                  </a:ext>
                </a:extLst>
              </p14:cNvPr>
              <p14:cNvContentPartPr/>
              <p14:nvPr/>
            </p14:nvContentPartPr>
            <p14:xfrm>
              <a:off x="8824038" y="5336530"/>
              <a:ext cx="18360" cy="224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0C31D01-F03D-9359-8AE0-8FC843CC9DE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806398" y="5318890"/>
                <a:ext cx="540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9499229-EE3A-4310-C59A-4BDD64C13499}"/>
                  </a:ext>
                </a:extLst>
              </p14:cNvPr>
              <p14:cNvContentPartPr/>
              <p14:nvPr/>
            </p14:nvContentPartPr>
            <p14:xfrm>
              <a:off x="9154158" y="4877530"/>
              <a:ext cx="131040" cy="28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9499229-EE3A-4310-C59A-4BDD64C1349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136518" y="4859530"/>
                <a:ext cx="1666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B270F14-6D77-47C3-A02A-0075773296FB}"/>
                  </a:ext>
                </a:extLst>
              </p14:cNvPr>
              <p14:cNvContentPartPr/>
              <p14:nvPr/>
            </p14:nvContentPartPr>
            <p14:xfrm>
              <a:off x="9260358" y="4779610"/>
              <a:ext cx="9000" cy="194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B270F14-6D77-47C3-A02A-0075773296F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242718" y="4761610"/>
                <a:ext cx="446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C888079-5AC2-1267-5B1F-FA7164CDCEF9}"/>
                  </a:ext>
                </a:extLst>
              </p14:cNvPr>
              <p14:cNvContentPartPr/>
              <p14:nvPr/>
            </p14:nvContentPartPr>
            <p14:xfrm>
              <a:off x="9517758" y="4445530"/>
              <a:ext cx="78840" cy="360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C888079-5AC2-1267-5B1F-FA7164CDCEF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99758" y="4427890"/>
                <a:ext cx="11448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467198A-271B-4954-E6AA-E139C2C909A8}"/>
                  </a:ext>
                </a:extLst>
              </p14:cNvPr>
              <p14:cNvContentPartPr/>
              <p14:nvPr/>
            </p14:nvContentPartPr>
            <p14:xfrm>
              <a:off x="9481398" y="4845130"/>
              <a:ext cx="297000" cy="52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467198A-271B-4954-E6AA-E139C2C909A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463398" y="4827130"/>
                <a:ext cx="3326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698CD8D-97B0-E5E1-5924-5CD900C9482B}"/>
                  </a:ext>
                </a:extLst>
              </p14:cNvPr>
              <p14:cNvContentPartPr/>
              <p14:nvPr/>
            </p14:nvContentPartPr>
            <p14:xfrm>
              <a:off x="9560958" y="5056810"/>
              <a:ext cx="202680" cy="221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698CD8D-97B0-E5E1-5924-5CD900C9482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43318" y="5038810"/>
                <a:ext cx="2383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34C0E93-D8E0-B57C-B383-471BD2A7BFEC}"/>
                  </a:ext>
                </a:extLst>
              </p14:cNvPr>
              <p14:cNvContentPartPr/>
              <p14:nvPr/>
            </p14:nvContentPartPr>
            <p14:xfrm>
              <a:off x="9871638" y="5157610"/>
              <a:ext cx="170640" cy="87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34C0E93-D8E0-B57C-B383-471BD2A7BFE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853998" y="5139610"/>
                <a:ext cx="2062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36FB498-C7EB-5F87-E129-08972EF0979D}"/>
                  </a:ext>
                </a:extLst>
              </p14:cNvPr>
              <p14:cNvContentPartPr/>
              <p14:nvPr/>
            </p14:nvContentPartPr>
            <p14:xfrm>
              <a:off x="10121478" y="4773130"/>
              <a:ext cx="145440" cy="349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36FB498-C7EB-5F87-E129-08972EF0979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103478" y="4755490"/>
                <a:ext cx="1810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5E3DA07-7724-15A0-4DC5-8A655226B6F5}"/>
                  </a:ext>
                </a:extLst>
              </p14:cNvPr>
              <p14:cNvContentPartPr/>
              <p14:nvPr/>
            </p14:nvContentPartPr>
            <p14:xfrm>
              <a:off x="10176558" y="4712290"/>
              <a:ext cx="15480" cy="136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5E3DA07-7724-15A0-4DC5-8A655226B6F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158918" y="4694290"/>
                <a:ext cx="511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C6ECF9F-4086-D1AC-1515-560A8A500D33}"/>
                  </a:ext>
                </a:extLst>
              </p14:cNvPr>
              <p14:cNvContentPartPr/>
              <p14:nvPr/>
            </p14:nvContentPartPr>
            <p14:xfrm>
              <a:off x="10491558" y="4401610"/>
              <a:ext cx="88920" cy="452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C6ECF9F-4086-D1AC-1515-560A8A500D3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473918" y="4383610"/>
                <a:ext cx="12456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A73246F-F24A-651F-F5DB-B27520D38349}"/>
                  </a:ext>
                </a:extLst>
              </p14:cNvPr>
              <p14:cNvContentPartPr/>
              <p14:nvPr/>
            </p14:nvContentPartPr>
            <p14:xfrm>
              <a:off x="10389678" y="4849450"/>
              <a:ext cx="340200" cy="27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A73246F-F24A-651F-F5DB-B27520D3834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371678" y="4831450"/>
                <a:ext cx="37584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772B0F02-AD5E-465E-ED10-C78EAE464BBA}"/>
              </a:ext>
            </a:extLst>
          </p:cNvPr>
          <p:cNvGrpSpPr/>
          <p:nvPr/>
        </p:nvGrpSpPr>
        <p:grpSpPr>
          <a:xfrm>
            <a:off x="10525038" y="5075530"/>
            <a:ext cx="520920" cy="332640"/>
            <a:chOff x="10525038" y="5075530"/>
            <a:chExt cx="52092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8E3D40-F594-A5F2-C7B1-859DDA7C0AA0}"/>
                    </a:ext>
                  </a:extLst>
                </p14:cNvPr>
                <p14:cNvContentPartPr/>
                <p14:nvPr/>
              </p14:nvContentPartPr>
              <p14:xfrm>
                <a:off x="10525038" y="5075530"/>
                <a:ext cx="216720" cy="33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8E3D40-F594-A5F2-C7B1-859DDA7C0AA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07038" y="5057890"/>
                  <a:ext cx="2523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435CDE-DAEC-DDE7-F2B9-485EB97A9010}"/>
                    </a:ext>
                  </a:extLst>
                </p14:cNvPr>
                <p14:cNvContentPartPr/>
                <p14:nvPr/>
              </p14:nvContentPartPr>
              <p14:xfrm>
                <a:off x="10603518" y="5297290"/>
                <a:ext cx="161640" cy="75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435CDE-DAEC-DDE7-F2B9-485EB97A901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85878" y="5279650"/>
                  <a:ext cx="197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9E46E0-DFC9-7F07-C5E6-F940DD1CA7A6}"/>
                    </a:ext>
                  </a:extLst>
                </p14:cNvPr>
                <p14:cNvContentPartPr/>
                <p14:nvPr/>
              </p14:nvContentPartPr>
              <p14:xfrm>
                <a:off x="10890438" y="5203330"/>
                <a:ext cx="155520" cy="178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9E46E0-DFC9-7F07-C5E6-F940DD1CA7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872438" y="5185330"/>
                  <a:ext cx="191160" cy="21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4711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4054" y="214837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97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57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93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774" y="2032090"/>
                  <a:ext cx="9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894" y="1962970"/>
                  <a:ext cx="947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73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57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313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97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094" y="3625450"/>
                  <a:ext cx="531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909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733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774" y="292237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45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894" y="3606370"/>
                  <a:ext cx="531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454" y="2016970"/>
                  <a:ext cx="1339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41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113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73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97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694" y="417625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70"/>
                  <a:ext cx="8676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774" y="5196850"/>
                  <a:ext cx="901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774" y="5208010"/>
                  <a:ext cx="678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14" y="5080570"/>
                  <a:ext cx="1020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930"/>
                  <a:ext cx="641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4254" y="3639490"/>
                  <a:ext cx="12420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8254" y="4260850"/>
                  <a:ext cx="2073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934" y="4529770"/>
                  <a:ext cx="8676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854" y="1827250"/>
                  <a:ext cx="380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69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97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454" y="147013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654" y="1301650"/>
                  <a:ext cx="1825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574" y="5114410"/>
                  <a:ext cx="635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54" y="5196130"/>
                  <a:ext cx="3520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49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654" y="5389090"/>
                  <a:ext cx="608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814" y="530377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570"/>
                  <a:ext cx="72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34" y="5309530"/>
                  <a:ext cx="169560" cy="27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5526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33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65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574" y="288709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65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6054" y="446569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814" y="443581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7254" y="4563250"/>
                  <a:ext cx="1159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7094" y="1567690"/>
                  <a:ext cx="60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454" y="1556170"/>
                  <a:ext cx="208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14" y="1642570"/>
                  <a:ext cx="17568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805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694" y="3182290"/>
                  <a:ext cx="205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374" y="3235570"/>
                  <a:ext cx="112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2734" y="3296050"/>
                  <a:ext cx="3960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37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934" y="4862410"/>
                  <a:ext cx="169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8374" y="4877530"/>
                  <a:ext cx="9720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894" y="1442770"/>
                <a:ext cx="3960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7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454" y="2643370"/>
                  <a:ext cx="119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694" y="2623570"/>
                  <a:ext cx="284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217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8134" y="4283170"/>
                  <a:ext cx="223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433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614" y="145825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517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654" y="160009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374" y="3173650"/>
                  <a:ext cx="85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494" y="3111730"/>
                  <a:ext cx="210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14" y="3182650"/>
                  <a:ext cx="1738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70014" y="4680610"/>
                  <a:ext cx="91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494" y="4597090"/>
                  <a:ext cx="147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494" y="4670170"/>
                  <a:ext cx="236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610"/>
                  <a:ext cx="70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1014" y="472021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305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50334" y="2722930"/>
                  <a:ext cx="56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854" y="270745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610"/>
                  <a:ext cx="73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81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505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574" y="4425730"/>
                  <a:ext cx="238320" cy="11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5833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34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101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925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6334" y="3572890"/>
                  <a:ext cx="15012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729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401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814" y="508525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934" y="1828330"/>
                <a:ext cx="1918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521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4294" y="508237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805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574" y="2139370"/>
                  <a:ext cx="193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854" y="3508450"/>
                  <a:ext cx="166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89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34" y="5290450"/>
                  <a:ext cx="1962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929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774" y="5439130"/>
                  <a:ext cx="20700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45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930"/>
                  <a:ext cx="141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417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4005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5254" y="331621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14" y="3322330"/>
                  <a:ext cx="1508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3214" y="4891210"/>
                  <a:ext cx="196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974" y="5021530"/>
                  <a:ext cx="16560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494" y="1714570"/>
                  <a:ext cx="187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6014" y="1812490"/>
                  <a:ext cx="20628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81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894" y="4804090"/>
                  <a:ext cx="190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894" y="481201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6549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14:cNvPr>
              <p14:cNvContentPartPr/>
              <p14:nvPr/>
            </p14:nvContentPartPr>
            <p14:xfrm>
              <a:off x="2890534" y="1820410"/>
              <a:ext cx="169560" cy="2127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872534" y="1802410"/>
                <a:ext cx="20520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72CA3E9-0622-9E12-0172-091B087230F1}"/>
              </a:ext>
            </a:extLst>
          </p:cNvPr>
          <p:cNvGrpSpPr/>
          <p:nvPr/>
        </p:nvGrpSpPr>
        <p:grpSpPr>
          <a:xfrm>
            <a:off x="2646094" y="1614130"/>
            <a:ext cx="843840" cy="1023120"/>
            <a:chOff x="2646094" y="1614130"/>
            <a:chExt cx="843840" cy="10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14:cNvPr>
                <p14:cNvContentPartPr/>
                <p14:nvPr/>
              </p14:nvContentPartPr>
              <p14:xfrm>
                <a:off x="2734294" y="1614130"/>
                <a:ext cx="18000" cy="4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71294" y="1551130"/>
                  <a:ext cx="143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14:cNvPr>
                <p14:cNvContentPartPr/>
                <p14:nvPr/>
              </p14:nvContentPartPr>
              <p14:xfrm>
                <a:off x="2646094" y="1619170"/>
                <a:ext cx="441000" cy="405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83454" y="1556170"/>
                  <a:ext cx="56664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14:cNvPr>
                <p14:cNvContentPartPr/>
                <p14:nvPr/>
              </p14:nvContentPartPr>
              <p14:xfrm>
                <a:off x="2819254" y="1703050"/>
                <a:ext cx="260640" cy="369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56614" y="1640050"/>
                  <a:ext cx="386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14:cNvPr>
                <p14:cNvContentPartPr/>
                <p14:nvPr/>
              </p14:nvContentPartPr>
              <p14:xfrm>
                <a:off x="3044974" y="2443210"/>
                <a:ext cx="230760" cy="19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6974" y="2425210"/>
                  <a:ext cx="266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14:cNvPr>
                <p14:cNvContentPartPr/>
                <p14:nvPr/>
              </p14:nvContentPartPr>
              <p14:xfrm>
                <a:off x="3029134" y="2489650"/>
                <a:ext cx="118440" cy="142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11134" y="2471650"/>
                  <a:ext cx="154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14:cNvPr>
                <p14:cNvContentPartPr/>
                <p14:nvPr/>
              </p14:nvContentPartPr>
              <p14:xfrm>
                <a:off x="3033814" y="2438890"/>
                <a:ext cx="312120" cy="189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15814" y="2421250"/>
                  <a:ext cx="347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14:cNvPr>
                <p14:cNvContentPartPr/>
                <p14:nvPr/>
              </p14:nvContentPartPr>
              <p14:xfrm>
                <a:off x="3126334" y="2248810"/>
                <a:ext cx="22680" cy="379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63694" y="2186170"/>
                  <a:ext cx="1483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14:cNvPr>
                <p14:cNvContentPartPr/>
                <p14:nvPr/>
              </p14:nvContentPartPr>
              <p14:xfrm>
                <a:off x="2988454" y="2375530"/>
                <a:ext cx="306000" cy="205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5454" y="2312890"/>
                  <a:ext cx="43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14:cNvPr>
                <p14:cNvContentPartPr/>
                <p14:nvPr/>
              </p14:nvContentPartPr>
              <p14:xfrm>
                <a:off x="3181054" y="2150530"/>
                <a:ext cx="273240" cy="29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18414" y="2087890"/>
                  <a:ext cx="398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14:cNvPr>
                <p14:cNvContentPartPr/>
                <p14:nvPr/>
              </p14:nvContentPartPr>
              <p14:xfrm>
                <a:off x="3315334" y="1991410"/>
                <a:ext cx="174600" cy="35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52334" y="1928770"/>
                  <a:ext cx="30024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985B14A-FC38-9D9F-BC7A-25CA83F9B504}"/>
              </a:ext>
            </a:extLst>
          </p:cNvPr>
          <p:cNvGrpSpPr/>
          <p:nvPr/>
        </p:nvGrpSpPr>
        <p:grpSpPr>
          <a:xfrm>
            <a:off x="3437734" y="1016890"/>
            <a:ext cx="5095440" cy="656280"/>
            <a:chOff x="3437734" y="1016890"/>
            <a:chExt cx="509544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14:cNvPr>
                <p14:cNvContentPartPr/>
                <p14:nvPr/>
              </p14:nvContentPartPr>
              <p14:xfrm>
                <a:off x="3437734" y="1016890"/>
                <a:ext cx="5029200" cy="571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19734" y="998890"/>
                  <a:ext cx="5064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14:cNvPr>
                <p14:cNvContentPartPr/>
                <p14:nvPr/>
              </p14:nvContentPartPr>
              <p14:xfrm>
                <a:off x="8329414" y="1442050"/>
                <a:ext cx="203760" cy="231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11414" y="1424050"/>
                  <a:ext cx="23940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14:cNvPr>
              <p14:cNvContentPartPr/>
              <p14:nvPr/>
            </p14:nvContentPartPr>
            <p14:xfrm>
              <a:off x="9015214" y="1440610"/>
              <a:ext cx="1908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97574" y="1422610"/>
                <a:ext cx="54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5C23B58-5C76-2F80-F591-685CC01E6A91}"/>
              </a:ext>
            </a:extLst>
          </p:cNvPr>
          <p:cNvGrpSpPr/>
          <p:nvPr/>
        </p:nvGrpSpPr>
        <p:grpSpPr>
          <a:xfrm>
            <a:off x="8960134" y="1625650"/>
            <a:ext cx="813600" cy="545040"/>
            <a:chOff x="8960134" y="1625650"/>
            <a:chExt cx="81360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14:cNvPr>
                <p14:cNvContentPartPr/>
                <p14:nvPr/>
              </p14:nvContentPartPr>
              <p14:xfrm>
                <a:off x="8960134" y="1625650"/>
                <a:ext cx="104760" cy="37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942494" y="1607650"/>
                  <a:ext cx="1404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14:cNvPr>
                <p14:cNvContentPartPr/>
                <p14:nvPr/>
              </p14:nvContentPartPr>
              <p14:xfrm>
                <a:off x="9251734" y="1884490"/>
                <a:ext cx="135000" cy="268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34094" y="1866490"/>
                  <a:ext cx="170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14:cNvPr>
                <p14:cNvContentPartPr/>
                <p14:nvPr/>
              </p14:nvContentPartPr>
              <p14:xfrm>
                <a:off x="9117814" y="2005090"/>
                <a:ext cx="167040" cy="6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00174" y="1987450"/>
                  <a:ext cx="202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14:cNvPr>
                <p14:cNvContentPartPr/>
                <p14:nvPr/>
              </p14:nvContentPartPr>
              <p14:xfrm>
                <a:off x="9489334" y="1981690"/>
                <a:ext cx="9720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71694" y="1964050"/>
                  <a:ext cx="13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14:cNvPr>
                <p14:cNvContentPartPr/>
                <p14:nvPr/>
              </p14:nvContentPartPr>
              <p14:xfrm>
                <a:off x="9697054" y="1871170"/>
                <a:ext cx="29880" cy="299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679054" y="1853530"/>
                  <a:ext cx="65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14:cNvPr>
                <p14:cNvContentPartPr/>
                <p14:nvPr/>
              </p14:nvContentPartPr>
              <p14:xfrm>
                <a:off x="9618214" y="1977370"/>
                <a:ext cx="155520" cy="33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600574" y="1959730"/>
                  <a:ext cx="1911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B35257D-A5F2-962A-9A23-CCE121209C29}"/>
              </a:ext>
            </a:extLst>
          </p:cNvPr>
          <p:cNvGrpSpPr/>
          <p:nvPr/>
        </p:nvGrpSpPr>
        <p:grpSpPr>
          <a:xfrm>
            <a:off x="10056694" y="1727890"/>
            <a:ext cx="155880" cy="104040"/>
            <a:chOff x="10056694" y="1727890"/>
            <a:chExt cx="1558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14:cNvPr>
                <p14:cNvContentPartPr/>
                <p14:nvPr/>
              </p14:nvContentPartPr>
              <p14:xfrm>
                <a:off x="10056694" y="1727890"/>
                <a:ext cx="142560" cy="24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38694" y="1710250"/>
                  <a:ext cx="17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14:cNvPr>
                <p14:cNvContentPartPr/>
                <p14:nvPr/>
              </p14:nvContentPartPr>
              <p14:xfrm>
                <a:off x="10085134" y="1789450"/>
                <a:ext cx="127440" cy="4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067134" y="1771810"/>
                  <a:ext cx="1630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14:cNvPr>
              <p14:cNvContentPartPr/>
              <p14:nvPr/>
            </p14:nvContentPartPr>
            <p14:xfrm>
              <a:off x="10504174" y="1613770"/>
              <a:ext cx="111240" cy="269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0486534" y="1595770"/>
                <a:ext cx="1468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14:cNvPr>
              <p14:cNvContentPartPr/>
              <p14:nvPr/>
            </p14:nvContentPartPr>
            <p14:xfrm>
              <a:off x="10514254" y="1464370"/>
              <a:ext cx="26280" cy="43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496614" y="1446370"/>
                <a:ext cx="619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737B190-44D9-1D2A-0079-5AEA1BC50772}"/>
              </a:ext>
            </a:extLst>
          </p:cNvPr>
          <p:cNvGrpSpPr/>
          <p:nvPr/>
        </p:nvGrpSpPr>
        <p:grpSpPr>
          <a:xfrm>
            <a:off x="10691734" y="1716730"/>
            <a:ext cx="618480" cy="430200"/>
            <a:chOff x="10691734" y="1716730"/>
            <a:chExt cx="6184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14:cNvPr>
                <p14:cNvContentPartPr/>
                <p14:nvPr/>
              </p14:nvContentPartPr>
              <p14:xfrm>
                <a:off x="10698574" y="1894930"/>
                <a:ext cx="12240" cy="207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80934" y="1877290"/>
                  <a:ext cx="4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14:cNvPr>
                <p14:cNvContentPartPr/>
                <p14:nvPr/>
              </p14:nvContentPartPr>
              <p14:xfrm>
                <a:off x="10691734" y="1872970"/>
                <a:ext cx="126720" cy="129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74094" y="1855330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14:cNvPr>
                <p14:cNvContentPartPr/>
                <p14:nvPr/>
              </p14:nvContentPartPr>
              <p14:xfrm>
                <a:off x="10907374" y="1962970"/>
                <a:ext cx="31320" cy="18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89734" y="1945330"/>
                  <a:ext cx="66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14:cNvPr>
                <p14:cNvContentPartPr/>
                <p14:nvPr/>
              </p14:nvContentPartPr>
              <p14:xfrm>
                <a:off x="11087374" y="1785130"/>
                <a:ext cx="222840" cy="3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69374" y="1767130"/>
                  <a:ext cx="258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14:cNvPr>
                <p14:cNvContentPartPr/>
                <p14:nvPr/>
              </p14:nvContentPartPr>
              <p14:xfrm>
                <a:off x="11224534" y="1716730"/>
                <a:ext cx="39240" cy="207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06534" y="1698730"/>
                  <a:ext cx="7488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14:cNvPr>
              <p14:cNvContentPartPr/>
              <p14:nvPr/>
            </p14:nvContentPartPr>
            <p14:xfrm>
              <a:off x="11493814" y="1662730"/>
              <a:ext cx="69840" cy="2145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1476174" y="1644730"/>
                <a:ext cx="105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14:cNvPr>
              <p14:cNvContentPartPr/>
              <p14:nvPr/>
            </p14:nvContentPartPr>
            <p14:xfrm>
              <a:off x="11527294" y="1488850"/>
              <a:ext cx="41400" cy="37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1509654" y="1470850"/>
                <a:ext cx="7704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C6C767F-C377-DCE6-7683-3BACEC7D96F1}"/>
              </a:ext>
            </a:extLst>
          </p:cNvPr>
          <p:cNvGrpSpPr/>
          <p:nvPr/>
        </p:nvGrpSpPr>
        <p:grpSpPr>
          <a:xfrm>
            <a:off x="11716654" y="1842730"/>
            <a:ext cx="282240" cy="191160"/>
            <a:chOff x="11716654" y="1842730"/>
            <a:chExt cx="28224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14:cNvPr>
                <p14:cNvContentPartPr/>
                <p14:nvPr/>
              </p14:nvContentPartPr>
              <p14:xfrm>
                <a:off x="11725294" y="1870450"/>
                <a:ext cx="16200" cy="15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707654" y="1852810"/>
                  <a:ext cx="51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14:cNvPr>
                <p14:cNvContentPartPr/>
                <p14:nvPr/>
              </p14:nvContentPartPr>
              <p14:xfrm>
                <a:off x="11716654" y="1842730"/>
                <a:ext cx="151560" cy="103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699014" y="1824730"/>
                  <a:ext cx="187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14:cNvPr>
                <p14:cNvContentPartPr/>
                <p14:nvPr/>
              </p14:nvContentPartPr>
              <p14:xfrm>
                <a:off x="11887294" y="1857850"/>
                <a:ext cx="111600" cy="176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869294" y="1839850"/>
                  <a:ext cx="147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14:cNvPr>
              <p14:cNvContentPartPr/>
              <p14:nvPr/>
            </p14:nvContentPartPr>
            <p14:xfrm>
              <a:off x="8535694" y="2710690"/>
              <a:ext cx="210960" cy="263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517694" y="2693050"/>
                <a:ext cx="246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14:cNvPr>
              <p14:cNvContentPartPr/>
              <p14:nvPr/>
            </p14:nvContentPartPr>
            <p14:xfrm>
              <a:off x="8589694" y="2564530"/>
              <a:ext cx="52200" cy="396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571694" y="2546530"/>
                <a:ext cx="87840" cy="7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AA4EE46-02DB-9908-E328-07CF1A9590B7}"/>
              </a:ext>
            </a:extLst>
          </p:cNvPr>
          <p:cNvGrpSpPr/>
          <p:nvPr/>
        </p:nvGrpSpPr>
        <p:grpSpPr>
          <a:xfrm>
            <a:off x="8922334" y="2819050"/>
            <a:ext cx="321120" cy="244080"/>
            <a:chOff x="8922334" y="2819050"/>
            <a:chExt cx="3211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14:cNvPr>
                <p14:cNvContentPartPr/>
                <p14:nvPr/>
              </p14:nvContentPartPr>
              <p14:xfrm>
                <a:off x="8922334" y="2867290"/>
                <a:ext cx="27000" cy="195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04334" y="2849290"/>
                  <a:ext cx="6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14:cNvPr>
                <p14:cNvContentPartPr/>
                <p14:nvPr/>
              </p14:nvContentPartPr>
              <p14:xfrm>
                <a:off x="9099454" y="2819050"/>
                <a:ext cx="80280" cy="14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081814" y="2801410"/>
                  <a:ext cx="11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14:cNvPr>
                <p14:cNvContentPartPr/>
                <p14:nvPr/>
              </p14:nvContentPartPr>
              <p14:xfrm>
                <a:off x="9143734" y="2895010"/>
                <a:ext cx="9972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125734" y="2877010"/>
                  <a:ext cx="13536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14:cNvPr>
              <p14:cNvContentPartPr/>
              <p14:nvPr/>
            </p14:nvContentPartPr>
            <p14:xfrm>
              <a:off x="9465574" y="2795650"/>
              <a:ext cx="90720" cy="20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9447934" y="2777650"/>
                <a:ext cx="1263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14:cNvPr>
              <p14:cNvContentPartPr/>
              <p14:nvPr/>
            </p14:nvContentPartPr>
            <p14:xfrm>
              <a:off x="9476734" y="2619970"/>
              <a:ext cx="45360" cy="349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458734" y="2602330"/>
                <a:ext cx="810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0B74BDA-6CE7-A255-AFC5-1C531CFA57F4}"/>
              </a:ext>
            </a:extLst>
          </p:cNvPr>
          <p:cNvGrpSpPr/>
          <p:nvPr/>
        </p:nvGrpSpPr>
        <p:grpSpPr>
          <a:xfrm>
            <a:off x="9711094" y="2764330"/>
            <a:ext cx="361080" cy="290160"/>
            <a:chOff x="9711094" y="2764330"/>
            <a:chExt cx="3610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14:cNvPr>
                <p14:cNvContentPartPr/>
                <p14:nvPr/>
              </p14:nvContentPartPr>
              <p14:xfrm>
                <a:off x="9711094" y="2899690"/>
                <a:ext cx="169920" cy="154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93094" y="2881690"/>
                  <a:ext cx="20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14:cNvPr>
                <p14:cNvContentPartPr/>
                <p14:nvPr/>
              </p14:nvContentPartPr>
              <p14:xfrm>
                <a:off x="9953734" y="2851450"/>
                <a:ext cx="117720" cy="24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36094" y="2833810"/>
                  <a:ext cx="153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14:cNvPr>
                <p14:cNvContentPartPr/>
                <p14:nvPr/>
              </p14:nvContentPartPr>
              <p14:xfrm>
                <a:off x="10041214" y="2764330"/>
                <a:ext cx="30960" cy="187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023214" y="2746330"/>
                  <a:ext cx="6660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14:cNvPr>
              <p14:cNvContentPartPr/>
              <p14:nvPr/>
            </p14:nvContentPartPr>
            <p14:xfrm>
              <a:off x="10318054" y="2765770"/>
              <a:ext cx="132480" cy="170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300054" y="2747770"/>
                <a:ext cx="1681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14:cNvPr>
              <p14:cNvContentPartPr/>
              <p14:nvPr/>
            </p14:nvContentPartPr>
            <p14:xfrm>
              <a:off x="10341454" y="2609530"/>
              <a:ext cx="11520" cy="342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323814" y="2591890"/>
                <a:ext cx="471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EA3909C-DBB5-756B-8A1A-C73DBA6AF457}"/>
              </a:ext>
            </a:extLst>
          </p:cNvPr>
          <p:cNvGrpSpPr/>
          <p:nvPr/>
        </p:nvGrpSpPr>
        <p:grpSpPr>
          <a:xfrm>
            <a:off x="10604974" y="2799250"/>
            <a:ext cx="146520" cy="279000"/>
            <a:chOff x="10604974" y="2799250"/>
            <a:chExt cx="146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14:cNvPr>
                <p14:cNvContentPartPr/>
                <p14:nvPr/>
              </p14:nvContentPartPr>
              <p14:xfrm>
                <a:off x="10604974" y="2799250"/>
                <a:ext cx="146520" cy="15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86974" y="2781610"/>
                  <a:ext cx="182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14:cNvPr>
                <p14:cNvContentPartPr/>
                <p14:nvPr/>
              </p14:nvContentPartPr>
              <p14:xfrm>
                <a:off x="10722334" y="2889250"/>
                <a:ext cx="19440" cy="189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04694" y="2871250"/>
                  <a:ext cx="55080" cy="22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14:cNvPr>
              <p14:cNvContentPartPr/>
              <p14:nvPr/>
            </p14:nvContentPartPr>
            <p14:xfrm>
              <a:off x="8967694" y="3314410"/>
              <a:ext cx="27360" cy="212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8950054" y="3296410"/>
                <a:ext cx="6300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863EB7C-CBCF-8D01-119D-BCC69E779F18}"/>
              </a:ext>
            </a:extLst>
          </p:cNvPr>
          <p:cNvGrpSpPr/>
          <p:nvPr/>
        </p:nvGrpSpPr>
        <p:grpSpPr>
          <a:xfrm>
            <a:off x="8910454" y="3481450"/>
            <a:ext cx="385920" cy="379440"/>
            <a:chOff x="8910454" y="3481450"/>
            <a:chExt cx="385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14:cNvPr>
                <p14:cNvContentPartPr/>
                <p14:nvPr/>
              </p14:nvContentPartPr>
              <p14:xfrm>
                <a:off x="8910454" y="3481450"/>
                <a:ext cx="82080" cy="316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92454" y="3463810"/>
                  <a:ext cx="1177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14:cNvPr>
                <p14:cNvContentPartPr/>
                <p14:nvPr/>
              </p14:nvContentPartPr>
              <p14:xfrm>
                <a:off x="9110974" y="3639130"/>
                <a:ext cx="185400" cy="221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92974" y="3621490"/>
                  <a:ext cx="2210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E73B5FF-E18E-0C08-1462-5A0E5B1954B5}"/>
              </a:ext>
            </a:extLst>
          </p:cNvPr>
          <p:cNvGrpSpPr/>
          <p:nvPr/>
        </p:nvGrpSpPr>
        <p:grpSpPr>
          <a:xfrm>
            <a:off x="9460894" y="3640570"/>
            <a:ext cx="100080" cy="98280"/>
            <a:chOff x="9460894" y="3640570"/>
            <a:chExt cx="10008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14:cNvPr>
                <p14:cNvContentPartPr/>
                <p14:nvPr/>
              </p14:nvContentPartPr>
              <p14:xfrm>
                <a:off x="9466654" y="3640570"/>
                <a:ext cx="62640" cy="20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449014" y="3622930"/>
                  <a:ext cx="98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14:cNvPr>
                <p14:cNvContentPartPr/>
                <p14:nvPr/>
              </p14:nvContentPartPr>
              <p14:xfrm>
                <a:off x="9460894" y="3724810"/>
                <a:ext cx="10008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42894" y="3707170"/>
                  <a:ext cx="13572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14:cNvPr>
              <p14:cNvContentPartPr/>
              <p14:nvPr/>
            </p14:nvContentPartPr>
            <p14:xfrm>
              <a:off x="9801814" y="3576490"/>
              <a:ext cx="109080" cy="1519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784174" y="3558850"/>
                <a:ext cx="144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14:cNvPr>
              <p14:cNvContentPartPr/>
              <p14:nvPr/>
            </p14:nvContentPartPr>
            <p14:xfrm>
              <a:off x="9813334" y="3425290"/>
              <a:ext cx="21240" cy="219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795334" y="3407650"/>
                <a:ext cx="56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14:cNvPr>
              <p14:cNvContentPartPr/>
              <p14:nvPr/>
            </p14:nvContentPartPr>
            <p14:xfrm>
              <a:off x="10075054" y="3640570"/>
              <a:ext cx="139320" cy="249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0057414" y="3622930"/>
                <a:ext cx="17496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B87F94-B505-EF32-BD0C-8E8DEAB7EBD8}"/>
              </a:ext>
            </a:extLst>
          </p:cNvPr>
          <p:cNvGrpSpPr/>
          <p:nvPr/>
        </p:nvGrpSpPr>
        <p:grpSpPr>
          <a:xfrm>
            <a:off x="10364134" y="3599890"/>
            <a:ext cx="169560" cy="110880"/>
            <a:chOff x="10364134" y="3599890"/>
            <a:chExt cx="1695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14:cNvPr>
                <p14:cNvContentPartPr/>
                <p14:nvPr/>
              </p14:nvContentPartPr>
              <p14:xfrm>
                <a:off x="10364134" y="3666490"/>
                <a:ext cx="169560" cy="14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46494" y="3648850"/>
                  <a:ext cx="205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14:cNvPr>
                <p14:cNvContentPartPr/>
                <p14:nvPr/>
              </p14:nvContentPartPr>
              <p14:xfrm>
                <a:off x="10438294" y="3599890"/>
                <a:ext cx="3240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420294" y="3582250"/>
                  <a:ext cx="6804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14:cNvPr>
              <p14:cNvContentPartPr/>
              <p14:nvPr/>
            </p14:nvContentPartPr>
            <p14:xfrm>
              <a:off x="10728814" y="3333850"/>
              <a:ext cx="18000" cy="111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711174" y="3316210"/>
                <a:ext cx="5364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6D4DE35-7FAC-9AF2-D04D-D25FEFF13500}"/>
              </a:ext>
            </a:extLst>
          </p:cNvPr>
          <p:cNvGrpSpPr/>
          <p:nvPr/>
        </p:nvGrpSpPr>
        <p:grpSpPr>
          <a:xfrm>
            <a:off x="10736374" y="3511330"/>
            <a:ext cx="362160" cy="210240"/>
            <a:chOff x="10736374" y="3511330"/>
            <a:chExt cx="3621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14:cNvPr>
                <p14:cNvContentPartPr/>
                <p14:nvPr/>
              </p14:nvContentPartPr>
              <p14:xfrm>
                <a:off x="10736374" y="3511330"/>
                <a:ext cx="90720" cy="21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718734" y="3493330"/>
                  <a:ext cx="126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14:cNvPr>
                <p14:cNvContentPartPr/>
                <p14:nvPr/>
              </p14:nvContentPartPr>
              <p14:xfrm>
                <a:off x="10952734" y="3527530"/>
                <a:ext cx="145800" cy="18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35094" y="3509530"/>
                  <a:ext cx="18144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14:cNvPr>
              <p14:cNvContentPartPr/>
              <p14:nvPr/>
            </p14:nvContentPartPr>
            <p14:xfrm>
              <a:off x="9535414" y="4181650"/>
              <a:ext cx="21240" cy="20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517414" y="4163650"/>
                <a:ext cx="56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14:cNvPr>
              <p14:cNvContentPartPr/>
              <p14:nvPr/>
            </p14:nvContentPartPr>
            <p14:xfrm>
              <a:off x="9572494" y="4335730"/>
              <a:ext cx="68400" cy="1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554494" y="4317730"/>
                <a:ext cx="104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14:cNvPr>
              <p14:cNvContentPartPr/>
              <p14:nvPr/>
            </p14:nvContentPartPr>
            <p14:xfrm>
              <a:off x="9656734" y="4475050"/>
              <a:ext cx="20520" cy="155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639094" y="4457410"/>
                <a:ext cx="561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14:cNvPr>
              <p14:cNvContentPartPr/>
              <p14:nvPr/>
            </p14:nvContentPartPr>
            <p14:xfrm>
              <a:off x="9335614" y="4971130"/>
              <a:ext cx="39600" cy="630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317974" y="4953490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14:cNvPr>
              <p14:cNvContentPartPr/>
              <p14:nvPr/>
            </p14:nvContentPartPr>
            <p14:xfrm>
              <a:off x="9032854" y="5047450"/>
              <a:ext cx="74520" cy="1886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9015214" y="5029450"/>
                <a:ext cx="1101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14:cNvPr>
              <p14:cNvContentPartPr/>
              <p14:nvPr/>
            </p14:nvContentPartPr>
            <p14:xfrm>
              <a:off x="9060214" y="4869610"/>
              <a:ext cx="12600" cy="63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9042574" y="4851610"/>
                <a:ext cx="4824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5563C19-3C92-A8EA-1BDE-2837A53E52C8}"/>
              </a:ext>
            </a:extLst>
          </p:cNvPr>
          <p:cNvGrpSpPr/>
          <p:nvPr/>
        </p:nvGrpSpPr>
        <p:grpSpPr>
          <a:xfrm>
            <a:off x="9306454" y="5154730"/>
            <a:ext cx="247320" cy="184680"/>
            <a:chOff x="9306454" y="5154730"/>
            <a:chExt cx="24732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14:cNvPr>
                <p14:cNvContentPartPr/>
                <p14:nvPr/>
              </p14:nvContentPartPr>
              <p14:xfrm>
                <a:off x="9306454" y="5154730"/>
                <a:ext cx="10440" cy="184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88454" y="5137090"/>
                  <a:ext cx="46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14:cNvPr>
                <p14:cNvContentPartPr/>
                <p14:nvPr/>
              </p14:nvContentPartPr>
              <p14:xfrm>
                <a:off x="9414094" y="5180290"/>
                <a:ext cx="139680" cy="155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396094" y="5162290"/>
                  <a:ext cx="1753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CC3FA8E-D61E-6004-43D3-65B2CFB9971B}"/>
              </a:ext>
            </a:extLst>
          </p:cNvPr>
          <p:cNvGrpSpPr/>
          <p:nvPr/>
        </p:nvGrpSpPr>
        <p:grpSpPr>
          <a:xfrm>
            <a:off x="9719734" y="5019730"/>
            <a:ext cx="151920" cy="218520"/>
            <a:chOff x="9719734" y="5019730"/>
            <a:chExt cx="151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14:cNvPr>
                <p14:cNvContentPartPr/>
                <p14:nvPr/>
              </p14:nvContentPartPr>
              <p14:xfrm>
                <a:off x="9719734" y="5095330"/>
                <a:ext cx="151920" cy="38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01734" y="5077330"/>
                  <a:ext cx="187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14:cNvPr>
                <p14:cNvContentPartPr/>
                <p14:nvPr/>
              </p14:nvContentPartPr>
              <p14:xfrm>
                <a:off x="9820894" y="5019730"/>
                <a:ext cx="42480" cy="21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802894" y="5002090"/>
                  <a:ext cx="7812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14:cNvPr>
              <p14:cNvContentPartPr/>
              <p14:nvPr/>
            </p14:nvContentPartPr>
            <p14:xfrm>
              <a:off x="10064974" y="5013610"/>
              <a:ext cx="123120" cy="158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0046974" y="4995610"/>
                <a:ext cx="158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14:cNvPr>
              <p14:cNvContentPartPr/>
              <p14:nvPr/>
            </p14:nvContentPartPr>
            <p14:xfrm>
              <a:off x="10081894" y="4904170"/>
              <a:ext cx="18000" cy="8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0063894" y="4886170"/>
                <a:ext cx="5364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8D7B87C-E642-584A-B230-A9B193558243}"/>
              </a:ext>
            </a:extLst>
          </p:cNvPr>
          <p:cNvGrpSpPr/>
          <p:nvPr/>
        </p:nvGrpSpPr>
        <p:grpSpPr>
          <a:xfrm>
            <a:off x="10342894" y="5117650"/>
            <a:ext cx="258840" cy="171000"/>
            <a:chOff x="10342894" y="5117650"/>
            <a:chExt cx="2588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14:cNvPr>
                <p14:cNvContentPartPr/>
                <p14:nvPr/>
              </p14:nvContentPartPr>
              <p14:xfrm>
                <a:off x="10342894" y="5128450"/>
                <a:ext cx="14040" cy="160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324894" y="5110810"/>
                  <a:ext cx="49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14:cNvPr>
                <p14:cNvContentPartPr/>
                <p14:nvPr/>
              </p14:nvContentPartPr>
              <p14:xfrm>
                <a:off x="10464934" y="5117650"/>
                <a:ext cx="136800" cy="110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46934" y="5100010"/>
                  <a:ext cx="1724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BE06F18-A8DC-F730-BB0F-A6101DF2772C}"/>
              </a:ext>
            </a:extLst>
          </p:cNvPr>
          <p:cNvGrpSpPr/>
          <p:nvPr/>
        </p:nvGrpSpPr>
        <p:grpSpPr>
          <a:xfrm>
            <a:off x="10759054" y="5040970"/>
            <a:ext cx="339840" cy="146160"/>
            <a:chOff x="10759054" y="5040970"/>
            <a:chExt cx="33984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14:cNvPr>
                <p14:cNvContentPartPr/>
                <p14:nvPr/>
              </p14:nvContentPartPr>
              <p14:xfrm>
                <a:off x="10759054" y="5052850"/>
                <a:ext cx="77760" cy="30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741054" y="5035210"/>
                  <a:ext cx="113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14:cNvPr>
                <p14:cNvContentPartPr/>
                <p14:nvPr/>
              </p14:nvContentPartPr>
              <p14:xfrm>
                <a:off x="10811974" y="5107570"/>
                <a:ext cx="83520" cy="34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93974" y="5089930"/>
                  <a:ext cx="11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14:cNvPr>
                <p14:cNvContentPartPr/>
                <p14:nvPr/>
              </p14:nvContentPartPr>
              <p14:xfrm>
                <a:off x="11020774" y="5040970"/>
                <a:ext cx="78120" cy="146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003134" y="5023330"/>
                  <a:ext cx="1137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14:cNvPr>
              <p14:cNvContentPartPr/>
              <p14:nvPr/>
            </p14:nvContentPartPr>
            <p14:xfrm>
              <a:off x="11032654" y="4880410"/>
              <a:ext cx="20880" cy="32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1015014" y="4862770"/>
                <a:ext cx="5652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CE5D0E5-1E99-4408-C2DB-30D9883D10E2}"/>
              </a:ext>
            </a:extLst>
          </p:cNvPr>
          <p:cNvGrpSpPr/>
          <p:nvPr/>
        </p:nvGrpSpPr>
        <p:grpSpPr>
          <a:xfrm>
            <a:off x="11246854" y="5132770"/>
            <a:ext cx="394200" cy="269280"/>
            <a:chOff x="11246854" y="5132770"/>
            <a:chExt cx="394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14:cNvPr>
                <p14:cNvContentPartPr/>
                <p14:nvPr/>
              </p14:nvContentPartPr>
              <p14:xfrm>
                <a:off x="11291134" y="5132770"/>
                <a:ext cx="39240" cy="269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273134" y="5115130"/>
                  <a:ext cx="74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14:cNvPr>
                <p14:cNvContentPartPr/>
                <p14:nvPr/>
              </p14:nvContentPartPr>
              <p14:xfrm>
                <a:off x="11246854" y="5288650"/>
                <a:ext cx="860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229214" y="5271010"/>
                  <a:ext cx="121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14:cNvPr>
                <p14:cNvContentPartPr/>
                <p14:nvPr/>
              </p14:nvContentPartPr>
              <p14:xfrm>
                <a:off x="11403814" y="5282890"/>
                <a:ext cx="91800" cy="102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385814" y="5264890"/>
                  <a:ext cx="127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14:cNvPr>
                <p14:cNvContentPartPr/>
                <p14:nvPr/>
              </p14:nvContentPartPr>
              <p14:xfrm>
                <a:off x="11553574" y="5153290"/>
                <a:ext cx="33840" cy="206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535934" y="5135650"/>
                  <a:ext cx="69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14:cNvPr>
                <p14:cNvContentPartPr/>
                <p14:nvPr/>
              </p14:nvContentPartPr>
              <p14:xfrm>
                <a:off x="11525134" y="5219530"/>
                <a:ext cx="115920" cy="35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07134" y="5201890"/>
                  <a:ext cx="151560" cy="7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2277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36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14:cNvPr>
              <p14:cNvContentPartPr/>
              <p14:nvPr/>
            </p14:nvContentPartPr>
            <p14:xfrm>
              <a:off x="2890534" y="1820410"/>
              <a:ext cx="169560" cy="2127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872534" y="1802440"/>
                <a:ext cx="205200" cy="2483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72CA3E9-0622-9E12-0172-091B087230F1}"/>
              </a:ext>
            </a:extLst>
          </p:cNvPr>
          <p:cNvGrpSpPr/>
          <p:nvPr/>
        </p:nvGrpSpPr>
        <p:grpSpPr>
          <a:xfrm>
            <a:off x="2646094" y="1614130"/>
            <a:ext cx="843840" cy="1023120"/>
            <a:chOff x="2646094" y="1614130"/>
            <a:chExt cx="843840" cy="10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14:cNvPr>
                <p14:cNvContentPartPr/>
                <p14:nvPr/>
              </p14:nvContentPartPr>
              <p14:xfrm>
                <a:off x="2734294" y="1614130"/>
                <a:ext cx="18000" cy="4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71294" y="1551638"/>
                  <a:ext cx="143640" cy="168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14:cNvPr>
                <p14:cNvContentPartPr/>
                <p14:nvPr/>
              </p14:nvContentPartPr>
              <p14:xfrm>
                <a:off x="2646094" y="1619170"/>
                <a:ext cx="441000" cy="405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83094" y="1556226"/>
                  <a:ext cx="566640" cy="5312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14:cNvPr>
                <p14:cNvContentPartPr/>
                <p14:nvPr/>
              </p14:nvContentPartPr>
              <p14:xfrm>
                <a:off x="2819254" y="1703050"/>
                <a:ext cx="260640" cy="369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56254" y="1640050"/>
                  <a:ext cx="386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14:cNvPr>
                <p14:cNvContentPartPr/>
                <p14:nvPr/>
              </p14:nvContentPartPr>
              <p14:xfrm>
                <a:off x="3044974" y="2443210"/>
                <a:ext cx="230760" cy="19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6974" y="2425243"/>
                  <a:ext cx="266400" cy="2296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14:cNvPr>
                <p14:cNvContentPartPr/>
                <p14:nvPr/>
              </p14:nvContentPartPr>
              <p14:xfrm>
                <a:off x="3029134" y="2489650"/>
                <a:ext cx="118440" cy="142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11189" y="2471695"/>
                  <a:ext cx="153972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14:cNvPr>
                <p14:cNvContentPartPr/>
                <p14:nvPr/>
              </p14:nvContentPartPr>
              <p14:xfrm>
                <a:off x="3033814" y="2438890"/>
                <a:ext cx="312120" cy="189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15814" y="2420890"/>
                  <a:ext cx="347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14:cNvPr>
                <p14:cNvContentPartPr/>
                <p14:nvPr/>
              </p14:nvContentPartPr>
              <p14:xfrm>
                <a:off x="3126334" y="2248810"/>
                <a:ext cx="22680" cy="379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63334" y="2185810"/>
                  <a:ext cx="1483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14:cNvPr>
                <p14:cNvContentPartPr/>
                <p14:nvPr/>
              </p14:nvContentPartPr>
              <p14:xfrm>
                <a:off x="2988454" y="2375530"/>
                <a:ext cx="306000" cy="205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5454" y="2312530"/>
                  <a:ext cx="43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14:cNvPr>
                <p14:cNvContentPartPr/>
                <p14:nvPr/>
              </p14:nvContentPartPr>
              <p14:xfrm>
                <a:off x="3181054" y="2150530"/>
                <a:ext cx="273240" cy="29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18054" y="2086762"/>
                  <a:ext cx="398880" cy="1570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14:cNvPr>
                <p14:cNvContentPartPr/>
                <p14:nvPr/>
              </p14:nvContentPartPr>
              <p14:xfrm>
                <a:off x="3315334" y="1991410"/>
                <a:ext cx="174600" cy="35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52334" y="1928410"/>
                  <a:ext cx="30024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985B14A-FC38-9D9F-BC7A-25CA83F9B504}"/>
              </a:ext>
            </a:extLst>
          </p:cNvPr>
          <p:cNvGrpSpPr/>
          <p:nvPr/>
        </p:nvGrpSpPr>
        <p:grpSpPr>
          <a:xfrm>
            <a:off x="3437734" y="1016890"/>
            <a:ext cx="5095440" cy="656280"/>
            <a:chOff x="3437734" y="1016890"/>
            <a:chExt cx="509544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14:cNvPr>
                <p14:cNvContentPartPr/>
                <p14:nvPr/>
              </p14:nvContentPartPr>
              <p14:xfrm>
                <a:off x="3437734" y="1016890"/>
                <a:ext cx="5029200" cy="571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19734" y="998890"/>
                  <a:ext cx="5064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14:cNvPr>
                <p14:cNvContentPartPr/>
                <p14:nvPr/>
              </p14:nvContentPartPr>
              <p14:xfrm>
                <a:off x="8329414" y="1442050"/>
                <a:ext cx="203760" cy="231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11414" y="1424050"/>
                  <a:ext cx="23940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14:cNvPr>
              <p14:cNvContentPartPr/>
              <p14:nvPr/>
            </p14:nvContentPartPr>
            <p14:xfrm>
              <a:off x="9015214" y="1440610"/>
              <a:ext cx="1908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97214" y="1422610"/>
                <a:ext cx="54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5C23B58-5C76-2F80-F591-685CC01E6A91}"/>
              </a:ext>
            </a:extLst>
          </p:cNvPr>
          <p:cNvGrpSpPr/>
          <p:nvPr/>
        </p:nvGrpSpPr>
        <p:grpSpPr>
          <a:xfrm>
            <a:off x="8960134" y="1625650"/>
            <a:ext cx="813600" cy="545040"/>
            <a:chOff x="8960134" y="1625650"/>
            <a:chExt cx="81360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14:cNvPr>
                <p14:cNvContentPartPr/>
                <p14:nvPr/>
              </p14:nvContentPartPr>
              <p14:xfrm>
                <a:off x="8960134" y="1625650"/>
                <a:ext cx="104760" cy="37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942072" y="1607650"/>
                  <a:ext cx="140523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14:cNvPr>
                <p14:cNvContentPartPr/>
                <p14:nvPr/>
              </p14:nvContentPartPr>
              <p14:xfrm>
                <a:off x="9251734" y="1884490"/>
                <a:ext cx="135000" cy="268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33686" y="1866490"/>
                  <a:ext cx="170735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14:cNvPr>
                <p14:cNvContentPartPr/>
                <p14:nvPr/>
              </p14:nvContentPartPr>
              <p14:xfrm>
                <a:off x="9117814" y="2005090"/>
                <a:ext cx="167040" cy="6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099775" y="1987090"/>
                  <a:ext cx="202757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14:cNvPr>
                <p14:cNvContentPartPr/>
                <p14:nvPr/>
              </p14:nvContentPartPr>
              <p14:xfrm>
                <a:off x="9489334" y="1981690"/>
                <a:ext cx="9720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71334" y="1963690"/>
                  <a:ext cx="13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14:cNvPr>
                <p14:cNvContentPartPr/>
                <p14:nvPr/>
              </p14:nvContentPartPr>
              <p14:xfrm>
                <a:off x="9697054" y="1871170"/>
                <a:ext cx="29880" cy="299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679054" y="1853170"/>
                  <a:ext cx="65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14:cNvPr>
                <p14:cNvContentPartPr/>
                <p14:nvPr/>
              </p14:nvContentPartPr>
              <p14:xfrm>
                <a:off x="9618214" y="1977370"/>
                <a:ext cx="155520" cy="33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600214" y="1959370"/>
                  <a:ext cx="1911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B35257D-A5F2-962A-9A23-CCE121209C29}"/>
              </a:ext>
            </a:extLst>
          </p:cNvPr>
          <p:cNvGrpSpPr/>
          <p:nvPr/>
        </p:nvGrpSpPr>
        <p:grpSpPr>
          <a:xfrm>
            <a:off x="10056694" y="1727890"/>
            <a:ext cx="155880" cy="104040"/>
            <a:chOff x="10056694" y="1727890"/>
            <a:chExt cx="1558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14:cNvPr>
                <p14:cNvContentPartPr/>
                <p14:nvPr/>
              </p14:nvContentPartPr>
              <p14:xfrm>
                <a:off x="10056694" y="1727890"/>
                <a:ext cx="142560" cy="24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38694" y="1709890"/>
                  <a:ext cx="17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14:cNvPr>
                <p14:cNvContentPartPr/>
                <p14:nvPr/>
              </p14:nvContentPartPr>
              <p14:xfrm>
                <a:off x="10085134" y="1789450"/>
                <a:ext cx="127440" cy="4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067134" y="1771450"/>
                  <a:ext cx="1630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14:cNvPr>
              <p14:cNvContentPartPr/>
              <p14:nvPr/>
            </p14:nvContentPartPr>
            <p14:xfrm>
              <a:off x="10504174" y="1613770"/>
              <a:ext cx="111240" cy="269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0486116" y="1595770"/>
                <a:ext cx="146996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14:cNvPr>
              <p14:cNvContentPartPr/>
              <p14:nvPr/>
            </p14:nvContentPartPr>
            <p14:xfrm>
              <a:off x="10514254" y="1464370"/>
              <a:ext cx="26280" cy="43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496254" y="1446370"/>
                <a:ext cx="619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737B190-44D9-1D2A-0079-5AEA1BC50772}"/>
              </a:ext>
            </a:extLst>
          </p:cNvPr>
          <p:cNvGrpSpPr/>
          <p:nvPr/>
        </p:nvGrpSpPr>
        <p:grpSpPr>
          <a:xfrm>
            <a:off x="10691734" y="1716730"/>
            <a:ext cx="618480" cy="430200"/>
            <a:chOff x="10691734" y="1716730"/>
            <a:chExt cx="6184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14:cNvPr>
                <p14:cNvContentPartPr/>
                <p14:nvPr/>
              </p14:nvContentPartPr>
              <p14:xfrm>
                <a:off x="10698574" y="1894930"/>
                <a:ext cx="12240" cy="207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80574" y="1876930"/>
                  <a:ext cx="4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14:cNvPr>
                <p14:cNvContentPartPr/>
                <p14:nvPr/>
              </p14:nvContentPartPr>
              <p14:xfrm>
                <a:off x="10691734" y="1872970"/>
                <a:ext cx="126720" cy="129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73734" y="1854970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14:cNvPr>
                <p14:cNvContentPartPr/>
                <p14:nvPr/>
              </p14:nvContentPartPr>
              <p14:xfrm>
                <a:off x="10907374" y="1962970"/>
                <a:ext cx="31320" cy="18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89165" y="1944970"/>
                  <a:ext cx="67374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14:cNvPr>
                <p14:cNvContentPartPr/>
                <p14:nvPr/>
              </p14:nvContentPartPr>
              <p14:xfrm>
                <a:off x="11087374" y="1785130"/>
                <a:ext cx="222840" cy="3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69403" y="1767317"/>
                  <a:ext cx="258423" cy="69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14:cNvPr>
                <p14:cNvContentPartPr/>
                <p14:nvPr/>
              </p14:nvContentPartPr>
              <p14:xfrm>
                <a:off x="11224534" y="1716730"/>
                <a:ext cx="39240" cy="207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06534" y="1698730"/>
                  <a:ext cx="7488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14:cNvPr>
              <p14:cNvContentPartPr/>
              <p14:nvPr/>
            </p14:nvContentPartPr>
            <p14:xfrm>
              <a:off x="11493814" y="1662730"/>
              <a:ext cx="69840" cy="2145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1475721" y="1644730"/>
                <a:ext cx="105665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14:cNvPr>
              <p14:cNvContentPartPr/>
              <p14:nvPr/>
            </p14:nvContentPartPr>
            <p14:xfrm>
              <a:off x="11527294" y="1488850"/>
              <a:ext cx="41400" cy="37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1509136" y="1471021"/>
                <a:ext cx="77353" cy="72741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C6C767F-C377-DCE6-7683-3BACEC7D96F1}"/>
              </a:ext>
            </a:extLst>
          </p:cNvPr>
          <p:cNvGrpSpPr/>
          <p:nvPr/>
        </p:nvGrpSpPr>
        <p:grpSpPr>
          <a:xfrm>
            <a:off x="11716654" y="1842730"/>
            <a:ext cx="282240" cy="191160"/>
            <a:chOff x="11716654" y="1842730"/>
            <a:chExt cx="28224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14:cNvPr>
                <p14:cNvContentPartPr/>
                <p14:nvPr/>
              </p14:nvContentPartPr>
              <p14:xfrm>
                <a:off x="11725294" y="1870450"/>
                <a:ext cx="16200" cy="15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707294" y="1852450"/>
                  <a:ext cx="51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14:cNvPr>
                <p14:cNvContentPartPr/>
                <p14:nvPr/>
              </p14:nvContentPartPr>
              <p14:xfrm>
                <a:off x="11716654" y="1842730"/>
                <a:ext cx="151560" cy="103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698654" y="1824792"/>
                  <a:ext cx="187200" cy="139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14:cNvPr>
                <p14:cNvContentPartPr/>
                <p14:nvPr/>
              </p14:nvContentPartPr>
              <p14:xfrm>
                <a:off x="11887294" y="1857850"/>
                <a:ext cx="111600" cy="176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869294" y="1839850"/>
                  <a:ext cx="147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14:cNvPr>
              <p14:cNvContentPartPr/>
              <p14:nvPr/>
            </p14:nvContentPartPr>
            <p14:xfrm>
              <a:off x="8535694" y="2710690"/>
              <a:ext cx="210960" cy="263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517694" y="2692690"/>
                <a:ext cx="246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14:cNvPr>
              <p14:cNvContentPartPr/>
              <p14:nvPr/>
            </p14:nvContentPartPr>
            <p14:xfrm>
              <a:off x="8589694" y="2564530"/>
              <a:ext cx="52200" cy="396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571694" y="2546692"/>
                <a:ext cx="87840" cy="74919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AA4EE46-02DB-9908-E328-07CF1A9590B7}"/>
              </a:ext>
            </a:extLst>
          </p:cNvPr>
          <p:cNvGrpSpPr/>
          <p:nvPr/>
        </p:nvGrpSpPr>
        <p:grpSpPr>
          <a:xfrm>
            <a:off x="8922334" y="2819050"/>
            <a:ext cx="321120" cy="244080"/>
            <a:chOff x="8922334" y="2819050"/>
            <a:chExt cx="3211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14:cNvPr>
                <p14:cNvContentPartPr/>
                <p14:nvPr/>
              </p14:nvContentPartPr>
              <p14:xfrm>
                <a:off x="8922334" y="2867290"/>
                <a:ext cx="27000" cy="195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04334" y="2849290"/>
                  <a:ext cx="6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14:cNvPr>
                <p14:cNvContentPartPr/>
                <p14:nvPr/>
              </p14:nvContentPartPr>
              <p14:xfrm>
                <a:off x="9099454" y="2819050"/>
                <a:ext cx="80280" cy="14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081454" y="2801050"/>
                  <a:ext cx="11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14:cNvPr>
                <p14:cNvContentPartPr/>
                <p14:nvPr/>
              </p14:nvContentPartPr>
              <p14:xfrm>
                <a:off x="9143734" y="2895010"/>
                <a:ext cx="9972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125734" y="2877343"/>
                  <a:ext cx="135360" cy="540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14:cNvPr>
              <p14:cNvContentPartPr/>
              <p14:nvPr/>
            </p14:nvContentPartPr>
            <p14:xfrm>
              <a:off x="9465574" y="2795650"/>
              <a:ext cx="90720" cy="20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9447574" y="2777681"/>
                <a:ext cx="126360" cy="2425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14:cNvPr>
              <p14:cNvContentPartPr/>
              <p14:nvPr/>
            </p14:nvContentPartPr>
            <p14:xfrm>
              <a:off x="9476734" y="2619970"/>
              <a:ext cx="45360" cy="349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458734" y="2601970"/>
                <a:ext cx="810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0B74BDA-6CE7-A255-AFC5-1C531CFA57F4}"/>
              </a:ext>
            </a:extLst>
          </p:cNvPr>
          <p:cNvGrpSpPr/>
          <p:nvPr/>
        </p:nvGrpSpPr>
        <p:grpSpPr>
          <a:xfrm>
            <a:off x="9711094" y="2764330"/>
            <a:ext cx="361080" cy="290160"/>
            <a:chOff x="9711094" y="2764330"/>
            <a:chExt cx="3610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14:cNvPr>
                <p14:cNvContentPartPr/>
                <p14:nvPr/>
              </p14:nvContentPartPr>
              <p14:xfrm>
                <a:off x="9711094" y="2899690"/>
                <a:ext cx="169920" cy="154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93094" y="2881690"/>
                  <a:ext cx="20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14:cNvPr>
                <p14:cNvContentPartPr/>
                <p14:nvPr/>
              </p14:nvContentPartPr>
              <p14:xfrm>
                <a:off x="9953734" y="2851450"/>
                <a:ext cx="117720" cy="24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35734" y="2833450"/>
                  <a:ext cx="153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14:cNvPr>
                <p14:cNvContentPartPr/>
                <p14:nvPr/>
              </p14:nvContentPartPr>
              <p14:xfrm>
                <a:off x="10041214" y="2764330"/>
                <a:ext cx="30960" cy="187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023214" y="2746330"/>
                  <a:ext cx="6660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14:cNvPr>
              <p14:cNvContentPartPr/>
              <p14:nvPr/>
            </p14:nvContentPartPr>
            <p14:xfrm>
              <a:off x="10318054" y="2765770"/>
              <a:ext cx="132480" cy="170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300054" y="2747770"/>
                <a:ext cx="1681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14:cNvPr>
              <p14:cNvContentPartPr/>
              <p14:nvPr/>
            </p14:nvContentPartPr>
            <p14:xfrm>
              <a:off x="10341454" y="2609530"/>
              <a:ext cx="11520" cy="342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323454" y="2591530"/>
                <a:ext cx="471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EA3909C-DBB5-756B-8A1A-C73DBA6AF457}"/>
              </a:ext>
            </a:extLst>
          </p:cNvPr>
          <p:cNvGrpSpPr/>
          <p:nvPr/>
        </p:nvGrpSpPr>
        <p:grpSpPr>
          <a:xfrm>
            <a:off x="10604974" y="2799250"/>
            <a:ext cx="146520" cy="279000"/>
            <a:chOff x="10604974" y="2799250"/>
            <a:chExt cx="146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14:cNvPr>
                <p14:cNvContentPartPr/>
                <p14:nvPr/>
              </p14:nvContentPartPr>
              <p14:xfrm>
                <a:off x="10604974" y="2799250"/>
                <a:ext cx="146520" cy="15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86974" y="2781250"/>
                  <a:ext cx="182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14:cNvPr>
                <p14:cNvContentPartPr/>
                <p14:nvPr/>
              </p14:nvContentPartPr>
              <p14:xfrm>
                <a:off x="10722334" y="2889250"/>
                <a:ext cx="19440" cy="189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04334" y="2871284"/>
                  <a:ext cx="55080" cy="22457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14:cNvPr>
              <p14:cNvContentPartPr/>
              <p14:nvPr/>
            </p14:nvContentPartPr>
            <p14:xfrm>
              <a:off x="8967694" y="3314410"/>
              <a:ext cx="27360" cy="212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8949454" y="3296410"/>
                <a:ext cx="63475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863EB7C-CBCF-8D01-119D-BCC69E779F18}"/>
              </a:ext>
            </a:extLst>
          </p:cNvPr>
          <p:cNvGrpSpPr/>
          <p:nvPr/>
        </p:nvGrpSpPr>
        <p:grpSpPr>
          <a:xfrm>
            <a:off x="8910454" y="3481450"/>
            <a:ext cx="385920" cy="379440"/>
            <a:chOff x="8910454" y="3481450"/>
            <a:chExt cx="385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14:cNvPr>
                <p14:cNvContentPartPr/>
                <p14:nvPr/>
              </p14:nvContentPartPr>
              <p14:xfrm>
                <a:off x="8910454" y="3481450"/>
                <a:ext cx="82080" cy="316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92454" y="3463450"/>
                  <a:ext cx="1177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14:cNvPr>
                <p14:cNvContentPartPr/>
                <p14:nvPr/>
              </p14:nvContentPartPr>
              <p14:xfrm>
                <a:off x="9110974" y="3639130"/>
                <a:ext cx="185400" cy="221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92974" y="3621130"/>
                  <a:ext cx="2210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E73B5FF-E18E-0C08-1462-5A0E5B1954B5}"/>
              </a:ext>
            </a:extLst>
          </p:cNvPr>
          <p:cNvGrpSpPr/>
          <p:nvPr/>
        </p:nvGrpSpPr>
        <p:grpSpPr>
          <a:xfrm>
            <a:off x="9460894" y="3640570"/>
            <a:ext cx="100080" cy="98280"/>
            <a:chOff x="9460894" y="3640570"/>
            <a:chExt cx="10008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14:cNvPr>
                <p14:cNvContentPartPr/>
                <p14:nvPr/>
              </p14:nvContentPartPr>
              <p14:xfrm>
                <a:off x="9466654" y="3640570"/>
                <a:ext cx="62640" cy="20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448654" y="3622570"/>
                  <a:ext cx="98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14:cNvPr>
                <p14:cNvContentPartPr/>
                <p14:nvPr/>
              </p14:nvContentPartPr>
              <p14:xfrm>
                <a:off x="9460894" y="3724810"/>
                <a:ext cx="10008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42894" y="3706810"/>
                  <a:ext cx="13572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14:cNvPr>
              <p14:cNvContentPartPr/>
              <p14:nvPr/>
            </p14:nvContentPartPr>
            <p14:xfrm>
              <a:off x="9801814" y="3576490"/>
              <a:ext cx="109080" cy="1519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783814" y="3558490"/>
                <a:ext cx="144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14:cNvPr>
              <p14:cNvContentPartPr/>
              <p14:nvPr/>
            </p14:nvContentPartPr>
            <p14:xfrm>
              <a:off x="9813334" y="3425290"/>
              <a:ext cx="21240" cy="219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795334" y="3407290"/>
                <a:ext cx="56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14:cNvPr>
              <p14:cNvContentPartPr/>
              <p14:nvPr/>
            </p14:nvContentPartPr>
            <p14:xfrm>
              <a:off x="10075054" y="3640570"/>
              <a:ext cx="139320" cy="249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0057007" y="3622570"/>
                <a:ext cx="175052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B87F94-B505-EF32-BD0C-8E8DEAB7EBD8}"/>
              </a:ext>
            </a:extLst>
          </p:cNvPr>
          <p:cNvGrpSpPr/>
          <p:nvPr/>
        </p:nvGrpSpPr>
        <p:grpSpPr>
          <a:xfrm>
            <a:off x="10364134" y="3599890"/>
            <a:ext cx="169560" cy="110880"/>
            <a:chOff x="10364134" y="3599890"/>
            <a:chExt cx="1695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14:cNvPr>
                <p14:cNvContentPartPr/>
                <p14:nvPr/>
              </p14:nvContentPartPr>
              <p14:xfrm>
                <a:off x="10364134" y="3666490"/>
                <a:ext cx="169560" cy="14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46096" y="3648490"/>
                  <a:ext cx="205276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14:cNvPr>
                <p14:cNvContentPartPr/>
                <p14:nvPr/>
              </p14:nvContentPartPr>
              <p14:xfrm>
                <a:off x="10438294" y="3599890"/>
                <a:ext cx="3240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420492" y="3581890"/>
                  <a:ext cx="67648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14:cNvPr>
              <p14:cNvContentPartPr/>
              <p14:nvPr/>
            </p14:nvContentPartPr>
            <p14:xfrm>
              <a:off x="10728814" y="3333850"/>
              <a:ext cx="18000" cy="111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710814" y="3315250"/>
                <a:ext cx="53640" cy="47988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6D4DE35-7FAC-9AF2-D04D-D25FEFF13500}"/>
              </a:ext>
            </a:extLst>
          </p:cNvPr>
          <p:cNvGrpSpPr/>
          <p:nvPr/>
        </p:nvGrpSpPr>
        <p:grpSpPr>
          <a:xfrm>
            <a:off x="10736374" y="3511330"/>
            <a:ext cx="362160" cy="210240"/>
            <a:chOff x="10736374" y="3511330"/>
            <a:chExt cx="3621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14:cNvPr>
                <p14:cNvContentPartPr/>
                <p14:nvPr/>
              </p14:nvContentPartPr>
              <p14:xfrm>
                <a:off x="10736374" y="3511330"/>
                <a:ext cx="90720" cy="21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718374" y="3493330"/>
                  <a:ext cx="126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14:cNvPr>
                <p14:cNvContentPartPr/>
                <p14:nvPr/>
              </p14:nvContentPartPr>
              <p14:xfrm>
                <a:off x="10952734" y="3527530"/>
                <a:ext cx="145800" cy="18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34689" y="3509530"/>
                  <a:ext cx="181528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14:cNvPr>
              <p14:cNvContentPartPr/>
              <p14:nvPr/>
            </p14:nvContentPartPr>
            <p14:xfrm>
              <a:off x="9535414" y="4181650"/>
              <a:ext cx="21240" cy="20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517414" y="4163650"/>
                <a:ext cx="56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14:cNvPr>
              <p14:cNvContentPartPr/>
              <p14:nvPr/>
            </p14:nvContentPartPr>
            <p14:xfrm>
              <a:off x="9572494" y="4335730"/>
              <a:ext cx="68400" cy="1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554494" y="4317730"/>
                <a:ext cx="104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14:cNvPr>
              <p14:cNvContentPartPr/>
              <p14:nvPr/>
            </p14:nvContentPartPr>
            <p14:xfrm>
              <a:off x="9656734" y="4475050"/>
              <a:ext cx="20520" cy="155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638413" y="4457008"/>
                <a:ext cx="56796" cy="190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14:cNvPr>
              <p14:cNvContentPartPr/>
              <p14:nvPr/>
            </p14:nvContentPartPr>
            <p14:xfrm>
              <a:off x="9335614" y="4971130"/>
              <a:ext cx="39600" cy="630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317614" y="4953130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14:cNvPr>
              <p14:cNvContentPartPr/>
              <p14:nvPr/>
            </p14:nvContentPartPr>
            <p14:xfrm>
              <a:off x="9032854" y="5047450"/>
              <a:ext cx="74520" cy="1886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9014854" y="5029450"/>
                <a:ext cx="1101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14:cNvPr>
              <p14:cNvContentPartPr/>
              <p14:nvPr/>
            </p14:nvContentPartPr>
            <p14:xfrm>
              <a:off x="9060214" y="4869610"/>
              <a:ext cx="12600" cy="63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9042214" y="4851712"/>
                <a:ext cx="48240" cy="98438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5563C19-3C92-A8EA-1BDE-2837A53E52C8}"/>
              </a:ext>
            </a:extLst>
          </p:cNvPr>
          <p:cNvGrpSpPr/>
          <p:nvPr/>
        </p:nvGrpSpPr>
        <p:grpSpPr>
          <a:xfrm>
            <a:off x="9306454" y="5154730"/>
            <a:ext cx="247320" cy="184680"/>
            <a:chOff x="9306454" y="5154730"/>
            <a:chExt cx="24732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14:cNvPr>
                <p14:cNvContentPartPr/>
                <p14:nvPr/>
              </p14:nvContentPartPr>
              <p14:xfrm>
                <a:off x="9306454" y="5154730"/>
                <a:ext cx="10440" cy="184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89054" y="5136730"/>
                  <a:ext cx="44892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14:cNvPr>
                <p14:cNvContentPartPr/>
                <p14:nvPr/>
              </p14:nvContentPartPr>
              <p14:xfrm>
                <a:off x="9414094" y="5180290"/>
                <a:ext cx="139680" cy="155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396094" y="5162290"/>
                  <a:ext cx="1753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CC3FA8E-D61E-6004-43D3-65B2CFB9971B}"/>
              </a:ext>
            </a:extLst>
          </p:cNvPr>
          <p:cNvGrpSpPr/>
          <p:nvPr/>
        </p:nvGrpSpPr>
        <p:grpSpPr>
          <a:xfrm>
            <a:off x="9719734" y="5019730"/>
            <a:ext cx="151920" cy="218520"/>
            <a:chOff x="9719734" y="5019730"/>
            <a:chExt cx="151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14:cNvPr>
                <p14:cNvContentPartPr/>
                <p14:nvPr/>
              </p14:nvContentPartPr>
              <p14:xfrm>
                <a:off x="9719734" y="5095330"/>
                <a:ext cx="151920" cy="38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01734" y="5077330"/>
                  <a:ext cx="187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14:cNvPr>
                <p14:cNvContentPartPr/>
                <p14:nvPr/>
              </p14:nvContentPartPr>
              <p14:xfrm>
                <a:off x="9820894" y="5019730"/>
                <a:ext cx="42480" cy="21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802894" y="5001730"/>
                  <a:ext cx="7812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14:cNvPr>
              <p14:cNvContentPartPr/>
              <p14:nvPr/>
            </p14:nvContentPartPr>
            <p14:xfrm>
              <a:off x="10064974" y="5013610"/>
              <a:ext cx="123120" cy="158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0046974" y="4995610"/>
                <a:ext cx="158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14:cNvPr>
              <p14:cNvContentPartPr/>
              <p14:nvPr/>
            </p14:nvContentPartPr>
            <p14:xfrm>
              <a:off x="10081894" y="4904170"/>
              <a:ext cx="18000" cy="8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0063894" y="4886170"/>
                <a:ext cx="5364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8D7B87C-E642-584A-B230-A9B193558243}"/>
              </a:ext>
            </a:extLst>
          </p:cNvPr>
          <p:cNvGrpSpPr/>
          <p:nvPr/>
        </p:nvGrpSpPr>
        <p:grpSpPr>
          <a:xfrm>
            <a:off x="10342894" y="5117650"/>
            <a:ext cx="258840" cy="171000"/>
            <a:chOff x="10342894" y="5117650"/>
            <a:chExt cx="2588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14:cNvPr>
                <p14:cNvContentPartPr/>
                <p14:nvPr/>
              </p14:nvContentPartPr>
              <p14:xfrm>
                <a:off x="10342894" y="5128450"/>
                <a:ext cx="14040" cy="160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325344" y="5110409"/>
                  <a:ext cx="48789" cy="1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14:cNvPr>
                <p14:cNvContentPartPr/>
                <p14:nvPr/>
              </p14:nvContentPartPr>
              <p14:xfrm>
                <a:off x="10464934" y="5117650"/>
                <a:ext cx="136800" cy="110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46934" y="5099650"/>
                  <a:ext cx="1724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BE06F18-A8DC-F730-BB0F-A6101DF2772C}"/>
              </a:ext>
            </a:extLst>
          </p:cNvPr>
          <p:cNvGrpSpPr/>
          <p:nvPr/>
        </p:nvGrpSpPr>
        <p:grpSpPr>
          <a:xfrm>
            <a:off x="10759054" y="5040970"/>
            <a:ext cx="339840" cy="146160"/>
            <a:chOff x="10759054" y="5040970"/>
            <a:chExt cx="33984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14:cNvPr>
                <p14:cNvContentPartPr/>
                <p14:nvPr/>
              </p14:nvContentPartPr>
              <p14:xfrm>
                <a:off x="10759054" y="5052850"/>
                <a:ext cx="77760" cy="30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741054" y="5034850"/>
                  <a:ext cx="113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14:cNvPr>
                <p14:cNvContentPartPr/>
                <p14:nvPr/>
              </p14:nvContentPartPr>
              <p14:xfrm>
                <a:off x="10811974" y="5107570"/>
                <a:ext cx="83520" cy="34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93974" y="5089570"/>
                  <a:ext cx="11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14:cNvPr>
                <p14:cNvContentPartPr/>
                <p14:nvPr/>
              </p14:nvContentPartPr>
              <p14:xfrm>
                <a:off x="11020774" y="5040970"/>
                <a:ext cx="78120" cy="146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002774" y="5022970"/>
                  <a:ext cx="1137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14:cNvPr>
              <p14:cNvContentPartPr/>
              <p14:nvPr/>
            </p14:nvContentPartPr>
            <p14:xfrm>
              <a:off x="11032654" y="4880410"/>
              <a:ext cx="20880" cy="32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1014654" y="4862210"/>
                <a:ext cx="56520" cy="68796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CE5D0E5-1E99-4408-C2DB-30D9883D10E2}"/>
              </a:ext>
            </a:extLst>
          </p:cNvPr>
          <p:cNvGrpSpPr/>
          <p:nvPr/>
        </p:nvGrpSpPr>
        <p:grpSpPr>
          <a:xfrm>
            <a:off x="11246854" y="5132770"/>
            <a:ext cx="394200" cy="269280"/>
            <a:chOff x="11246854" y="5132770"/>
            <a:chExt cx="394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14:cNvPr>
                <p14:cNvContentPartPr/>
                <p14:nvPr/>
              </p14:nvContentPartPr>
              <p14:xfrm>
                <a:off x="11291134" y="5132770"/>
                <a:ext cx="39240" cy="269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273134" y="5114770"/>
                  <a:ext cx="74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14:cNvPr>
                <p14:cNvContentPartPr/>
                <p14:nvPr/>
              </p14:nvContentPartPr>
              <p14:xfrm>
                <a:off x="11246854" y="5288650"/>
                <a:ext cx="860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228778" y="5270650"/>
                  <a:ext cx="12183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14:cNvPr>
                <p14:cNvContentPartPr/>
                <p14:nvPr/>
              </p14:nvContentPartPr>
              <p14:xfrm>
                <a:off x="11403814" y="5282890"/>
                <a:ext cx="91800" cy="102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385814" y="5264890"/>
                  <a:ext cx="127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14:cNvPr>
                <p14:cNvContentPartPr/>
                <p14:nvPr/>
              </p14:nvContentPartPr>
              <p14:xfrm>
                <a:off x="11553574" y="5153290"/>
                <a:ext cx="33840" cy="206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535574" y="5135290"/>
                  <a:ext cx="69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14:cNvPr>
                <p14:cNvContentPartPr/>
                <p14:nvPr/>
              </p14:nvContentPartPr>
              <p14:xfrm>
                <a:off x="11525134" y="5219530"/>
                <a:ext cx="115920" cy="35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07134" y="5201530"/>
                  <a:ext cx="1515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6E96109-8F8C-D098-9F52-A2E91EDB07F5}"/>
              </a:ext>
            </a:extLst>
          </p:cNvPr>
          <p:cNvGrpSpPr/>
          <p:nvPr/>
        </p:nvGrpSpPr>
        <p:grpSpPr>
          <a:xfrm>
            <a:off x="221134" y="2865490"/>
            <a:ext cx="467280" cy="304920"/>
            <a:chOff x="221134" y="2865490"/>
            <a:chExt cx="46728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2EE75C-2CB7-99BD-2311-08D675627A84}"/>
                    </a:ext>
                  </a:extLst>
                </p14:cNvPr>
                <p14:cNvContentPartPr/>
                <p14:nvPr/>
              </p14:nvContentPartPr>
              <p14:xfrm>
                <a:off x="221134" y="2865490"/>
                <a:ext cx="190080" cy="304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2EE75C-2CB7-99BD-2311-08D675627A8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03134" y="2847850"/>
                  <a:ext cx="225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E7FBF31-D0CE-269B-BC98-BC592CB684A0}"/>
                    </a:ext>
                  </a:extLst>
                </p14:cNvPr>
                <p14:cNvContentPartPr/>
                <p14:nvPr/>
              </p14:nvContentPartPr>
              <p14:xfrm>
                <a:off x="557014" y="2979250"/>
                <a:ext cx="59040" cy="12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E7FBF31-D0CE-269B-BC98-BC592CB684A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39374" y="2961610"/>
                  <a:ext cx="94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6625F3D-21FC-4340-A9E6-A22D3DE30B0B}"/>
                    </a:ext>
                  </a:extLst>
                </p14:cNvPr>
                <p14:cNvContentPartPr/>
                <p14:nvPr/>
              </p14:nvContentPartPr>
              <p14:xfrm>
                <a:off x="571774" y="3044050"/>
                <a:ext cx="116640" cy="54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6625F3D-21FC-4340-A9E6-A22D3DE30B0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53774" y="3026410"/>
                  <a:ext cx="1522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D3F6FC3-EE5A-E46E-7BB8-48D8D7132688}"/>
              </a:ext>
            </a:extLst>
          </p:cNvPr>
          <p:cNvGrpSpPr/>
          <p:nvPr/>
        </p:nvGrpSpPr>
        <p:grpSpPr>
          <a:xfrm>
            <a:off x="869854" y="2860450"/>
            <a:ext cx="332640" cy="307800"/>
            <a:chOff x="869854" y="2860450"/>
            <a:chExt cx="33264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9CAE64D-86C9-5A99-ACF0-0A912D5A952A}"/>
                    </a:ext>
                  </a:extLst>
                </p14:cNvPr>
                <p14:cNvContentPartPr/>
                <p14:nvPr/>
              </p14:nvContentPartPr>
              <p14:xfrm>
                <a:off x="869854" y="2860450"/>
                <a:ext cx="23040" cy="2764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9CAE64D-86C9-5A99-ACF0-0A912D5A952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51854" y="2842810"/>
                  <a:ext cx="58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1190E7A-F5CC-8EEE-84E3-0F2D1DA55402}"/>
                    </a:ext>
                  </a:extLst>
                </p14:cNvPr>
                <p14:cNvContentPartPr/>
                <p14:nvPr/>
              </p14:nvContentPartPr>
              <p14:xfrm>
                <a:off x="1066054" y="2902570"/>
                <a:ext cx="22320" cy="265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1190E7A-F5CC-8EEE-84E3-0F2D1DA5540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48054" y="2884570"/>
                  <a:ext cx="57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0223A1F-B76F-05A6-0C46-92EE67AD0CB5}"/>
                    </a:ext>
                  </a:extLst>
                </p14:cNvPr>
                <p14:cNvContentPartPr/>
                <p14:nvPr/>
              </p14:nvContentPartPr>
              <p14:xfrm>
                <a:off x="1061014" y="2877730"/>
                <a:ext cx="141480" cy="126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0223A1F-B76F-05A6-0C46-92EE67AD0CB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43374" y="2860090"/>
                  <a:ext cx="17712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1B37DD73-0629-4461-D44B-4918AB99B3FC}"/>
                  </a:ext>
                </a:extLst>
              </p14:cNvPr>
              <p14:cNvContentPartPr/>
              <p14:nvPr/>
            </p14:nvContentPartPr>
            <p14:xfrm>
              <a:off x="305014" y="3610690"/>
              <a:ext cx="96840" cy="2826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1B37DD73-0629-4461-D44B-4918AB99B3FC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287374" y="3593050"/>
                <a:ext cx="13248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F87D69ED-2714-2914-5254-7C0A8CD8A7D5}"/>
              </a:ext>
            </a:extLst>
          </p:cNvPr>
          <p:cNvGrpSpPr/>
          <p:nvPr/>
        </p:nvGrpSpPr>
        <p:grpSpPr>
          <a:xfrm>
            <a:off x="568534" y="3508810"/>
            <a:ext cx="1633680" cy="456840"/>
            <a:chOff x="568534" y="3508810"/>
            <a:chExt cx="163368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44E4241-6DEE-4DFD-D3CD-1500790F6347}"/>
                    </a:ext>
                  </a:extLst>
                </p14:cNvPr>
                <p14:cNvContentPartPr/>
                <p14:nvPr/>
              </p14:nvContentPartPr>
              <p14:xfrm>
                <a:off x="568534" y="3806170"/>
                <a:ext cx="3960" cy="153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44E4241-6DEE-4DFD-D3CD-1500790F634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50894" y="3788170"/>
                  <a:ext cx="39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35A01C8-AC00-6ABE-0C55-82D0BD75E5E7}"/>
                    </a:ext>
                  </a:extLst>
                </p14:cNvPr>
                <p14:cNvContentPartPr/>
                <p14:nvPr/>
              </p14:nvContentPartPr>
              <p14:xfrm>
                <a:off x="688054" y="3707170"/>
                <a:ext cx="183240" cy="56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35A01C8-AC00-6ABE-0C55-82D0BD75E5E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70054" y="3689170"/>
                  <a:ext cx="218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A1E25FC-03E9-B6E9-3B25-7A476D6B0FE7}"/>
                    </a:ext>
                  </a:extLst>
                </p14:cNvPr>
                <p14:cNvContentPartPr/>
                <p14:nvPr/>
              </p14:nvContentPartPr>
              <p14:xfrm>
                <a:off x="964174" y="3559210"/>
                <a:ext cx="147960" cy="289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A1E25FC-03E9-B6E9-3B25-7A476D6B0FE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46174" y="3541570"/>
                  <a:ext cx="1836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EAB66A5-1829-4160-47CC-089360A3EDFB}"/>
                    </a:ext>
                  </a:extLst>
                </p14:cNvPr>
                <p14:cNvContentPartPr/>
                <p14:nvPr/>
              </p14:nvContentPartPr>
              <p14:xfrm>
                <a:off x="1141294" y="3722290"/>
                <a:ext cx="95400" cy="155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EAB66A5-1829-4160-47CC-089360A3EDF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23654" y="3704650"/>
                  <a:ext cx="131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8CC7B9E-A8D1-7C0B-4E2D-1EC83E6B7FBB}"/>
                    </a:ext>
                  </a:extLst>
                </p14:cNvPr>
                <p14:cNvContentPartPr/>
                <p14:nvPr/>
              </p14:nvContentPartPr>
              <p14:xfrm>
                <a:off x="1330294" y="3683050"/>
                <a:ext cx="77400" cy="39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8CC7B9E-A8D1-7C0B-4E2D-1EC83E6B7FB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312654" y="3665410"/>
                  <a:ext cx="113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95E3125-0AA6-086C-B852-F52964DF24BA}"/>
                    </a:ext>
                  </a:extLst>
                </p14:cNvPr>
                <p14:cNvContentPartPr/>
                <p14:nvPr/>
              </p14:nvContentPartPr>
              <p14:xfrm>
                <a:off x="1324534" y="3737410"/>
                <a:ext cx="120960" cy="51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95E3125-0AA6-086C-B852-F52964DF24B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306534" y="3719770"/>
                  <a:ext cx="156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8636E61-A45D-1890-9DF4-E4F7A9869FED}"/>
                    </a:ext>
                  </a:extLst>
                </p14:cNvPr>
                <p14:cNvContentPartPr/>
                <p14:nvPr/>
              </p14:nvContentPartPr>
              <p14:xfrm>
                <a:off x="1574734" y="3638770"/>
                <a:ext cx="71280" cy="173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8636E61-A45D-1890-9DF4-E4F7A9869FE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557094" y="3621130"/>
                  <a:ext cx="106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7DB3FD4-AB61-309B-14BE-2C423C9265E7}"/>
                    </a:ext>
                  </a:extLst>
                </p14:cNvPr>
                <p14:cNvContentPartPr/>
                <p14:nvPr/>
              </p14:nvContentPartPr>
              <p14:xfrm>
                <a:off x="1583374" y="3508810"/>
                <a:ext cx="23040" cy="11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7DB3FD4-AB61-309B-14BE-2C423C9265E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565734" y="3490810"/>
                  <a:ext cx="58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94933D8-9D42-BC2F-4903-175C9B98CAAC}"/>
                    </a:ext>
                  </a:extLst>
                </p14:cNvPr>
                <p14:cNvContentPartPr/>
                <p14:nvPr/>
              </p14:nvContentPartPr>
              <p14:xfrm>
                <a:off x="1782814" y="3798610"/>
                <a:ext cx="26280" cy="1670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94933D8-9D42-BC2F-4903-175C9B98CAA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764814" y="3780610"/>
                  <a:ext cx="61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01CB42F-8AA8-D897-45B6-7B0CD22F7B4C}"/>
                    </a:ext>
                  </a:extLst>
                </p14:cNvPr>
                <p14:cNvContentPartPr/>
                <p14:nvPr/>
              </p14:nvContentPartPr>
              <p14:xfrm>
                <a:off x="1969654" y="3574690"/>
                <a:ext cx="9720" cy="241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01CB42F-8AA8-D897-45B6-7B0CD22F7B4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951654" y="3557050"/>
                  <a:ext cx="453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68F03F4-BBC2-0FF4-BCD6-B7B3F4CC83CB}"/>
                    </a:ext>
                  </a:extLst>
                </p14:cNvPr>
                <p14:cNvContentPartPr/>
                <p14:nvPr/>
              </p14:nvContentPartPr>
              <p14:xfrm>
                <a:off x="1935094" y="3545530"/>
                <a:ext cx="192240" cy="1728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68F03F4-BBC2-0FF4-BCD6-B7B3F4CC83C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917094" y="3527890"/>
                  <a:ext cx="227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72E4A49-85F9-FCB2-910F-07958D321383}"/>
                    </a:ext>
                  </a:extLst>
                </p14:cNvPr>
                <p14:cNvContentPartPr/>
                <p14:nvPr/>
              </p14:nvContentPartPr>
              <p14:xfrm>
                <a:off x="2184574" y="3689170"/>
                <a:ext cx="17640" cy="1807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72E4A49-85F9-FCB2-910F-07958D32138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166934" y="3671530"/>
                  <a:ext cx="5328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772E5E77-8DEB-F098-A65F-509A96C15BF1}"/>
                  </a:ext>
                </a:extLst>
              </p14:cNvPr>
              <p14:cNvContentPartPr/>
              <p14:nvPr/>
            </p14:nvContentPartPr>
            <p14:xfrm>
              <a:off x="799654" y="4306930"/>
              <a:ext cx="11520" cy="1764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772E5E77-8DEB-F098-A65F-509A96C15BF1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781654" y="4288930"/>
                <a:ext cx="471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7C4252B9-C1AF-40C2-E718-AA606E4215B8}"/>
                  </a:ext>
                </a:extLst>
              </p14:cNvPr>
              <p14:cNvContentPartPr/>
              <p14:nvPr/>
            </p14:nvContentPartPr>
            <p14:xfrm>
              <a:off x="831334" y="4509970"/>
              <a:ext cx="23760" cy="864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7C4252B9-C1AF-40C2-E718-AA606E4215B8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813694" y="4492330"/>
                <a:ext cx="594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E4C5C64-CBA4-65AB-1FA5-772C861E1105}"/>
                  </a:ext>
                </a:extLst>
              </p14:cNvPr>
              <p14:cNvContentPartPr/>
              <p14:nvPr/>
            </p14:nvContentPartPr>
            <p14:xfrm>
              <a:off x="840694" y="4682770"/>
              <a:ext cx="33120" cy="2278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E4C5C64-CBA4-65AB-1FA5-772C861E1105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823054" y="4664770"/>
                <a:ext cx="6876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2C4E6C41-211B-E6C2-DBD4-A514FDAC8F43}"/>
              </a:ext>
            </a:extLst>
          </p:cNvPr>
          <p:cNvGrpSpPr/>
          <p:nvPr/>
        </p:nvGrpSpPr>
        <p:grpSpPr>
          <a:xfrm>
            <a:off x="254974" y="5033050"/>
            <a:ext cx="2226960" cy="521280"/>
            <a:chOff x="254974" y="5033050"/>
            <a:chExt cx="222696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9D5E702-7678-E261-2CE3-E1B362B15A47}"/>
                    </a:ext>
                  </a:extLst>
                </p14:cNvPr>
                <p14:cNvContentPartPr/>
                <p14:nvPr/>
              </p14:nvContentPartPr>
              <p14:xfrm>
                <a:off x="254974" y="5114050"/>
                <a:ext cx="159480" cy="303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9D5E702-7678-E261-2CE3-E1B362B15A4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237334" y="5096050"/>
                  <a:ext cx="195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B6FEB42-0EB0-E3FE-085C-45F176927267}"/>
                    </a:ext>
                  </a:extLst>
                </p14:cNvPr>
                <p14:cNvContentPartPr/>
                <p14:nvPr/>
              </p14:nvContentPartPr>
              <p14:xfrm>
                <a:off x="492934" y="5283970"/>
                <a:ext cx="108360" cy="2311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B6FEB42-0EB0-E3FE-085C-45F176927267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75294" y="5265970"/>
                  <a:ext cx="1440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801FE35-CA83-12DC-811C-D66B1EA0CF75}"/>
                    </a:ext>
                  </a:extLst>
                </p14:cNvPr>
                <p14:cNvContentPartPr/>
                <p14:nvPr/>
              </p14:nvContentPartPr>
              <p14:xfrm>
                <a:off x="730174" y="5249410"/>
                <a:ext cx="167400" cy="36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801FE35-CA83-12DC-811C-D66B1EA0CF75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12534" y="5231410"/>
                  <a:ext cx="203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8A00F44-4AA9-D982-4D1F-7E32770DCD3D}"/>
                    </a:ext>
                  </a:extLst>
                </p14:cNvPr>
                <p14:cNvContentPartPr/>
                <p14:nvPr/>
              </p14:nvContentPartPr>
              <p14:xfrm>
                <a:off x="979294" y="5078410"/>
                <a:ext cx="151200" cy="313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8A00F44-4AA9-D982-4D1F-7E32770DCD3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61294" y="5060770"/>
                  <a:ext cx="1868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E31869-AD49-121F-43F3-FCD83A55E2A9}"/>
                    </a:ext>
                  </a:extLst>
                </p14:cNvPr>
                <p14:cNvContentPartPr/>
                <p14:nvPr/>
              </p14:nvContentPartPr>
              <p14:xfrm>
                <a:off x="1143454" y="5321050"/>
                <a:ext cx="120240" cy="225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E31869-AD49-121F-43F3-FCD83A55E2A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5454" y="5303050"/>
                  <a:ext cx="155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BF9B2AF-91FA-31D2-B4C6-1A821BD66AAA}"/>
                    </a:ext>
                  </a:extLst>
                </p14:cNvPr>
                <p14:cNvContentPartPr/>
                <p14:nvPr/>
              </p14:nvContentPartPr>
              <p14:xfrm>
                <a:off x="1364134" y="5268130"/>
                <a:ext cx="76320" cy="374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BF9B2AF-91FA-31D2-B4C6-1A821BD66AA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346134" y="5250130"/>
                  <a:ext cx="111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58817D1-FDC9-1CC9-5C2B-798FDAF264E8}"/>
                    </a:ext>
                  </a:extLst>
                </p14:cNvPr>
                <p14:cNvContentPartPr/>
                <p14:nvPr/>
              </p14:nvContentPartPr>
              <p14:xfrm>
                <a:off x="1406614" y="5358130"/>
                <a:ext cx="116280" cy="32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58817D1-FDC9-1CC9-5C2B-798FDAF264E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388614" y="5340130"/>
                  <a:ext cx="151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32AB889-8882-7143-8EFE-205E3649D7D1}"/>
                    </a:ext>
                  </a:extLst>
                </p14:cNvPr>
                <p14:cNvContentPartPr/>
                <p14:nvPr/>
              </p14:nvContentPartPr>
              <p14:xfrm>
                <a:off x="1615774" y="5199370"/>
                <a:ext cx="65160" cy="2239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32AB889-8882-7143-8EFE-205E3649D7D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597774" y="5181730"/>
                  <a:ext cx="100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0C8367-F1C4-C854-A423-23D5BC725780}"/>
                    </a:ext>
                  </a:extLst>
                </p14:cNvPr>
                <p14:cNvContentPartPr/>
                <p14:nvPr/>
              </p14:nvContentPartPr>
              <p14:xfrm>
                <a:off x="1657174" y="5033050"/>
                <a:ext cx="8280" cy="230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0C8367-F1C4-C854-A423-23D5BC72578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639534" y="5015050"/>
                  <a:ext cx="43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01009F3-C74E-ECCD-7863-198EDA9C9C7A}"/>
                    </a:ext>
                  </a:extLst>
                </p14:cNvPr>
                <p14:cNvContentPartPr/>
                <p14:nvPr/>
              </p14:nvContentPartPr>
              <p14:xfrm>
                <a:off x="1797934" y="5430490"/>
                <a:ext cx="22320" cy="1238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01009F3-C74E-ECCD-7863-198EDA9C9C7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780294" y="5412850"/>
                  <a:ext cx="57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15C91AE-7336-2C90-2CC0-BDA104F41A66}"/>
                    </a:ext>
                  </a:extLst>
                </p14:cNvPr>
                <p14:cNvContentPartPr/>
                <p14:nvPr/>
              </p14:nvContentPartPr>
              <p14:xfrm>
                <a:off x="1876054" y="5388730"/>
                <a:ext cx="121680" cy="159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15C91AE-7336-2C90-2CC0-BDA104F41A6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858414" y="5371090"/>
                  <a:ext cx="157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AD539D8-912B-5258-69C5-BDA978E63B8D}"/>
                    </a:ext>
                  </a:extLst>
                </p14:cNvPr>
                <p14:cNvContentPartPr/>
                <p14:nvPr/>
              </p14:nvContentPartPr>
              <p14:xfrm>
                <a:off x="2082694" y="5155450"/>
                <a:ext cx="19440" cy="207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AD539D8-912B-5258-69C5-BDA978E63B8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064694" y="5137810"/>
                  <a:ext cx="55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4DBF84C-1B32-FBE3-6134-B17CD3150BE3}"/>
                    </a:ext>
                  </a:extLst>
                </p14:cNvPr>
                <p14:cNvContentPartPr/>
                <p14:nvPr/>
              </p14:nvContentPartPr>
              <p14:xfrm>
                <a:off x="2071174" y="5077690"/>
                <a:ext cx="173520" cy="1872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4DBF84C-1B32-FBE3-6134-B17CD3150BE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053534" y="5059690"/>
                  <a:ext cx="209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7517D7C-32D6-1D81-DA3C-C7A570CE3568}"/>
                    </a:ext>
                  </a:extLst>
                </p14:cNvPr>
                <p14:cNvContentPartPr/>
                <p14:nvPr/>
              </p14:nvContentPartPr>
              <p14:xfrm>
                <a:off x="2298334" y="5299450"/>
                <a:ext cx="12240" cy="195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7517D7C-32D6-1D81-DA3C-C7A570CE356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280694" y="5281810"/>
                  <a:ext cx="4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C8B5640-DE01-7994-19A6-9570B73A3E00}"/>
                    </a:ext>
                  </a:extLst>
                </p14:cNvPr>
                <p14:cNvContentPartPr/>
                <p14:nvPr/>
              </p14:nvContentPartPr>
              <p14:xfrm>
                <a:off x="2402734" y="5309530"/>
                <a:ext cx="79200" cy="145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C8B5640-DE01-7994-19A6-9570B73A3E0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385094" y="5291890"/>
                  <a:ext cx="114840" cy="18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2005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37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1374699" y="2126253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699" y="2108253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84619" y="1147413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693219" y="2854533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804459" y="4413693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1847739" y="1534053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1968699" y="3160533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2018739" y="4745973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3397539" y="1421013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79539" y="1403705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2328699" y="2601453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2518779" y="4261413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3398259" y="1436133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3572139" y="3089973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3779499" y="4574973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4973259" y="2637453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5031219" y="4242693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1224219" y="2002413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1411059" y="5248893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393059" y="5230893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1303419" y="3407133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2680419" y="1945173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662419" y="1927173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2836659" y="3511893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818659" y="3493893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3036459" y="5063133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018459" y="5045133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4383579" y="1806213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365537" y="1788213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4445859" y="3520533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427859" y="3502533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4644939" y="5060253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6939" y="5042253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684219" y="2117253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809499" y="3486693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996339" y="5268693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2694099" y="1483293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2676099" y="3211293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2663859" y="4869453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4722699" y="1513533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4911339" y="3398493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5008539" y="4782333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2267BCD0-DBB7-FE77-6BB5-43FE22166CF2}"/>
              </a:ext>
            </a:extLst>
          </p:cNvPr>
          <p:cNvPicPr>
            <a:picLocks noChangeAspect="1"/>
          </p:cNvPicPr>
          <p:nvPr/>
        </p:nvPicPr>
        <p:blipFill rotWithShape="1">
          <a:blip r:embed="rId2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0" t="30875" r="20355" b="38201"/>
          <a:stretch/>
        </p:blipFill>
        <p:spPr>
          <a:xfrm>
            <a:off x="6651245" y="1152993"/>
            <a:ext cx="5408192" cy="393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65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38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1374699" y="2126253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699" y="2108253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84619" y="1147413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693219" y="2854533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804459" y="4413693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1847739" y="1534053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1968699" y="3160533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2018739" y="4745973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3397539" y="1421013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79539" y="1403705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2328699" y="2601453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2518779" y="4261413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3398259" y="1436133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3572139" y="3089973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3779499" y="4574973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4973259" y="2637453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5031219" y="4242693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1224219" y="2002413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1411059" y="5248893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393059" y="5230893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1303419" y="3407133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2680419" y="1945173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662419" y="1927173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2836659" y="3511893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818659" y="3493893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3036459" y="5063133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018459" y="5045133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4383579" y="1806213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365537" y="1788213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4445859" y="3520533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427859" y="3502533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4644939" y="5060253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6939" y="5042253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684219" y="2117253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809499" y="3486693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996339" y="5268693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2694099" y="1483293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2676099" y="3211293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2663859" y="4869453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4722699" y="1513533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4911339" y="3398493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5008539" y="4782333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2267BCD0-DBB7-FE77-6BB5-43FE22166CF2}"/>
              </a:ext>
            </a:extLst>
          </p:cNvPr>
          <p:cNvPicPr>
            <a:picLocks noChangeAspect="1"/>
          </p:cNvPicPr>
          <p:nvPr/>
        </p:nvPicPr>
        <p:blipFill rotWithShape="1"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0" t="30875" r="20355" b="38201"/>
          <a:stretch/>
        </p:blipFill>
        <p:spPr>
          <a:xfrm>
            <a:off x="6651245" y="1152993"/>
            <a:ext cx="5408192" cy="393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00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39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3" name="Picture 152" descr="A white paper with black numbers and symbols&#10;&#10;Description automatically generated">
            <a:extLst>
              <a:ext uri="{FF2B5EF4-FFF2-40B4-BE49-F238E27FC236}">
                <a16:creationId xmlns:a16="http://schemas.microsoft.com/office/drawing/2014/main" id="{06621E05-0F8A-4B8E-0A39-83B8509E0B46}"/>
              </a:ext>
            </a:extLst>
          </p:cNvPr>
          <p:cNvPicPr>
            <a:picLocks noChangeAspect="1"/>
          </p:cNvPicPr>
          <p:nvPr/>
        </p:nvPicPr>
        <p:blipFill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826" y="1008440"/>
            <a:ext cx="3867858" cy="550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764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40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screenshot of a math test&#10;&#10;Description automatically generated">
            <a:extLst>
              <a:ext uri="{FF2B5EF4-FFF2-40B4-BE49-F238E27FC236}">
                <a16:creationId xmlns:a16="http://schemas.microsoft.com/office/drawing/2014/main" id="{46A89DB5-AD3E-B9C9-40CA-70EF6AD9139B}"/>
              </a:ext>
            </a:extLst>
          </p:cNvPr>
          <p:cNvPicPr>
            <a:picLocks noChangeAspect="1"/>
          </p:cNvPicPr>
          <p:nvPr/>
        </p:nvPicPr>
        <p:blipFill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814" y="840336"/>
            <a:ext cx="2769661" cy="586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30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22943</TotalTime>
  <Words>219</Words>
  <Application>Microsoft Office PowerPoint</Application>
  <PresentationFormat>Widescreen</PresentationFormat>
  <Paragraphs>84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Source transformation – Voltage &lt;&gt; Current </vt:lpstr>
      <vt:lpstr>Source transformation – Voltage &lt;&gt; Current </vt:lpstr>
      <vt:lpstr>Source transformation – Voltage &lt;&gt; Current 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Equivalent circuits</vt:lpstr>
      <vt:lpstr>Thevenin’s equivalent circuit</vt:lpstr>
      <vt:lpstr>Thevenin’s equivalent circuit</vt:lpstr>
      <vt:lpstr>Thevenin’s equivalent circuit</vt:lpstr>
      <vt:lpstr>Norton’s equivalent circuit</vt:lpstr>
      <vt:lpstr>Norton’s equivalent circuit</vt:lpstr>
      <vt:lpstr>Capacitors </vt:lpstr>
      <vt:lpstr>Capacitors </vt:lpstr>
      <vt:lpstr>Inductors </vt:lpstr>
      <vt:lpstr>Inductors 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929</cp:revision>
  <cp:lastPrinted>2017-03-30T23:40:26Z</cp:lastPrinted>
  <dcterms:created xsi:type="dcterms:W3CDTF">2014-02-24T21:19:39Z</dcterms:created>
  <dcterms:modified xsi:type="dcterms:W3CDTF">2025-09-16T22:08:27Z</dcterms:modified>
</cp:coreProperties>
</file>